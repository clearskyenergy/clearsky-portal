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0104100" cy="13404850"/>
  <p:notesSz cx="20104100" cy="1340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4155503"/>
            <a:ext cx="17088486" cy="28150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7506716"/>
            <a:ext cx="14072870" cy="335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3083115"/>
            <a:ext cx="8745284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3083115"/>
            <a:ext cx="8745284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195070" y="12887565"/>
            <a:ext cx="624205" cy="230504"/>
          </a:xfrm>
          <a:custGeom>
            <a:avLst/>
            <a:gdLst/>
            <a:ahLst/>
            <a:cxnLst/>
            <a:rect l="l" t="t" r="r" b="b"/>
            <a:pathLst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359"/>
                </a:lnTo>
                <a:lnTo>
                  <a:pt x="0" y="230359"/>
                </a:lnTo>
                <a:lnTo>
                  <a:pt x="0" y="0"/>
                </a:lnTo>
                <a:close/>
              </a:path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359"/>
                </a:lnTo>
                <a:lnTo>
                  <a:pt x="0" y="230359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5FF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84631" y="277369"/>
            <a:ext cx="19534505" cy="12840970"/>
          </a:xfrm>
          <a:custGeom>
            <a:avLst/>
            <a:gdLst/>
            <a:ahLst/>
            <a:cxnLst/>
            <a:rect l="l" t="t" r="r" b="b"/>
            <a:pathLst>
              <a:path w="19534505" h="12840969">
                <a:moveTo>
                  <a:pt x="0" y="264"/>
                </a:moveTo>
                <a:lnTo>
                  <a:pt x="19534272" y="0"/>
                </a:lnTo>
                <a:lnTo>
                  <a:pt x="19534427" y="12840554"/>
                </a:lnTo>
                <a:lnTo>
                  <a:pt x="172" y="12840787"/>
                </a:lnTo>
                <a:lnTo>
                  <a:pt x="0" y="264"/>
                </a:lnTo>
                <a:close/>
              </a:path>
            </a:pathLst>
          </a:custGeom>
          <a:ln w="155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8600713" y="275725"/>
            <a:ext cx="1220470" cy="12842240"/>
          </a:xfrm>
          <a:custGeom>
            <a:avLst/>
            <a:gdLst/>
            <a:ahLst/>
            <a:cxnLst/>
            <a:rect l="l" t="t" r="r" b="b"/>
            <a:pathLst>
              <a:path w="1220469" h="12842240">
                <a:moveTo>
                  <a:pt x="0" y="1675"/>
                </a:moveTo>
                <a:lnTo>
                  <a:pt x="1218190" y="1675"/>
                </a:lnTo>
                <a:lnTo>
                  <a:pt x="1218190" y="12842199"/>
                </a:lnTo>
                <a:lnTo>
                  <a:pt x="0" y="12842199"/>
                </a:lnTo>
                <a:lnTo>
                  <a:pt x="0" y="1675"/>
                </a:lnTo>
                <a:close/>
              </a:path>
              <a:path w="1220469" h="12842240">
                <a:moveTo>
                  <a:pt x="232" y="12611762"/>
                </a:moveTo>
                <a:lnTo>
                  <a:pt x="594358" y="12611762"/>
                </a:lnTo>
                <a:lnTo>
                  <a:pt x="594358" y="12842121"/>
                </a:lnTo>
                <a:lnTo>
                  <a:pt x="232" y="12842121"/>
                </a:lnTo>
                <a:lnTo>
                  <a:pt x="232" y="12611762"/>
                </a:lnTo>
                <a:close/>
              </a:path>
              <a:path w="1220469" h="12842240">
                <a:moveTo>
                  <a:pt x="155" y="10828454"/>
                </a:moveTo>
                <a:lnTo>
                  <a:pt x="1218345" y="10828454"/>
                </a:lnTo>
                <a:lnTo>
                  <a:pt x="1218345" y="11869492"/>
                </a:lnTo>
                <a:lnTo>
                  <a:pt x="155" y="11869492"/>
                </a:lnTo>
                <a:lnTo>
                  <a:pt x="155" y="10828454"/>
                </a:lnTo>
                <a:close/>
              </a:path>
              <a:path w="1220469" h="12842240">
                <a:moveTo>
                  <a:pt x="77" y="6123373"/>
                </a:moveTo>
                <a:lnTo>
                  <a:pt x="1218268" y="6123373"/>
                </a:lnTo>
                <a:lnTo>
                  <a:pt x="1218268" y="10828454"/>
                </a:lnTo>
                <a:lnTo>
                  <a:pt x="77" y="10828454"/>
                </a:lnTo>
                <a:lnTo>
                  <a:pt x="77" y="6123373"/>
                </a:lnTo>
                <a:close/>
              </a:path>
              <a:path w="1220469" h="12842240">
                <a:moveTo>
                  <a:pt x="1117127" y="1609"/>
                </a:moveTo>
                <a:lnTo>
                  <a:pt x="1218190" y="1612"/>
                </a:lnTo>
                <a:lnTo>
                  <a:pt x="1218268" y="4415386"/>
                </a:lnTo>
                <a:lnTo>
                  <a:pt x="1117127" y="4415378"/>
                </a:lnTo>
                <a:lnTo>
                  <a:pt x="1117127" y="1609"/>
                </a:lnTo>
                <a:close/>
              </a:path>
              <a:path w="1220469" h="12842240">
                <a:moveTo>
                  <a:pt x="232" y="1"/>
                </a:moveTo>
                <a:lnTo>
                  <a:pt x="111922" y="0"/>
                </a:lnTo>
                <a:lnTo>
                  <a:pt x="111922" y="4415440"/>
                </a:lnTo>
                <a:lnTo>
                  <a:pt x="232" y="4415440"/>
                </a:lnTo>
                <a:lnTo>
                  <a:pt x="232" y="1"/>
                </a:lnTo>
                <a:close/>
              </a:path>
              <a:path w="1220469" h="12842240">
                <a:moveTo>
                  <a:pt x="853" y="3599874"/>
                </a:moveTo>
                <a:lnTo>
                  <a:pt x="1218811" y="3599874"/>
                </a:lnTo>
                <a:lnTo>
                  <a:pt x="1218811" y="4090524"/>
                </a:lnTo>
                <a:lnTo>
                  <a:pt x="853" y="4090524"/>
                </a:lnTo>
                <a:lnTo>
                  <a:pt x="853" y="3599874"/>
                </a:lnTo>
                <a:close/>
              </a:path>
              <a:path w="1220469" h="12842240">
                <a:moveTo>
                  <a:pt x="232" y="1686"/>
                </a:moveTo>
                <a:lnTo>
                  <a:pt x="1218190" y="1669"/>
                </a:lnTo>
                <a:lnTo>
                  <a:pt x="1218190" y="298704"/>
                </a:lnTo>
                <a:lnTo>
                  <a:pt x="232" y="298721"/>
                </a:lnTo>
                <a:lnTo>
                  <a:pt x="232" y="1686"/>
                </a:lnTo>
                <a:close/>
              </a:path>
              <a:path w="1220469" h="12842240">
                <a:moveTo>
                  <a:pt x="637870" y="6123358"/>
                </a:moveTo>
                <a:lnTo>
                  <a:pt x="637793" y="4415393"/>
                </a:lnTo>
                <a:lnTo>
                  <a:pt x="1219819" y="4415386"/>
                </a:lnTo>
                <a:lnTo>
                  <a:pt x="1219896" y="6123342"/>
                </a:lnTo>
                <a:lnTo>
                  <a:pt x="637870" y="6123358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536194"/>
            <a:ext cx="18093690" cy="2144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3083115"/>
            <a:ext cx="18093690" cy="8847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2466511"/>
            <a:ext cx="6433312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2466511"/>
            <a:ext cx="4623943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2466511"/>
            <a:ext cx="4623943" cy="670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hyperlink" Target="mailto:himanshu@saceng.com" TargetMode="External"/><Relationship Id="rId7" Type="http://schemas.openxmlformats.org/officeDocument/2006/relationships/hyperlink" Target="mailto:info@bpi-power.com" TargetMode="External"/><Relationship Id="rId8" Type="http://schemas.openxmlformats.org/officeDocument/2006/relationships/hyperlink" Target="http://WWW.BPI-POWER.COM/" TargetMode="External"/><Relationship Id="rId9" Type="http://schemas.openxmlformats.org/officeDocument/2006/relationships/hyperlink" Target="mailto:RARASHI@APPLIEDEC.COM" TargetMode="External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hyperlink" Target="mailto:jliu2@oaklandca.gov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0.png"/><Relationship Id="rId18" Type="http://schemas.openxmlformats.org/officeDocument/2006/relationships/image" Target="../media/image31.png"/><Relationship Id="rId19" Type="http://schemas.openxmlformats.org/officeDocument/2006/relationships/image" Target="../media/image32.png"/><Relationship Id="rId20" Type="http://schemas.openxmlformats.org/officeDocument/2006/relationships/image" Target="../media/image33.png"/><Relationship Id="rId21" Type="http://schemas.openxmlformats.org/officeDocument/2006/relationships/image" Target="../media/image34.png"/><Relationship Id="rId22" Type="http://schemas.openxmlformats.org/officeDocument/2006/relationships/image" Target="../media/image35.png"/><Relationship Id="rId23" Type="http://schemas.openxmlformats.org/officeDocument/2006/relationships/image" Target="../media/image36.png"/><Relationship Id="rId24" Type="http://schemas.openxmlformats.org/officeDocument/2006/relationships/image" Target="../media/image37.png"/><Relationship Id="rId25" Type="http://schemas.openxmlformats.org/officeDocument/2006/relationships/image" Target="../media/image38.png"/><Relationship Id="rId26" Type="http://schemas.openxmlformats.org/officeDocument/2006/relationships/image" Target="../media/image39.png"/><Relationship Id="rId27" Type="http://schemas.openxmlformats.org/officeDocument/2006/relationships/image" Target="../media/image40.png"/><Relationship Id="rId28" Type="http://schemas.openxmlformats.org/officeDocument/2006/relationships/image" Target="../media/image41.png"/><Relationship Id="rId29" Type="http://schemas.openxmlformats.org/officeDocument/2006/relationships/image" Target="../media/image42.png"/><Relationship Id="rId30" Type="http://schemas.openxmlformats.org/officeDocument/2006/relationships/image" Target="../media/image43.png"/><Relationship Id="rId31" Type="http://schemas.openxmlformats.org/officeDocument/2006/relationships/image" Target="../media/image44.png"/><Relationship Id="rId32" Type="http://schemas.openxmlformats.org/officeDocument/2006/relationships/image" Target="../media/image45.png"/><Relationship Id="rId33" Type="http://schemas.openxmlformats.org/officeDocument/2006/relationships/image" Target="../media/image4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png"/><Relationship Id="rId15" Type="http://schemas.openxmlformats.org/officeDocument/2006/relationships/image" Target="../media/image57.png"/><Relationship Id="rId16" Type="http://schemas.openxmlformats.org/officeDocument/2006/relationships/image" Target="../media/image58.png"/><Relationship Id="rId17" Type="http://schemas.openxmlformats.org/officeDocument/2006/relationships/image" Target="../media/image59.png"/><Relationship Id="rId18" Type="http://schemas.openxmlformats.org/officeDocument/2006/relationships/image" Target="../media/image60.png"/><Relationship Id="rId19" Type="http://schemas.openxmlformats.org/officeDocument/2006/relationships/image" Target="../media/image61.png"/><Relationship Id="rId20" Type="http://schemas.openxmlformats.org/officeDocument/2006/relationships/image" Target="../media/image62.png"/><Relationship Id="rId21" Type="http://schemas.openxmlformats.org/officeDocument/2006/relationships/image" Target="../media/image63.png"/><Relationship Id="rId22" Type="http://schemas.openxmlformats.org/officeDocument/2006/relationships/image" Target="../media/image64.png"/><Relationship Id="rId23" Type="http://schemas.openxmlformats.org/officeDocument/2006/relationships/image" Target="../media/image65.png"/><Relationship Id="rId24" Type="http://schemas.openxmlformats.org/officeDocument/2006/relationships/image" Target="../media/image66.png"/><Relationship Id="rId25" Type="http://schemas.openxmlformats.org/officeDocument/2006/relationships/image" Target="../media/image67.png"/><Relationship Id="rId26" Type="http://schemas.openxmlformats.org/officeDocument/2006/relationships/image" Target="../media/image68.png"/><Relationship Id="rId27" Type="http://schemas.openxmlformats.org/officeDocument/2006/relationships/image" Target="../media/image69.png"/><Relationship Id="rId28" Type="http://schemas.openxmlformats.org/officeDocument/2006/relationships/image" Target="../media/image70.png"/><Relationship Id="rId29" Type="http://schemas.openxmlformats.org/officeDocument/2006/relationships/image" Target="../media/image71.png"/><Relationship Id="rId30" Type="http://schemas.openxmlformats.org/officeDocument/2006/relationships/image" Target="../media/image72.png"/><Relationship Id="rId31" Type="http://schemas.openxmlformats.org/officeDocument/2006/relationships/image" Target="../media/image73.png"/><Relationship Id="rId32" Type="http://schemas.openxmlformats.org/officeDocument/2006/relationships/image" Target="../media/image74.png"/><Relationship Id="rId33" Type="http://schemas.openxmlformats.org/officeDocument/2006/relationships/image" Target="../media/image75.png"/><Relationship Id="rId34" Type="http://schemas.openxmlformats.org/officeDocument/2006/relationships/image" Target="../media/image76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jpg"/><Relationship Id="rId9" Type="http://schemas.openxmlformats.org/officeDocument/2006/relationships/image" Target="../media/image8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Relationship Id="rId11" Type="http://schemas.openxmlformats.org/officeDocument/2006/relationships/image" Target="../media/image100.png"/><Relationship Id="rId12" Type="http://schemas.openxmlformats.org/officeDocument/2006/relationships/image" Target="../media/image101.png"/><Relationship Id="rId13" Type="http://schemas.openxmlformats.org/officeDocument/2006/relationships/image" Target="../media/image102.png"/><Relationship Id="rId14" Type="http://schemas.openxmlformats.org/officeDocument/2006/relationships/image" Target="../media/image103.png"/><Relationship Id="rId15" Type="http://schemas.openxmlformats.org/officeDocument/2006/relationships/image" Target="../media/image104.png"/><Relationship Id="rId16" Type="http://schemas.openxmlformats.org/officeDocument/2006/relationships/image" Target="../media/image105.png"/><Relationship Id="rId17" Type="http://schemas.openxmlformats.org/officeDocument/2006/relationships/image" Target="../media/image106.png"/><Relationship Id="rId18" Type="http://schemas.openxmlformats.org/officeDocument/2006/relationships/image" Target="../media/image107.png"/><Relationship Id="rId19" Type="http://schemas.openxmlformats.org/officeDocument/2006/relationships/image" Target="../media/image41.png"/><Relationship Id="rId20" Type="http://schemas.openxmlformats.org/officeDocument/2006/relationships/image" Target="../media/image108.png"/><Relationship Id="rId21" Type="http://schemas.openxmlformats.org/officeDocument/2006/relationships/image" Target="../media/image109.png"/><Relationship Id="rId22" Type="http://schemas.openxmlformats.org/officeDocument/2006/relationships/image" Target="../media/image110.png"/><Relationship Id="rId23" Type="http://schemas.openxmlformats.org/officeDocument/2006/relationships/image" Target="../media/image111.png"/><Relationship Id="rId24" Type="http://schemas.openxmlformats.org/officeDocument/2006/relationships/image" Target="../media/image112.png"/><Relationship Id="rId25" Type="http://schemas.openxmlformats.org/officeDocument/2006/relationships/image" Target="../media/image113.png"/><Relationship Id="rId26" Type="http://schemas.openxmlformats.org/officeDocument/2006/relationships/image" Target="../media/image114.png"/><Relationship Id="rId27" Type="http://schemas.openxmlformats.org/officeDocument/2006/relationships/image" Target="../media/image11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121.png"/><Relationship Id="rId11" Type="http://schemas.openxmlformats.org/officeDocument/2006/relationships/image" Target="../media/image122.png"/><Relationship Id="rId12" Type="http://schemas.openxmlformats.org/officeDocument/2006/relationships/image" Target="../media/image123.png"/><Relationship Id="rId13" Type="http://schemas.openxmlformats.org/officeDocument/2006/relationships/image" Target="../media/image124.png"/><Relationship Id="rId14" Type="http://schemas.openxmlformats.org/officeDocument/2006/relationships/image" Target="../media/image125.png"/><Relationship Id="rId15" Type="http://schemas.openxmlformats.org/officeDocument/2006/relationships/image" Target="../media/image126.png"/><Relationship Id="rId16" Type="http://schemas.openxmlformats.org/officeDocument/2006/relationships/image" Target="../media/image127.png"/><Relationship Id="rId17" Type="http://schemas.openxmlformats.org/officeDocument/2006/relationships/image" Target="../media/image128.png"/><Relationship Id="rId18" Type="http://schemas.openxmlformats.org/officeDocument/2006/relationships/image" Target="../media/image129.png"/><Relationship Id="rId19" Type="http://schemas.openxmlformats.org/officeDocument/2006/relationships/image" Target="../media/image130.png"/><Relationship Id="rId20" Type="http://schemas.openxmlformats.org/officeDocument/2006/relationships/image" Target="../media/image131.png"/><Relationship Id="rId21" Type="http://schemas.openxmlformats.org/officeDocument/2006/relationships/image" Target="../media/image132.png"/><Relationship Id="rId22" Type="http://schemas.openxmlformats.org/officeDocument/2006/relationships/image" Target="../media/image133.png"/><Relationship Id="rId23" Type="http://schemas.openxmlformats.org/officeDocument/2006/relationships/image" Target="../media/image134.png"/><Relationship Id="rId24" Type="http://schemas.openxmlformats.org/officeDocument/2006/relationships/image" Target="../media/image135.png"/><Relationship Id="rId25" Type="http://schemas.openxmlformats.org/officeDocument/2006/relationships/image" Target="../media/image136.png"/><Relationship Id="rId26" Type="http://schemas.openxmlformats.org/officeDocument/2006/relationships/image" Target="../media/image137.png"/><Relationship Id="rId27" Type="http://schemas.openxmlformats.org/officeDocument/2006/relationships/image" Target="../media/image138.png"/><Relationship Id="rId28" Type="http://schemas.openxmlformats.org/officeDocument/2006/relationships/image" Target="../media/image139.png"/><Relationship Id="rId29" Type="http://schemas.openxmlformats.org/officeDocument/2006/relationships/image" Target="../media/image140.png"/><Relationship Id="rId30" Type="http://schemas.openxmlformats.org/officeDocument/2006/relationships/image" Target="../media/image41.png"/><Relationship Id="rId31" Type="http://schemas.openxmlformats.org/officeDocument/2006/relationships/image" Target="../media/image141.png"/><Relationship Id="rId32" Type="http://schemas.openxmlformats.org/officeDocument/2006/relationships/image" Target="../media/image142.png"/><Relationship Id="rId33" Type="http://schemas.openxmlformats.org/officeDocument/2006/relationships/image" Target="../media/image143.png"/><Relationship Id="rId34" Type="http://schemas.openxmlformats.org/officeDocument/2006/relationships/image" Target="../media/image144.png"/><Relationship Id="rId35" Type="http://schemas.openxmlformats.org/officeDocument/2006/relationships/image" Target="../media/image113.png"/><Relationship Id="rId36" Type="http://schemas.openxmlformats.org/officeDocument/2006/relationships/image" Target="../media/image145.png"/><Relationship Id="rId37" Type="http://schemas.openxmlformats.org/officeDocument/2006/relationships/image" Target="../media/image146.png"/><Relationship Id="rId38" Type="http://schemas.openxmlformats.org/officeDocument/2006/relationships/image" Target="../media/image76.png"/><Relationship Id="rId39" Type="http://schemas.openxmlformats.org/officeDocument/2006/relationships/image" Target="../media/image147.png"/><Relationship Id="rId40" Type="http://schemas.openxmlformats.org/officeDocument/2006/relationships/image" Target="../media/image148.png"/><Relationship Id="rId41" Type="http://schemas.openxmlformats.org/officeDocument/2006/relationships/image" Target="../media/image114.png"/><Relationship Id="rId42" Type="http://schemas.openxmlformats.org/officeDocument/2006/relationships/image" Target="../media/image14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155.png"/><Relationship Id="rId6" Type="http://schemas.openxmlformats.org/officeDocument/2006/relationships/image" Target="../media/image156.png"/><Relationship Id="rId7" Type="http://schemas.openxmlformats.org/officeDocument/2006/relationships/image" Target="../media/image157.png"/><Relationship Id="rId8" Type="http://schemas.openxmlformats.org/officeDocument/2006/relationships/image" Target="../media/image158.png"/><Relationship Id="rId9" Type="http://schemas.openxmlformats.org/officeDocument/2006/relationships/image" Target="../media/image159.png"/><Relationship Id="rId10" Type="http://schemas.openxmlformats.org/officeDocument/2006/relationships/image" Target="../media/image160.png"/><Relationship Id="rId11" Type="http://schemas.openxmlformats.org/officeDocument/2006/relationships/image" Target="../media/image161.png"/><Relationship Id="rId12" Type="http://schemas.openxmlformats.org/officeDocument/2006/relationships/image" Target="../media/image162.png"/><Relationship Id="rId13" Type="http://schemas.openxmlformats.org/officeDocument/2006/relationships/image" Target="../media/image163.png"/><Relationship Id="rId14" Type="http://schemas.openxmlformats.org/officeDocument/2006/relationships/image" Target="../media/image164.png"/><Relationship Id="rId15" Type="http://schemas.openxmlformats.org/officeDocument/2006/relationships/image" Target="../media/image165.png"/><Relationship Id="rId16" Type="http://schemas.openxmlformats.org/officeDocument/2006/relationships/image" Target="../media/image166.png"/><Relationship Id="rId17" Type="http://schemas.openxmlformats.org/officeDocument/2006/relationships/image" Target="../media/image167.png"/><Relationship Id="rId18" Type="http://schemas.openxmlformats.org/officeDocument/2006/relationships/image" Target="../media/image168.png"/><Relationship Id="rId19" Type="http://schemas.openxmlformats.org/officeDocument/2006/relationships/image" Target="../media/image169.png"/><Relationship Id="rId20" Type="http://schemas.openxmlformats.org/officeDocument/2006/relationships/image" Target="../media/image170.png"/><Relationship Id="rId21" Type="http://schemas.openxmlformats.org/officeDocument/2006/relationships/image" Target="../media/image171.png"/><Relationship Id="rId22" Type="http://schemas.openxmlformats.org/officeDocument/2006/relationships/image" Target="../media/image113.png"/><Relationship Id="rId23" Type="http://schemas.openxmlformats.org/officeDocument/2006/relationships/image" Target="../media/image172.png"/><Relationship Id="rId24" Type="http://schemas.openxmlformats.org/officeDocument/2006/relationships/image" Target="../media/image173.png"/><Relationship Id="rId25" Type="http://schemas.openxmlformats.org/officeDocument/2006/relationships/image" Target="../media/image174.png"/><Relationship Id="rId26" Type="http://schemas.openxmlformats.org/officeDocument/2006/relationships/image" Target="../media/image175.png"/><Relationship Id="rId27" Type="http://schemas.openxmlformats.org/officeDocument/2006/relationships/image" Target="../media/image176.png"/><Relationship Id="rId28" Type="http://schemas.openxmlformats.org/officeDocument/2006/relationships/image" Target="../media/image177.png"/><Relationship Id="rId29" Type="http://schemas.openxmlformats.org/officeDocument/2006/relationships/image" Target="../media/image178.png"/><Relationship Id="rId30" Type="http://schemas.openxmlformats.org/officeDocument/2006/relationships/image" Target="../media/image179.png"/><Relationship Id="rId31" Type="http://schemas.openxmlformats.org/officeDocument/2006/relationships/image" Target="../media/image114.png"/><Relationship Id="rId32" Type="http://schemas.openxmlformats.org/officeDocument/2006/relationships/image" Target="../media/image180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CLINTON, IOWA </a:t>
            </a:r>
            <a:r>
              <a:rPr dirty="0" sz="1100" spc="-10">
                <a:latin typeface="Verdana"/>
                <a:cs typeface="Verdana"/>
              </a:rPr>
              <a:t>52732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{{GC_PHONE}}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275699"/>
            <a:ext cx="1218565" cy="12612370"/>
          </a:xfrm>
          <a:custGeom>
            <a:avLst/>
            <a:gdLst/>
            <a:ahLst/>
            <a:cxnLst/>
            <a:rect l="l" t="t" r="r" b="b"/>
            <a:pathLst>
              <a:path w="1218565" h="12612370">
                <a:moveTo>
                  <a:pt x="594125" y="12364442"/>
                </a:moveTo>
                <a:lnTo>
                  <a:pt x="1218190" y="12364442"/>
                </a:lnTo>
                <a:lnTo>
                  <a:pt x="1218190" y="12611865"/>
                </a:lnTo>
                <a:lnTo>
                  <a:pt x="594125" y="12611865"/>
                </a:lnTo>
                <a:lnTo>
                  <a:pt x="594125" y="12364442"/>
                </a:lnTo>
                <a:close/>
              </a:path>
              <a:path w="1218565" h="1261237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218565" h="1261237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96703" y="2253808"/>
            <a:ext cx="120014" cy="208724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204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{{PROJECT_NAME}}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{{CITY_STATE}}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7" y="12214248"/>
              <a:ext cx="801837" cy="80191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809608" y="11405839"/>
            <a:ext cx="803275" cy="437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800" spc="-25" b="1">
                <a:latin typeface="Verdana"/>
                <a:cs typeface="Verdana"/>
              </a:rPr>
              <a:t>E0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dirty="0" sz="850">
                <a:latin typeface="Verdana"/>
                <a:cs typeface="Verdana"/>
              </a:rPr>
              <a:t>COVER </a:t>
            </a:r>
            <a:r>
              <a:rPr dirty="0" sz="850" spc="-10">
                <a:latin typeface="Verdana"/>
                <a:cs typeface="Verdana"/>
              </a:rPr>
              <a:t>SHEET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21628" y="362700"/>
            <a:ext cx="5732145" cy="69977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914525" marR="5080" indent="-1902460">
              <a:lnSpc>
                <a:spcPct val="101099"/>
              </a:lnSpc>
              <a:spcBef>
                <a:spcPts val="70"/>
              </a:spcBef>
            </a:pPr>
            <a:r>
              <a:rPr dirty="0" sz="2200" b="1">
                <a:latin typeface="Verdana"/>
                <a:cs typeface="Verdana"/>
              </a:rPr>
              <a:t>BATTERY</a:t>
            </a:r>
            <a:r>
              <a:rPr dirty="0" sz="2200" spc="-110" b="1">
                <a:latin typeface="Verdana"/>
                <a:cs typeface="Verdana"/>
              </a:rPr>
              <a:t> </a:t>
            </a:r>
            <a:r>
              <a:rPr dirty="0" sz="2200" b="1">
                <a:latin typeface="Verdana"/>
                <a:cs typeface="Verdana"/>
              </a:rPr>
              <a:t>ENERGY</a:t>
            </a:r>
            <a:r>
              <a:rPr dirty="0" sz="2200" spc="-110" b="1">
                <a:latin typeface="Verdana"/>
                <a:cs typeface="Verdana"/>
              </a:rPr>
              <a:t> </a:t>
            </a:r>
            <a:r>
              <a:rPr dirty="0" sz="2200" b="1">
                <a:latin typeface="Verdana"/>
                <a:cs typeface="Verdana"/>
              </a:rPr>
              <a:t>STORAGE</a:t>
            </a:r>
            <a:r>
              <a:rPr dirty="0" sz="2200" spc="-110" b="1">
                <a:latin typeface="Verdana"/>
                <a:cs typeface="Verdana"/>
              </a:rPr>
              <a:t> </a:t>
            </a:r>
            <a:r>
              <a:rPr dirty="0" sz="2200" spc="-10" b="1">
                <a:latin typeface="Verdana"/>
                <a:cs typeface="Verdana"/>
              </a:rPr>
              <a:t>SYSTEM </a:t>
            </a:r>
            <a:r>
              <a:rPr dirty="0" sz="2200" b="1">
                <a:latin typeface="Verdana"/>
                <a:cs typeface="Verdana"/>
              </a:rPr>
              <a:t>PERMIT</a:t>
            </a:r>
            <a:r>
              <a:rPr dirty="0" sz="2200" spc="-100" b="1">
                <a:latin typeface="Verdana"/>
                <a:cs typeface="Verdana"/>
              </a:rPr>
              <a:t> </a:t>
            </a:r>
            <a:r>
              <a:rPr dirty="0" sz="2200" spc="-25" b="1">
                <a:latin typeface="Verdana"/>
                <a:cs typeface="Verdana"/>
              </a:rPr>
              <a:t>SET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836636" y="3170457"/>
            <a:ext cx="4598035" cy="49910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584700" algn="l"/>
              </a:tabLst>
            </a:pPr>
            <a:r>
              <a:rPr dirty="0" u="sng" sz="950" spc="-10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SCOPE</a:t>
            </a:r>
            <a:r>
              <a:rPr dirty="0" u="sng" sz="950" spc="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dirty="0" u="sng" sz="950" spc="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950">
              <a:latin typeface="Calibri"/>
              <a:cs typeface="Calibri"/>
            </a:endParaRPr>
          </a:p>
          <a:p>
            <a:pPr marL="27940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NEW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ENERGY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STORAGE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(BESS)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AND</a:t>
            </a:r>
            <a:endParaRPr sz="950">
              <a:latin typeface="Calibri"/>
              <a:cs typeface="Calibri"/>
            </a:endParaRPr>
          </a:p>
          <a:p>
            <a:pPr marL="27940">
              <a:lnSpc>
                <a:spcPct val="100000"/>
              </a:lnSpc>
              <a:spcBef>
                <a:spcPts val="229"/>
              </a:spcBef>
            </a:pPr>
            <a:r>
              <a:rPr dirty="0" sz="950">
                <a:latin typeface="Calibri"/>
                <a:cs typeface="Calibri"/>
              </a:rPr>
              <a:t>ASSOCIATED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EQUIPMENT.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852148" y="3721365"/>
            <a:ext cx="4511675" cy="546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ADOPTED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CITY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BERKELEY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AS</a:t>
            </a:r>
            <a:r>
              <a:rPr dirty="0" sz="950">
                <a:latin typeface="Calibri"/>
                <a:cs typeface="Calibri"/>
              </a:rPr>
              <a:t> DESCRIBED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OAKLAND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MUNICIPAL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BUT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LIMITED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2022</a:t>
            </a:r>
            <a:r>
              <a:rPr dirty="0" sz="950">
                <a:latin typeface="Calibri"/>
                <a:cs typeface="Calibri"/>
              </a:rPr>
              <a:t> CEC,</a:t>
            </a:r>
            <a:r>
              <a:rPr dirty="0" sz="950" spc="2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CFC,</a:t>
            </a:r>
            <a:r>
              <a:rPr dirty="0" sz="950" spc="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CBC</a:t>
            </a:r>
            <a:r>
              <a:rPr dirty="0" sz="950" spc="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&amp;</a:t>
            </a:r>
            <a:r>
              <a:rPr dirty="0" sz="950" spc="3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CGBSC.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852148" y="4344964"/>
            <a:ext cx="4492625" cy="3257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INTERCONNECTED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PARALLEL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WITH</a:t>
            </a:r>
            <a:r>
              <a:rPr dirty="0" sz="950">
                <a:latin typeface="Calibri"/>
                <a:cs typeface="Calibri"/>
              </a:rPr>
              <a:t> 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UTILITY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GRID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REQUIREMENTS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PASIFIC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GAS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ELECTRIC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852148" y="4647457"/>
            <a:ext cx="195770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COMPANY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({{UTILITY}})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2022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CEC.</a:t>
            </a:r>
            <a:endParaRPr sz="950">
              <a:latin typeface="Calibri"/>
              <a:cs typeface="Calibri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7597526" y="5826496"/>
          <a:ext cx="3319145" cy="1209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2625"/>
                <a:gridCol w="1278255"/>
              </a:tblGrid>
              <a:tr h="151130">
                <a:tc gridSpan="2"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SITE</a:t>
                      </a:r>
                      <a:r>
                        <a:rPr dirty="0" sz="950" spc="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INFORMATION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SITE</a:t>
                      </a:r>
                      <a:r>
                        <a:rPr dirty="0" sz="9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LATITUDE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{{LAT}},</a:t>
                      </a:r>
                      <a:r>
                        <a:rPr dirty="0" sz="9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122.242405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ZONING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DISTRICT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RH-4,</a:t>
                      </a:r>
                      <a:r>
                        <a:rPr dirty="0" sz="9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RU-</a:t>
                      </a:r>
                      <a:r>
                        <a:rPr dirty="0" sz="950" spc="-50">
                          <a:latin typeface="Calibri"/>
                          <a:cs typeface="Calibri"/>
                        </a:rPr>
                        <a:t>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FLOOD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ZONE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X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EXPOSURE</a:t>
                      </a:r>
                      <a:r>
                        <a:rPr dirty="0" sz="9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CATEGORY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SEISMIC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CATEGORY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COLD</a:t>
                      </a:r>
                      <a:r>
                        <a:rPr dirty="0" sz="9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9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dirty="0" sz="9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[°F]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33,8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marL="152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MAX</a:t>
                      </a:r>
                      <a:r>
                        <a:rPr dirty="0" sz="9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OPERATING</a:t>
                      </a:r>
                      <a:r>
                        <a:rPr dirty="0" sz="9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dirty="0" sz="95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[°F]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84,2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14566107" y="6905002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S3.0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019845" y="6753756"/>
            <a:ext cx="1116965" cy="3257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GROUNDING</a:t>
            </a:r>
            <a:r>
              <a:rPr dirty="0" sz="950" spc="10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DETAILS </a:t>
            </a:r>
            <a:r>
              <a:rPr dirty="0" sz="950">
                <a:latin typeface="Calibri"/>
                <a:cs typeface="Calibri"/>
              </a:rPr>
              <a:t>FENCING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DETAILS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17302" y="9562265"/>
            <a:ext cx="200025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SITE</a:t>
            </a:r>
            <a:r>
              <a:rPr dirty="0" u="sng" sz="950" spc="6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CLEARING</a:t>
            </a:r>
            <a:r>
              <a:rPr dirty="0" u="sng" sz="950" spc="6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NOTES</a:t>
            </a:r>
            <a:r>
              <a:rPr dirty="0" u="sng" sz="950" spc="6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(IF</a:t>
            </a:r>
            <a:r>
              <a:rPr dirty="0" u="sng" sz="950" spc="6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APPLICABLE)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617302" y="9752292"/>
            <a:ext cx="9153525" cy="3257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1.</a:t>
            </a:r>
            <a:r>
              <a:rPr dirty="0" sz="950" spc="3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PROTECT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FROM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DAMAGE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PRESERVE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SHRUBS,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PLANTS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OUTSIDE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LIMITS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LIMIT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WHICH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DESIGNATED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TO</a:t>
            </a:r>
            <a:r>
              <a:rPr dirty="0" sz="950">
                <a:latin typeface="Calibri"/>
                <a:cs typeface="Calibri"/>
              </a:rPr>
              <a:t> REMAIN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UNDISTURBED.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17302" y="11433063"/>
            <a:ext cx="6523990" cy="104965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RECORD</a:t>
            </a:r>
            <a:r>
              <a:rPr dirty="0" u="sng" sz="950" spc="7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DRAWINGS</a:t>
            </a:r>
            <a:endParaRPr sz="950">
              <a:latin typeface="Calibri"/>
              <a:cs typeface="Calibri"/>
            </a:endParaRPr>
          </a:p>
          <a:p>
            <a:pPr marL="12700" marR="18923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KEEP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UP-TO-DATE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ACCURATE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RECORD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PRINTS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SHOWING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EVERY </a:t>
            </a:r>
            <a:r>
              <a:rPr dirty="0" sz="950">
                <a:latin typeface="Calibri"/>
                <a:cs typeface="Calibri"/>
              </a:rPr>
              <a:t>CHANGE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FROM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ORIGINAL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MADE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DURING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COURSE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FINAL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LOCATION, </a:t>
            </a:r>
            <a:r>
              <a:rPr dirty="0" sz="950">
                <a:latin typeface="Calibri"/>
                <a:cs typeface="Calibri"/>
              </a:rPr>
              <a:t>ELEVATION,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SIZES,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DESCRIPTION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WORK.</a:t>
            </a:r>
            <a:endParaRPr sz="950">
              <a:latin typeface="Calibri"/>
              <a:cs typeface="Calibri"/>
            </a:endParaRPr>
          </a:p>
          <a:p>
            <a:pPr marL="12700" marR="508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RECORDS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"REDLINED"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SITE.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CORRECTED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RECORD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PRINTS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SUBMITTED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SUBSTANTIAL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SITE.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7123" y="9521157"/>
            <a:ext cx="6530975" cy="264350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ELECTRICAL</a:t>
            </a:r>
            <a:r>
              <a:rPr dirty="0" u="sng" sz="950" spc="1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NOTES</a:t>
            </a:r>
            <a:endParaRPr sz="950">
              <a:latin typeface="Calibri"/>
              <a:cs typeface="Calibri"/>
            </a:endParaRPr>
          </a:p>
          <a:p>
            <a:pPr marL="12700" marR="268605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LINE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LOAD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TERMINALS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DC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DISCONNECTS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ENERGIZED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POSITION.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SWITCH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BE</a:t>
            </a:r>
            <a:r>
              <a:rPr dirty="0" sz="950">
                <a:latin typeface="Calibri"/>
                <a:cs typeface="Calibri"/>
              </a:rPr>
              <a:t> LABELED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ARTICLE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690.17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NEC.</a:t>
            </a:r>
            <a:endParaRPr sz="950">
              <a:latin typeface="Calibri"/>
              <a:cs typeface="Calibri"/>
            </a:endParaRPr>
          </a:p>
          <a:p>
            <a:pPr marL="12700" marR="600075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ENERGY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STORAGE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(BESS)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CLEARLY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MARKED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ACCORDANCE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NEC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LABELING </a:t>
            </a:r>
            <a:r>
              <a:rPr dirty="0" sz="950">
                <a:latin typeface="Calibri"/>
                <a:cs typeface="Calibri"/>
              </a:rPr>
              <a:t>REQUIREMENTS</a:t>
            </a:r>
            <a:r>
              <a:rPr dirty="0" sz="950" spc="12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ARTICLE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690.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GROUNDING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BESS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NEC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690.45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690.47.</a:t>
            </a:r>
            <a:endParaRPr sz="950">
              <a:latin typeface="Calibri"/>
              <a:cs typeface="Calibri"/>
            </a:endParaRPr>
          </a:p>
          <a:p>
            <a:pPr marL="12700" marR="5080" indent="149225">
              <a:lnSpc>
                <a:spcPct val="104500"/>
              </a:lnSpc>
              <a:spcBef>
                <a:spcPts val="305"/>
              </a:spcBef>
              <a:buAutoNum type="arabicPeriod" startAt="5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PERMANENTLY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COLOR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INSULATION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PROVIDE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COLOR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CODE</a:t>
            </a:r>
            <a:r>
              <a:rPr dirty="0" sz="950">
                <a:latin typeface="Calibri"/>
                <a:cs typeface="Calibri"/>
              </a:rPr>
              <a:t> TO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IDENTIFY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DC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CIRCUITS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ACCORDANCE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NEC.</a:t>
            </a:r>
            <a:endParaRPr sz="950">
              <a:latin typeface="Calibri"/>
              <a:cs typeface="Calibri"/>
            </a:endParaRPr>
          </a:p>
          <a:p>
            <a:pPr marL="12700" marR="214629" indent="149225">
              <a:lnSpc>
                <a:spcPct val="104500"/>
              </a:lnSpc>
              <a:spcBef>
                <a:spcPts val="305"/>
              </a:spcBef>
              <a:buAutoNum type="arabicPeriod" startAt="5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EVERY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PULL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BOX,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TERMINAL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BOX,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PLACES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WHERE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WIRES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READILY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IDENTIFIED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NAMEPLATE </a:t>
            </a:r>
            <a:r>
              <a:rPr dirty="0" sz="950">
                <a:latin typeface="Calibri"/>
                <a:cs typeface="Calibri"/>
              </a:rPr>
              <a:t>MARKINGS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WHICH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CONNECT,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IDENTIFY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EACH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CIRCUIT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PLASTIC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LABEL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TAG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FOR</a:t>
            </a:r>
            <a:r>
              <a:rPr dirty="0" sz="950">
                <a:latin typeface="Calibri"/>
                <a:cs typeface="Calibri"/>
              </a:rPr>
              <a:t> NUMBER,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POLARITY,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PHASE.</a:t>
            </a:r>
            <a:endParaRPr sz="950">
              <a:latin typeface="Calibri"/>
              <a:cs typeface="Calibri"/>
            </a:endParaRPr>
          </a:p>
          <a:p>
            <a:pPr marL="133985" indent="-121285">
              <a:lnSpc>
                <a:spcPct val="100000"/>
              </a:lnSpc>
              <a:spcBef>
                <a:spcPts val="355"/>
              </a:spcBef>
              <a:buAutoNum type="arabicPeriod" startAt="5"/>
              <a:tabLst>
                <a:tab pos="133985" algn="l"/>
              </a:tabLst>
            </a:pPr>
            <a:r>
              <a:rPr dirty="0" sz="950">
                <a:latin typeface="Calibri"/>
                <a:cs typeface="Calibri"/>
              </a:rPr>
              <a:t>FLEX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CONDUIT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ONLY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SPECIFIED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CLEARSKY.</a:t>
            </a:r>
            <a:endParaRPr sz="950">
              <a:latin typeface="Calibri"/>
              <a:cs typeface="Calibri"/>
            </a:endParaRPr>
          </a:p>
          <a:p>
            <a:pPr marL="133985" indent="-121285">
              <a:lnSpc>
                <a:spcPct val="100000"/>
              </a:lnSpc>
              <a:spcBef>
                <a:spcPts val="359"/>
              </a:spcBef>
              <a:buAutoNum type="arabicPeriod" startAt="5"/>
              <a:tabLst>
                <a:tab pos="133985" algn="l"/>
              </a:tabLst>
            </a:pPr>
            <a:r>
              <a:rPr dirty="0" sz="950">
                <a:latin typeface="Calibri"/>
                <a:cs typeface="Calibri"/>
              </a:rPr>
              <a:t>THIS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INSTALLATION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CONSIDERED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OPTIONAL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STANDBY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CEC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702.</a:t>
            </a:r>
            <a:endParaRPr sz="950">
              <a:latin typeface="Calibri"/>
              <a:cs typeface="Calibri"/>
            </a:endParaRPr>
          </a:p>
          <a:p>
            <a:pPr marL="12700" marR="248285" indent="121285">
              <a:lnSpc>
                <a:spcPct val="104500"/>
              </a:lnSpc>
              <a:spcBef>
                <a:spcPts val="305"/>
              </a:spcBef>
              <a:buAutoNum type="arabicPeriod" startAt="5"/>
              <a:tabLst>
                <a:tab pos="133985" algn="l"/>
              </a:tabLst>
            </a:pP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GREAT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POWER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{{BAT_MODEL}}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STORAGE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SYSTEMS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CONSIDERED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PRE-ENGINEERED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STATIONARY </a:t>
            </a: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1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STORAGE</a:t>
            </a:r>
            <a:r>
              <a:rPr dirty="0" sz="950" spc="11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SYSTEMS.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7123" y="496844"/>
            <a:ext cx="6513195" cy="256603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950">
                <a:latin typeface="Calibri"/>
                <a:cs typeface="Calibri"/>
              </a:rPr>
              <a:t>GENERAL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NOTES</a:t>
            </a:r>
            <a:endParaRPr sz="950">
              <a:latin typeface="Calibri"/>
              <a:cs typeface="Calibri"/>
            </a:endParaRPr>
          </a:p>
          <a:p>
            <a:pPr marL="12700" marR="37211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ADOPTED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CITY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BERKELEY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DESCRIBED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OAKLAND </a:t>
            </a:r>
            <a:r>
              <a:rPr dirty="0" sz="950">
                <a:latin typeface="Calibri"/>
                <a:cs typeface="Calibri"/>
              </a:rPr>
              <a:t>MUNICIPAL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CODE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INCLUDING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BUT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LIMITED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2022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CEC,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CFC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&amp;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CBC.</a:t>
            </a:r>
            <a:endParaRPr sz="950">
              <a:latin typeface="Calibri"/>
              <a:cs typeface="Calibri"/>
            </a:endParaRPr>
          </a:p>
          <a:p>
            <a:pPr marL="12700" marR="508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BEFORE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INITIATING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WORK,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NOTIFY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ENGINEER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RECORDS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DISCREPANCIES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IDENTIFIED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EXISTING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CONDITIONS,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STRUCTURE,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ELECTRICAL,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ETC.</a:t>
            </a:r>
            <a:endParaRPr sz="950">
              <a:latin typeface="Calibri"/>
              <a:cs typeface="Calibri"/>
            </a:endParaRPr>
          </a:p>
          <a:p>
            <a:pPr marL="12700" marR="116205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RESPONSIBLE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PRECAUTIONS,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OSHA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REQUIREMENTS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MEASUREMENTS </a:t>
            </a:r>
            <a:r>
              <a:rPr dirty="0" sz="950">
                <a:latin typeface="Calibri"/>
                <a:cs typeface="Calibri"/>
              </a:rPr>
              <a:t>ON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SITE.</a:t>
            </a:r>
            <a:endParaRPr sz="950">
              <a:latin typeface="Calibri"/>
              <a:cs typeface="Calibri"/>
            </a:endParaRPr>
          </a:p>
          <a:p>
            <a:pPr marL="12700" marR="194310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RESPONSIBLE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FOLLOWING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MANUFACTURER'S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ENGINEER'S </a:t>
            </a:r>
            <a:r>
              <a:rPr dirty="0" sz="950">
                <a:latin typeface="Calibri"/>
                <a:cs typeface="Calibri"/>
              </a:rPr>
              <a:t>DIRECTIONS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INSTRUCTIONS.</a:t>
            </a:r>
            <a:endParaRPr sz="950">
              <a:latin typeface="Calibri"/>
              <a:cs typeface="Calibri"/>
            </a:endParaRPr>
          </a:p>
          <a:p>
            <a:pPr marL="12700" marR="61594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ADVISED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THAT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COMPONENT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MANUALS,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ESPECIALLY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INVERTER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MANUALS,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READ</a:t>
            </a:r>
            <a:r>
              <a:rPr dirty="0" sz="950">
                <a:latin typeface="Calibri"/>
                <a:cs typeface="Calibri"/>
              </a:rPr>
              <a:t> 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UNDERSTOOD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INSTALLATION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ENERGIZING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EQUIPMENT.</a:t>
            </a:r>
            <a:endParaRPr sz="950">
              <a:latin typeface="Calibri"/>
              <a:cs typeface="Calibri"/>
            </a:endParaRPr>
          </a:p>
          <a:p>
            <a:pPr marL="12700" marR="69215" indent="149225">
              <a:lnSpc>
                <a:spcPct val="104500"/>
              </a:lnSpc>
              <a:spcBef>
                <a:spcPts val="305"/>
              </a:spcBef>
              <a:buAutoNum type="arabicPeriod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RESPONSIBLE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SELECTING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PURCHASING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DESIGNED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LAST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MINIMUM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30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YEARS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CONJUNCTION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BESS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SYSTEM.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ENCLOSURES,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CONDUITS,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STRAPS,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PAINTED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METAL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SURFACES,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CONCRETE, </a:t>
            </a:r>
            <a:r>
              <a:rPr dirty="0" sz="950">
                <a:latin typeface="Calibri"/>
                <a:cs typeface="Calibri"/>
              </a:rPr>
              <a:t>GROUNDING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PRODUCTS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SELECTED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LAST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LIFECYCLE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THE</a:t>
            </a:r>
            <a:r>
              <a:rPr dirty="0" sz="950">
                <a:latin typeface="Calibri"/>
                <a:cs typeface="Calibri"/>
              </a:rPr>
              <a:t> BESS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SYSTEM.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47123" y="3037003"/>
            <a:ext cx="6523990" cy="624205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54940" indent="-142240">
              <a:lnSpc>
                <a:spcPct val="100000"/>
              </a:lnSpc>
              <a:spcBef>
                <a:spcPts val="450"/>
              </a:spcBef>
              <a:buAutoNum type="arabicPeriod" startAt="7"/>
              <a:tabLst>
                <a:tab pos="15494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PROVIDE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FULL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SUBMITTALS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INTENDED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ORDERS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CLEARSKY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REVIEW.</a:t>
            </a:r>
            <a:endParaRPr sz="950">
              <a:latin typeface="Calibri"/>
              <a:cs typeface="Calibri"/>
            </a:endParaRPr>
          </a:p>
          <a:p>
            <a:pPr marL="12700" marR="99695" indent="149225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WHENEVER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SURFACE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IMPROVEMENTS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SUCH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PAVEMENT,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CURBING,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PEDESTRIAN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WALKS,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FENCING,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TURFING </a:t>
            </a:r>
            <a:r>
              <a:rPr dirty="0" sz="950">
                <a:latin typeface="Calibri"/>
                <a:cs typeface="Calibri"/>
              </a:rPr>
              <a:t>HAVE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BEEN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REMOVED,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DAMAGED,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OTHERWISE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DISTURBED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CONTRACTOR'S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OPERATIONS;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REPAIRED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REPLACED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PRE-EXISTING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CONDITION.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REPAIRS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MEET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OWNER'S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SATISFACTION.</a:t>
            </a:r>
            <a:endParaRPr sz="950">
              <a:latin typeface="Calibri"/>
              <a:cs typeface="Calibri"/>
            </a:endParaRPr>
          </a:p>
          <a:p>
            <a:pPr marL="12700" marR="5080" indent="149225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REFILL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RESTORE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DIRECTED,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DURING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COMPLETION,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MAINTAIN </a:t>
            </a:r>
            <a:r>
              <a:rPr dirty="0" sz="950">
                <a:latin typeface="Calibri"/>
                <a:cs typeface="Calibri"/>
              </a:rPr>
              <a:t>ACCEPTABLE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SURFACE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CONDITIONS.</a:t>
            </a:r>
            <a:endParaRPr sz="950">
              <a:latin typeface="Calibri"/>
              <a:cs typeface="Calibri"/>
            </a:endParaRPr>
          </a:p>
          <a:p>
            <a:pPr marL="224790" indent="-212090">
              <a:lnSpc>
                <a:spcPct val="100000"/>
              </a:lnSpc>
              <a:spcBef>
                <a:spcPts val="35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ADDITIONAL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FURNISHED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WITHOUT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ADDITIONAL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COST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OWNER.</a:t>
            </a:r>
            <a:endParaRPr sz="950">
              <a:latin typeface="Calibri"/>
              <a:cs typeface="Calibri"/>
            </a:endParaRPr>
          </a:p>
          <a:p>
            <a:pPr marL="12700" marR="97790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BEGUN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ATTAINING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APPROVAL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SIGNATURES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AHJ</a:t>
            </a:r>
            <a:r>
              <a:rPr dirty="0" sz="950" spc="3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CONTRACTOR'S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RISK,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WILL</a:t>
            </a:r>
            <a:r>
              <a:rPr dirty="0" sz="950">
                <a:latin typeface="Calibri"/>
                <a:cs typeface="Calibri"/>
              </a:rPr>
              <a:t> ONLY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ALLOWED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IF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PRE-APPROVED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OWNER.</a:t>
            </a:r>
            <a:endParaRPr sz="950">
              <a:latin typeface="Calibri"/>
              <a:cs typeface="Calibri"/>
            </a:endParaRPr>
          </a:p>
          <a:p>
            <a:pPr marL="12700" marR="15176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COORDINATE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OPERATIONS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TESTING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SERVICES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THESE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DRAWINGS.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EACH</a:t>
            </a:r>
            <a:r>
              <a:rPr dirty="0" sz="950">
                <a:latin typeface="Calibri"/>
                <a:cs typeface="Calibri"/>
              </a:rPr>
              <a:t> PHASE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TESTED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AHJ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PROCEEDING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SUBSEQUENT PHASES.</a:t>
            </a:r>
            <a:endParaRPr sz="950">
              <a:latin typeface="Calibri"/>
              <a:cs typeface="Calibri"/>
            </a:endParaRPr>
          </a:p>
          <a:p>
            <a:pPr marL="224790" indent="-212090">
              <a:lnSpc>
                <a:spcPct val="100000"/>
              </a:lnSpc>
              <a:spcBef>
                <a:spcPts val="35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NOTIFY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UTILITY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COMPANIES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INVOLVED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DEVELOPMENT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BEGINNING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WORK.</a:t>
            </a:r>
            <a:endParaRPr sz="950">
              <a:latin typeface="Calibri"/>
              <a:cs typeface="Calibri"/>
            </a:endParaRPr>
          </a:p>
          <a:p>
            <a:pPr marL="12700" marR="13906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COMPLY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CURRENTLY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APPLICABLE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LAWS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JURISDICTIONAL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BODIES.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PROVIDE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MAINTAIN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ALL</a:t>
            </a:r>
            <a:r>
              <a:rPr dirty="0" sz="950">
                <a:latin typeface="Calibri"/>
                <a:cs typeface="Calibri"/>
              </a:rPr>
              <a:t> BARRICADES,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DEVICES,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CONTROL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AROUND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AREA.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TRENCH </a:t>
            </a:r>
            <a:r>
              <a:rPr dirty="0" sz="950">
                <a:latin typeface="Calibri"/>
                <a:cs typeface="Calibri"/>
              </a:rPr>
              <a:t>EXCAVATION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5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FEET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MORE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DEPTH,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OBTAIN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PERMITS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PRIOR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BEGINNING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EXCAVATION.</a:t>
            </a:r>
            <a:endParaRPr sz="950">
              <a:latin typeface="Calibri"/>
              <a:cs typeface="Calibri"/>
            </a:endParaRPr>
          </a:p>
          <a:p>
            <a:pPr marL="12700" marR="1968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MAINTAIN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CONTINUOUS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TEMPORARY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BARRICADES,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OPERABLE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FLASHING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DEVICES,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SPACED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INTERVALS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OF</a:t>
            </a:r>
            <a:r>
              <a:rPr dirty="0" sz="950">
                <a:latin typeface="Calibri"/>
                <a:cs typeface="Calibri"/>
              </a:rPr>
              <a:t> NOT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EXCEED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50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FEET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WHENEVER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ADJACENT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EXISTING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LANE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THERE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PAVEMENT </a:t>
            </a:r>
            <a:r>
              <a:rPr dirty="0" sz="950">
                <a:latin typeface="Calibri"/>
                <a:cs typeface="Calibri"/>
              </a:rPr>
              <a:t>CUT,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TRENCH,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DITCH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WHICH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OVER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INCHES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DEPTH,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IF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LANE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USED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VEHICLES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PAVED.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IF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THE</a:t>
            </a:r>
            <a:r>
              <a:rPr dirty="0" sz="950">
                <a:latin typeface="Calibri"/>
                <a:cs typeface="Calibri"/>
              </a:rPr>
              <a:t> CUT,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TRENCH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DITCH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MORE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THAN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10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FEET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FROM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TRAFFIC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LANE,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THEN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BARRICADE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SPACING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MAY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GREATER, </a:t>
            </a:r>
            <a:r>
              <a:rPr dirty="0" sz="950">
                <a:latin typeface="Calibri"/>
                <a:cs typeface="Calibri"/>
              </a:rPr>
              <a:t>PROVIDED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THAT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DOES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EXCEED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200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FEET.</a:t>
            </a:r>
            <a:endParaRPr sz="950">
              <a:latin typeface="Calibri"/>
              <a:cs typeface="Calibri"/>
            </a:endParaRPr>
          </a:p>
          <a:p>
            <a:pPr marL="12700" marR="3746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CONTRACTOR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AGREES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THAT,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ACCORDANCE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GENERALLY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ACCEPTED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PRACTICES,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CONTRACTOR</a:t>
            </a:r>
            <a:r>
              <a:rPr dirty="0" sz="950" spc="50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ASSUME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SOLE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COMPLETE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RESPONSIBILITY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JOB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SITE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CONDITIONS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DURING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COURSE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THE</a:t>
            </a:r>
            <a:r>
              <a:rPr dirty="0" sz="950">
                <a:latin typeface="Calibri"/>
                <a:cs typeface="Calibri"/>
              </a:rPr>
              <a:t> CONSTRUCTION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SAFETY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PERSONS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PROPERTY.</a:t>
            </a:r>
            <a:endParaRPr sz="950">
              <a:latin typeface="Calibri"/>
              <a:cs typeface="Calibri"/>
            </a:endParaRPr>
          </a:p>
          <a:p>
            <a:pPr marL="12700" marR="304800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PASIFIC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GAS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COMPANY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({{UTILITY}})-REQUIRED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EQUIPMENT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ACCORDANCE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WITH</a:t>
            </a:r>
            <a:r>
              <a:rPr dirty="0" sz="950">
                <a:latin typeface="Calibri"/>
                <a:cs typeface="Calibri"/>
              </a:rPr>
              <a:t> CURRENT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PASIFIC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GAS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ELECTRIC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COMPANY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({{UTILITY}})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STANDARDS.</a:t>
            </a:r>
            <a:endParaRPr sz="950">
              <a:latin typeface="Calibri"/>
              <a:cs typeface="Calibri"/>
            </a:endParaRPr>
          </a:p>
          <a:p>
            <a:pPr marL="12700" marR="10604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DELIVERY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VEHICLES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DESIGNATED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ACCESS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HAUL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ROUTE(S)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THE</a:t>
            </a:r>
            <a:r>
              <a:rPr dirty="0" sz="950">
                <a:latin typeface="Calibri"/>
                <a:cs typeface="Calibri"/>
              </a:rPr>
              <a:t> CONSTRUCTION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SITE.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DEVIATION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ROUTE(S)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SUBJECT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OWNER'S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APPROVAL.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ROUTE(S)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BE</a:t>
            </a:r>
            <a:r>
              <a:rPr dirty="0" sz="950">
                <a:latin typeface="Calibri"/>
                <a:cs typeface="Calibri"/>
              </a:rPr>
              <a:t> MONITORED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DURING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DAMAGE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DEBRIS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ATTRIBUTABLE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VEHICLES.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DAMAGE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DEBRIS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RESULT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REPAIRED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EXISTING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STANDARDS.</a:t>
            </a:r>
            <a:endParaRPr sz="950">
              <a:latin typeface="Calibri"/>
              <a:cs typeface="Calibri"/>
            </a:endParaRPr>
          </a:p>
          <a:p>
            <a:pPr marL="224790" indent="-212090">
              <a:lnSpc>
                <a:spcPct val="100000"/>
              </a:lnSpc>
              <a:spcBef>
                <a:spcPts val="359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CONDUCT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OPERATION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ENTIRELY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WITHIN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PROJECT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INDICATED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THESE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DRAWINGS.</a:t>
            </a:r>
            <a:endParaRPr sz="950">
              <a:latin typeface="Calibri"/>
              <a:cs typeface="Calibri"/>
            </a:endParaRPr>
          </a:p>
          <a:p>
            <a:pPr marL="12700" marR="57150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WHERE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DONE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OFF-SITE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EASEMENT,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NOTIFY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PROPERTY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TWO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DAYS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PRIOR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COMMENCING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WORK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WITHIN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SAID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EASEMENT.</a:t>
            </a:r>
            <a:endParaRPr sz="950">
              <a:latin typeface="Calibri"/>
              <a:cs typeface="Calibri"/>
            </a:endParaRPr>
          </a:p>
          <a:p>
            <a:pPr marL="12700" marR="142240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DO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NOT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DISPOSE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CHLORINATED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CHEMICALLY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TREATED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POLLUTED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WATER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ANY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DRAINAGE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SYSTEM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SOILS.</a:t>
            </a:r>
            <a:endParaRPr sz="950">
              <a:latin typeface="Calibri"/>
              <a:cs typeface="Calibri"/>
            </a:endParaRPr>
          </a:p>
          <a:p>
            <a:pPr marL="12700" marR="615315" indent="212090">
              <a:lnSpc>
                <a:spcPct val="104500"/>
              </a:lnSpc>
              <a:spcBef>
                <a:spcPts val="305"/>
              </a:spcBef>
              <a:buAutoNum type="arabicPeriod" startAt="7"/>
              <a:tabLst>
                <a:tab pos="224790" algn="l"/>
              </a:tabLst>
            </a:pP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FASTNERS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TORQUED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SPECIFICATION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LISTED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LATEST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MANUFACTURERS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MANUAL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OR</a:t>
            </a:r>
            <a:r>
              <a:rPr dirty="0" sz="950">
                <a:latin typeface="Calibri"/>
                <a:cs typeface="Calibri"/>
              </a:rPr>
              <a:t> DATASHEET.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WHERE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POSSIBLE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FASTNERS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SHALL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TORQUE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MARKED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USING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CLEARSKY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METHOD.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41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27408" y="1453111"/>
            <a:ext cx="4351919" cy="3691080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14126407" y="2210687"/>
            <a:ext cx="1507490" cy="476884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CH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PROPERTY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LLC</a:t>
            </a:r>
            <a:r>
              <a:rPr dirty="0" sz="950">
                <a:latin typeface="Calibri"/>
                <a:cs typeface="Calibri"/>
              </a:rPr>
              <a:t> 401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CONGRESS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AVE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2750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AUSTIN,TX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78701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271388" y="258495"/>
            <a:ext cx="11779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latin typeface="Calibri"/>
                <a:cs typeface="Calibri"/>
              </a:rPr>
              <a:t>ELECTRICAL</a:t>
            </a:r>
            <a:r>
              <a:rPr dirty="0" sz="950" spc="95" b="1">
                <a:latin typeface="Calibri"/>
                <a:cs typeface="Calibri"/>
              </a:rPr>
              <a:t> </a:t>
            </a:r>
            <a:r>
              <a:rPr dirty="0" sz="950" spc="-10" b="1">
                <a:latin typeface="Calibri"/>
                <a:cs typeface="Calibri"/>
              </a:rPr>
              <a:t>ENGINEER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271388" y="409741"/>
            <a:ext cx="2261870" cy="108204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{{EE_NAME}}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BHARTIYA,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ME,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EE,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FPE,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LEED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AP</a:t>
            </a:r>
            <a:r>
              <a:rPr dirty="0" sz="950">
                <a:latin typeface="Calibri"/>
                <a:cs typeface="Calibri"/>
              </a:rPr>
              <a:t> SACRAMENTO</a:t>
            </a:r>
            <a:r>
              <a:rPr dirty="0" sz="950" spc="1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ENGINEERING</a:t>
            </a:r>
            <a:r>
              <a:rPr dirty="0" sz="950" spc="14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CONSULTANTS </a:t>
            </a:r>
            <a:r>
              <a:rPr dirty="0" sz="950">
                <a:latin typeface="Calibri"/>
                <a:cs typeface="Calibri"/>
              </a:rPr>
              <a:t>10555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OLD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PLACERVILLE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ROAD</a:t>
            </a:r>
            <a:r>
              <a:rPr dirty="0" sz="950">
                <a:latin typeface="Calibri"/>
                <a:cs typeface="Calibri"/>
              </a:rPr>
              <a:t> SACRAMENTO,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95827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 spc="-10">
                <a:latin typeface="Calibri"/>
                <a:cs typeface="Calibri"/>
                <a:hlinkClick r:id="rId6"/>
              </a:rPr>
              <a:t>{{EE_EMAIL}}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PHONE: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{{EE_PHONE}}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368-4468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ext.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105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FAX: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{{EE_PHONE}}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368-</a:t>
            </a:r>
            <a:r>
              <a:rPr dirty="0" sz="950" spc="-20">
                <a:latin typeface="Calibri"/>
                <a:cs typeface="Calibri"/>
              </a:rPr>
              <a:t>4490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6268575" y="428646"/>
            <a:ext cx="2332355" cy="0"/>
          </a:xfrm>
          <a:custGeom>
            <a:avLst/>
            <a:gdLst/>
            <a:ahLst/>
            <a:cxnLst/>
            <a:rect l="l" t="t" r="r" b="b"/>
            <a:pathLst>
              <a:path w="2332355" h="0">
                <a:moveTo>
                  <a:pt x="0" y="0"/>
                </a:moveTo>
                <a:lnTo>
                  <a:pt x="2332137" y="0"/>
                </a:lnTo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14126407" y="258495"/>
            <a:ext cx="125158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latin typeface="Calibri"/>
                <a:cs typeface="Calibri"/>
              </a:rPr>
              <a:t>GENERAL</a:t>
            </a:r>
            <a:r>
              <a:rPr dirty="0" sz="950" spc="110" b="1">
                <a:latin typeface="Calibri"/>
                <a:cs typeface="Calibri"/>
              </a:rPr>
              <a:t> </a:t>
            </a:r>
            <a:r>
              <a:rPr dirty="0" sz="950" spc="-10" b="1">
                <a:latin typeface="Calibri"/>
                <a:cs typeface="Calibri"/>
              </a:rPr>
              <a:t>CONTRACTOR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4126407" y="409741"/>
            <a:ext cx="1661795" cy="15360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640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BRIGHT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POWER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INC</a:t>
            </a:r>
            <a:r>
              <a:rPr dirty="0" sz="950">
                <a:latin typeface="Calibri"/>
                <a:cs typeface="Calibri"/>
              </a:rPr>
              <a:t> DBA</a:t>
            </a:r>
            <a:r>
              <a:rPr dirty="0" sz="950" spc="3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CLEARSKY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PO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BOX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10637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CLINTON,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52732</a:t>
            </a:r>
            <a:endParaRPr sz="950">
              <a:latin typeface="Calibri"/>
              <a:cs typeface="Calibri"/>
            </a:endParaRPr>
          </a:p>
          <a:p>
            <a:pPr marL="12700" marR="444500">
              <a:lnSpc>
                <a:spcPct val="104500"/>
              </a:lnSpc>
            </a:pPr>
            <a:r>
              <a:rPr dirty="0" sz="950">
                <a:latin typeface="Calibri"/>
                <a:cs typeface="Calibri"/>
                <a:hlinkClick r:id="rId7"/>
              </a:rPr>
              <a:t>info@bpi-</a:t>
            </a:r>
            <a:r>
              <a:rPr dirty="0" sz="950" spc="-10">
                <a:latin typeface="Calibri"/>
                <a:cs typeface="Calibri"/>
                <a:hlinkClick r:id="rId7"/>
              </a:rPr>
              <a:t>power.com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PHONE: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{{GC_PHONE}}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252-</a:t>
            </a:r>
            <a:r>
              <a:rPr dirty="0" sz="950" spc="-20">
                <a:latin typeface="Calibri"/>
                <a:cs typeface="Calibri"/>
              </a:rPr>
              <a:t>9990</a:t>
            </a:r>
            <a:endParaRPr sz="950">
              <a:latin typeface="Calibri"/>
              <a:cs typeface="Calibri"/>
            </a:endParaRPr>
          </a:p>
          <a:p>
            <a:pPr marL="12700" marR="304800">
              <a:lnSpc>
                <a:spcPct val="104500"/>
              </a:lnSpc>
            </a:pPr>
            <a:r>
              <a:rPr dirty="0" sz="950">
                <a:latin typeface="Calibri"/>
                <a:cs typeface="Calibri"/>
              </a:rPr>
              <a:t>FAX: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{{GC_PHONE}}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252-</a:t>
            </a:r>
            <a:r>
              <a:rPr dirty="0" sz="950" spc="-20">
                <a:latin typeface="Calibri"/>
                <a:cs typeface="Calibri"/>
              </a:rPr>
              <a:t>9992</a:t>
            </a:r>
            <a:r>
              <a:rPr dirty="0" sz="9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  <a:hlinkClick r:id="rId8"/>
              </a:rPr>
              <a:t>WWW.CLEARSKY-</a:t>
            </a:r>
            <a:r>
              <a:rPr dirty="0" sz="950" spc="-10">
                <a:latin typeface="Calibri"/>
                <a:cs typeface="Calibri"/>
                <a:hlinkClick r:id="rId8"/>
              </a:rPr>
              <a:t>POWER.COM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LICENSE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NUMBER: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930054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950">
                <a:latin typeface="Calibri"/>
                <a:cs typeface="Calibri"/>
              </a:rPr>
              <a:t>LICENSE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CLASSIFICATION: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A,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C10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4123595" y="277400"/>
            <a:ext cx="4477385" cy="2708910"/>
          </a:xfrm>
          <a:custGeom>
            <a:avLst/>
            <a:gdLst/>
            <a:ahLst/>
            <a:cxnLst/>
            <a:rect l="l" t="t" r="r" b="b"/>
            <a:pathLst>
              <a:path w="4477384" h="2708910">
                <a:moveTo>
                  <a:pt x="0" y="151246"/>
                </a:moveTo>
                <a:lnTo>
                  <a:pt x="2144980" y="151246"/>
                </a:lnTo>
              </a:path>
              <a:path w="4477384" h="2708910">
                <a:moveTo>
                  <a:pt x="0" y="0"/>
                </a:moveTo>
                <a:lnTo>
                  <a:pt x="4477117" y="0"/>
                </a:lnTo>
                <a:lnTo>
                  <a:pt x="4477117" y="2708422"/>
                </a:lnTo>
                <a:lnTo>
                  <a:pt x="0" y="2708422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6255875" y="1619710"/>
            <a:ext cx="23577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44420" algn="l"/>
              </a:tabLst>
            </a:pPr>
            <a:r>
              <a:rPr dirty="0" u="sng" sz="950" spc="-9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STRUCTURAL</a:t>
            </a:r>
            <a:r>
              <a:rPr dirty="0" u="sng" sz="950" spc="7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ENGINEER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6271388" y="1770957"/>
            <a:ext cx="6229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REX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ARASHI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6271388" y="1922203"/>
            <a:ext cx="219456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APPLIED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ENGINEERING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CONSULTANTS,</a:t>
            </a:r>
            <a:r>
              <a:rPr dirty="0" sz="950" spc="13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INC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085495" y="2059441"/>
            <a:ext cx="307784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2182495" algn="l"/>
              </a:tabLst>
            </a:pPr>
            <a:r>
              <a:rPr dirty="0" u="sng" sz="950" spc="-9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PROPERTY</a:t>
            </a:r>
            <a:r>
              <a:rPr dirty="0" u="sng" sz="950" spc="6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OWNER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dirty="0" u="none" sz="950" spc="-80" b="1">
                <a:latin typeface="Calibri"/>
                <a:cs typeface="Calibri"/>
              </a:rPr>
              <a:t> </a:t>
            </a:r>
            <a:r>
              <a:rPr dirty="0" u="none" baseline="-5847" sz="1425">
                <a:latin typeface="Calibri"/>
                <a:cs typeface="Calibri"/>
              </a:rPr>
              <a:t>10360</a:t>
            </a:r>
            <a:r>
              <a:rPr dirty="0" u="none" baseline="-5847" sz="1425" spc="52">
                <a:latin typeface="Calibri"/>
                <a:cs typeface="Calibri"/>
              </a:rPr>
              <a:t> </a:t>
            </a:r>
            <a:r>
              <a:rPr dirty="0" u="none" baseline="-5847" sz="1425">
                <a:latin typeface="Calibri"/>
                <a:cs typeface="Calibri"/>
              </a:rPr>
              <a:t>CAREY</a:t>
            </a:r>
            <a:r>
              <a:rPr dirty="0" u="none" baseline="-5847" sz="1425" spc="44">
                <a:latin typeface="Calibri"/>
                <a:cs typeface="Calibri"/>
              </a:rPr>
              <a:t> </a:t>
            </a:r>
            <a:r>
              <a:rPr dirty="0" u="none" baseline="-5847" sz="1425">
                <a:latin typeface="Calibri"/>
                <a:cs typeface="Calibri"/>
              </a:rPr>
              <a:t>DR</a:t>
            </a:r>
            <a:endParaRPr baseline="-5847" sz="1425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6271388" y="2224695"/>
            <a:ext cx="1412875" cy="476884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75"/>
              </a:spcBef>
            </a:pPr>
            <a:r>
              <a:rPr dirty="0" sz="950">
                <a:latin typeface="Calibri"/>
                <a:cs typeface="Calibri"/>
              </a:rPr>
              <a:t>GRASS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VALLEY,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95945 </a:t>
            </a:r>
            <a:r>
              <a:rPr dirty="0" sz="950" spc="-10">
                <a:latin typeface="Calibri"/>
                <a:cs typeface="Calibri"/>
                <a:hlinkClick r:id="rId9"/>
              </a:rPr>
              <a:t>{{SE_EMAIL}}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PHONE: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{{SE_PHONE}}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838-</a:t>
            </a:r>
            <a:r>
              <a:rPr dirty="0" sz="950" spc="-20">
                <a:latin typeface="Calibri"/>
                <a:cs typeface="Calibri"/>
              </a:rPr>
              <a:t>5358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6527059" y="11920687"/>
            <a:ext cx="772795" cy="1102995"/>
            <a:chOff x="16527059" y="11920687"/>
            <a:chExt cx="772795" cy="1102995"/>
          </a:xfrm>
        </p:grpSpPr>
        <p:sp>
          <p:nvSpPr>
            <p:cNvPr id="55" name="object 55"/>
            <p:cNvSpPr/>
            <p:nvPr/>
          </p:nvSpPr>
          <p:spPr>
            <a:xfrm>
              <a:off x="16706168" y="12047845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6679800" y="12064303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6695000" y="12086638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6711710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16714398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6714482" y="11962531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6689205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6695839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6710787" y="12599440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6710451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6604895" y="12202432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6612032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6540654" y="12185471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6560724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6573404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6559296" y="12451654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6582473" y="12451906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6645119" y="12544105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6666364" y="12564257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6645454" y="1254679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6687862" y="1258273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6666700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6665608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6687274" y="12585418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6588436" y="12475082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6572228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6605398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6587260" y="1250531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6595405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6624377" y="1252244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6604391" y="1253025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6610185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6623369" y="12553761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6626896" y="12524960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16534179" y="12214608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6531501" y="12255669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6530409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16531753" y="12312265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16529750" y="12334768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16533936" y="12364746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6530001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6527694" y="12304539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16589611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6612032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6636637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6535028" y="12227791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6555853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6553250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6550731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6535447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6541494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6549891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6540234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6556609" y="12370456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6560556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6548632" y="12423440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6563075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6571725" y="12425540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6595489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6656287" y="12092348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6681060" y="12112081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6689205" y="11977058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6665356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6665440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643103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6643103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6673838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6653264" y="12034325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6603803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6603719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6586924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6586924" y="12078242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6617155" y="12075471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6572144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6572060" y="12103348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6601788" y="12098226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16559464" y="12147516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16559464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16588436" y="12122410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16549051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16548967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16577099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16619254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16655951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16676021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6622529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16622529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17165006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7188519" y="12197226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17165006" y="12204952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17257210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17273502" y="12197730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7249821" y="12196387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7062473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7064908" y="12635631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17064656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16898638" y="12492043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6892424" y="12491624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6888141" y="12682067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16870087" y="12657526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16833138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6812312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6818694" y="1248591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16812312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6850101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16850101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16870759" y="12489860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16813404" y="12646715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16841032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16828183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16868995" y="1265763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16857995" y="12679967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16841787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16734888" y="12614303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16716077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16760164" y="12627150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16742697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16734888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16786364" y="12637983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16770409" y="12657128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16798960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16786784" y="12640754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16979590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6968505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6943481" y="1248708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6934747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6914006" y="12491456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6922907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16981941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16978498" y="1266921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17009485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17007973" y="12660234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17036861" y="12649066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7011416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7038540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6897295" y="12659647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16925678" y="12659563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16918372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6898554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6927106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6953978" y="12657128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6948603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6955573" y="12652509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16763271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16763271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6763271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6783593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6783593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1680719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6865804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6888309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6916441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6938946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6962627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6990759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701326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7035769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705827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6769065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6801647" y="12295975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6832550" y="12320746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6880584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6880584" y="1230210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6880584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16953306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16981185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7010577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7041563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7072550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7254523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7226812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17155601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17165678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17175335" y="12539234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7187260" y="12539234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7158204" y="12541082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7206994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7178022" y="12519166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7224796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7223956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17240667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7212368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7087581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7092032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7111514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17117980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7090017" y="12597173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7114034" y="12580128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7134271" y="1258012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7142585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7246714" y="12405975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7254859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7256729" y="12364662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7257210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7182641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7173824" y="12224013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7198176" y="12228211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7173824" y="12232829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7249257" y="12392372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7266112" y="12405975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7275517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7260821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7264600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7287273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7261870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7288113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7264368" y="12308234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7265440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7285594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7264428" y="12279852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7262417" y="12226952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7280807" y="12226952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7262333" y="12251639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7061885" y="12037348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7071458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7061885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6823145" y="11949096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7005034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6991766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6768393" y="11951364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6796777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6795937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6886126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6886462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6849933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6826252" y="11990493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6858834" y="11984196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6861102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6838932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6829275" y="12113761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6760584" y="12012745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6729177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6738834" y="12166913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6741102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6778302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6748827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6743789" y="11973364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6719184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6790395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6808701" y="12022906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6803831" y="12111493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6984125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7009233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7033166" y="12025425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7045678" y="12047845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7008393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7019394" y="12116951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6986392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7000332" y="12124761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7022249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7038624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7048617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7029891" y="12133158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7040808" y="12145165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7061885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7045678" y="11973448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7019058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913250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944153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948855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929037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929037" y="12105784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6972284" y="11990913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970857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6885454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6885538" y="11921322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6855307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6825832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825832" y="11926509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856315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6768393" y="1194002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796777" y="11932218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7005034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945664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945748" y="11924549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915601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915601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935755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975559" y="11929951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975475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7249821" y="1216909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7252172" y="12141387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7147707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7152242" y="12158181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7240248" y="12141387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7228659" y="1211460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7238232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7228659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7214971" y="12089074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7222193" y="12089074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7214971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7199352" y="1206489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7204306" y="12064890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7181885" y="12042219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7184320" y="12042303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7181969" y="12072867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7162739" y="12021226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7162739" y="12021226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7088757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7088757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7139562" y="12001997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7114957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7114957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7089009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7089009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7110003" y="12086638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7134691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7139562" y="12001997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7141997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7263928" y="12169097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6591953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7124027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7097239" y="1249154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7121759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7071962" y="12519669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7032830" y="12538395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7044251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7012928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6975559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6939702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6942053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6896287" y="12578112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6615391" y="12410341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6669639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656875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6671906" y="12497669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6697351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6711627" y="12519166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6725650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6711627" y="12558211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6781242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6820542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6825916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7157952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7183649" y="12425875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887965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866972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846487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826840" y="12072535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807777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789388" y="1208731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771747" y="12097147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755123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6726573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6712629" y="12143655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6700196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689451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680472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673081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667201" y="12234434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662997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660483" y="12274909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659644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660483" y="12332173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662997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667201" y="12373906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673081" y="12394226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680803" y="12414038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690290" y="12433100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701377" y="12450995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725062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739502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6755123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6771747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6789464" y="1253176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6808107" y="12541419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6827678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6886708" y="12558056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6907193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6947922" y="12551248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6987901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7007459" y="12528909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7026446" y="12506583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7059275" y="12493387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7074808" y="12478871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7089336" y="12463326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7102519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7114444" y="12429074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7124947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7134015" y="12391622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7141825" y="12371975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7148379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7154246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7151477" y="12270451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7147198" y="12250474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7141317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7133926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7124947" y="12193451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7114444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7090771" y="12143578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7075481" y="12129139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7059440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7042562" y="12104031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7006621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6987558" y="12077069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6968001" y="12071277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6929037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849681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54720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589359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573572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601284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6597337" y="127371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661446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666594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6692312" y="12723128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6693656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6706840" y="12737151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670289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6729261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6729261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6753026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6792578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6776791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6803159" y="1273715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6803159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687042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689418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6917952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6942977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6942977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6957505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6982613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698261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700637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7031402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7031402" y="1273715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7078932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7101353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129065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16861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195069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722143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72478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7" name="object 547"/>
          <p:cNvSpPr txBox="1"/>
          <p:nvPr/>
        </p:nvSpPr>
        <p:spPr>
          <a:xfrm>
            <a:off x="16238597" y="6753756"/>
            <a:ext cx="2198370" cy="8083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213995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00</a:t>
            </a:r>
            <a:endParaRPr sz="950">
              <a:latin typeface="Calibri"/>
              <a:cs typeface="Calibri"/>
            </a:endParaRPr>
          </a:p>
          <a:p>
            <a:pPr algn="ctr" marR="213995">
              <a:lnSpc>
                <a:spcPts val="1060"/>
              </a:lnSpc>
              <a:spcBef>
                <a:spcPts val="50"/>
              </a:spcBef>
            </a:pPr>
            <a:r>
              <a:rPr dirty="0" sz="950" spc="-25">
                <a:latin typeface="Calibri"/>
                <a:cs typeface="Calibri"/>
              </a:rPr>
              <a:t>01</a:t>
            </a:r>
            <a:endParaRPr sz="950">
              <a:latin typeface="Calibri"/>
              <a:cs typeface="Calibri"/>
            </a:endParaRPr>
          </a:p>
          <a:p>
            <a:pPr marL="14604">
              <a:lnSpc>
                <a:spcPts val="880"/>
              </a:lnSpc>
            </a:pPr>
            <a:r>
              <a:rPr dirty="0" sz="800" b="1">
                <a:solidFill>
                  <a:srgbClr val="C00000"/>
                </a:solidFill>
                <a:latin typeface="Calibri"/>
                <a:cs typeface="Calibri"/>
              </a:rPr>
              <a:t>SPECIAL</a:t>
            </a:r>
            <a:r>
              <a:rPr dirty="0" sz="800" spc="-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C00000"/>
                </a:solidFill>
                <a:latin typeface="Calibri"/>
                <a:cs typeface="Calibri"/>
              </a:rPr>
              <a:t>INSPECTION LIST (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checked</a:t>
            </a:r>
            <a:r>
              <a:rPr dirty="0" sz="650" spc="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items</a:t>
            </a:r>
            <a:r>
              <a:rPr dirty="0" sz="650" spc="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are required</a:t>
            </a:r>
            <a:r>
              <a:rPr dirty="0" sz="650" spc="1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800" spc="-50" b="1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FOUNDATION</a:t>
            </a:r>
            <a:endParaRPr sz="650">
              <a:latin typeface="Calibri"/>
              <a:cs typeface="Calibri"/>
            </a:endParaRPr>
          </a:p>
          <a:p>
            <a:pPr marL="191135">
              <a:lnSpc>
                <a:spcPct val="100000"/>
              </a:lnSpc>
              <a:spcBef>
                <a:spcPts val="40"/>
              </a:spcBef>
              <a:tabLst>
                <a:tab pos="1184910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Piers</a:t>
            </a:r>
            <a:r>
              <a:rPr dirty="0" sz="65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Caissons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	Grading</a:t>
            </a:r>
            <a:r>
              <a:rPr dirty="0" sz="65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65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Drainage</a:t>
            </a:r>
            <a:endParaRPr sz="650">
              <a:latin typeface="Calibri"/>
              <a:cs typeface="Calibri"/>
            </a:endParaRPr>
          </a:p>
          <a:p>
            <a:pPr marL="191135">
              <a:lnSpc>
                <a:spcPct val="100000"/>
              </a:lnSpc>
              <a:spcBef>
                <a:spcPts val="40"/>
              </a:spcBef>
              <a:tabLst>
                <a:tab pos="2185035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65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48" name="object 548"/>
          <p:cNvSpPr txBox="1"/>
          <p:nvPr/>
        </p:nvSpPr>
        <p:spPr>
          <a:xfrm>
            <a:off x="17411441" y="7690392"/>
            <a:ext cx="1029335" cy="350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57175" indent="-635">
              <a:lnSpc>
                <a:spcPct val="111400"/>
              </a:lnSpc>
              <a:spcBef>
                <a:spcPts val="95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Shotcrete</a:t>
            </a:r>
            <a:r>
              <a:rPr dirty="0" sz="65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or</a:t>
            </a:r>
            <a:r>
              <a:rPr dirty="0" sz="650" spc="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Masonry</a:t>
            </a:r>
            <a:r>
              <a:rPr dirty="0" sz="65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Concrete</a:t>
            </a:r>
            <a:r>
              <a:rPr dirty="0" sz="65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Placement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  <a:tabLst>
                <a:tab pos="1016000" algn="l"/>
              </a:tabLst>
            </a:pPr>
            <a:r>
              <a:rPr dirty="0" sz="650" spc="-2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49" name="object 549"/>
          <p:cNvSpPr txBox="1"/>
          <p:nvPr/>
        </p:nvSpPr>
        <p:spPr>
          <a:xfrm>
            <a:off x="17411470" y="8171015"/>
            <a:ext cx="76009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High</a:t>
            </a:r>
            <a:r>
              <a:rPr dirty="0" sz="650" spc="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Strength</a:t>
            </a:r>
            <a:r>
              <a:rPr dirty="0" sz="650" spc="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Bolting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50" name="object 550"/>
          <p:cNvSpPr txBox="1"/>
          <p:nvPr/>
        </p:nvSpPr>
        <p:spPr>
          <a:xfrm>
            <a:off x="16417399" y="8275239"/>
            <a:ext cx="201993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006600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65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51" name="object 551"/>
          <p:cNvSpPr txBox="1"/>
          <p:nvPr/>
        </p:nvSpPr>
        <p:spPr>
          <a:xfrm>
            <a:off x="16238597" y="8445863"/>
            <a:ext cx="2198370" cy="3359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SEISMIC</a:t>
            </a:r>
            <a:r>
              <a:rPr dirty="0" sz="65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RESISTANCE</a:t>
            </a:r>
            <a:endParaRPr sz="650">
              <a:latin typeface="Calibri"/>
              <a:cs typeface="Calibri"/>
            </a:endParaRPr>
          </a:p>
          <a:p>
            <a:pPr marL="191135">
              <a:lnSpc>
                <a:spcPct val="100000"/>
              </a:lnSpc>
              <a:spcBef>
                <a:spcPts val="40"/>
              </a:spcBef>
              <a:tabLst>
                <a:tab pos="1184910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Structural</a:t>
            </a:r>
            <a:r>
              <a:rPr dirty="0" sz="65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20">
                <a:solidFill>
                  <a:srgbClr val="C00000"/>
                </a:solidFill>
                <a:latin typeface="Calibri"/>
                <a:cs typeface="Calibri"/>
              </a:rPr>
              <a:t>Wood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	Structural</a:t>
            </a:r>
            <a:r>
              <a:rPr dirty="0" sz="65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Steel</a:t>
            </a:r>
            <a:endParaRPr sz="650">
              <a:latin typeface="Calibri"/>
              <a:cs typeface="Calibri"/>
            </a:endParaRPr>
          </a:p>
          <a:p>
            <a:pPr marL="191135">
              <a:lnSpc>
                <a:spcPct val="100000"/>
              </a:lnSpc>
              <a:spcBef>
                <a:spcPts val="45"/>
              </a:spcBef>
              <a:tabLst>
                <a:tab pos="2185035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650" spc="-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52" name="object 552"/>
          <p:cNvSpPr txBox="1"/>
          <p:nvPr/>
        </p:nvSpPr>
        <p:spPr>
          <a:xfrm>
            <a:off x="16238597" y="8807557"/>
            <a:ext cx="68135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WIND</a:t>
            </a:r>
            <a:r>
              <a:rPr dirty="0" sz="65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RESISTANCE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53" name="object 553"/>
          <p:cNvSpPr/>
          <p:nvPr/>
        </p:nvSpPr>
        <p:spPr>
          <a:xfrm>
            <a:off x="16449230" y="9021646"/>
            <a:ext cx="1985645" cy="0"/>
          </a:xfrm>
          <a:custGeom>
            <a:avLst/>
            <a:gdLst/>
            <a:ahLst/>
            <a:cxnLst/>
            <a:rect l="l" t="t" r="r" b="b"/>
            <a:pathLst>
              <a:path w="1985644" h="0">
                <a:moveTo>
                  <a:pt x="0" y="0"/>
                </a:moveTo>
                <a:lnTo>
                  <a:pt x="1985151" y="0"/>
                </a:lnTo>
              </a:path>
            </a:pathLst>
          </a:custGeom>
          <a:ln w="5506">
            <a:solidFill>
              <a:srgbClr val="B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4" name="object 554"/>
          <p:cNvSpPr txBox="1"/>
          <p:nvPr/>
        </p:nvSpPr>
        <p:spPr>
          <a:xfrm>
            <a:off x="16238597" y="9082404"/>
            <a:ext cx="147510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STRUCTURAL</a:t>
            </a:r>
            <a:r>
              <a:rPr dirty="0" sz="650" spc="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OBSERVATIONS</a:t>
            </a:r>
            <a:r>
              <a:rPr dirty="0" sz="650" spc="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list</a:t>
            </a:r>
            <a:r>
              <a:rPr dirty="0" sz="650" spc="55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i="1">
                <a:solidFill>
                  <a:srgbClr val="C00000"/>
                </a:solidFill>
                <a:latin typeface="Calibri"/>
                <a:cs typeface="Calibri"/>
              </a:rPr>
              <a:t>below</a:t>
            </a:r>
            <a:r>
              <a:rPr dirty="0" sz="650" spc="20" i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50" b="1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555" name="object 555"/>
          <p:cNvGrpSpPr/>
          <p:nvPr/>
        </p:nvGrpSpPr>
        <p:grpSpPr>
          <a:xfrm>
            <a:off x="16278518" y="7363262"/>
            <a:ext cx="2139950" cy="2448560"/>
            <a:chOff x="16278518" y="7363262"/>
            <a:chExt cx="2139950" cy="2448560"/>
          </a:xfrm>
        </p:grpSpPr>
        <p:sp>
          <p:nvSpPr>
            <p:cNvPr id="556" name="object 556"/>
            <p:cNvSpPr/>
            <p:nvPr/>
          </p:nvSpPr>
          <p:spPr>
            <a:xfrm>
              <a:off x="16430101" y="9295983"/>
              <a:ext cx="1985645" cy="102870"/>
            </a:xfrm>
            <a:custGeom>
              <a:avLst/>
              <a:gdLst/>
              <a:ahLst/>
              <a:cxnLst/>
              <a:rect l="l" t="t" r="r" b="b"/>
              <a:pathLst>
                <a:path w="1985644" h="102870">
                  <a:moveTo>
                    <a:pt x="0" y="0"/>
                  </a:moveTo>
                  <a:lnTo>
                    <a:pt x="1985284" y="0"/>
                  </a:lnTo>
                </a:path>
                <a:path w="1985644" h="102870">
                  <a:moveTo>
                    <a:pt x="0" y="102769"/>
                  </a:moveTo>
                  <a:lnTo>
                    <a:pt x="1984921" y="102769"/>
                  </a:lnTo>
                </a:path>
              </a:pathLst>
            </a:custGeom>
            <a:ln w="5506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6281949" y="7724957"/>
              <a:ext cx="76835" cy="71120"/>
            </a:xfrm>
            <a:custGeom>
              <a:avLst/>
              <a:gdLst/>
              <a:ahLst/>
              <a:cxnLst/>
              <a:rect l="l" t="t" r="r" b="b"/>
              <a:pathLst>
                <a:path w="76834" h="71120">
                  <a:moveTo>
                    <a:pt x="76630" y="0"/>
                  </a:moveTo>
                  <a:lnTo>
                    <a:pt x="0" y="0"/>
                  </a:lnTo>
                  <a:lnTo>
                    <a:pt x="0" y="70499"/>
                  </a:lnTo>
                  <a:lnTo>
                    <a:pt x="76630" y="70499"/>
                  </a:lnTo>
                  <a:lnTo>
                    <a:pt x="76630" y="65391"/>
                  </a:lnTo>
                  <a:lnTo>
                    <a:pt x="11239" y="65391"/>
                  </a:lnTo>
                  <a:lnTo>
                    <a:pt x="5108" y="60282"/>
                  </a:lnTo>
                  <a:lnTo>
                    <a:pt x="11239" y="60282"/>
                  </a:lnTo>
                  <a:lnTo>
                    <a:pt x="11239" y="11239"/>
                  </a:lnTo>
                  <a:lnTo>
                    <a:pt x="5108" y="11239"/>
                  </a:lnTo>
                  <a:lnTo>
                    <a:pt x="11239" y="5108"/>
                  </a:lnTo>
                  <a:lnTo>
                    <a:pt x="76630" y="5108"/>
                  </a:lnTo>
                  <a:lnTo>
                    <a:pt x="76630" y="0"/>
                  </a:lnTo>
                  <a:close/>
                </a:path>
                <a:path w="76834" h="71120">
                  <a:moveTo>
                    <a:pt x="11239" y="60282"/>
                  </a:moveTo>
                  <a:lnTo>
                    <a:pt x="5108" y="60282"/>
                  </a:lnTo>
                  <a:lnTo>
                    <a:pt x="11239" y="65391"/>
                  </a:lnTo>
                  <a:lnTo>
                    <a:pt x="11239" y="60282"/>
                  </a:lnTo>
                  <a:close/>
                </a:path>
                <a:path w="76834" h="71120">
                  <a:moveTo>
                    <a:pt x="66412" y="60282"/>
                  </a:moveTo>
                  <a:lnTo>
                    <a:pt x="11239" y="60282"/>
                  </a:lnTo>
                  <a:lnTo>
                    <a:pt x="11239" y="65391"/>
                  </a:lnTo>
                  <a:lnTo>
                    <a:pt x="66412" y="65391"/>
                  </a:lnTo>
                  <a:lnTo>
                    <a:pt x="66412" y="60282"/>
                  </a:lnTo>
                  <a:close/>
                </a:path>
                <a:path w="76834" h="71120">
                  <a:moveTo>
                    <a:pt x="66412" y="5108"/>
                  </a:moveTo>
                  <a:lnTo>
                    <a:pt x="66412" y="65391"/>
                  </a:lnTo>
                  <a:lnTo>
                    <a:pt x="71521" y="60282"/>
                  </a:lnTo>
                  <a:lnTo>
                    <a:pt x="76630" y="60282"/>
                  </a:lnTo>
                  <a:lnTo>
                    <a:pt x="76630" y="11239"/>
                  </a:lnTo>
                  <a:lnTo>
                    <a:pt x="71521" y="11239"/>
                  </a:lnTo>
                  <a:lnTo>
                    <a:pt x="66412" y="5108"/>
                  </a:lnTo>
                  <a:close/>
                </a:path>
                <a:path w="76834" h="71120">
                  <a:moveTo>
                    <a:pt x="76630" y="60282"/>
                  </a:moveTo>
                  <a:lnTo>
                    <a:pt x="71521" y="60282"/>
                  </a:lnTo>
                  <a:lnTo>
                    <a:pt x="66412" y="65391"/>
                  </a:lnTo>
                  <a:lnTo>
                    <a:pt x="76630" y="65391"/>
                  </a:lnTo>
                  <a:lnTo>
                    <a:pt x="76630" y="60282"/>
                  </a:lnTo>
                  <a:close/>
                </a:path>
                <a:path w="76834" h="71120">
                  <a:moveTo>
                    <a:pt x="11239" y="5108"/>
                  </a:moveTo>
                  <a:lnTo>
                    <a:pt x="5108" y="11239"/>
                  </a:lnTo>
                  <a:lnTo>
                    <a:pt x="11239" y="11239"/>
                  </a:lnTo>
                  <a:lnTo>
                    <a:pt x="11239" y="5108"/>
                  </a:lnTo>
                  <a:close/>
                </a:path>
                <a:path w="76834" h="71120">
                  <a:moveTo>
                    <a:pt x="66412" y="5108"/>
                  </a:moveTo>
                  <a:lnTo>
                    <a:pt x="11239" y="5108"/>
                  </a:lnTo>
                  <a:lnTo>
                    <a:pt x="11239" y="11239"/>
                  </a:lnTo>
                  <a:lnTo>
                    <a:pt x="66412" y="11239"/>
                  </a:lnTo>
                  <a:lnTo>
                    <a:pt x="66412" y="5108"/>
                  </a:lnTo>
                  <a:close/>
                </a:path>
                <a:path w="76834" h="71120">
                  <a:moveTo>
                    <a:pt x="76630" y="5108"/>
                  </a:moveTo>
                  <a:lnTo>
                    <a:pt x="66412" y="5108"/>
                  </a:lnTo>
                  <a:lnTo>
                    <a:pt x="71521" y="11239"/>
                  </a:lnTo>
                  <a:lnTo>
                    <a:pt x="76630" y="11239"/>
                  </a:lnTo>
                  <a:lnTo>
                    <a:pt x="76630" y="5108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8" name="object 5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7724957"/>
              <a:ext cx="76630" cy="70499"/>
            </a:xfrm>
            <a:prstGeom prst="rect">
              <a:avLst/>
            </a:prstGeom>
          </p:spPr>
        </p:pic>
        <p:pic>
          <p:nvPicPr>
            <p:cNvPr id="559" name="object 5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7842456"/>
              <a:ext cx="76630" cy="70499"/>
            </a:xfrm>
            <a:prstGeom prst="rect">
              <a:avLst/>
            </a:prstGeom>
          </p:spPr>
        </p:pic>
        <p:pic>
          <p:nvPicPr>
            <p:cNvPr id="560" name="object 5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7946673"/>
              <a:ext cx="76630" cy="70499"/>
            </a:xfrm>
            <a:prstGeom prst="rect">
              <a:avLst/>
            </a:prstGeom>
          </p:spPr>
        </p:pic>
        <p:pic>
          <p:nvPicPr>
            <p:cNvPr id="561" name="object 5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7839391"/>
              <a:ext cx="76630" cy="70499"/>
            </a:xfrm>
            <a:prstGeom prst="rect">
              <a:avLst/>
            </a:prstGeom>
          </p:spPr>
        </p:pic>
        <p:pic>
          <p:nvPicPr>
            <p:cNvPr id="562" name="object 5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204151"/>
              <a:ext cx="76630" cy="70499"/>
            </a:xfrm>
            <a:prstGeom prst="rect">
              <a:avLst/>
            </a:prstGeom>
          </p:spPr>
        </p:pic>
        <p:pic>
          <p:nvPicPr>
            <p:cNvPr id="563" name="object 5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8204151"/>
              <a:ext cx="76630" cy="70499"/>
            </a:xfrm>
            <a:prstGeom prst="rect">
              <a:avLst/>
            </a:prstGeom>
          </p:spPr>
        </p:pic>
        <p:pic>
          <p:nvPicPr>
            <p:cNvPr id="564" name="object 56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308368"/>
              <a:ext cx="76630" cy="70499"/>
            </a:xfrm>
            <a:prstGeom prst="rect">
              <a:avLst/>
            </a:prstGeom>
          </p:spPr>
        </p:pic>
        <p:pic>
          <p:nvPicPr>
            <p:cNvPr id="565" name="object 5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7363262"/>
              <a:ext cx="76630" cy="70499"/>
            </a:xfrm>
            <a:prstGeom prst="rect">
              <a:avLst/>
            </a:prstGeom>
          </p:spPr>
        </p:pic>
        <p:pic>
          <p:nvPicPr>
            <p:cNvPr id="566" name="object 56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7363262"/>
              <a:ext cx="76630" cy="70499"/>
            </a:xfrm>
            <a:prstGeom prst="rect">
              <a:avLst/>
            </a:prstGeom>
          </p:spPr>
        </p:pic>
        <p:pic>
          <p:nvPicPr>
            <p:cNvPr id="567" name="object 5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7467479"/>
              <a:ext cx="76630" cy="70499"/>
            </a:xfrm>
            <a:prstGeom prst="rect">
              <a:avLst/>
            </a:prstGeom>
          </p:spPr>
        </p:pic>
        <p:pic>
          <p:nvPicPr>
            <p:cNvPr id="568" name="object 5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583215"/>
              <a:ext cx="76630" cy="70499"/>
            </a:xfrm>
            <a:prstGeom prst="rect">
              <a:avLst/>
            </a:prstGeom>
          </p:spPr>
        </p:pic>
        <p:pic>
          <p:nvPicPr>
            <p:cNvPr id="569" name="object 56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90401" y="8583215"/>
              <a:ext cx="76630" cy="70499"/>
            </a:xfrm>
            <a:prstGeom prst="rect">
              <a:avLst/>
            </a:prstGeom>
          </p:spPr>
        </p:pic>
        <p:pic>
          <p:nvPicPr>
            <p:cNvPr id="570" name="object 5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687432"/>
              <a:ext cx="76630" cy="70499"/>
            </a:xfrm>
            <a:prstGeom prst="rect">
              <a:avLst/>
            </a:prstGeom>
          </p:spPr>
        </p:pic>
        <p:pic>
          <p:nvPicPr>
            <p:cNvPr id="571" name="object 57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81949" y="9219756"/>
              <a:ext cx="76630" cy="70499"/>
            </a:xfrm>
            <a:prstGeom prst="rect">
              <a:avLst/>
            </a:prstGeom>
          </p:spPr>
        </p:pic>
        <p:pic>
          <p:nvPicPr>
            <p:cNvPr id="572" name="object 57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81949" y="9323973"/>
              <a:ext cx="76630" cy="70499"/>
            </a:xfrm>
            <a:prstGeom prst="rect">
              <a:avLst/>
            </a:prstGeom>
          </p:spPr>
        </p:pic>
        <p:pic>
          <p:nvPicPr>
            <p:cNvPr id="573" name="object 57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9532407"/>
              <a:ext cx="76630" cy="70499"/>
            </a:xfrm>
            <a:prstGeom prst="rect">
              <a:avLst/>
            </a:prstGeom>
          </p:spPr>
        </p:pic>
        <p:pic>
          <p:nvPicPr>
            <p:cNvPr id="574" name="object 57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9636624"/>
              <a:ext cx="76630" cy="70499"/>
            </a:xfrm>
            <a:prstGeom prst="rect">
              <a:avLst/>
            </a:prstGeom>
          </p:spPr>
        </p:pic>
        <p:pic>
          <p:nvPicPr>
            <p:cNvPr id="575" name="object 57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9740841"/>
              <a:ext cx="76630" cy="70499"/>
            </a:xfrm>
            <a:prstGeom prst="rect">
              <a:avLst/>
            </a:prstGeom>
          </p:spPr>
        </p:pic>
        <p:pic>
          <p:nvPicPr>
            <p:cNvPr id="576" name="object 57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1949" y="8944909"/>
              <a:ext cx="76630" cy="70499"/>
            </a:xfrm>
            <a:prstGeom prst="rect">
              <a:avLst/>
            </a:prstGeom>
          </p:spPr>
        </p:pic>
        <p:pic>
          <p:nvPicPr>
            <p:cNvPr id="577" name="object 57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286314" y="7945652"/>
              <a:ext cx="76630" cy="70499"/>
            </a:xfrm>
            <a:prstGeom prst="rect">
              <a:avLst/>
            </a:prstGeom>
          </p:spPr>
        </p:pic>
        <p:sp>
          <p:nvSpPr>
            <p:cNvPr id="578" name="object 578"/>
            <p:cNvSpPr/>
            <p:nvPr/>
          </p:nvSpPr>
          <p:spPr>
            <a:xfrm>
              <a:off x="16278518" y="7677480"/>
              <a:ext cx="139700" cy="104775"/>
            </a:xfrm>
            <a:custGeom>
              <a:avLst/>
              <a:gdLst/>
              <a:ahLst/>
              <a:cxnLst/>
              <a:rect l="l" t="t" r="r" b="b"/>
              <a:pathLst>
                <a:path w="139700" h="104775">
                  <a:moveTo>
                    <a:pt x="123765" y="0"/>
                  </a:moveTo>
                  <a:lnTo>
                    <a:pt x="50849" y="72953"/>
                  </a:lnTo>
                  <a:lnTo>
                    <a:pt x="15807" y="37875"/>
                  </a:lnTo>
                  <a:lnTo>
                    <a:pt x="0" y="53683"/>
                  </a:lnTo>
                  <a:lnTo>
                    <a:pt x="50888" y="104517"/>
                  </a:lnTo>
                  <a:lnTo>
                    <a:pt x="139611" y="15773"/>
                  </a:lnTo>
                  <a:lnTo>
                    <a:pt x="1237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9" name="object 579"/>
          <p:cNvSpPr txBox="1"/>
          <p:nvPr/>
        </p:nvSpPr>
        <p:spPr>
          <a:xfrm>
            <a:off x="16417402" y="9495841"/>
            <a:ext cx="1757045" cy="23241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5700"/>
              </a:lnSpc>
              <a:spcBef>
                <a:spcPts val="70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Title</a:t>
            </a:r>
            <a:r>
              <a:rPr dirty="0" sz="65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24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Energy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-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Minion Pro"/>
                <a:cs typeface="Minion Pro"/>
              </a:rPr>
              <a:t>ECC</a:t>
            </a:r>
            <a:r>
              <a:rPr dirty="0" sz="650" spc="15">
                <a:solidFill>
                  <a:srgbClr val="C00000"/>
                </a:solidFill>
                <a:latin typeface="Minion Pro"/>
                <a:cs typeface="Minion Pro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Verification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(PSR</a:t>
            </a:r>
            <a:r>
              <a:rPr dirty="0" sz="650" spc="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REQUIRED)</a:t>
            </a:r>
            <a:r>
              <a:rPr dirty="0" sz="65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Construction</a:t>
            </a:r>
            <a:r>
              <a:rPr dirty="0" sz="650" spc="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Formwork</a:t>
            </a:r>
            <a:r>
              <a:rPr dirty="0" sz="650" spc="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Certification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80" name="object 580"/>
          <p:cNvSpPr txBox="1"/>
          <p:nvPr/>
        </p:nvSpPr>
        <p:spPr>
          <a:xfrm>
            <a:off x="16417402" y="9703815"/>
            <a:ext cx="2006600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992630" algn="l"/>
              </a:tabLst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Special</a:t>
            </a:r>
            <a:r>
              <a:rPr dirty="0" sz="65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Case</a:t>
            </a:r>
            <a:r>
              <a:rPr dirty="0" sz="650" spc="-1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650">
                <a:solidFill>
                  <a:srgbClr val="C00000"/>
                </a:solidFill>
                <a:uFill>
                  <a:solidFill>
                    <a:srgbClr val="BF0000"/>
                  </a:solidFill>
                </a:uFill>
                <a:latin typeface="Times New Roman"/>
                <a:cs typeface="Times New Roman"/>
              </a:rPr>
              <a:t>	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581" name="object 581"/>
          <p:cNvSpPr txBox="1"/>
          <p:nvPr/>
        </p:nvSpPr>
        <p:spPr>
          <a:xfrm>
            <a:off x="16213197" y="7587605"/>
            <a:ext cx="1045844" cy="7112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CONCRETE</a:t>
            </a:r>
            <a:r>
              <a:rPr dirty="0" sz="650" spc="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CONSTRUCTION</a:t>
            </a:r>
            <a:endParaRPr sz="650">
              <a:latin typeface="Calibri"/>
              <a:cs typeface="Calibri"/>
            </a:endParaRPr>
          </a:p>
          <a:p>
            <a:pPr marL="216535" marR="30480" indent="-635">
              <a:lnSpc>
                <a:spcPct val="106000"/>
              </a:lnSpc>
              <a:spcBef>
                <a:spcPts val="25"/>
              </a:spcBef>
              <a:tabLst>
                <a:tab pos="890905" algn="l"/>
              </a:tabLst>
            </a:pPr>
            <a:r>
              <a:rPr dirty="0" baseline="4273" sz="975">
                <a:solidFill>
                  <a:srgbClr val="C00000"/>
                </a:solidFill>
                <a:latin typeface="Calibri"/>
                <a:cs typeface="Calibri"/>
              </a:rPr>
              <a:t>F'</a:t>
            </a:r>
            <a:r>
              <a:rPr dirty="0" baseline="-12345" sz="675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dirty="0" baseline="-12345" sz="675" spc="67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baseline="4273" sz="975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dirty="0" baseline="4273" sz="975" spc="7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sng" sz="700" spc="165">
                <a:solidFill>
                  <a:srgbClr val="F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700" spc="-10">
                <a:solidFill>
                  <a:srgbClr val="F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3,000</a:t>
            </a:r>
            <a:r>
              <a:rPr dirty="0" u="sng" sz="700">
                <a:solidFill>
                  <a:srgbClr val="FF0000"/>
                </a:solidFill>
                <a:uFill>
                  <a:solidFill>
                    <a:srgbClr val="BF0000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700" spc="-5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u="none" baseline="4273" sz="975" spc="-15">
                <a:solidFill>
                  <a:srgbClr val="C00000"/>
                </a:solidFill>
                <a:latin typeface="Calibri"/>
                <a:cs typeface="Calibri"/>
              </a:rPr>
              <a:t>psi</a:t>
            </a:r>
            <a:r>
              <a:rPr dirty="0" u="none" baseline="4273" sz="975" spc="7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none" sz="650">
                <a:solidFill>
                  <a:srgbClr val="C00000"/>
                </a:solidFill>
                <a:latin typeface="Calibri"/>
                <a:cs typeface="Calibri"/>
              </a:rPr>
              <a:t>Reinf.</a:t>
            </a:r>
            <a:r>
              <a:rPr dirty="0" u="none" sz="650" spc="2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u="none" sz="650" spc="-10">
                <a:solidFill>
                  <a:srgbClr val="C00000"/>
                </a:solidFill>
                <a:latin typeface="Calibri"/>
                <a:cs typeface="Calibri"/>
              </a:rPr>
              <a:t>Placement</a:t>
            </a:r>
            <a:endParaRPr sz="650">
              <a:latin typeface="Calibri"/>
              <a:cs typeface="Calibri"/>
            </a:endParaRPr>
          </a:p>
          <a:p>
            <a:pPr marL="216535">
              <a:lnSpc>
                <a:spcPct val="100000"/>
              </a:lnSpc>
              <a:spcBef>
                <a:spcPts val="40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Bolts</a:t>
            </a:r>
            <a:r>
              <a:rPr dirty="0" sz="650" spc="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650" spc="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Concrete</a:t>
            </a:r>
            <a:endParaRPr sz="6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30"/>
              </a:spcBef>
            </a:pPr>
            <a:r>
              <a:rPr dirty="0" sz="650" b="1">
                <a:solidFill>
                  <a:srgbClr val="C00000"/>
                </a:solidFill>
                <a:latin typeface="Calibri"/>
                <a:cs typeface="Calibri"/>
              </a:rPr>
              <a:t>STEEL</a:t>
            </a:r>
            <a:r>
              <a:rPr dirty="0" sz="650" spc="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 b="1">
                <a:solidFill>
                  <a:srgbClr val="C00000"/>
                </a:solidFill>
                <a:latin typeface="Calibri"/>
                <a:cs typeface="Calibri"/>
              </a:rPr>
              <a:t>CONSTRUCTION</a:t>
            </a:r>
            <a:endParaRPr sz="650">
              <a:latin typeface="Calibri"/>
              <a:cs typeface="Calibri"/>
            </a:endParaRPr>
          </a:p>
          <a:p>
            <a:pPr marL="216535">
              <a:lnSpc>
                <a:spcPct val="100000"/>
              </a:lnSpc>
              <a:spcBef>
                <a:spcPts val="40"/>
              </a:spcBef>
            </a:pPr>
            <a:r>
              <a:rPr dirty="0" sz="650">
                <a:solidFill>
                  <a:srgbClr val="C00000"/>
                </a:solidFill>
                <a:latin typeface="Calibri"/>
                <a:cs typeface="Calibri"/>
              </a:rPr>
              <a:t>Field/Shop</a:t>
            </a:r>
            <a:r>
              <a:rPr dirty="0" sz="650" spc="4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650" spc="-10">
                <a:solidFill>
                  <a:srgbClr val="C00000"/>
                </a:solidFill>
                <a:latin typeface="Calibri"/>
                <a:cs typeface="Calibri"/>
              </a:rPr>
              <a:t>Welding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82" name="object 582"/>
          <p:cNvSpPr txBox="1"/>
          <p:nvPr/>
        </p:nvSpPr>
        <p:spPr>
          <a:xfrm>
            <a:off x="12462154" y="9320166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583" name="object 583"/>
          <p:cNvSpPr txBox="1"/>
          <p:nvPr/>
        </p:nvSpPr>
        <p:spPr>
          <a:xfrm>
            <a:off x="12731698" y="8896549"/>
            <a:ext cx="193103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C/MECH/PLUMB</a:t>
            </a:r>
            <a:r>
              <a:rPr dirty="0" sz="950" spc="9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0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graphicFrame>
        <p:nvGraphicFramePr>
          <p:cNvPr id="584" name="object 584"/>
          <p:cNvGraphicFramePr>
            <a:graphicFrameLocks noGrp="1"/>
          </p:cNvGraphicFramePr>
          <p:nvPr/>
        </p:nvGraphicFramePr>
        <p:xfrm>
          <a:off x="14547057" y="5404516"/>
          <a:ext cx="2887345" cy="1395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6559"/>
                <a:gridCol w="1687829"/>
                <a:gridCol w="706119"/>
              </a:tblGrid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SHEET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DESCRIPTION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REV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E0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COVER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SHEET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E1.0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PLOT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PLAN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E1.1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ENLARGED</a:t>
                      </a:r>
                      <a:r>
                        <a:rPr dirty="0" sz="9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PLOT</a:t>
                      </a:r>
                      <a:r>
                        <a:rPr dirty="0" sz="9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PLAN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 gridSpan="3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tabLst>
                          <a:tab pos="485140" algn="l"/>
                          <a:tab pos="2616835" algn="l"/>
                        </a:tabLst>
                      </a:pPr>
                      <a:r>
                        <a:rPr dirty="0" baseline="13888" sz="1800" spc="-150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dirty="0" sz="95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baseline="13888" sz="1800" spc="-660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950" spc="165">
                          <a:latin typeface="Calibri"/>
                          <a:cs typeface="Calibri"/>
                        </a:rPr>
                        <a:t>1.2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DEMOLITION</a:t>
                      </a:r>
                      <a:r>
                        <a:rPr dirty="0" sz="950" spc="1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PLAN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E2.0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SINGLE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LINE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DIAGRAM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E3.0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SIGNAGE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S1.1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BESS</a:t>
                      </a:r>
                      <a:r>
                        <a:rPr dirty="0" sz="9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PAD</a:t>
                      </a:r>
                      <a:r>
                        <a:rPr dirty="0" sz="9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DETAILS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ts val="103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S1.2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03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GEAR</a:t>
                      </a:r>
                      <a:r>
                        <a:rPr dirty="0" sz="9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PAD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DETAILS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03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585" name="object 585"/>
          <p:cNvGraphicFramePr>
            <a:graphicFrameLocks noGrp="1"/>
          </p:cNvGraphicFramePr>
          <p:nvPr/>
        </p:nvGraphicFramePr>
        <p:xfrm>
          <a:off x="7597526" y="7176077"/>
          <a:ext cx="5434330" cy="1885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30"/>
                <a:gridCol w="1713230"/>
                <a:gridCol w="1073150"/>
                <a:gridCol w="1072514"/>
                <a:gridCol w="1136649"/>
                <a:gridCol w="200025"/>
              </a:tblGrid>
              <a:tr h="151130">
                <a:tc rowSpan="12"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BESS</a:t>
                      </a:r>
                      <a:r>
                        <a:rPr dirty="0" sz="950" spc="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 b="1">
                          <a:latin typeface="Calibri"/>
                          <a:cs typeface="Calibri"/>
                        </a:rPr>
                        <a:t>INFO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CABINET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RACK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 marR="5778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INVERTER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 marL="635">
                        <a:lnSpc>
                          <a:spcPts val="655"/>
                        </a:lnSpc>
                      </a:pPr>
                      <a:r>
                        <a:rPr dirty="0" sz="1100" spc="-25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MANUFACTURER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1125">
                        <a:lnSpc>
                          <a:spcPts val="265"/>
                        </a:lnSpc>
                      </a:pPr>
                      <a:r>
                        <a:rPr dirty="0" sz="850" spc="-2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By: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200025" marR="57785">
                        <a:lnSpc>
                          <a:spcPts val="825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{{INV_MFR}}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2235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MODEL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NUMBER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159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MAX-20HC-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5000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6540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8140" marR="139700" indent="-209550">
                        <a:lnSpc>
                          <a:spcPts val="88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LIQRACK-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280AH 1P416S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7505" marR="274955" indent="-169545">
                        <a:lnSpc>
                          <a:spcPts val="88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LLC</a:t>
                      </a:r>
                      <a:r>
                        <a:rPr dirty="0" sz="700" spc="1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CPS-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1250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[480V]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COUNT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BANK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CAPACITY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[kWh]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5</a:t>
                      </a:r>
                      <a:r>
                        <a:rPr dirty="0" sz="9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000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372.7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ROUND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TRIP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EFFICIENCY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93.5%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98%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VOLTAGE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331.2</a:t>
                      </a:r>
                      <a:r>
                        <a:rPr dirty="0" sz="9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VDC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331.2</a:t>
                      </a:r>
                      <a:r>
                        <a:rPr dirty="0" sz="9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VDC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215" marR="5778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VAC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PHASE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50">
                          <a:latin typeface="Calibri"/>
                          <a:cs typeface="Calibri"/>
                        </a:rPr>
                        <a:t>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INVERTER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RATING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[kVA]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802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WEIGHT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[lbs]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49</a:t>
                      </a:r>
                      <a:r>
                        <a:rPr dirty="0" sz="9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798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7054.8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9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980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  <a:lnB w="28575">
                      <a:solidFill>
                        <a:srgbClr val="C00000"/>
                      </a:solidFill>
                      <a:prstDash val="solid"/>
                    </a:lnB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ENCLOSURE</a:t>
                      </a:r>
                      <a:r>
                        <a:rPr dirty="0" sz="9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TYPE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IP55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785">
                        <a:lnSpc>
                          <a:spcPts val="1090"/>
                        </a:lnSpc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IP54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</a:tcPr>
                </a:tc>
              </a:tr>
              <a:tr h="1511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RATED</a:t>
                      </a:r>
                      <a:r>
                        <a:rPr dirty="0" sz="9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OUTPUT</a:t>
                      </a:r>
                      <a:r>
                        <a:rPr dirty="0" sz="9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CURRENT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193A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(DC)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N/A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12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964.6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(AC)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2923" sz="1425" spc="-37" b="1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ELE</a:t>
                      </a:r>
                      <a:endParaRPr baseline="2923" sz="1425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C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86" name="object 586"/>
          <p:cNvSpPr/>
          <p:nvPr/>
        </p:nvSpPr>
        <p:spPr>
          <a:xfrm>
            <a:off x="12793116" y="9467696"/>
            <a:ext cx="1899920" cy="22860"/>
          </a:xfrm>
          <a:custGeom>
            <a:avLst/>
            <a:gdLst/>
            <a:ahLst/>
            <a:cxnLst/>
            <a:rect l="l" t="t" r="r" b="b"/>
            <a:pathLst>
              <a:path w="1899919" h="22859">
                <a:moveTo>
                  <a:pt x="1899654" y="0"/>
                </a:moveTo>
                <a:lnTo>
                  <a:pt x="0" y="0"/>
                </a:lnTo>
                <a:lnTo>
                  <a:pt x="0" y="22337"/>
                </a:lnTo>
                <a:lnTo>
                  <a:pt x="1899654" y="22337"/>
                </a:lnTo>
                <a:lnTo>
                  <a:pt x="189965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87" name="object 58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455254" y="7108704"/>
            <a:ext cx="2237515" cy="675897"/>
          </a:xfrm>
          <a:prstGeom prst="rect">
            <a:avLst/>
          </a:prstGeom>
        </p:spPr>
      </p:pic>
      <p:sp>
        <p:nvSpPr>
          <p:cNvPr id="588" name="object 588"/>
          <p:cNvSpPr txBox="1"/>
          <p:nvPr/>
        </p:nvSpPr>
        <p:spPr>
          <a:xfrm>
            <a:off x="12797169" y="6866847"/>
            <a:ext cx="1778000" cy="189103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499109">
              <a:lnSpc>
                <a:spcPct val="100000"/>
              </a:lnSpc>
              <a:spcBef>
                <a:spcPts val="4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marL="83185">
              <a:lnSpc>
                <a:spcPct val="100000"/>
              </a:lnSpc>
              <a:spcBef>
                <a:spcPts val="390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VISIONS</a:t>
            </a:r>
            <a:r>
              <a:rPr dirty="0" sz="11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1071880">
              <a:lnSpc>
                <a:spcPct val="100000"/>
              </a:lnSpc>
              <a:spcBef>
                <a:spcPts val="2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4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  <a:spcBef>
                <a:spcPts val="44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5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  <a:p>
            <a:pPr marL="15240" marR="187960">
              <a:lnSpc>
                <a:spcPct val="124300"/>
              </a:lnSpc>
              <a:spcBef>
                <a:spcPts val="259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5240" marR="49530">
              <a:lnSpc>
                <a:spcPct val="124300"/>
              </a:lnSpc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597" name="object 597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98" name="object 598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599" name="object 599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600" name="object 600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601" name="object 601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89" name="object 589"/>
          <p:cNvSpPr txBox="1"/>
          <p:nvPr/>
        </p:nvSpPr>
        <p:spPr>
          <a:xfrm>
            <a:off x="13239463" y="9252922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90" name="object 590"/>
          <p:cNvSpPr txBox="1"/>
          <p:nvPr/>
        </p:nvSpPr>
        <p:spPr>
          <a:xfrm>
            <a:off x="14694692" y="8086111"/>
            <a:ext cx="1370965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Plan</a:t>
            </a:r>
            <a:r>
              <a:rPr dirty="0" sz="700" spc="9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check</a:t>
            </a:r>
            <a:r>
              <a:rPr dirty="0" sz="700" spc="10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engineer:</a:t>
            </a:r>
            <a:r>
              <a:rPr dirty="0" sz="700" spc="9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Johnny</a:t>
            </a:r>
            <a:r>
              <a:rPr dirty="0" sz="700" spc="10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FF0000"/>
                </a:solidFill>
                <a:latin typeface="Arial"/>
                <a:cs typeface="Arial"/>
              </a:rPr>
              <a:t>Liu</a:t>
            </a:r>
            <a:r>
              <a:rPr dirty="0" sz="700" spc="50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FF0000"/>
                </a:solidFill>
                <a:latin typeface="Arial"/>
                <a:cs typeface="Arial"/>
                <a:hlinkClick r:id="rId14"/>
              </a:rPr>
              <a:t>jliu2@oaklandca.gov</a:t>
            </a:r>
            <a:endParaRPr sz="700">
              <a:latin typeface="Arial"/>
              <a:cs typeface="Arial"/>
            </a:endParaRPr>
          </a:p>
        </p:txBody>
      </p:sp>
      <p:sp>
        <p:nvSpPr>
          <p:cNvPr id="591" name="object 591"/>
          <p:cNvSpPr txBox="1"/>
          <p:nvPr/>
        </p:nvSpPr>
        <p:spPr>
          <a:xfrm>
            <a:off x="16043124" y="4678116"/>
            <a:ext cx="1764664" cy="48640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 marL="12700" marR="5080" indent="5715">
              <a:lnSpc>
                <a:spcPct val="109100"/>
              </a:lnSpc>
              <a:spcBef>
                <a:spcPts val="55"/>
              </a:spcBef>
            </a:pP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ALL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WORK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SHALL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COMPLY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C00000"/>
                </a:solidFill>
                <a:latin typeface="Calibri"/>
                <a:cs typeface="Calibri"/>
              </a:rPr>
              <a:t>CBC,</a:t>
            </a:r>
            <a:r>
              <a:rPr dirty="0" sz="70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CRC,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CPC,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CMC,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CEC,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OTHER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Calibri"/>
                <a:cs typeface="Calibri"/>
              </a:rPr>
              <a:t>APPLICABLE</a:t>
            </a:r>
            <a:r>
              <a:rPr dirty="0" sz="70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CODES</a:t>
            </a:r>
            <a:r>
              <a:rPr dirty="0" sz="700" spc="9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AS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AMENDED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ADOPTED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BY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700" spc="5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CITY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OAKLAND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EFFECT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AT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700" spc="6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TIME</a:t>
            </a:r>
            <a:r>
              <a:rPr dirty="0" sz="700" spc="7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92" name="object 592"/>
          <p:cNvSpPr txBox="1"/>
          <p:nvPr/>
        </p:nvSpPr>
        <p:spPr>
          <a:xfrm>
            <a:off x="14550594" y="5143489"/>
            <a:ext cx="2841625" cy="2724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42545">
              <a:lnSpc>
                <a:spcPts val="800"/>
              </a:lnSpc>
              <a:spcBef>
                <a:spcPts val="130"/>
              </a:spcBef>
            </a:pPr>
            <a:r>
              <a:rPr dirty="0" sz="700">
                <a:solidFill>
                  <a:srgbClr val="C00000"/>
                </a:solidFill>
                <a:latin typeface="Calibri"/>
                <a:cs typeface="Calibri"/>
              </a:rPr>
              <a:t>PERMIT</a:t>
            </a:r>
            <a:r>
              <a:rPr dirty="0" sz="700" spc="9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Calibri"/>
                <a:cs typeface="Calibri"/>
              </a:rPr>
              <a:t>APPLICATION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ts val="1100"/>
              </a:lnSpc>
              <a:tabLst>
                <a:tab pos="2828290" algn="l"/>
              </a:tabLst>
            </a:pPr>
            <a:r>
              <a:rPr dirty="0" u="sng" sz="950" spc="-1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SHEET</a:t>
            </a:r>
            <a:r>
              <a:rPr dirty="0" u="sng" sz="950" spc="4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95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INDEX</a:t>
            </a:r>
            <a:r>
              <a:rPr dirty="0" u="sng" sz="9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93" name="object 593"/>
          <p:cNvSpPr txBox="1"/>
          <p:nvPr/>
        </p:nvSpPr>
        <p:spPr>
          <a:xfrm>
            <a:off x="12410769" y="5449889"/>
            <a:ext cx="2395220" cy="14814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ctr" marR="233679">
              <a:lnSpc>
                <a:spcPct val="100000"/>
              </a:lnSpc>
              <a:spcBef>
                <a:spcPts val="325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  <a:p>
            <a:pPr algn="ctr" marR="283845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</a:t>
            </a:r>
            <a:endParaRPr sz="1200">
              <a:latin typeface="Arial"/>
              <a:cs typeface="Arial"/>
            </a:endParaRPr>
          </a:p>
          <a:p>
            <a:pPr algn="ctr" marL="228600" marR="287020" indent="-635">
              <a:lnSpc>
                <a:spcPct val="90100"/>
              </a:lnSpc>
              <a:spcBef>
                <a:spcPts val="59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 </a:t>
            </a: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45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55">
                <a:solidFill>
                  <a:srgbClr val="C00000"/>
                </a:solidFill>
                <a:latin typeface="Arial"/>
                <a:cs typeface="Arial"/>
              </a:rPr>
              <a:t>an</a:t>
            </a:r>
            <a:r>
              <a:rPr dirty="0" sz="950" spc="-55">
                <a:latin typeface="Calibri"/>
                <a:cs typeface="Calibri"/>
              </a:rPr>
              <a:t>S</a:t>
            </a:r>
            <a:r>
              <a:rPr dirty="0" sz="850" spc="-55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dirty="0" sz="950" spc="-55">
                <a:latin typeface="Calibri"/>
                <a:cs typeface="Calibri"/>
              </a:rPr>
              <a:t>2.0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94" name="object 594"/>
          <p:cNvSpPr txBox="1"/>
          <p:nvPr/>
        </p:nvSpPr>
        <p:spPr>
          <a:xfrm>
            <a:off x="7617302" y="10093566"/>
            <a:ext cx="9245600" cy="15043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95885" indent="149225">
              <a:lnSpc>
                <a:spcPct val="104500"/>
              </a:lnSpc>
              <a:spcBef>
                <a:spcPts val="75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REMOVE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OBSTRUCTIONS,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TREES,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SHRUBS,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GRASS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OTHER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VEGETATION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PERMIT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INSTALLATION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NEW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CONSTRUCTION.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REMOVAL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INCLUDES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DIGGING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OUT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STUMPS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AND</a:t>
            </a:r>
            <a:r>
              <a:rPr dirty="0" sz="950">
                <a:latin typeface="Calibri"/>
                <a:cs typeface="Calibri"/>
              </a:rPr>
              <a:t> OBSTRUCTIONS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GRUBBING</a:t>
            </a:r>
            <a:r>
              <a:rPr dirty="0" sz="950" spc="10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ROOTS.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5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FILL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DEPRESSIONS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CAUSED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CLEARING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GRUBBING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OPERATIONS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SOIL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MATERIAL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OWNER,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UNLESS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FURTHER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EXCAVATION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EARTHWORK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INDICATED.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5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STRIP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TOPSOIL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WHERE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REQUIRED.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STOCKPILE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AREA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APPROVED</a:t>
            </a:r>
            <a:r>
              <a:rPr dirty="0" sz="950" spc="9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OWNER.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9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WITH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OWNER'S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APPROVAL,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REMOVE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EXISTING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ABOVE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BELOW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GRADE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IMPROVEMENTS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INDICATED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AS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NECESSARY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</a:t>
            </a:r>
            <a:r>
              <a:rPr dirty="0" sz="950" spc="8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FACILITATE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NEW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CONSTRUCTION.</a:t>
            </a:r>
            <a:endParaRPr sz="95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355"/>
              </a:spcBef>
              <a:buAutoNum type="arabicPeriod" startAt="2"/>
              <a:tabLst>
                <a:tab pos="161925" algn="l"/>
              </a:tabLst>
            </a:pPr>
            <a:r>
              <a:rPr dirty="0" sz="950">
                <a:latin typeface="Calibri"/>
                <a:cs typeface="Calibri"/>
              </a:rPr>
              <a:t>DISPOSE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REMOVED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TREES,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BRUSH,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STUMPS,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ROOTS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AND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ORGANIC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DEBRIS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IN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LEGAL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MANNER</a:t>
            </a:r>
            <a:r>
              <a:rPr dirty="0" sz="950" spc="7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OFF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THE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SITE.</a:t>
            </a:r>
            <a:endParaRPr sz="950">
              <a:latin typeface="Calibri"/>
              <a:cs typeface="Calibri"/>
            </a:endParaRPr>
          </a:p>
          <a:p>
            <a:pPr marL="6832600" marR="1172210">
              <a:lnSpc>
                <a:spcPts val="700"/>
              </a:lnSpc>
              <a:spcBef>
                <a:spcPts val="50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6832600" marR="135255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endParaRPr sz="600">
              <a:latin typeface="Vladimir Script"/>
              <a:cs typeface="Vladimir Script"/>
            </a:endParaRPr>
          </a:p>
        </p:txBody>
      </p:sp>
      <p:sp>
        <p:nvSpPr>
          <p:cNvPr id="595" name="object 595"/>
          <p:cNvSpPr txBox="1"/>
          <p:nvPr/>
        </p:nvSpPr>
        <p:spPr>
          <a:xfrm>
            <a:off x="14437718" y="11567975"/>
            <a:ext cx="961390" cy="2971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596" name="object 596"/>
          <p:cNvSpPr txBox="1"/>
          <p:nvPr/>
        </p:nvSpPr>
        <p:spPr>
          <a:xfrm>
            <a:off x="14437718" y="11924760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CLINTON, IOWA </a:t>
            </a:r>
            <a:r>
              <a:rPr dirty="0" sz="1100" spc="-10">
                <a:latin typeface="Verdana"/>
                <a:cs typeface="Verdana"/>
              </a:rPr>
              <a:t>52732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{{GC_PHONE}}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275699"/>
            <a:ext cx="1218565" cy="12612370"/>
          </a:xfrm>
          <a:custGeom>
            <a:avLst/>
            <a:gdLst/>
            <a:ahLst/>
            <a:cxnLst/>
            <a:rect l="l" t="t" r="r" b="b"/>
            <a:pathLst>
              <a:path w="1218565" h="12612370">
                <a:moveTo>
                  <a:pt x="594125" y="12364442"/>
                </a:moveTo>
                <a:lnTo>
                  <a:pt x="1218190" y="12364442"/>
                </a:lnTo>
                <a:lnTo>
                  <a:pt x="1218190" y="12611865"/>
                </a:lnTo>
                <a:lnTo>
                  <a:pt x="594125" y="12611865"/>
                </a:lnTo>
                <a:lnTo>
                  <a:pt x="594125" y="12364442"/>
                </a:lnTo>
                <a:close/>
              </a:path>
              <a:path w="1218565" h="1261237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218565" h="1261237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96703" y="2253808"/>
            <a:ext cx="120014" cy="208724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204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{{PROJECT_NAME}}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{{CITY_STATE}}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7" y="12214248"/>
              <a:ext cx="801837" cy="80191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899192" y="11405839"/>
            <a:ext cx="623570" cy="437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E1.0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850">
                <a:latin typeface="Verdana"/>
                <a:cs typeface="Verdana"/>
              </a:rPr>
              <a:t>PLOT </a:t>
            </a:r>
            <a:r>
              <a:rPr dirty="0" sz="850" spc="-20">
                <a:latin typeface="Verdana"/>
                <a:cs typeface="Verdana"/>
              </a:rPr>
              <a:t>PLAN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89781" y="12373271"/>
            <a:ext cx="5810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PLOT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PLAN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80851" y="12411897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03289" y="12563143"/>
            <a:ext cx="243204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E1.0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66186" y="1508944"/>
            <a:ext cx="16953865" cy="11490960"/>
            <a:chOff x="966186" y="1508944"/>
            <a:chExt cx="16953865" cy="11490960"/>
          </a:xfrm>
        </p:grpSpPr>
        <p:sp>
          <p:nvSpPr>
            <p:cNvPr id="31" name="object 31"/>
            <p:cNvSpPr/>
            <p:nvPr/>
          </p:nvSpPr>
          <p:spPr>
            <a:xfrm>
              <a:off x="7805850" y="12582047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670359" y="12654060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112712" y="329991"/>
                  </a:moveTo>
                  <a:lnTo>
                    <a:pt x="72149" y="309131"/>
                  </a:lnTo>
                  <a:lnTo>
                    <a:pt x="39614" y="279352"/>
                  </a:lnTo>
                  <a:lnTo>
                    <a:pt x="16089" y="242734"/>
                  </a:lnTo>
                  <a:lnTo>
                    <a:pt x="2557" y="201359"/>
                  </a:lnTo>
                  <a:lnTo>
                    <a:pt x="0" y="157308"/>
                  </a:lnTo>
                  <a:lnTo>
                    <a:pt x="9400" y="112662"/>
                  </a:lnTo>
                  <a:lnTo>
                    <a:pt x="30292" y="72127"/>
                  </a:lnTo>
                  <a:lnTo>
                    <a:pt x="60094" y="39601"/>
                  </a:lnTo>
                  <a:lnTo>
                    <a:pt x="96725" y="16078"/>
                  </a:lnTo>
                  <a:lnTo>
                    <a:pt x="138107" y="2547"/>
                  </a:lnTo>
                  <a:lnTo>
                    <a:pt x="182160" y="0"/>
                  </a:lnTo>
                  <a:lnTo>
                    <a:pt x="226806" y="9427"/>
                  </a:lnTo>
                  <a:lnTo>
                    <a:pt x="267342" y="30287"/>
                  </a:lnTo>
                  <a:lnTo>
                    <a:pt x="299867" y="60066"/>
                  </a:lnTo>
                  <a:lnTo>
                    <a:pt x="323390" y="96684"/>
                  </a:lnTo>
                  <a:lnTo>
                    <a:pt x="336921" y="138059"/>
                  </a:lnTo>
                  <a:lnTo>
                    <a:pt x="339469" y="182110"/>
                  </a:lnTo>
                  <a:lnTo>
                    <a:pt x="330041" y="226756"/>
                  </a:lnTo>
                  <a:lnTo>
                    <a:pt x="309149" y="267291"/>
                  </a:lnTo>
                  <a:lnTo>
                    <a:pt x="279350" y="299817"/>
                  </a:lnTo>
                  <a:lnTo>
                    <a:pt x="242726" y="323340"/>
                  </a:lnTo>
                  <a:lnTo>
                    <a:pt x="201357" y="336871"/>
                  </a:lnTo>
                  <a:lnTo>
                    <a:pt x="157326" y="339418"/>
                  </a:lnTo>
                  <a:lnTo>
                    <a:pt x="112712" y="329991"/>
                  </a:lnTo>
                  <a:close/>
                </a:path>
                <a:path w="339725" h="339725">
                  <a:moveTo>
                    <a:pt x="330041" y="226756"/>
                  </a:moveTo>
                  <a:lnTo>
                    <a:pt x="9400" y="112662"/>
                  </a:lnTo>
                  <a:lnTo>
                    <a:pt x="135088" y="52979"/>
                  </a:lnTo>
                  <a:lnTo>
                    <a:pt x="199630" y="22331"/>
                  </a:lnTo>
                  <a:lnTo>
                    <a:pt x="223409" y="11040"/>
                  </a:lnTo>
                  <a:lnTo>
                    <a:pt x="226806" y="9427"/>
                  </a:lnTo>
                  <a:lnTo>
                    <a:pt x="160846" y="194753"/>
                  </a:lnTo>
                  <a:lnTo>
                    <a:pt x="126974" y="289921"/>
                  </a:lnTo>
                  <a:lnTo>
                    <a:pt x="114495" y="324982"/>
                  </a:lnTo>
                  <a:lnTo>
                    <a:pt x="112712" y="329991"/>
                  </a:lnTo>
                  <a:lnTo>
                    <a:pt x="9400" y="112662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805850" y="12365417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23" y="166972"/>
                  </a:lnTo>
                  <a:lnTo>
                    <a:pt x="22025" y="121380"/>
                  </a:lnTo>
                  <a:lnTo>
                    <a:pt x="47604" y="81156"/>
                  </a:lnTo>
                  <a:lnTo>
                    <a:pt x="81156" y="47604"/>
                  </a:lnTo>
                  <a:lnTo>
                    <a:pt x="121380" y="22025"/>
                  </a:lnTo>
                  <a:lnTo>
                    <a:pt x="166972" y="5723"/>
                  </a:lnTo>
                  <a:lnTo>
                    <a:pt x="216630" y="0"/>
                  </a:lnTo>
                  <a:lnTo>
                    <a:pt x="266313" y="5723"/>
                  </a:lnTo>
                  <a:lnTo>
                    <a:pt x="311915" y="22025"/>
                  </a:lnTo>
                  <a:lnTo>
                    <a:pt x="352137" y="47604"/>
                  </a:lnTo>
                  <a:lnTo>
                    <a:pt x="385682" y="81156"/>
                  </a:lnTo>
                  <a:lnTo>
                    <a:pt x="411249" y="121380"/>
                  </a:lnTo>
                  <a:lnTo>
                    <a:pt x="427542" y="166972"/>
                  </a:lnTo>
                  <a:lnTo>
                    <a:pt x="433261" y="216630"/>
                  </a:lnTo>
                  <a:lnTo>
                    <a:pt x="427542" y="266313"/>
                  </a:lnTo>
                  <a:lnTo>
                    <a:pt x="411249" y="311915"/>
                  </a:lnTo>
                  <a:lnTo>
                    <a:pt x="385682" y="352137"/>
                  </a:lnTo>
                  <a:lnTo>
                    <a:pt x="352137" y="385682"/>
                  </a:lnTo>
                  <a:lnTo>
                    <a:pt x="311915" y="411249"/>
                  </a:lnTo>
                  <a:lnTo>
                    <a:pt x="266313" y="427542"/>
                  </a:lnTo>
                  <a:lnTo>
                    <a:pt x="216630" y="433261"/>
                  </a:lnTo>
                  <a:lnTo>
                    <a:pt x="166972" y="427542"/>
                  </a:lnTo>
                  <a:lnTo>
                    <a:pt x="121380" y="411249"/>
                  </a:lnTo>
                  <a:lnTo>
                    <a:pt x="81156" y="385682"/>
                  </a:lnTo>
                  <a:lnTo>
                    <a:pt x="47604" y="352137"/>
                  </a:lnTo>
                  <a:lnTo>
                    <a:pt x="22025" y="311915"/>
                  </a:lnTo>
                  <a:lnTo>
                    <a:pt x="5723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8409" y="1511165"/>
              <a:ext cx="16948903" cy="1043091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313997" y="3216725"/>
              <a:ext cx="53975" cy="12700"/>
            </a:xfrm>
            <a:custGeom>
              <a:avLst/>
              <a:gdLst/>
              <a:ahLst/>
              <a:cxnLst/>
              <a:rect l="l" t="t" r="r" b="b"/>
              <a:pathLst>
                <a:path w="53975" h="12700">
                  <a:moveTo>
                    <a:pt x="0" y="12208"/>
                  </a:moveTo>
                  <a:lnTo>
                    <a:pt x="53735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750875" y="4068931"/>
              <a:ext cx="9525" cy="12700"/>
            </a:xfrm>
            <a:custGeom>
              <a:avLst/>
              <a:gdLst/>
              <a:ahLst/>
              <a:cxnLst/>
              <a:rect l="l" t="t" r="r" b="b"/>
              <a:pathLst>
                <a:path w="9525" h="12700">
                  <a:moveTo>
                    <a:pt x="4963" y="0"/>
                  </a:moveTo>
                  <a:lnTo>
                    <a:pt x="8997" y="7352"/>
                  </a:lnTo>
                  <a:lnTo>
                    <a:pt x="0" y="12285"/>
                  </a:lnTo>
                  <a:lnTo>
                    <a:pt x="4963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308429" y="3192216"/>
              <a:ext cx="243204" cy="686435"/>
            </a:xfrm>
            <a:custGeom>
              <a:avLst/>
              <a:gdLst/>
              <a:ahLst/>
              <a:cxnLst/>
              <a:rect l="l" t="t" r="r" b="b"/>
              <a:pathLst>
                <a:path w="243204" h="686435">
                  <a:moveTo>
                    <a:pt x="236595" y="649505"/>
                  </a:moveTo>
                  <a:lnTo>
                    <a:pt x="242668" y="616789"/>
                  </a:lnTo>
                  <a:lnTo>
                    <a:pt x="210449" y="610809"/>
                  </a:lnTo>
                  <a:lnTo>
                    <a:pt x="204376" y="643525"/>
                  </a:lnTo>
                  <a:lnTo>
                    <a:pt x="236595" y="649505"/>
                  </a:lnTo>
                </a:path>
                <a:path w="243204" h="686435">
                  <a:moveTo>
                    <a:pt x="62933" y="23679"/>
                  </a:moveTo>
                  <a:lnTo>
                    <a:pt x="68502" y="48189"/>
                  </a:lnTo>
                </a:path>
                <a:path w="243204" h="686435">
                  <a:moveTo>
                    <a:pt x="1931" y="37540"/>
                  </a:moveTo>
                  <a:lnTo>
                    <a:pt x="5568" y="36717"/>
                  </a:lnTo>
                </a:path>
                <a:path w="243204" h="686435">
                  <a:moveTo>
                    <a:pt x="68502" y="48189"/>
                  </a:moveTo>
                  <a:lnTo>
                    <a:pt x="7500" y="62049"/>
                  </a:lnTo>
                  <a:lnTo>
                    <a:pt x="1931" y="37540"/>
                  </a:lnTo>
                </a:path>
                <a:path w="243204" h="686435">
                  <a:moveTo>
                    <a:pt x="5568" y="36717"/>
                  </a:moveTo>
                  <a:lnTo>
                    <a:pt x="0" y="12208"/>
                  </a:lnTo>
                  <a:lnTo>
                    <a:pt x="53735" y="0"/>
                  </a:lnTo>
                  <a:lnTo>
                    <a:pt x="59303" y="24509"/>
                  </a:lnTo>
                  <a:lnTo>
                    <a:pt x="62933" y="23679"/>
                  </a:lnTo>
                </a:path>
                <a:path w="243204" h="686435">
                  <a:moveTo>
                    <a:pt x="102017" y="686137"/>
                  </a:moveTo>
                  <a:lnTo>
                    <a:pt x="105414" y="667817"/>
                  </a:lnTo>
                  <a:lnTo>
                    <a:pt x="86404" y="664288"/>
                  </a:lnTo>
                  <a:lnTo>
                    <a:pt x="83006" y="682608"/>
                  </a:lnTo>
                  <a:lnTo>
                    <a:pt x="102017" y="686137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09554" y="1598687"/>
              <a:ext cx="290881" cy="43669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968409" y="2683587"/>
              <a:ext cx="16949420" cy="9258935"/>
            </a:xfrm>
            <a:custGeom>
              <a:avLst/>
              <a:gdLst/>
              <a:ahLst/>
              <a:cxnLst/>
              <a:rect l="l" t="t" r="r" b="b"/>
              <a:pathLst>
                <a:path w="16949420" h="9258935">
                  <a:moveTo>
                    <a:pt x="6167110" y="360027"/>
                  </a:moveTo>
                  <a:lnTo>
                    <a:pt x="6711464" y="253248"/>
                  </a:lnTo>
                  <a:lnTo>
                    <a:pt x="7059889" y="161887"/>
                  </a:lnTo>
                  <a:lnTo>
                    <a:pt x="7309174" y="76926"/>
                  </a:lnTo>
                  <a:lnTo>
                    <a:pt x="7543179" y="11704"/>
                  </a:lnTo>
                  <a:lnTo>
                    <a:pt x="7706602" y="0"/>
                  </a:lnTo>
                  <a:lnTo>
                    <a:pt x="7849937" y="40285"/>
                  </a:lnTo>
                  <a:lnTo>
                    <a:pt x="7972019" y="109928"/>
                  </a:lnTo>
                  <a:lnTo>
                    <a:pt x="8085027" y="128303"/>
                  </a:lnTo>
                  <a:lnTo>
                    <a:pt x="8317791" y="108160"/>
                  </a:lnTo>
                </a:path>
                <a:path w="16949420" h="9258935">
                  <a:moveTo>
                    <a:pt x="8317791" y="234082"/>
                  </a:moveTo>
                  <a:lnTo>
                    <a:pt x="8189891" y="234082"/>
                  </a:lnTo>
                </a:path>
                <a:path w="16949420" h="9258935">
                  <a:moveTo>
                    <a:pt x="8085027" y="234082"/>
                  </a:moveTo>
                  <a:lnTo>
                    <a:pt x="7922302" y="208300"/>
                  </a:lnTo>
                  <a:lnTo>
                    <a:pt x="7701173" y="195495"/>
                  </a:lnTo>
                  <a:lnTo>
                    <a:pt x="7631677" y="364169"/>
                  </a:lnTo>
                  <a:lnTo>
                    <a:pt x="7604065" y="431299"/>
                  </a:lnTo>
                  <a:lnTo>
                    <a:pt x="7581649" y="423923"/>
                  </a:lnTo>
                </a:path>
                <a:path w="16949420" h="9258935">
                  <a:moveTo>
                    <a:pt x="7576608" y="381093"/>
                  </a:moveTo>
                  <a:lnTo>
                    <a:pt x="7431567" y="333346"/>
                  </a:lnTo>
                  <a:lnTo>
                    <a:pt x="7419389" y="370475"/>
                  </a:lnTo>
                  <a:lnTo>
                    <a:pt x="7215944" y="303485"/>
                  </a:lnTo>
                </a:path>
                <a:path w="16949420" h="9258935">
                  <a:moveTo>
                    <a:pt x="7576608" y="381093"/>
                  </a:moveTo>
                  <a:lnTo>
                    <a:pt x="7564353" y="418222"/>
                  </a:lnTo>
                  <a:lnTo>
                    <a:pt x="7419389" y="370475"/>
                  </a:lnTo>
                </a:path>
                <a:path w="16949420" h="9258935">
                  <a:moveTo>
                    <a:pt x="7631677" y="364169"/>
                  </a:moveTo>
                  <a:lnTo>
                    <a:pt x="7604297" y="355149"/>
                  </a:lnTo>
                </a:path>
                <a:path w="16949420" h="9258935">
                  <a:moveTo>
                    <a:pt x="7604297" y="355149"/>
                  </a:moveTo>
                  <a:lnTo>
                    <a:pt x="7581649" y="423923"/>
                  </a:lnTo>
                  <a:lnTo>
                    <a:pt x="7564353" y="418222"/>
                  </a:lnTo>
                </a:path>
                <a:path w="16949420" h="9258935">
                  <a:moveTo>
                    <a:pt x="7215944" y="303485"/>
                  </a:moveTo>
                  <a:lnTo>
                    <a:pt x="7205551" y="307487"/>
                  </a:lnTo>
                  <a:lnTo>
                    <a:pt x="7132254" y="273041"/>
                  </a:lnTo>
                </a:path>
                <a:path w="16949420" h="9258935">
                  <a:moveTo>
                    <a:pt x="7205551" y="307487"/>
                  </a:moveTo>
                  <a:lnTo>
                    <a:pt x="6432249" y="491386"/>
                  </a:lnTo>
                  <a:lnTo>
                    <a:pt x="6249249" y="589309"/>
                  </a:lnTo>
                  <a:lnTo>
                    <a:pt x="6171074" y="649489"/>
                  </a:lnTo>
                  <a:lnTo>
                    <a:pt x="6177031" y="661061"/>
                  </a:lnTo>
                </a:path>
                <a:path w="16949420" h="9258935">
                  <a:moveTo>
                    <a:pt x="6249249" y="801270"/>
                  </a:moveTo>
                  <a:lnTo>
                    <a:pt x="5680780" y="1077376"/>
                  </a:lnTo>
                  <a:lnTo>
                    <a:pt x="5666548" y="1048073"/>
                  </a:lnTo>
                  <a:lnTo>
                    <a:pt x="5629706" y="1065967"/>
                  </a:lnTo>
                  <a:lnTo>
                    <a:pt x="5567524" y="1055356"/>
                  </a:lnTo>
                </a:path>
                <a:path w="16949420" h="9258935">
                  <a:moveTo>
                    <a:pt x="7132254" y="273041"/>
                  </a:moveTo>
                  <a:lnTo>
                    <a:pt x="6435010" y="438768"/>
                  </a:lnTo>
                  <a:lnTo>
                    <a:pt x="6146106" y="570174"/>
                  </a:lnTo>
                  <a:lnTo>
                    <a:pt x="5910620" y="657905"/>
                  </a:lnTo>
                  <a:lnTo>
                    <a:pt x="5937767" y="740097"/>
                  </a:lnTo>
                </a:path>
                <a:path w="16949420" h="9258935">
                  <a:moveTo>
                    <a:pt x="5937767" y="740097"/>
                  </a:moveTo>
                  <a:lnTo>
                    <a:pt x="6177031" y="661061"/>
                  </a:lnTo>
                  <a:lnTo>
                    <a:pt x="6249249" y="801270"/>
                  </a:lnTo>
                </a:path>
                <a:path w="16949420" h="9258935">
                  <a:moveTo>
                    <a:pt x="5451507" y="1035570"/>
                  </a:moveTo>
                  <a:lnTo>
                    <a:pt x="5470572" y="916093"/>
                  </a:lnTo>
                  <a:lnTo>
                    <a:pt x="5544100" y="927828"/>
                  </a:lnTo>
                  <a:lnTo>
                    <a:pt x="5582083" y="970030"/>
                  </a:lnTo>
                  <a:lnTo>
                    <a:pt x="5567524" y="1055356"/>
                  </a:lnTo>
                  <a:lnTo>
                    <a:pt x="5451507" y="1035570"/>
                  </a:lnTo>
                  <a:lnTo>
                    <a:pt x="5340989" y="1016715"/>
                  </a:lnTo>
                  <a:lnTo>
                    <a:pt x="5274014" y="1005290"/>
                  </a:lnTo>
                </a:path>
                <a:path w="16949420" h="9258935">
                  <a:moveTo>
                    <a:pt x="5340989" y="1016715"/>
                  </a:moveTo>
                  <a:lnTo>
                    <a:pt x="5354608" y="936888"/>
                  </a:lnTo>
                  <a:lnTo>
                    <a:pt x="5287626" y="925463"/>
                  </a:lnTo>
                </a:path>
                <a:path w="16949420" h="9258935">
                  <a:moveTo>
                    <a:pt x="5287626" y="925463"/>
                  </a:moveTo>
                  <a:lnTo>
                    <a:pt x="5274014" y="1005290"/>
                  </a:lnTo>
                  <a:lnTo>
                    <a:pt x="4975539" y="954370"/>
                  </a:lnTo>
                </a:path>
                <a:path w="16949420" h="9258935">
                  <a:moveTo>
                    <a:pt x="5680780" y="1077376"/>
                  </a:moveTo>
                  <a:lnTo>
                    <a:pt x="5592034" y="1120485"/>
                  </a:lnTo>
                  <a:lnTo>
                    <a:pt x="4993898" y="1002606"/>
                  </a:lnTo>
                  <a:lnTo>
                    <a:pt x="4801304" y="975289"/>
                  </a:lnTo>
                  <a:lnTo>
                    <a:pt x="4757000" y="1100800"/>
                  </a:lnTo>
                  <a:lnTo>
                    <a:pt x="4656945" y="1065478"/>
                  </a:lnTo>
                  <a:lnTo>
                    <a:pt x="4696602" y="953137"/>
                  </a:lnTo>
                  <a:lnTo>
                    <a:pt x="4550514" y="919754"/>
                  </a:lnTo>
                  <a:lnTo>
                    <a:pt x="4495321" y="1028473"/>
                  </a:lnTo>
                  <a:lnTo>
                    <a:pt x="4447589" y="1016040"/>
                  </a:lnTo>
                  <a:lnTo>
                    <a:pt x="4429758" y="1084488"/>
                  </a:lnTo>
                  <a:lnTo>
                    <a:pt x="4412260" y="1079936"/>
                  </a:lnTo>
                </a:path>
                <a:path w="16949420" h="9258935">
                  <a:moveTo>
                    <a:pt x="4327973" y="1057978"/>
                  </a:moveTo>
                  <a:lnTo>
                    <a:pt x="4272415" y="940114"/>
                  </a:lnTo>
                  <a:lnTo>
                    <a:pt x="4037705" y="999046"/>
                  </a:lnTo>
                  <a:lnTo>
                    <a:pt x="4011070" y="943690"/>
                  </a:lnTo>
                  <a:lnTo>
                    <a:pt x="2888575" y="1569911"/>
                  </a:lnTo>
                </a:path>
                <a:path w="16949420" h="9258935">
                  <a:moveTo>
                    <a:pt x="3350512" y="1501408"/>
                  </a:moveTo>
                  <a:lnTo>
                    <a:pt x="3363899" y="1526825"/>
                  </a:lnTo>
                </a:path>
                <a:path w="16949420" h="9258935">
                  <a:moveTo>
                    <a:pt x="3645426" y="2061399"/>
                  </a:moveTo>
                  <a:lnTo>
                    <a:pt x="4057545" y="1844364"/>
                  </a:lnTo>
                </a:path>
                <a:path w="16949420" h="9258935">
                  <a:moveTo>
                    <a:pt x="4404713" y="1661535"/>
                  </a:moveTo>
                  <a:lnTo>
                    <a:pt x="4359254" y="1575201"/>
                  </a:lnTo>
                </a:path>
                <a:path w="16949420" h="9258935">
                  <a:moveTo>
                    <a:pt x="4308458" y="1110875"/>
                  </a:moveTo>
                  <a:lnTo>
                    <a:pt x="4301804" y="1108246"/>
                  </a:lnTo>
                  <a:lnTo>
                    <a:pt x="4279543" y="1108246"/>
                  </a:lnTo>
                  <a:lnTo>
                    <a:pt x="4149425" y="1176772"/>
                  </a:lnTo>
                  <a:lnTo>
                    <a:pt x="4105463" y="1093300"/>
                  </a:lnTo>
                  <a:lnTo>
                    <a:pt x="3350512" y="1501408"/>
                  </a:lnTo>
                </a:path>
                <a:path w="16949420" h="9258935">
                  <a:moveTo>
                    <a:pt x="4458533" y="1170039"/>
                  </a:moveTo>
                  <a:lnTo>
                    <a:pt x="4553578" y="1333331"/>
                  </a:lnTo>
                  <a:lnTo>
                    <a:pt x="4487805" y="1502494"/>
                  </a:lnTo>
                </a:path>
                <a:path w="16949420" h="9258935">
                  <a:moveTo>
                    <a:pt x="4487805" y="1502494"/>
                  </a:moveTo>
                  <a:lnTo>
                    <a:pt x="4359254" y="1575201"/>
                  </a:lnTo>
                  <a:lnTo>
                    <a:pt x="4149425" y="1176772"/>
                  </a:lnTo>
                </a:path>
                <a:path w="16949420" h="9258935">
                  <a:moveTo>
                    <a:pt x="4389108" y="1142668"/>
                  </a:moveTo>
                  <a:lnTo>
                    <a:pt x="4412260" y="1079936"/>
                  </a:lnTo>
                  <a:lnTo>
                    <a:pt x="4327973" y="1057978"/>
                  </a:lnTo>
                  <a:lnTo>
                    <a:pt x="4308458" y="1110875"/>
                  </a:lnTo>
                  <a:lnTo>
                    <a:pt x="4389108" y="1142668"/>
                  </a:lnTo>
                  <a:lnTo>
                    <a:pt x="4458533" y="1170039"/>
                  </a:lnTo>
                </a:path>
                <a:path w="16949420" h="9258935">
                  <a:moveTo>
                    <a:pt x="4453313" y="1740594"/>
                  </a:moveTo>
                  <a:lnTo>
                    <a:pt x="4487805" y="1502494"/>
                  </a:lnTo>
                </a:path>
                <a:path w="16949420" h="9258935">
                  <a:moveTo>
                    <a:pt x="4553578" y="1333331"/>
                  </a:moveTo>
                  <a:lnTo>
                    <a:pt x="4619351" y="1164176"/>
                  </a:lnTo>
                  <a:lnTo>
                    <a:pt x="5564205" y="1451326"/>
                  </a:lnTo>
                  <a:lnTo>
                    <a:pt x="5663748" y="1394783"/>
                  </a:lnTo>
                  <a:lnTo>
                    <a:pt x="5614100" y="1307379"/>
                  </a:lnTo>
                  <a:lnTo>
                    <a:pt x="5798652" y="1208402"/>
                  </a:lnTo>
                  <a:lnTo>
                    <a:pt x="5837797" y="1281403"/>
                  </a:lnTo>
                  <a:lnTo>
                    <a:pt x="6241857" y="1075995"/>
                  </a:lnTo>
                  <a:lnTo>
                    <a:pt x="6672280" y="906522"/>
                  </a:lnTo>
                  <a:lnTo>
                    <a:pt x="8407763" y="1461766"/>
                  </a:lnTo>
                </a:path>
                <a:path w="16949420" h="9258935">
                  <a:moveTo>
                    <a:pt x="4453313" y="1740594"/>
                  </a:moveTo>
                  <a:lnTo>
                    <a:pt x="5325608" y="2019670"/>
                  </a:lnTo>
                  <a:lnTo>
                    <a:pt x="5325608" y="2067138"/>
                  </a:lnTo>
                  <a:lnTo>
                    <a:pt x="5361069" y="2131546"/>
                  </a:lnTo>
                  <a:lnTo>
                    <a:pt x="5429270" y="2194883"/>
                  </a:lnTo>
                  <a:lnTo>
                    <a:pt x="5525804" y="2222914"/>
                  </a:lnTo>
                  <a:lnTo>
                    <a:pt x="5672148" y="2200886"/>
                  </a:lnTo>
                  <a:lnTo>
                    <a:pt x="5760817" y="2134517"/>
                  </a:lnTo>
                  <a:lnTo>
                    <a:pt x="5810294" y="2020027"/>
                  </a:lnTo>
                  <a:lnTo>
                    <a:pt x="6058803" y="1854176"/>
                  </a:lnTo>
                  <a:lnTo>
                    <a:pt x="6702312" y="1564978"/>
                  </a:lnTo>
                  <a:lnTo>
                    <a:pt x="8197648" y="2053107"/>
                  </a:lnTo>
                </a:path>
                <a:path w="16949420" h="9258935">
                  <a:moveTo>
                    <a:pt x="7604065" y="431299"/>
                  </a:moveTo>
                  <a:lnTo>
                    <a:pt x="7837449" y="508163"/>
                  </a:lnTo>
                  <a:lnTo>
                    <a:pt x="7746624" y="783982"/>
                  </a:lnTo>
                  <a:lnTo>
                    <a:pt x="7981792" y="861428"/>
                  </a:lnTo>
                  <a:lnTo>
                    <a:pt x="8023133" y="735893"/>
                  </a:lnTo>
                  <a:lnTo>
                    <a:pt x="8197648" y="793367"/>
                  </a:lnTo>
                  <a:lnTo>
                    <a:pt x="8158634" y="911827"/>
                  </a:lnTo>
                  <a:lnTo>
                    <a:pt x="8407763" y="1055418"/>
                  </a:lnTo>
                  <a:lnTo>
                    <a:pt x="8293437" y="1253799"/>
                  </a:lnTo>
                </a:path>
                <a:path w="16949420" h="9258935">
                  <a:moveTo>
                    <a:pt x="8407763" y="1461766"/>
                  </a:moveTo>
                  <a:lnTo>
                    <a:pt x="8570876" y="1513950"/>
                  </a:lnTo>
                </a:path>
                <a:path w="16949420" h="9258935">
                  <a:moveTo>
                    <a:pt x="8293437" y="1253799"/>
                  </a:moveTo>
                  <a:lnTo>
                    <a:pt x="8332916" y="1325551"/>
                  </a:lnTo>
                  <a:lnTo>
                    <a:pt x="8407763" y="1461766"/>
                  </a:lnTo>
                </a:path>
                <a:path w="16949420" h="9258935">
                  <a:moveTo>
                    <a:pt x="8332916" y="1325551"/>
                  </a:moveTo>
                  <a:lnTo>
                    <a:pt x="8596394" y="1180735"/>
                  </a:lnTo>
                  <a:lnTo>
                    <a:pt x="8675973" y="1325551"/>
                  </a:lnTo>
                  <a:lnTo>
                    <a:pt x="8736316" y="1292370"/>
                  </a:lnTo>
                  <a:lnTo>
                    <a:pt x="8787430" y="1385344"/>
                  </a:lnTo>
                </a:path>
                <a:path w="16949420" h="9258935">
                  <a:moveTo>
                    <a:pt x="8570876" y="1513950"/>
                  </a:moveTo>
                  <a:lnTo>
                    <a:pt x="8684583" y="1550319"/>
                  </a:lnTo>
                </a:path>
                <a:path w="16949420" h="9258935">
                  <a:moveTo>
                    <a:pt x="2751911" y="1276129"/>
                  </a:moveTo>
                  <a:lnTo>
                    <a:pt x="2241164" y="1484670"/>
                  </a:lnTo>
                  <a:lnTo>
                    <a:pt x="1609437" y="1711066"/>
                  </a:lnTo>
                  <a:lnTo>
                    <a:pt x="1205648" y="1938657"/>
                  </a:lnTo>
                  <a:lnTo>
                    <a:pt x="886542" y="2249991"/>
                  </a:lnTo>
                  <a:lnTo>
                    <a:pt x="753880" y="2429710"/>
                  </a:lnTo>
                  <a:lnTo>
                    <a:pt x="532130" y="2547946"/>
                  </a:lnTo>
                  <a:lnTo>
                    <a:pt x="0" y="2429710"/>
                  </a:lnTo>
                </a:path>
                <a:path w="16949420" h="9258935">
                  <a:moveTo>
                    <a:pt x="0" y="2695903"/>
                  </a:moveTo>
                  <a:lnTo>
                    <a:pt x="334858" y="2818157"/>
                  </a:lnTo>
                  <a:lnTo>
                    <a:pt x="431757" y="3209349"/>
                  </a:lnTo>
                  <a:lnTo>
                    <a:pt x="385832" y="3936672"/>
                  </a:lnTo>
                  <a:lnTo>
                    <a:pt x="385832" y="4955838"/>
                  </a:lnTo>
                  <a:lnTo>
                    <a:pt x="367334" y="5048952"/>
                  </a:lnTo>
                  <a:lnTo>
                    <a:pt x="314778" y="5105588"/>
                  </a:lnTo>
                  <a:lnTo>
                    <a:pt x="203088" y="5163139"/>
                  </a:lnTo>
                  <a:lnTo>
                    <a:pt x="0" y="5199903"/>
                  </a:lnTo>
                </a:path>
                <a:path w="16949420" h="9258935">
                  <a:moveTo>
                    <a:pt x="0" y="5494561"/>
                  </a:moveTo>
                  <a:lnTo>
                    <a:pt x="377393" y="5461753"/>
                  </a:lnTo>
                  <a:lnTo>
                    <a:pt x="501741" y="5527293"/>
                  </a:lnTo>
                  <a:lnTo>
                    <a:pt x="601711" y="5629985"/>
                  </a:lnTo>
                  <a:lnTo>
                    <a:pt x="776133" y="5956754"/>
                  </a:lnTo>
                  <a:lnTo>
                    <a:pt x="976196" y="6238227"/>
                  </a:lnTo>
                  <a:lnTo>
                    <a:pt x="1382180" y="6606647"/>
                  </a:lnTo>
                  <a:lnTo>
                    <a:pt x="1542097" y="6751688"/>
                  </a:lnTo>
                  <a:lnTo>
                    <a:pt x="1990367" y="7010280"/>
                  </a:lnTo>
                  <a:lnTo>
                    <a:pt x="3030436" y="7610146"/>
                  </a:lnTo>
                  <a:lnTo>
                    <a:pt x="3184622" y="7944904"/>
                  </a:lnTo>
                  <a:lnTo>
                    <a:pt x="3184622" y="8300448"/>
                  </a:lnTo>
                  <a:lnTo>
                    <a:pt x="2849430" y="9258496"/>
                  </a:lnTo>
                </a:path>
                <a:path w="16949420" h="9258935">
                  <a:moveTo>
                    <a:pt x="3116019" y="9258496"/>
                  </a:moveTo>
                  <a:lnTo>
                    <a:pt x="3410917" y="8516381"/>
                  </a:lnTo>
                  <a:lnTo>
                    <a:pt x="3516123" y="8359396"/>
                  </a:lnTo>
                  <a:lnTo>
                    <a:pt x="3722942" y="8237390"/>
                  </a:lnTo>
                  <a:lnTo>
                    <a:pt x="3938875" y="8237390"/>
                  </a:lnTo>
                  <a:lnTo>
                    <a:pt x="4528541" y="8525223"/>
                  </a:lnTo>
                  <a:lnTo>
                    <a:pt x="4908114" y="8794442"/>
                  </a:lnTo>
                  <a:lnTo>
                    <a:pt x="5123341" y="8967948"/>
                  </a:lnTo>
                  <a:lnTo>
                    <a:pt x="5445620" y="9258496"/>
                  </a:lnTo>
                </a:path>
                <a:path w="16949420" h="9258935">
                  <a:moveTo>
                    <a:pt x="6733321" y="9258496"/>
                  </a:moveTo>
                  <a:lnTo>
                    <a:pt x="7342603" y="8280515"/>
                  </a:lnTo>
                  <a:lnTo>
                    <a:pt x="10034784" y="9258496"/>
                  </a:lnTo>
                </a:path>
                <a:path w="16949420" h="9258935">
                  <a:moveTo>
                    <a:pt x="11364896" y="9258496"/>
                  </a:moveTo>
                  <a:lnTo>
                    <a:pt x="11327822" y="9174186"/>
                  </a:lnTo>
                  <a:lnTo>
                    <a:pt x="11351478" y="9063117"/>
                  </a:lnTo>
                  <a:lnTo>
                    <a:pt x="11484187" y="8877666"/>
                  </a:lnTo>
                  <a:lnTo>
                    <a:pt x="11798313" y="8438664"/>
                  </a:lnTo>
                  <a:lnTo>
                    <a:pt x="12123299" y="8033557"/>
                  </a:lnTo>
                  <a:lnTo>
                    <a:pt x="12653358" y="7609913"/>
                  </a:lnTo>
                  <a:lnTo>
                    <a:pt x="13298287" y="7169670"/>
                  </a:lnTo>
                  <a:lnTo>
                    <a:pt x="13774984" y="6906502"/>
                  </a:lnTo>
                  <a:lnTo>
                    <a:pt x="14233531" y="6560808"/>
                  </a:lnTo>
                  <a:lnTo>
                    <a:pt x="14618549" y="6151202"/>
                  </a:lnTo>
                  <a:lnTo>
                    <a:pt x="15089662" y="5606173"/>
                  </a:lnTo>
                  <a:lnTo>
                    <a:pt x="15295977" y="5367515"/>
                  </a:lnTo>
                  <a:lnTo>
                    <a:pt x="15501129" y="5246285"/>
                  </a:lnTo>
                  <a:lnTo>
                    <a:pt x="15658192" y="5153521"/>
                  </a:lnTo>
                  <a:lnTo>
                    <a:pt x="16078036" y="4924061"/>
                  </a:lnTo>
                  <a:lnTo>
                    <a:pt x="16464838" y="4807687"/>
                  </a:lnTo>
                  <a:lnTo>
                    <a:pt x="16707219" y="4773358"/>
                  </a:lnTo>
                  <a:lnTo>
                    <a:pt x="16948903" y="4765323"/>
                  </a:lnTo>
                </a:path>
                <a:path w="16949420" h="9258935">
                  <a:moveTo>
                    <a:pt x="16948903" y="4317192"/>
                  </a:moveTo>
                  <a:lnTo>
                    <a:pt x="16565436" y="4317192"/>
                  </a:lnTo>
                  <a:lnTo>
                    <a:pt x="16113326" y="4390294"/>
                  </a:lnTo>
                  <a:lnTo>
                    <a:pt x="15937183" y="4405822"/>
                  </a:lnTo>
                  <a:lnTo>
                    <a:pt x="15818435" y="4378319"/>
                  </a:lnTo>
                  <a:lnTo>
                    <a:pt x="15466536" y="4035246"/>
                  </a:lnTo>
                  <a:lnTo>
                    <a:pt x="14735746" y="35807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623723" y="6033067"/>
              <a:ext cx="277517" cy="24863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766120" y="2402664"/>
              <a:ext cx="15237460" cy="9401810"/>
            </a:xfrm>
            <a:custGeom>
              <a:avLst/>
              <a:gdLst/>
              <a:ahLst/>
              <a:cxnLst/>
              <a:rect l="l" t="t" r="r" b="b"/>
              <a:pathLst>
                <a:path w="15237460" h="9401810">
                  <a:moveTo>
                    <a:pt x="14121935" y="3877097"/>
                  </a:moveTo>
                  <a:lnTo>
                    <a:pt x="14117824" y="3917848"/>
                  </a:lnTo>
                  <a:lnTo>
                    <a:pt x="14203918" y="3926543"/>
                  </a:lnTo>
                  <a:lnTo>
                    <a:pt x="14199730" y="3968217"/>
                  </a:lnTo>
                  <a:lnTo>
                    <a:pt x="14287685" y="3977105"/>
                  </a:lnTo>
                  <a:lnTo>
                    <a:pt x="14287685" y="4012474"/>
                  </a:lnTo>
                  <a:lnTo>
                    <a:pt x="14369978" y="4022223"/>
                  </a:lnTo>
                  <a:lnTo>
                    <a:pt x="14369978" y="4078068"/>
                  </a:lnTo>
                  <a:lnTo>
                    <a:pt x="14452582" y="4084040"/>
                  </a:lnTo>
                  <a:lnTo>
                    <a:pt x="14452582" y="4120339"/>
                  </a:lnTo>
                  <a:lnTo>
                    <a:pt x="14487020" y="4120339"/>
                  </a:lnTo>
                  <a:lnTo>
                    <a:pt x="14540770" y="4120339"/>
                  </a:lnTo>
                  <a:lnTo>
                    <a:pt x="14535961" y="4186252"/>
                  </a:lnTo>
                  <a:lnTo>
                    <a:pt x="14618255" y="4196164"/>
                  </a:lnTo>
                  <a:lnTo>
                    <a:pt x="14618255" y="4234325"/>
                  </a:lnTo>
                  <a:lnTo>
                    <a:pt x="14702565" y="4242577"/>
                  </a:lnTo>
                </a:path>
                <a:path w="15237460" h="9401810">
                  <a:moveTo>
                    <a:pt x="14403097" y="4484191"/>
                  </a:moveTo>
                  <a:lnTo>
                    <a:pt x="14427452" y="4464056"/>
                  </a:lnTo>
                </a:path>
                <a:path w="15237460" h="9401810">
                  <a:moveTo>
                    <a:pt x="14688836" y="4740859"/>
                  </a:moveTo>
                  <a:lnTo>
                    <a:pt x="14427452" y="4464056"/>
                  </a:lnTo>
                  <a:lnTo>
                    <a:pt x="14451884" y="4443921"/>
                  </a:lnTo>
                  <a:lnTo>
                    <a:pt x="14355629" y="4335202"/>
                  </a:lnTo>
                  <a:lnTo>
                    <a:pt x="14301413" y="4285539"/>
                  </a:lnTo>
                  <a:lnTo>
                    <a:pt x="14150788" y="4184250"/>
                  </a:lnTo>
                  <a:lnTo>
                    <a:pt x="14139076" y="4181326"/>
                  </a:lnTo>
                  <a:lnTo>
                    <a:pt x="14130467" y="4184786"/>
                  </a:lnTo>
                  <a:lnTo>
                    <a:pt x="14127519" y="4192643"/>
                  </a:lnTo>
                  <a:lnTo>
                    <a:pt x="14127519" y="4202400"/>
                  </a:lnTo>
                  <a:lnTo>
                    <a:pt x="14240760" y="4322040"/>
                  </a:lnTo>
                  <a:lnTo>
                    <a:pt x="14237735" y="4327787"/>
                  </a:lnTo>
                  <a:lnTo>
                    <a:pt x="14344383" y="4444665"/>
                  </a:lnTo>
                  <a:lnTo>
                    <a:pt x="14356250" y="4439352"/>
                  </a:lnTo>
                  <a:lnTo>
                    <a:pt x="14403097" y="4484191"/>
                  </a:lnTo>
                </a:path>
                <a:path w="15237460" h="9401810">
                  <a:moveTo>
                    <a:pt x="14130467" y="4184786"/>
                  </a:moveTo>
                  <a:lnTo>
                    <a:pt x="13727997" y="3905981"/>
                  </a:lnTo>
                  <a:lnTo>
                    <a:pt x="13681072" y="3866323"/>
                  </a:lnTo>
                  <a:lnTo>
                    <a:pt x="13650667" y="3832328"/>
                  </a:lnTo>
                  <a:lnTo>
                    <a:pt x="13611886" y="3765524"/>
                  </a:lnTo>
                  <a:lnTo>
                    <a:pt x="13594512" y="3697913"/>
                  </a:lnTo>
                  <a:lnTo>
                    <a:pt x="13587066" y="3587410"/>
                  </a:lnTo>
                  <a:lnTo>
                    <a:pt x="13587066" y="3492474"/>
                  </a:lnTo>
                  <a:lnTo>
                    <a:pt x="13570468" y="3460169"/>
                  </a:lnTo>
                  <a:lnTo>
                    <a:pt x="13541382" y="3441717"/>
                  </a:lnTo>
                  <a:lnTo>
                    <a:pt x="13442646" y="3505256"/>
                  </a:lnTo>
                </a:path>
                <a:path w="15237460" h="9401810">
                  <a:moveTo>
                    <a:pt x="13611886" y="3765524"/>
                  </a:moveTo>
                  <a:lnTo>
                    <a:pt x="13341272" y="3689668"/>
                  </a:lnTo>
                  <a:lnTo>
                    <a:pt x="13499809" y="3580189"/>
                  </a:lnTo>
                </a:path>
                <a:path w="15237460" h="9401810">
                  <a:moveTo>
                    <a:pt x="13499809" y="3580189"/>
                  </a:moveTo>
                  <a:lnTo>
                    <a:pt x="13442646" y="3505256"/>
                  </a:lnTo>
                  <a:lnTo>
                    <a:pt x="13217328" y="3650158"/>
                  </a:lnTo>
                </a:path>
                <a:path w="15237460" h="9401810">
                  <a:moveTo>
                    <a:pt x="13472507" y="3370073"/>
                  </a:moveTo>
                  <a:lnTo>
                    <a:pt x="13086015" y="3613882"/>
                  </a:lnTo>
                </a:path>
                <a:path w="15237460" h="9401810">
                  <a:moveTo>
                    <a:pt x="13364851" y="3330571"/>
                  </a:moveTo>
                  <a:lnTo>
                    <a:pt x="13010547" y="3554020"/>
                  </a:lnTo>
                </a:path>
                <a:path w="15237460" h="9401810">
                  <a:moveTo>
                    <a:pt x="13245250" y="3295994"/>
                  </a:moveTo>
                  <a:lnTo>
                    <a:pt x="12836188" y="3554020"/>
                  </a:lnTo>
                </a:path>
                <a:path w="15237460" h="9401810">
                  <a:moveTo>
                    <a:pt x="13123865" y="3263588"/>
                  </a:moveTo>
                  <a:lnTo>
                    <a:pt x="12777551" y="3482073"/>
                  </a:lnTo>
                </a:path>
                <a:path w="15237460" h="9401810">
                  <a:moveTo>
                    <a:pt x="13006669" y="3231540"/>
                  </a:moveTo>
                  <a:lnTo>
                    <a:pt x="12655623" y="3453003"/>
                  </a:lnTo>
                </a:path>
                <a:path w="15237460" h="9401810">
                  <a:moveTo>
                    <a:pt x="12885750" y="3196132"/>
                  </a:moveTo>
                  <a:lnTo>
                    <a:pt x="12490571" y="3445402"/>
                  </a:lnTo>
                </a:path>
                <a:path w="15237460" h="9401810">
                  <a:moveTo>
                    <a:pt x="12767700" y="3163828"/>
                  </a:moveTo>
                  <a:lnTo>
                    <a:pt x="12376477" y="3410615"/>
                  </a:lnTo>
                </a:path>
                <a:path w="15237460" h="9401810">
                  <a:moveTo>
                    <a:pt x="12646858" y="3129305"/>
                  </a:moveTo>
                  <a:lnTo>
                    <a:pt x="12252455" y="3378078"/>
                  </a:lnTo>
                </a:path>
                <a:path w="15237460" h="9401810">
                  <a:moveTo>
                    <a:pt x="12530515" y="3094518"/>
                  </a:moveTo>
                  <a:lnTo>
                    <a:pt x="12118118" y="3342368"/>
                  </a:lnTo>
                </a:path>
                <a:path w="15237460" h="9401810">
                  <a:moveTo>
                    <a:pt x="12410216" y="3062175"/>
                  </a:moveTo>
                  <a:lnTo>
                    <a:pt x="11979204" y="3302144"/>
                  </a:lnTo>
                </a:path>
                <a:path w="15237460" h="9401810">
                  <a:moveTo>
                    <a:pt x="12271691" y="3039426"/>
                  </a:moveTo>
                  <a:lnTo>
                    <a:pt x="12137431" y="3103733"/>
                  </a:lnTo>
                </a:path>
                <a:path w="15237460" h="9401810">
                  <a:moveTo>
                    <a:pt x="12137431" y="3103733"/>
                  </a:moveTo>
                  <a:lnTo>
                    <a:pt x="11878838" y="3227584"/>
                  </a:lnTo>
                  <a:lnTo>
                    <a:pt x="11857742" y="3224039"/>
                  </a:lnTo>
                  <a:lnTo>
                    <a:pt x="11849985" y="3212397"/>
                  </a:lnTo>
                  <a:lnTo>
                    <a:pt x="11858905" y="3175284"/>
                  </a:lnTo>
                  <a:lnTo>
                    <a:pt x="11892334" y="3115057"/>
                  </a:lnTo>
                  <a:lnTo>
                    <a:pt x="11930883" y="3072149"/>
                  </a:lnTo>
                  <a:lnTo>
                    <a:pt x="11971913" y="3054434"/>
                  </a:lnTo>
                  <a:lnTo>
                    <a:pt x="12037065" y="3054434"/>
                  </a:lnTo>
                  <a:lnTo>
                    <a:pt x="12123469" y="3073313"/>
                  </a:lnTo>
                  <a:lnTo>
                    <a:pt x="12137431" y="3085606"/>
                  </a:lnTo>
                  <a:lnTo>
                    <a:pt x="12137431" y="3103733"/>
                  </a:lnTo>
                </a:path>
                <a:path w="15237460" h="9401810">
                  <a:moveTo>
                    <a:pt x="14733745" y="4248162"/>
                  </a:moveTo>
                  <a:lnTo>
                    <a:pt x="14840470" y="4255553"/>
                  </a:lnTo>
                  <a:lnTo>
                    <a:pt x="14907639" y="4225653"/>
                  </a:lnTo>
                  <a:lnTo>
                    <a:pt x="14933700" y="4232688"/>
                  </a:lnTo>
                  <a:lnTo>
                    <a:pt x="15087816" y="4379978"/>
                  </a:lnTo>
                  <a:lnTo>
                    <a:pt x="15236890" y="3602069"/>
                  </a:lnTo>
                  <a:lnTo>
                    <a:pt x="14855284" y="3337295"/>
                  </a:lnTo>
                  <a:lnTo>
                    <a:pt x="14723196" y="3488836"/>
                  </a:lnTo>
                  <a:lnTo>
                    <a:pt x="14561402" y="3422125"/>
                  </a:lnTo>
                  <a:lnTo>
                    <a:pt x="14583817" y="3367917"/>
                  </a:lnTo>
                  <a:lnTo>
                    <a:pt x="13427366" y="2990383"/>
                  </a:lnTo>
                  <a:lnTo>
                    <a:pt x="12199248" y="2589465"/>
                  </a:lnTo>
                  <a:lnTo>
                    <a:pt x="12199248" y="2669509"/>
                  </a:lnTo>
                  <a:lnTo>
                    <a:pt x="12304965" y="2823881"/>
                  </a:lnTo>
                  <a:lnTo>
                    <a:pt x="12304965" y="2835981"/>
                  </a:lnTo>
                  <a:lnTo>
                    <a:pt x="12293796" y="2835981"/>
                  </a:lnTo>
                  <a:lnTo>
                    <a:pt x="12246560" y="2788412"/>
                  </a:lnTo>
                  <a:lnTo>
                    <a:pt x="12197541" y="2722841"/>
                  </a:lnTo>
                  <a:lnTo>
                    <a:pt x="12169231" y="2662094"/>
                  </a:lnTo>
                  <a:lnTo>
                    <a:pt x="12136810" y="2517697"/>
                  </a:lnTo>
                  <a:lnTo>
                    <a:pt x="12126727" y="2347673"/>
                  </a:lnTo>
                  <a:lnTo>
                    <a:pt x="12141696" y="2303610"/>
                  </a:lnTo>
                  <a:lnTo>
                    <a:pt x="12163647" y="2286375"/>
                  </a:lnTo>
                  <a:lnTo>
                    <a:pt x="12190638" y="2286375"/>
                  </a:lnTo>
                  <a:lnTo>
                    <a:pt x="12226549" y="2304075"/>
                  </a:lnTo>
                  <a:lnTo>
                    <a:pt x="12248810" y="2336209"/>
                  </a:lnTo>
                  <a:lnTo>
                    <a:pt x="12248810" y="2411599"/>
                  </a:lnTo>
                  <a:lnTo>
                    <a:pt x="12231979" y="2540818"/>
                  </a:lnTo>
                  <a:lnTo>
                    <a:pt x="13846434" y="2900016"/>
                  </a:lnTo>
                  <a:lnTo>
                    <a:pt x="13917481" y="2828891"/>
                  </a:lnTo>
                  <a:lnTo>
                    <a:pt x="14035065" y="2245896"/>
                  </a:lnTo>
                  <a:lnTo>
                    <a:pt x="12328078" y="1901520"/>
                  </a:lnTo>
                  <a:lnTo>
                    <a:pt x="12313186" y="1911076"/>
                  </a:lnTo>
                  <a:lnTo>
                    <a:pt x="12303569" y="1932289"/>
                  </a:lnTo>
                  <a:lnTo>
                    <a:pt x="12303569" y="2031879"/>
                  </a:lnTo>
                  <a:lnTo>
                    <a:pt x="12290926" y="2080526"/>
                  </a:lnTo>
                  <a:lnTo>
                    <a:pt x="12247258" y="2123697"/>
                  </a:lnTo>
                  <a:lnTo>
                    <a:pt x="12167292" y="2123697"/>
                  </a:lnTo>
                  <a:lnTo>
                    <a:pt x="12099503" y="2090772"/>
                  </a:lnTo>
                  <a:lnTo>
                    <a:pt x="12083525" y="2001909"/>
                  </a:lnTo>
                  <a:lnTo>
                    <a:pt x="12041719" y="1769230"/>
                  </a:lnTo>
                  <a:lnTo>
                    <a:pt x="12052888" y="1686208"/>
                  </a:lnTo>
                  <a:lnTo>
                    <a:pt x="12105785" y="1640609"/>
                  </a:lnTo>
                  <a:lnTo>
                    <a:pt x="12146660" y="1631798"/>
                  </a:lnTo>
                  <a:lnTo>
                    <a:pt x="12197386" y="1644068"/>
                  </a:lnTo>
                  <a:lnTo>
                    <a:pt x="12241364" y="1689566"/>
                  </a:lnTo>
                  <a:lnTo>
                    <a:pt x="12263702" y="1764483"/>
                  </a:lnTo>
                  <a:lnTo>
                    <a:pt x="12263702" y="1864073"/>
                  </a:lnTo>
                  <a:lnTo>
                    <a:pt x="12479712" y="1864073"/>
                  </a:lnTo>
                  <a:lnTo>
                    <a:pt x="12701152" y="1884898"/>
                  </a:lnTo>
                  <a:lnTo>
                    <a:pt x="12966182" y="1909819"/>
                  </a:lnTo>
                  <a:lnTo>
                    <a:pt x="13194757" y="1953432"/>
                  </a:lnTo>
                  <a:lnTo>
                    <a:pt x="13474058" y="2025767"/>
                  </a:lnTo>
                  <a:lnTo>
                    <a:pt x="13523388" y="2001575"/>
                  </a:lnTo>
                  <a:lnTo>
                    <a:pt x="13682158" y="1335200"/>
                  </a:lnTo>
                  <a:lnTo>
                    <a:pt x="13039245" y="1229755"/>
                  </a:lnTo>
                  <a:lnTo>
                    <a:pt x="12739390" y="1197496"/>
                  </a:lnTo>
                  <a:lnTo>
                    <a:pt x="12105863" y="1157575"/>
                  </a:lnTo>
                  <a:lnTo>
                    <a:pt x="12156201" y="1356064"/>
                  </a:lnTo>
                  <a:lnTo>
                    <a:pt x="12149918" y="1387089"/>
                  </a:lnTo>
                  <a:lnTo>
                    <a:pt x="12128123" y="1414957"/>
                  </a:lnTo>
                  <a:lnTo>
                    <a:pt x="12002395" y="1455608"/>
                  </a:lnTo>
                  <a:lnTo>
                    <a:pt x="11904201" y="1114862"/>
                  </a:lnTo>
                  <a:lnTo>
                    <a:pt x="11854949" y="1020872"/>
                  </a:lnTo>
                  <a:lnTo>
                    <a:pt x="11854949" y="967951"/>
                  </a:lnTo>
                  <a:lnTo>
                    <a:pt x="11878606" y="930047"/>
                  </a:lnTo>
                  <a:lnTo>
                    <a:pt x="11922583" y="905754"/>
                  </a:lnTo>
                  <a:lnTo>
                    <a:pt x="11966173" y="901597"/>
                  </a:lnTo>
                  <a:lnTo>
                    <a:pt x="12049630" y="1092640"/>
                  </a:lnTo>
                  <a:lnTo>
                    <a:pt x="12286738" y="1009501"/>
                  </a:lnTo>
                  <a:lnTo>
                    <a:pt x="12419446" y="1009501"/>
                  </a:lnTo>
                  <a:lnTo>
                    <a:pt x="12579690" y="1072513"/>
                  </a:lnTo>
                  <a:lnTo>
                    <a:pt x="12760487" y="1136362"/>
                  </a:lnTo>
                  <a:lnTo>
                    <a:pt x="12877296" y="1154418"/>
                  </a:lnTo>
                  <a:lnTo>
                    <a:pt x="13181572" y="1160810"/>
                  </a:lnTo>
                  <a:lnTo>
                    <a:pt x="13279300" y="1160810"/>
                  </a:lnTo>
                  <a:lnTo>
                    <a:pt x="13346469" y="399623"/>
                  </a:lnTo>
                  <a:lnTo>
                    <a:pt x="12275801" y="283644"/>
                  </a:lnTo>
                  <a:lnTo>
                    <a:pt x="11777232" y="414941"/>
                  </a:lnTo>
                  <a:lnTo>
                    <a:pt x="11872556" y="684307"/>
                  </a:lnTo>
                  <a:lnTo>
                    <a:pt x="11872556" y="708661"/>
                  </a:lnTo>
                  <a:lnTo>
                    <a:pt x="11863248" y="748544"/>
                  </a:lnTo>
                  <a:lnTo>
                    <a:pt x="11822141" y="775776"/>
                  </a:lnTo>
                  <a:lnTo>
                    <a:pt x="11751792" y="807739"/>
                  </a:lnTo>
                  <a:lnTo>
                    <a:pt x="11714872" y="812618"/>
                  </a:lnTo>
                  <a:lnTo>
                    <a:pt x="11682917" y="806258"/>
                  </a:lnTo>
                  <a:lnTo>
                    <a:pt x="11655925" y="779313"/>
                  </a:lnTo>
                  <a:lnTo>
                    <a:pt x="11458917" y="324023"/>
                  </a:lnTo>
                  <a:lnTo>
                    <a:pt x="11337222" y="173452"/>
                  </a:lnTo>
                  <a:lnTo>
                    <a:pt x="11261134" y="115063"/>
                  </a:lnTo>
                  <a:lnTo>
                    <a:pt x="11048691" y="15776"/>
                  </a:lnTo>
                  <a:lnTo>
                    <a:pt x="10850132" y="0"/>
                  </a:lnTo>
                  <a:lnTo>
                    <a:pt x="9894334" y="308200"/>
                  </a:lnTo>
                  <a:lnTo>
                    <a:pt x="9736961" y="342235"/>
                  </a:lnTo>
                  <a:lnTo>
                    <a:pt x="9584706" y="321983"/>
                  </a:lnTo>
                  <a:lnTo>
                    <a:pt x="9322314" y="229281"/>
                  </a:lnTo>
                  <a:lnTo>
                    <a:pt x="9015788" y="136656"/>
                  </a:lnTo>
                  <a:lnTo>
                    <a:pt x="8799623" y="97565"/>
                  </a:lnTo>
                  <a:lnTo>
                    <a:pt x="8559490" y="97565"/>
                  </a:lnTo>
                  <a:lnTo>
                    <a:pt x="7973586" y="262586"/>
                  </a:lnTo>
                  <a:lnTo>
                    <a:pt x="7520081" y="389082"/>
                  </a:lnTo>
                </a:path>
                <a:path w="15237460" h="9401810">
                  <a:moveTo>
                    <a:pt x="7520081" y="515004"/>
                  </a:moveTo>
                  <a:lnTo>
                    <a:pt x="8093885" y="354970"/>
                  </a:lnTo>
                  <a:lnTo>
                    <a:pt x="8543202" y="253209"/>
                  </a:lnTo>
                  <a:lnTo>
                    <a:pt x="8817772" y="230801"/>
                  </a:lnTo>
                  <a:lnTo>
                    <a:pt x="9010204" y="282326"/>
                  </a:lnTo>
                  <a:lnTo>
                    <a:pt x="9475887" y="444966"/>
                  </a:lnTo>
                  <a:lnTo>
                    <a:pt x="9510712" y="571485"/>
                  </a:lnTo>
                  <a:lnTo>
                    <a:pt x="9724241" y="496831"/>
                  </a:lnTo>
                  <a:lnTo>
                    <a:pt x="9816384" y="841184"/>
                  </a:lnTo>
                  <a:lnTo>
                    <a:pt x="9941414" y="807739"/>
                  </a:lnTo>
                  <a:lnTo>
                    <a:pt x="9999819" y="1026224"/>
                  </a:lnTo>
                  <a:lnTo>
                    <a:pt x="11256403" y="657346"/>
                  </a:lnTo>
                  <a:lnTo>
                    <a:pt x="11214441" y="514453"/>
                  </a:lnTo>
                  <a:lnTo>
                    <a:pt x="11266873" y="479054"/>
                  </a:lnTo>
                  <a:lnTo>
                    <a:pt x="11325588" y="497273"/>
                  </a:lnTo>
                  <a:lnTo>
                    <a:pt x="11604036" y="1090414"/>
                  </a:lnTo>
                  <a:lnTo>
                    <a:pt x="11736202" y="1528850"/>
                  </a:lnTo>
                  <a:lnTo>
                    <a:pt x="11852002" y="2256840"/>
                  </a:lnTo>
                  <a:lnTo>
                    <a:pt x="11895359" y="2659387"/>
                  </a:lnTo>
                  <a:lnTo>
                    <a:pt x="11873719" y="2689667"/>
                  </a:lnTo>
                  <a:lnTo>
                    <a:pt x="11834318" y="2706553"/>
                  </a:lnTo>
                  <a:lnTo>
                    <a:pt x="11748069" y="2713083"/>
                  </a:lnTo>
                  <a:lnTo>
                    <a:pt x="11514917" y="2651569"/>
                  </a:lnTo>
                  <a:lnTo>
                    <a:pt x="11394773" y="2533527"/>
                  </a:lnTo>
                  <a:lnTo>
                    <a:pt x="11315970" y="2376254"/>
                  </a:lnTo>
                  <a:lnTo>
                    <a:pt x="11292469" y="2252822"/>
                  </a:lnTo>
                  <a:lnTo>
                    <a:pt x="11292469" y="2085288"/>
                  </a:lnTo>
                  <a:lnTo>
                    <a:pt x="11089877" y="1492558"/>
                  </a:lnTo>
                  <a:lnTo>
                    <a:pt x="10959960" y="1380993"/>
                  </a:lnTo>
                  <a:lnTo>
                    <a:pt x="10769235" y="1314561"/>
                  </a:lnTo>
                  <a:lnTo>
                    <a:pt x="9949171" y="1561139"/>
                  </a:lnTo>
                  <a:lnTo>
                    <a:pt x="10070633" y="1964911"/>
                  </a:lnTo>
                  <a:lnTo>
                    <a:pt x="10297890" y="1896564"/>
                  </a:lnTo>
                  <a:lnTo>
                    <a:pt x="10422222" y="2310140"/>
                  </a:lnTo>
                  <a:lnTo>
                    <a:pt x="10180694" y="2382770"/>
                  </a:lnTo>
                  <a:lnTo>
                    <a:pt x="10208849" y="2476356"/>
                  </a:lnTo>
                  <a:lnTo>
                    <a:pt x="10256084" y="2462154"/>
                  </a:lnTo>
                  <a:lnTo>
                    <a:pt x="10389025" y="2904251"/>
                  </a:lnTo>
                  <a:lnTo>
                    <a:pt x="10480859" y="2876646"/>
                  </a:lnTo>
                  <a:lnTo>
                    <a:pt x="10584792" y="2617496"/>
                  </a:lnTo>
                  <a:lnTo>
                    <a:pt x="11097555" y="2786279"/>
                  </a:lnTo>
                  <a:lnTo>
                    <a:pt x="10979428" y="3145221"/>
                  </a:lnTo>
                  <a:lnTo>
                    <a:pt x="11139516" y="3208573"/>
                  </a:lnTo>
                  <a:lnTo>
                    <a:pt x="11307671" y="3361185"/>
                  </a:lnTo>
                  <a:lnTo>
                    <a:pt x="11409898" y="3468220"/>
                  </a:lnTo>
                  <a:lnTo>
                    <a:pt x="11605897" y="3627005"/>
                  </a:lnTo>
                  <a:lnTo>
                    <a:pt x="11884423" y="3751989"/>
                  </a:lnTo>
                  <a:lnTo>
                    <a:pt x="13653149" y="4115112"/>
                  </a:lnTo>
                  <a:lnTo>
                    <a:pt x="13726523" y="4155584"/>
                  </a:lnTo>
                  <a:lnTo>
                    <a:pt x="13726523" y="4178852"/>
                  </a:lnTo>
                  <a:lnTo>
                    <a:pt x="13682778" y="4201725"/>
                  </a:lnTo>
                </a:path>
                <a:path w="15237460" h="9401810">
                  <a:moveTo>
                    <a:pt x="13936716" y="4384268"/>
                  </a:moveTo>
                  <a:lnTo>
                    <a:pt x="13959209" y="4369283"/>
                  </a:lnTo>
                  <a:lnTo>
                    <a:pt x="14002954" y="4369283"/>
                  </a:lnTo>
                  <a:lnTo>
                    <a:pt x="14060273" y="4385454"/>
                  </a:lnTo>
                  <a:lnTo>
                    <a:pt x="14103863" y="4415618"/>
                  </a:lnTo>
                  <a:lnTo>
                    <a:pt x="14305990" y="4626711"/>
                  </a:lnTo>
                  <a:lnTo>
                    <a:pt x="14318942" y="4666563"/>
                  </a:lnTo>
                  <a:lnTo>
                    <a:pt x="14312505" y="4689909"/>
                  </a:lnTo>
                  <a:lnTo>
                    <a:pt x="14274422" y="4715008"/>
                  </a:lnTo>
                  <a:lnTo>
                    <a:pt x="14184372" y="4755309"/>
                  </a:lnTo>
                  <a:lnTo>
                    <a:pt x="12867523" y="5344549"/>
                  </a:lnTo>
                  <a:lnTo>
                    <a:pt x="12564255" y="5437933"/>
                  </a:lnTo>
                  <a:lnTo>
                    <a:pt x="12321485" y="5491219"/>
                  </a:lnTo>
                  <a:lnTo>
                    <a:pt x="12257186" y="5522786"/>
                  </a:lnTo>
                  <a:lnTo>
                    <a:pt x="12309696" y="5747561"/>
                  </a:lnTo>
                  <a:lnTo>
                    <a:pt x="12409829" y="5978076"/>
                  </a:lnTo>
                  <a:lnTo>
                    <a:pt x="12564255" y="5910985"/>
                  </a:lnTo>
                  <a:lnTo>
                    <a:pt x="12595900" y="5910985"/>
                  </a:lnTo>
                  <a:lnTo>
                    <a:pt x="12616377" y="5928591"/>
                  </a:lnTo>
                  <a:lnTo>
                    <a:pt x="12622737" y="5955738"/>
                  </a:lnTo>
                  <a:lnTo>
                    <a:pt x="12603734" y="5981101"/>
                  </a:lnTo>
                  <a:lnTo>
                    <a:pt x="12446283" y="6059516"/>
                  </a:lnTo>
                  <a:lnTo>
                    <a:pt x="12661906" y="6474008"/>
                  </a:lnTo>
                  <a:lnTo>
                    <a:pt x="12885672" y="6357587"/>
                  </a:lnTo>
                  <a:lnTo>
                    <a:pt x="13096331" y="6204169"/>
                  </a:lnTo>
                  <a:lnTo>
                    <a:pt x="13258591" y="6051993"/>
                  </a:lnTo>
                  <a:lnTo>
                    <a:pt x="13440474" y="5881356"/>
                  </a:lnTo>
                  <a:lnTo>
                    <a:pt x="13657881" y="5573357"/>
                  </a:lnTo>
                  <a:lnTo>
                    <a:pt x="13902512" y="5302681"/>
                  </a:lnTo>
                  <a:lnTo>
                    <a:pt x="14092228" y="5113320"/>
                  </a:lnTo>
                  <a:lnTo>
                    <a:pt x="14169558" y="5063208"/>
                  </a:lnTo>
                  <a:lnTo>
                    <a:pt x="14282721" y="4970777"/>
                  </a:lnTo>
                  <a:lnTo>
                    <a:pt x="14357724" y="4909557"/>
                  </a:lnTo>
                  <a:lnTo>
                    <a:pt x="14409613" y="4898667"/>
                  </a:lnTo>
                  <a:lnTo>
                    <a:pt x="14432338" y="4916452"/>
                  </a:lnTo>
                  <a:lnTo>
                    <a:pt x="14420859" y="5003190"/>
                  </a:lnTo>
                  <a:lnTo>
                    <a:pt x="14393480" y="5061269"/>
                  </a:lnTo>
                  <a:lnTo>
                    <a:pt x="14217491" y="5206310"/>
                  </a:lnTo>
                  <a:lnTo>
                    <a:pt x="13988993" y="5412958"/>
                  </a:lnTo>
                  <a:lnTo>
                    <a:pt x="13712329" y="5734764"/>
                  </a:lnTo>
                  <a:lnTo>
                    <a:pt x="13422402" y="6112956"/>
                  </a:lnTo>
                  <a:lnTo>
                    <a:pt x="13151788" y="6404047"/>
                  </a:lnTo>
                  <a:lnTo>
                    <a:pt x="12935700" y="6593842"/>
                  </a:lnTo>
                  <a:lnTo>
                    <a:pt x="12302172" y="7080001"/>
                  </a:lnTo>
                  <a:lnTo>
                    <a:pt x="11778628" y="7379468"/>
                  </a:lnTo>
                  <a:lnTo>
                    <a:pt x="11459848" y="7607346"/>
                  </a:lnTo>
                  <a:lnTo>
                    <a:pt x="11237710" y="7784032"/>
                  </a:lnTo>
                  <a:lnTo>
                    <a:pt x="10717501" y="8260574"/>
                  </a:lnTo>
                  <a:lnTo>
                    <a:pt x="10285247" y="8832206"/>
                  </a:lnTo>
                  <a:lnTo>
                    <a:pt x="10058999" y="9071796"/>
                  </a:lnTo>
                  <a:lnTo>
                    <a:pt x="9928927" y="9191629"/>
                  </a:lnTo>
                  <a:lnTo>
                    <a:pt x="9796296" y="9248405"/>
                  </a:lnTo>
                  <a:lnTo>
                    <a:pt x="9640861" y="9248405"/>
                  </a:lnTo>
                  <a:lnTo>
                    <a:pt x="9460219" y="9199928"/>
                  </a:lnTo>
                  <a:lnTo>
                    <a:pt x="6807052" y="8198136"/>
                  </a:lnTo>
                  <a:lnTo>
                    <a:pt x="6708083" y="8175876"/>
                  </a:lnTo>
                  <a:lnTo>
                    <a:pt x="6557302" y="8175876"/>
                  </a:lnTo>
                  <a:lnTo>
                    <a:pt x="6524571" y="8152840"/>
                  </a:lnTo>
                  <a:lnTo>
                    <a:pt x="6479817" y="8047433"/>
                  </a:lnTo>
                  <a:lnTo>
                    <a:pt x="6456161" y="7871212"/>
                  </a:lnTo>
                  <a:lnTo>
                    <a:pt x="6482920" y="7678548"/>
                  </a:lnTo>
                  <a:lnTo>
                    <a:pt x="6967761" y="6526440"/>
                  </a:lnTo>
                  <a:lnTo>
                    <a:pt x="7180281" y="5802165"/>
                  </a:lnTo>
                  <a:lnTo>
                    <a:pt x="7249234" y="5567307"/>
                  </a:lnTo>
                  <a:lnTo>
                    <a:pt x="7289333" y="5488426"/>
                  </a:lnTo>
                  <a:lnTo>
                    <a:pt x="7464934" y="5432582"/>
                  </a:lnTo>
                  <a:lnTo>
                    <a:pt x="7582208" y="5432582"/>
                  </a:lnTo>
                  <a:lnTo>
                    <a:pt x="7582208" y="5478576"/>
                  </a:lnTo>
                  <a:lnTo>
                    <a:pt x="7549011" y="5544193"/>
                  </a:lnTo>
                  <a:lnTo>
                    <a:pt x="7523183" y="5637501"/>
                  </a:lnTo>
                  <a:lnTo>
                    <a:pt x="8705695" y="6000569"/>
                  </a:lnTo>
                  <a:lnTo>
                    <a:pt x="8916586" y="5313718"/>
                  </a:lnTo>
                  <a:lnTo>
                    <a:pt x="8135148" y="5127801"/>
                  </a:lnTo>
                  <a:lnTo>
                    <a:pt x="8079148" y="5249574"/>
                  </a:lnTo>
                  <a:lnTo>
                    <a:pt x="8042539" y="5284004"/>
                  </a:lnTo>
                  <a:lnTo>
                    <a:pt x="7986306" y="5284004"/>
                  </a:lnTo>
                  <a:lnTo>
                    <a:pt x="7962185" y="5258129"/>
                  </a:lnTo>
                  <a:lnTo>
                    <a:pt x="7962185" y="5210459"/>
                  </a:lnTo>
                  <a:lnTo>
                    <a:pt x="7998561" y="5164488"/>
                  </a:lnTo>
                  <a:lnTo>
                    <a:pt x="8150971" y="5064262"/>
                  </a:lnTo>
                  <a:lnTo>
                    <a:pt x="8319203" y="4993696"/>
                  </a:lnTo>
                  <a:lnTo>
                    <a:pt x="8793495" y="4906873"/>
                  </a:lnTo>
                  <a:lnTo>
                    <a:pt x="9468053" y="4818065"/>
                  </a:lnTo>
                  <a:lnTo>
                    <a:pt x="9684994" y="4799574"/>
                  </a:lnTo>
                  <a:lnTo>
                    <a:pt x="9943121" y="4835881"/>
                  </a:lnTo>
                  <a:lnTo>
                    <a:pt x="10529878" y="4979340"/>
                  </a:lnTo>
                  <a:lnTo>
                    <a:pt x="11256945" y="5226328"/>
                  </a:lnTo>
                  <a:lnTo>
                    <a:pt x="11548346" y="5278093"/>
                  </a:lnTo>
                  <a:lnTo>
                    <a:pt x="12054284" y="5278093"/>
                  </a:lnTo>
                  <a:lnTo>
                    <a:pt x="12613972" y="5200787"/>
                  </a:lnTo>
                  <a:lnTo>
                    <a:pt x="13288918" y="4918609"/>
                  </a:lnTo>
                  <a:lnTo>
                    <a:pt x="13936716" y="4384268"/>
                  </a:lnTo>
                </a:path>
                <a:path w="15237460" h="9401810">
                  <a:moveTo>
                    <a:pt x="13682778" y="4201725"/>
                  </a:moveTo>
                  <a:lnTo>
                    <a:pt x="13273560" y="4496725"/>
                  </a:lnTo>
                  <a:lnTo>
                    <a:pt x="12929728" y="4292008"/>
                  </a:lnTo>
                  <a:lnTo>
                    <a:pt x="12408588" y="4386486"/>
                  </a:lnTo>
                  <a:lnTo>
                    <a:pt x="12086162" y="4355546"/>
                  </a:lnTo>
                  <a:lnTo>
                    <a:pt x="11492502" y="4155723"/>
                  </a:lnTo>
                  <a:lnTo>
                    <a:pt x="10790952" y="3867285"/>
                  </a:lnTo>
                  <a:lnTo>
                    <a:pt x="10456892" y="3810936"/>
                  </a:lnTo>
                  <a:lnTo>
                    <a:pt x="9632562" y="3810936"/>
                  </a:lnTo>
                  <a:lnTo>
                    <a:pt x="8854382" y="3886513"/>
                  </a:lnTo>
                  <a:lnTo>
                    <a:pt x="8290970" y="4052317"/>
                  </a:lnTo>
                  <a:lnTo>
                    <a:pt x="7508679" y="4431410"/>
                  </a:lnTo>
                  <a:lnTo>
                    <a:pt x="7588258" y="4211769"/>
                  </a:lnTo>
                  <a:lnTo>
                    <a:pt x="7634019" y="4008363"/>
                  </a:lnTo>
                  <a:lnTo>
                    <a:pt x="7634019" y="3782766"/>
                  </a:lnTo>
                  <a:lnTo>
                    <a:pt x="7607338" y="3701760"/>
                  </a:lnTo>
                </a:path>
                <a:path w="15237460" h="9401810">
                  <a:moveTo>
                    <a:pt x="7415759" y="3119695"/>
                  </a:moveTo>
                  <a:lnTo>
                    <a:pt x="7276070" y="3165674"/>
                  </a:lnTo>
                  <a:lnTo>
                    <a:pt x="7133123" y="2647993"/>
                  </a:lnTo>
                  <a:lnTo>
                    <a:pt x="7074874" y="2664095"/>
                  </a:lnTo>
                  <a:lnTo>
                    <a:pt x="7057267" y="2600393"/>
                  </a:lnTo>
                  <a:lnTo>
                    <a:pt x="7283361" y="2537979"/>
                  </a:lnTo>
                  <a:lnTo>
                    <a:pt x="6664183" y="2353862"/>
                  </a:lnTo>
                  <a:lnTo>
                    <a:pt x="6507817" y="2353862"/>
                  </a:lnTo>
                  <a:lnTo>
                    <a:pt x="6288472" y="2404890"/>
                  </a:lnTo>
                  <a:lnTo>
                    <a:pt x="6055630" y="2522056"/>
                  </a:lnTo>
                  <a:lnTo>
                    <a:pt x="5825977" y="2662047"/>
                  </a:lnTo>
                  <a:lnTo>
                    <a:pt x="5737734" y="2697051"/>
                  </a:lnTo>
                  <a:lnTo>
                    <a:pt x="5524113" y="2710888"/>
                  </a:lnTo>
                  <a:lnTo>
                    <a:pt x="5230571" y="2681136"/>
                  </a:lnTo>
                  <a:lnTo>
                    <a:pt x="4863710" y="2623429"/>
                  </a:lnTo>
                  <a:lnTo>
                    <a:pt x="4757977" y="2606792"/>
                  </a:lnTo>
                  <a:lnTo>
                    <a:pt x="4534505" y="2397444"/>
                  </a:lnTo>
                  <a:lnTo>
                    <a:pt x="3923238" y="2216228"/>
                  </a:lnTo>
                  <a:lnTo>
                    <a:pt x="3749360" y="2196621"/>
                  </a:lnTo>
                  <a:lnTo>
                    <a:pt x="3749360" y="2151014"/>
                  </a:lnTo>
                  <a:lnTo>
                    <a:pt x="3756007" y="2134625"/>
                  </a:lnTo>
                  <a:lnTo>
                    <a:pt x="3699937" y="2111907"/>
                  </a:lnTo>
                  <a:lnTo>
                    <a:pt x="3726394" y="2062725"/>
                  </a:lnTo>
                  <a:lnTo>
                    <a:pt x="3664003" y="2038270"/>
                  </a:lnTo>
                  <a:lnTo>
                    <a:pt x="3628758" y="2099606"/>
                  </a:lnTo>
                  <a:lnTo>
                    <a:pt x="3593406" y="2085241"/>
                  </a:lnTo>
                  <a:lnTo>
                    <a:pt x="3619854" y="2000869"/>
                  </a:lnTo>
                </a:path>
                <a:path w="15237460" h="9401810">
                  <a:moveTo>
                    <a:pt x="3619854" y="2000869"/>
                  </a:moveTo>
                  <a:lnTo>
                    <a:pt x="3583330" y="1954929"/>
                  </a:lnTo>
                  <a:lnTo>
                    <a:pt x="3607002" y="1942457"/>
                  </a:lnTo>
                </a:path>
                <a:path w="15237460" h="9401810">
                  <a:moveTo>
                    <a:pt x="2847716" y="2342321"/>
                  </a:moveTo>
                  <a:lnTo>
                    <a:pt x="2958304" y="2552320"/>
                  </a:lnTo>
                  <a:lnTo>
                    <a:pt x="3047244" y="2505481"/>
                  </a:lnTo>
                  <a:lnTo>
                    <a:pt x="3225947" y="2505481"/>
                  </a:lnTo>
                  <a:lnTo>
                    <a:pt x="3466770" y="2573968"/>
                  </a:lnTo>
                  <a:lnTo>
                    <a:pt x="3412554" y="3034291"/>
                  </a:lnTo>
                  <a:lnTo>
                    <a:pt x="3362984" y="3021525"/>
                  </a:lnTo>
                  <a:lnTo>
                    <a:pt x="3167970" y="4040823"/>
                  </a:lnTo>
                  <a:lnTo>
                    <a:pt x="3202081" y="4117322"/>
                  </a:lnTo>
                  <a:lnTo>
                    <a:pt x="3202081" y="4240708"/>
                  </a:lnTo>
                  <a:lnTo>
                    <a:pt x="3126365" y="4347891"/>
                  </a:lnTo>
                  <a:lnTo>
                    <a:pt x="3019454" y="4428726"/>
                  </a:lnTo>
                  <a:lnTo>
                    <a:pt x="2874816" y="4455276"/>
                  </a:lnTo>
                  <a:lnTo>
                    <a:pt x="2691606" y="4392699"/>
                  </a:lnTo>
                  <a:lnTo>
                    <a:pt x="2608576" y="4282785"/>
                  </a:lnTo>
                  <a:lnTo>
                    <a:pt x="2583151" y="4131338"/>
                  </a:lnTo>
                  <a:lnTo>
                    <a:pt x="2634598" y="3979735"/>
                  </a:lnTo>
                  <a:lnTo>
                    <a:pt x="2479722" y="2822904"/>
                  </a:lnTo>
                  <a:lnTo>
                    <a:pt x="2728293" y="2682369"/>
                  </a:lnTo>
                </a:path>
                <a:path w="15237460" h="9401810">
                  <a:moveTo>
                    <a:pt x="3346727" y="4881619"/>
                  </a:moveTo>
                  <a:lnTo>
                    <a:pt x="3585688" y="4965231"/>
                  </a:lnTo>
                  <a:lnTo>
                    <a:pt x="3615627" y="4944708"/>
                  </a:lnTo>
                  <a:lnTo>
                    <a:pt x="3636825" y="4836943"/>
                  </a:lnTo>
                  <a:lnTo>
                    <a:pt x="5436848" y="5190929"/>
                  </a:lnTo>
                  <a:lnTo>
                    <a:pt x="6428704" y="5416914"/>
                  </a:lnTo>
                  <a:lnTo>
                    <a:pt x="6404892" y="5572426"/>
                  </a:lnTo>
                  <a:lnTo>
                    <a:pt x="6489513" y="5585379"/>
                  </a:lnTo>
                  <a:lnTo>
                    <a:pt x="6489513" y="5635562"/>
                  </a:lnTo>
                  <a:lnTo>
                    <a:pt x="6521158" y="5690398"/>
                  </a:lnTo>
                  <a:lnTo>
                    <a:pt x="6563429" y="5711960"/>
                  </a:lnTo>
                  <a:lnTo>
                    <a:pt x="6639130" y="5696603"/>
                  </a:lnTo>
                  <a:lnTo>
                    <a:pt x="6679928" y="5649368"/>
                  </a:lnTo>
                  <a:lnTo>
                    <a:pt x="6720725" y="5320574"/>
                  </a:lnTo>
                  <a:lnTo>
                    <a:pt x="6756249" y="4774452"/>
                  </a:lnTo>
                  <a:lnTo>
                    <a:pt x="6623307" y="4228220"/>
                  </a:lnTo>
                  <a:lnTo>
                    <a:pt x="6417923" y="3763391"/>
                  </a:lnTo>
                  <a:lnTo>
                    <a:pt x="6172827" y="3437591"/>
                  </a:lnTo>
                  <a:lnTo>
                    <a:pt x="5869830" y="3123387"/>
                  </a:lnTo>
                  <a:lnTo>
                    <a:pt x="5785241" y="3060887"/>
                  </a:lnTo>
                  <a:lnTo>
                    <a:pt x="5702467" y="3020400"/>
                  </a:lnTo>
                  <a:lnTo>
                    <a:pt x="5528541" y="2988429"/>
                  </a:lnTo>
                  <a:lnTo>
                    <a:pt x="4420892" y="2784821"/>
                  </a:lnTo>
                  <a:lnTo>
                    <a:pt x="3555687" y="2616557"/>
                  </a:lnTo>
                  <a:lnTo>
                    <a:pt x="3577304" y="2485229"/>
                  </a:lnTo>
                  <a:lnTo>
                    <a:pt x="3218214" y="2426119"/>
                  </a:lnTo>
                  <a:lnTo>
                    <a:pt x="3103484" y="2426119"/>
                  </a:lnTo>
                  <a:lnTo>
                    <a:pt x="3036068" y="2447542"/>
                  </a:lnTo>
                  <a:lnTo>
                    <a:pt x="2983488" y="2344803"/>
                  </a:lnTo>
                  <a:lnTo>
                    <a:pt x="3285911" y="2190036"/>
                  </a:lnTo>
                  <a:lnTo>
                    <a:pt x="3259834" y="2125287"/>
                  </a:lnTo>
                  <a:lnTo>
                    <a:pt x="3583330" y="1954929"/>
                  </a:lnTo>
                </a:path>
                <a:path w="15237460" h="9401810">
                  <a:moveTo>
                    <a:pt x="3199041" y="5744149"/>
                  </a:moveTo>
                  <a:lnTo>
                    <a:pt x="3334488" y="5784946"/>
                  </a:lnTo>
                  <a:lnTo>
                    <a:pt x="3438731" y="5784946"/>
                  </a:lnTo>
                  <a:lnTo>
                    <a:pt x="3568632" y="5914397"/>
                  </a:lnTo>
                  <a:lnTo>
                    <a:pt x="3948671" y="6076657"/>
                  </a:lnTo>
                  <a:lnTo>
                    <a:pt x="3905578" y="6262574"/>
                  </a:lnTo>
                  <a:lnTo>
                    <a:pt x="4514882" y="6403814"/>
                  </a:lnTo>
                  <a:lnTo>
                    <a:pt x="5154374" y="6577631"/>
                  </a:lnTo>
                  <a:lnTo>
                    <a:pt x="5174835" y="6611991"/>
                  </a:lnTo>
                  <a:lnTo>
                    <a:pt x="5174835" y="6669697"/>
                  </a:lnTo>
                  <a:lnTo>
                    <a:pt x="5102586" y="6927824"/>
                  </a:lnTo>
                  <a:lnTo>
                    <a:pt x="5181435" y="7256377"/>
                  </a:lnTo>
                  <a:lnTo>
                    <a:pt x="6049813" y="7544443"/>
                  </a:lnTo>
                  <a:lnTo>
                    <a:pt x="6109614" y="7364266"/>
                  </a:lnTo>
                  <a:lnTo>
                    <a:pt x="6152428" y="7364266"/>
                  </a:lnTo>
                  <a:lnTo>
                    <a:pt x="6187719" y="7405141"/>
                  </a:lnTo>
                  <a:lnTo>
                    <a:pt x="6162046" y="7565074"/>
                  </a:lnTo>
                  <a:lnTo>
                    <a:pt x="6132417" y="7850193"/>
                  </a:lnTo>
                  <a:lnTo>
                    <a:pt x="6132417" y="8017572"/>
                  </a:lnTo>
                  <a:lnTo>
                    <a:pt x="6203076" y="8266468"/>
                  </a:lnTo>
                  <a:lnTo>
                    <a:pt x="6231774" y="8367609"/>
                  </a:lnTo>
                  <a:lnTo>
                    <a:pt x="5692632" y="9278266"/>
                  </a:lnTo>
                  <a:lnTo>
                    <a:pt x="5609446" y="9352803"/>
                  </a:lnTo>
                  <a:lnTo>
                    <a:pt x="5515302" y="9401745"/>
                  </a:lnTo>
                  <a:lnTo>
                    <a:pt x="5382205" y="9401745"/>
                  </a:lnTo>
                  <a:lnTo>
                    <a:pt x="5178093" y="9282455"/>
                  </a:lnTo>
                  <a:lnTo>
                    <a:pt x="4422521" y="8819564"/>
                  </a:lnTo>
                  <a:lnTo>
                    <a:pt x="2925037" y="7927057"/>
                  </a:lnTo>
                  <a:lnTo>
                    <a:pt x="1967200" y="7332931"/>
                  </a:lnTo>
                  <a:lnTo>
                    <a:pt x="1027410" y="6687381"/>
                  </a:lnTo>
                  <a:lnTo>
                    <a:pt x="588075" y="6296236"/>
                  </a:lnTo>
                  <a:lnTo>
                    <a:pt x="282543" y="5865921"/>
                  </a:lnTo>
                  <a:lnTo>
                    <a:pt x="0" y="4971304"/>
                  </a:lnTo>
                  <a:lnTo>
                    <a:pt x="0" y="3959584"/>
                  </a:lnTo>
                  <a:lnTo>
                    <a:pt x="158048" y="3135060"/>
                  </a:lnTo>
                  <a:lnTo>
                    <a:pt x="304733" y="2830706"/>
                  </a:lnTo>
                  <a:lnTo>
                    <a:pt x="593730" y="2545821"/>
                  </a:lnTo>
                  <a:lnTo>
                    <a:pt x="899154" y="2334565"/>
                  </a:lnTo>
                  <a:lnTo>
                    <a:pt x="1365853" y="2115312"/>
                  </a:lnTo>
                  <a:lnTo>
                    <a:pt x="1406216" y="2201235"/>
                  </a:lnTo>
                  <a:lnTo>
                    <a:pt x="2090865" y="1850833"/>
                  </a:lnTo>
                </a:path>
                <a:path w="15237460" h="9401810">
                  <a:moveTo>
                    <a:pt x="1819009" y="2201235"/>
                  </a:moveTo>
                  <a:lnTo>
                    <a:pt x="2566188" y="1807747"/>
                  </a:lnTo>
                  <a:lnTo>
                    <a:pt x="2847716" y="2342321"/>
                  </a:lnTo>
                </a:path>
                <a:path w="15237460" h="9401810">
                  <a:moveTo>
                    <a:pt x="3204199" y="5747561"/>
                  </a:moveTo>
                  <a:lnTo>
                    <a:pt x="3124721" y="5747561"/>
                  </a:lnTo>
                  <a:lnTo>
                    <a:pt x="3046189" y="5552415"/>
                  </a:lnTo>
                  <a:lnTo>
                    <a:pt x="2950796" y="5191581"/>
                  </a:lnTo>
                  <a:lnTo>
                    <a:pt x="2676117" y="6316402"/>
                  </a:lnTo>
                  <a:lnTo>
                    <a:pt x="1313436" y="5915871"/>
                  </a:lnTo>
                  <a:lnTo>
                    <a:pt x="1642819" y="4795184"/>
                  </a:lnTo>
                  <a:lnTo>
                    <a:pt x="2862623" y="5153699"/>
                  </a:lnTo>
                  <a:lnTo>
                    <a:pt x="2954224" y="4842055"/>
                  </a:lnTo>
                  <a:lnTo>
                    <a:pt x="2754525" y="4872281"/>
                  </a:lnTo>
                  <a:lnTo>
                    <a:pt x="2619458" y="4845219"/>
                  </a:lnTo>
                  <a:lnTo>
                    <a:pt x="2487517" y="4749717"/>
                  </a:lnTo>
                  <a:lnTo>
                    <a:pt x="2383537" y="4607825"/>
                  </a:lnTo>
                  <a:lnTo>
                    <a:pt x="2343391" y="4467321"/>
                  </a:lnTo>
                  <a:lnTo>
                    <a:pt x="2327336" y="4300555"/>
                  </a:lnTo>
                  <a:lnTo>
                    <a:pt x="1260058" y="4403325"/>
                  </a:lnTo>
                  <a:lnTo>
                    <a:pt x="1353086" y="5002058"/>
                  </a:lnTo>
                  <a:lnTo>
                    <a:pt x="576108" y="5088997"/>
                  </a:lnTo>
                  <a:lnTo>
                    <a:pt x="517215" y="4562684"/>
                  </a:lnTo>
                  <a:lnTo>
                    <a:pt x="485647" y="4280567"/>
                  </a:lnTo>
                  <a:lnTo>
                    <a:pt x="424598" y="4287400"/>
                  </a:lnTo>
                  <a:lnTo>
                    <a:pt x="406696" y="4127382"/>
                  </a:lnTo>
                  <a:lnTo>
                    <a:pt x="502889" y="4116616"/>
                  </a:lnTo>
                  <a:lnTo>
                    <a:pt x="462626" y="3756806"/>
                  </a:lnTo>
                  <a:lnTo>
                    <a:pt x="707746" y="3729372"/>
                  </a:lnTo>
                  <a:lnTo>
                    <a:pt x="726206" y="3849896"/>
                  </a:lnTo>
                  <a:lnTo>
                    <a:pt x="803776" y="3849896"/>
                  </a:lnTo>
                  <a:lnTo>
                    <a:pt x="803776" y="3770782"/>
                  </a:lnTo>
                  <a:lnTo>
                    <a:pt x="700618" y="3700689"/>
                  </a:lnTo>
                  <a:lnTo>
                    <a:pt x="609583" y="3615433"/>
                  </a:lnTo>
                  <a:lnTo>
                    <a:pt x="570298" y="3530037"/>
                  </a:lnTo>
                  <a:lnTo>
                    <a:pt x="570298" y="3424863"/>
                  </a:lnTo>
                  <a:lnTo>
                    <a:pt x="621016" y="3312964"/>
                  </a:lnTo>
                  <a:lnTo>
                    <a:pt x="754097" y="3208155"/>
                  </a:lnTo>
                  <a:lnTo>
                    <a:pt x="826238" y="3125341"/>
                  </a:lnTo>
                  <a:lnTo>
                    <a:pt x="767360" y="2844784"/>
                  </a:lnTo>
                  <a:lnTo>
                    <a:pt x="767360" y="2751709"/>
                  </a:lnTo>
                  <a:lnTo>
                    <a:pt x="818481" y="2687721"/>
                  </a:lnTo>
                  <a:lnTo>
                    <a:pt x="1800790" y="2172018"/>
                  </a:lnTo>
                  <a:lnTo>
                    <a:pt x="1819009" y="2201235"/>
                  </a:lnTo>
                  <a:lnTo>
                    <a:pt x="1764072" y="2230166"/>
                  </a:lnTo>
                  <a:lnTo>
                    <a:pt x="2080603" y="2760970"/>
                  </a:lnTo>
                  <a:lnTo>
                    <a:pt x="2609530" y="2472307"/>
                  </a:lnTo>
                </a:path>
                <a:path w="15237460" h="9401810">
                  <a:moveTo>
                    <a:pt x="3346727" y="4881619"/>
                  </a:moveTo>
                  <a:lnTo>
                    <a:pt x="3222581" y="5299136"/>
                  </a:lnTo>
                  <a:lnTo>
                    <a:pt x="3174942" y="5398066"/>
                  </a:lnTo>
                  <a:lnTo>
                    <a:pt x="3124721" y="5398066"/>
                  </a:lnTo>
                  <a:lnTo>
                    <a:pt x="3091005" y="5229245"/>
                  </a:lnTo>
                  <a:lnTo>
                    <a:pt x="3041427" y="4980984"/>
                  </a:lnTo>
                  <a:lnTo>
                    <a:pt x="3064572" y="4779408"/>
                  </a:lnTo>
                  <a:lnTo>
                    <a:pt x="3176300" y="4676778"/>
                  </a:lnTo>
                  <a:lnTo>
                    <a:pt x="3219099" y="4539981"/>
                  </a:lnTo>
                  <a:lnTo>
                    <a:pt x="3219099" y="4445976"/>
                  </a:lnTo>
                  <a:lnTo>
                    <a:pt x="5829040" y="4876291"/>
                  </a:lnTo>
                  <a:lnTo>
                    <a:pt x="6109071" y="3464870"/>
                  </a:lnTo>
                  <a:lnTo>
                    <a:pt x="4852518" y="3271213"/>
                  </a:lnTo>
                  <a:lnTo>
                    <a:pt x="4852518" y="3162315"/>
                  </a:lnTo>
                  <a:lnTo>
                    <a:pt x="3557518" y="2871566"/>
                  </a:lnTo>
                  <a:lnTo>
                    <a:pt x="3557518" y="2634226"/>
                  </a:lnTo>
                  <a:lnTo>
                    <a:pt x="3555687" y="2616557"/>
                  </a:lnTo>
                </a:path>
                <a:path w="15237460" h="9401810">
                  <a:moveTo>
                    <a:pt x="2609530" y="2472307"/>
                  </a:moveTo>
                  <a:lnTo>
                    <a:pt x="2847716" y="2342321"/>
                  </a:lnTo>
                </a:path>
                <a:path w="15237460" h="9401810">
                  <a:moveTo>
                    <a:pt x="2609530" y="2472307"/>
                  </a:moveTo>
                  <a:lnTo>
                    <a:pt x="2728293" y="2682369"/>
                  </a:lnTo>
                  <a:lnTo>
                    <a:pt x="2958304" y="2552320"/>
                  </a:lnTo>
                </a:path>
                <a:path w="15237460" h="9401810">
                  <a:moveTo>
                    <a:pt x="10389025" y="2904251"/>
                  </a:moveTo>
                  <a:lnTo>
                    <a:pt x="10399574" y="2934585"/>
                  </a:lnTo>
                  <a:lnTo>
                    <a:pt x="10277336" y="2971024"/>
                  </a:lnTo>
                  <a:lnTo>
                    <a:pt x="10319995" y="3119540"/>
                  </a:lnTo>
                  <a:lnTo>
                    <a:pt x="9827010" y="3260897"/>
                  </a:lnTo>
                  <a:lnTo>
                    <a:pt x="9775199" y="3080169"/>
                  </a:lnTo>
                  <a:lnTo>
                    <a:pt x="7607338" y="3701760"/>
                  </a:lnTo>
                  <a:lnTo>
                    <a:pt x="7415759" y="3119695"/>
                  </a:lnTo>
                </a:path>
                <a:path w="15237460" h="9401810">
                  <a:moveTo>
                    <a:pt x="7502009" y="1041108"/>
                  </a:moveTo>
                  <a:lnTo>
                    <a:pt x="7243029" y="952881"/>
                  </a:lnTo>
                  <a:lnTo>
                    <a:pt x="7392181" y="515004"/>
                  </a:lnTo>
                  <a:lnTo>
                    <a:pt x="7287317" y="515004"/>
                  </a:lnTo>
                </a:path>
                <a:path w="15237460" h="9401810">
                  <a:moveTo>
                    <a:pt x="7360768" y="835499"/>
                  </a:moveTo>
                  <a:lnTo>
                    <a:pt x="7525510" y="891615"/>
                  </a:lnTo>
                  <a:lnTo>
                    <a:pt x="7487970" y="1001745"/>
                  </a:lnTo>
                  <a:lnTo>
                    <a:pt x="7319738" y="944427"/>
                  </a:lnTo>
                  <a:lnTo>
                    <a:pt x="7360768" y="835499"/>
                  </a:lnTo>
                </a:path>
                <a:path w="15237460" h="9401810">
                  <a:moveTo>
                    <a:pt x="7487970" y="1001745"/>
                  </a:moveTo>
                  <a:lnTo>
                    <a:pt x="7742141" y="1088305"/>
                  </a:lnTo>
                </a:path>
                <a:path w="15237460" h="9401810">
                  <a:moveTo>
                    <a:pt x="7804268" y="1109479"/>
                  </a:moveTo>
                  <a:lnTo>
                    <a:pt x="8021364" y="1587424"/>
                  </a:lnTo>
                  <a:lnTo>
                    <a:pt x="7989719" y="1666266"/>
                  </a:lnTo>
                </a:path>
                <a:path w="15237460" h="9401810">
                  <a:moveTo>
                    <a:pt x="7886872" y="1831241"/>
                  </a:moveTo>
                  <a:lnTo>
                    <a:pt x="7921464" y="1836166"/>
                  </a:lnTo>
                  <a:lnTo>
                    <a:pt x="7984755" y="1678552"/>
                  </a:lnTo>
                  <a:lnTo>
                    <a:pt x="7773166" y="1794872"/>
                  </a:lnTo>
                </a:path>
                <a:path w="15237460" h="9401810">
                  <a:moveTo>
                    <a:pt x="7921464" y="1836166"/>
                  </a:moveTo>
                  <a:lnTo>
                    <a:pt x="8016478" y="1871837"/>
                  </a:lnTo>
                  <a:lnTo>
                    <a:pt x="9558878" y="1419378"/>
                  </a:lnTo>
                  <a:lnTo>
                    <a:pt x="9634656" y="1795275"/>
                  </a:lnTo>
                  <a:lnTo>
                    <a:pt x="9672041" y="1787729"/>
                  </a:lnTo>
                  <a:lnTo>
                    <a:pt x="9718734" y="1942814"/>
                  </a:lnTo>
                  <a:lnTo>
                    <a:pt x="9992373" y="1860505"/>
                  </a:lnTo>
                  <a:lnTo>
                    <a:pt x="10189070" y="2486493"/>
                  </a:lnTo>
                  <a:lnTo>
                    <a:pt x="10208849" y="2476356"/>
                  </a:lnTo>
                </a:path>
                <a:path w="15237460" h="9401810">
                  <a:moveTo>
                    <a:pt x="7616102" y="923803"/>
                  </a:moveTo>
                  <a:lnTo>
                    <a:pt x="7599737" y="960854"/>
                  </a:lnTo>
                </a:path>
                <a:path w="15237460" h="9401810">
                  <a:moveTo>
                    <a:pt x="7583449" y="997898"/>
                  </a:moveTo>
                  <a:lnTo>
                    <a:pt x="7768745" y="1050640"/>
                  </a:lnTo>
                </a:path>
                <a:path w="15237460" h="9401810">
                  <a:moveTo>
                    <a:pt x="7768745" y="1050640"/>
                  </a:moveTo>
                  <a:lnTo>
                    <a:pt x="7742141" y="1088305"/>
                  </a:lnTo>
                  <a:lnTo>
                    <a:pt x="7804268" y="1109479"/>
                  </a:lnTo>
                </a:path>
                <a:path w="15237460" h="9401810">
                  <a:moveTo>
                    <a:pt x="8842592" y="1088305"/>
                  </a:moveTo>
                  <a:lnTo>
                    <a:pt x="8726326" y="690744"/>
                  </a:lnTo>
                  <a:lnTo>
                    <a:pt x="8636975" y="716875"/>
                  </a:lnTo>
                  <a:lnTo>
                    <a:pt x="8622859" y="668639"/>
                  </a:lnTo>
                  <a:lnTo>
                    <a:pt x="8085974" y="825710"/>
                  </a:lnTo>
                  <a:lnTo>
                    <a:pt x="8100633" y="875730"/>
                  </a:lnTo>
                  <a:lnTo>
                    <a:pt x="8012212" y="901605"/>
                  </a:lnTo>
                  <a:lnTo>
                    <a:pt x="8066816" y="1088305"/>
                  </a:lnTo>
                  <a:lnTo>
                    <a:pt x="7599737" y="960854"/>
                  </a:lnTo>
                  <a:lnTo>
                    <a:pt x="7583449" y="997898"/>
                  </a:lnTo>
                </a:path>
                <a:path w="15237460" h="9401810">
                  <a:moveTo>
                    <a:pt x="9413061" y="921406"/>
                  </a:moveTo>
                  <a:lnTo>
                    <a:pt x="8842592" y="1088305"/>
                  </a:lnTo>
                  <a:lnTo>
                    <a:pt x="8932797" y="1396451"/>
                  </a:lnTo>
                  <a:lnTo>
                    <a:pt x="8211857" y="1607358"/>
                  </a:lnTo>
                  <a:lnTo>
                    <a:pt x="8066816" y="1088305"/>
                  </a:lnTo>
                </a:path>
                <a:path w="15237460" h="9401810">
                  <a:moveTo>
                    <a:pt x="9558878" y="1419378"/>
                  </a:moveTo>
                  <a:lnTo>
                    <a:pt x="9413061" y="921406"/>
                  </a:lnTo>
                  <a:lnTo>
                    <a:pt x="9583155" y="871650"/>
                  </a:lnTo>
                  <a:lnTo>
                    <a:pt x="9510712" y="571485"/>
                  </a:lnTo>
                </a:path>
                <a:path w="15237460" h="9401810">
                  <a:moveTo>
                    <a:pt x="11089877" y="1492558"/>
                  </a:moveTo>
                  <a:lnTo>
                    <a:pt x="11064824" y="1419378"/>
                  </a:lnTo>
                  <a:lnTo>
                    <a:pt x="11398651" y="1305292"/>
                  </a:lnTo>
                  <a:lnTo>
                    <a:pt x="11626839" y="1972877"/>
                  </a:lnTo>
                  <a:lnTo>
                    <a:pt x="11292469" y="2085288"/>
                  </a:lnTo>
                </a:path>
                <a:path w="15237460" h="9401810">
                  <a:moveTo>
                    <a:pt x="9353571" y="8709969"/>
                  </a:moveTo>
                  <a:lnTo>
                    <a:pt x="9721138" y="9056826"/>
                  </a:lnTo>
                  <a:lnTo>
                    <a:pt x="10923971" y="7782171"/>
                  </a:lnTo>
                  <a:lnTo>
                    <a:pt x="10523906" y="7404676"/>
                  </a:lnTo>
                  <a:lnTo>
                    <a:pt x="10401901" y="7533972"/>
                  </a:lnTo>
                  <a:lnTo>
                    <a:pt x="10299674" y="7437485"/>
                  </a:lnTo>
                  <a:lnTo>
                    <a:pt x="9789936" y="7977705"/>
                  </a:lnTo>
                  <a:lnTo>
                    <a:pt x="9905658" y="8086912"/>
                  </a:lnTo>
                  <a:lnTo>
                    <a:pt x="9353571" y="8709969"/>
                  </a:lnTo>
                </a:path>
                <a:path w="15237460" h="9401810">
                  <a:moveTo>
                    <a:pt x="6504792" y="7926126"/>
                  </a:moveTo>
                  <a:lnTo>
                    <a:pt x="9182857" y="8919852"/>
                  </a:lnTo>
                  <a:lnTo>
                    <a:pt x="9980661" y="6769675"/>
                  </a:lnTo>
                  <a:lnTo>
                    <a:pt x="11314031" y="7264444"/>
                  </a:lnTo>
                  <a:lnTo>
                    <a:pt x="11605432" y="6479050"/>
                  </a:lnTo>
                  <a:lnTo>
                    <a:pt x="10521657" y="6076968"/>
                  </a:lnTo>
                  <a:lnTo>
                    <a:pt x="8979722" y="5504869"/>
                  </a:lnTo>
                  <a:lnTo>
                    <a:pt x="8742072" y="6145300"/>
                  </a:lnTo>
                  <a:lnTo>
                    <a:pt x="7346807" y="5669068"/>
                  </a:lnTo>
                  <a:lnTo>
                    <a:pt x="6504792" y="7926126"/>
                  </a:lnTo>
                </a:path>
                <a:path w="15237460" h="9401810">
                  <a:moveTo>
                    <a:pt x="6424981" y="5976214"/>
                  </a:moveTo>
                  <a:lnTo>
                    <a:pt x="6385657" y="6145765"/>
                  </a:lnTo>
                </a:path>
                <a:path w="15237460" h="9401810">
                  <a:moveTo>
                    <a:pt x="6346256" y="6315316"/>
                  </a:moveTo>
                  <a:lnTo>
                    <a:pt x="6360294" y="6368368"/>
                  </a:lnTo>
                  <a:lnTo>
                    <a:pt x="6390078" y="6404202"/>
                  </a:lnTo>
                  <a:lnTo>
                    <a:pt x="6446233" y="6426695"/>
                  </a:lnTo>
                  <a:lnTo>
                    <a:pt x="6519452" y="6413277"/>
                  </a:lnTo>
                  <a:lnTo>
                    <a:pt x="6565911" y="6356269"/>
                  </a:lnTo>
                  <a:lnTo>
                    <a:pt x="6585147" y="6278552"/>
                  </a:lnTo>
                  <a:lnTo>
                    <a:pt x="6611208" y="6018331"/>
                  </a:lnTo>
                  <a:lnTo>
                    <a:pt x="6580183" y="5963184"/>
                  </a:lnTo>
                  <a:lnTo>
                    <a:pt x="6535197" y="5936813"/>
                  </a:lnTo>
                  <a:lnTo>
                    <a:pt x="6481214" y="5936813"/>
                  </a:lnTo>
                  <a:lnTo>
                    <a:pt x="6424981" y="5976214"/>
                  </a:lnTo>
                </a:path>
                <a:path w="15237460" h="9401810">
                  <a:moveTo>
                    <a:pt x="6869179" y="6337809"/>
                  </a:moveTo>
                  <a:lnTo>
                    <a:pt x="6978232" y="6085810"/>
                  </a:lnTo>
                  <a:lnTo>
                    <a:pt x="6950542" y="6024768"/>
                  </a:lnTo>
                  <a:lnTo>
                    <a:pt x="6876625" y="6005921"/>
                  </a:lnTo>
                  <a:lnTo>
                    <a:pt x="6805113" y="6029810"/>
                  </a:lnTo>
                  <a:lnTo>
                    <a:pt x="6777191" y="6179815"/>
                  </a:lnTo>
                  <a:lnTo>
                    <a:pt x="6763152" y="6351460"/>
                  </a:lnTo>
                  <a:lnTo>
                    <a:pt x="6770443" y="6381321"/>
                  </a:lnTo>
                  <a:lnTo>
                    <a:pt x="6788902" y="6393886"/>
                  </a:lnTo>
                  <a:lnTo>
                    <a:pt x="6822409" y="6393886"/>
                  </a:lnTo>
                  <a:lnTo>
                    <a:pt x="6851418" y="6367670"/>
                  </a:lnTo>
                  <a:lnTo>
                    <a:pt x="6869179" y="6337809"/>
                  </a:lnTo>
                </a:path>
                <a:path w="15237460" h="9401810">
                  <a:moveTo>
                    <a:pt x="7031905" y="5462753"/>
                  </a:moveTo>
                  <a:lnTo>
                    <a:pt x="7055483" y="5714830"/>
                  </a:lnTo>
                  <a:lnTo>
                    <a:pt x="7040747" y="5744924"/>
                  </a:lnTo>
                  <a:lnTo>
                    <a:pt x="6983428" y="5789367"/>
                  </a:lnTo>
                  <a:lnTo>
                    <a:pt x="6916415" y="5789367"/>
                  </a:lnTo>
                  <a:lnTo>
                    <a:pt x="6878797" y="5757412"/>
                  </a:lnTo>
                  <a:lnTo>
                    <a:pt x="6859174" y="5703118"/>
                  </a:lnTo>
                  <a:lnTo>
                    <a:pt x="6878099" y="5584526"/>
                  </a:lnTo>
                  <a:lnTo>
                    <a:pt x="6919052" y="5433667"/>
                  </a:lnTo>
                  <a:lnTo>
                    <a:pt x="6944802" y="5406753"/>
                  </a:lnTo>
                  <a:lnTo>
                    <a:pt x="6968536" y="5398532"/>
                  </a:lnTo>
                  <a:lnTo>
                    <a:pt x="6995450" y="5398532"/>
                  </a:lnTo>
                  <a:lnTo>
                    <a:pt x="7011894" y="5416294"/>
                  </a:lnTo>
                  <a:lnTo>
                    <a:pt x="7031905" y="5462753"/>
                  </a:lnTo>
                </a:path>
                <a:path w="15237460" h="9401810">
                  <a:moveTo>
                    <a:pt x="6369214" y="6685132"/>
                  </a:moveTo>
                  <a:lnTo>
                    <a:pt x="6325624" y="6876090"/>
                  </a:lnTo>
                </a:path>
                <a:path w="15237460" h="9401810">
                  <a:moveTo>
                    <a:pt x="6282112" y="7067126"/>
                  </a:moveTo>
                  <a:lnTo>
                    <a:pt x="6278311" y="7119092"/>
                  </a:lnTo>
                  <a:lnTo>
                    <a:pt x="6289635" y="7138328"/>
                  </a:lnTo>
                  <a:lnTo>
                    <a:pt x="6309181" y="7149186"/>
                  </a:lnTo>
                  <a:lnTo>
                    <a:pt x="6339895" y="7149186"/>
                  </a:lnTo>
                  <a:lnTo>
                    <a:pt x="6370067" y="7124366"/>
                  </a:lnTo>
                  <a:lnTo>
                    <a:pt x="6412416" y="7019037"/>
                  </a:lnTo>
                  <a:lnTo>
                    <a:pt x="6512316" y="6718717"/>
                  </a:lnTo>
                  <a:lnTo>
                    <a:pt x="6491219" y="6666052"/>
                  </a:lnTo>
                  <a:lnTo>
                    <a:pt x="6441890" y="6641930"/>
                  </a:lnTo>
                  <a:lnTo>
                    <a:pt x="6393413" y="6651005"/>
                  </a:lnTo>
                  <a:lnTo>
                    <a:pt x="6369214" y="6685132"/>
                  </a:lnTo>
                </a:path>
                <a:path w="15237460" h="9401810">
                  <a:moveTo>
                    <a:pt x="6076882" y="7999655"/>
                  </a:moveTo>
                  <a:lnTo>
                    <a:pt x="5441625" y="9032705"/>
                  </a:lnTo>
                  <a:lnTo>
                    <a:pt x="5293854" y="9071020"/>
                  </a:lnTo>
                  <a:lnTo>
                    <a:pt x="4260603" y="8421903"/>
                  </a:lnTo>
                  <a:lnTo>
                    <a:pt x="4260603" y="8329604"/>
                  </a:lnTo>
                  <a:lnTo>
                    <a:pt x="3188733" y="7656287"/>
                  </a:lnTo>
                  <a:lnTo>
                    <a:pt x="3149913" y="7561584"/>
                  </a:lnTo>
                  <a:lnTo>
                    <a:pt x="3410010" y="7109862"/>
                  </a:lnTo>
                  <a:lnTo>
                    <a:pt x="3520427" y="7079691"/>
                  </a:lnTo>
                  <a:lnTo>
                    <a:pt x="3569928" y="6986849"/>
                  </a:lnTo>
                  <a:lnTo>
                    <a:pt x="3520978" y="6938450"/>
                  </a:lnTo>
                  <a:lnTo>
                    <a:pt x="3839968" y="6422197"/>
                  </a:lnTo>
                  <a:lnTo>
                    <a:pt x="3948671" y="6392723"/>
                  </a:lnTo>
                  <a:lnTo>
                    <a:pt x="4965859" y="6994838"/>
                  </a:lnTo>
                  <a:lnTo>
                    <a:pt x="5006773" y="7246604"/>
                  </a:lnTo>
                  <a:lnTo>
                    <a:pt x="6026932" y="7856475"/>
                  </a:lnTo>
                  <a:lnTo>
                    <a:pt x="6076882" y="7999655"/>
                  </a:lnTo>
                </a:path>
                <a:path w="15237460" h="9401810">
                  <a:moveTo>
                    <a:pt x="3277270" y="6002508"/>
                  </a:moveTo>
                  <a:lnTo>
                    <a:pt x="3703489" y="6256369"/>
                  </a:lnTo>
                  <a:lnTo>
                    <a:pt x="3543688" y="6580191"/>
                  </a:lnTo>
                  <a:lnTo>
                    <a:pt x="3646605" y="6660157"/>
                  </a:lnTo>
                  <a:lnTo>
                    <a:pt x="3484252" y="6929608"/>
                  </a:lnTo>
                  <a:lnTo>
                    <a:pt x="3189229" y="6982350"/>
                  </a:lnTo>
                  <a:lnTo>
                    <a:pt x="2982480" y="6920068"/>
                  </a:lnTo>
                  <a:lnTo>
                    <a:pt x="2705529" y="6793797"/>
                  </a:lnTo>
                  <a:lnTo>
                    <a:pt x="3195597" y="5969854"/>
                  </a:lnTo>
                  <a:lnTo>
                    <a:pt x="3277270" y="6002508"/>
                  </a:lnTo>
                </a:path>
                <a:path w="15237460" h="9401810">
                  <a:moveTo>
                    <a:pt x="3535242" y="5470587"/>
                  </a:moveTo>
                  <a:lnTo>
                    <a:pt x="4387797" y="5727628"/>
                  </a:lnTo>
                  <a:lnTo>
                    <a:pt x="6385657" y="6145765"/>
                  </a:lnTo>
                  <a:lnTo>
                    <a:pt x="6346256" y="6315316"/>
                  </a:lnTo>
                </a:path>
                <a:path w="15237460" h="9401810">
                  <a:moveTo>
                    <a:pt x="3529626" y="5468958"/>
                  </a:moveTo>
                  <a:lnTo>
                    <a:pt x="3619823" y="5282003"/>
                  </a:lnTo>
                </a:path>
                <a:path w="15237460" h="9401810">
                  <a:moveTo>
                    <a:pt x="3529626" y="5482221"/>
                  </a:moveTo>
                  <a:lnTo>
                    <a:pt x="3475883" y="5622143"/>
                  </a:lnTo>
                </a:path>
                <a:path w="15237460" h="9401810">
                  <a:moveTo>
                    <a:pt x="3529626" y="5482221"/>
                  </a:moveTo>
                  <a:lnTo>
                    <a:pt x="3535242" y="5470587"/>
                  </a:lnTo>
                  <a:lnTo>
                    <a:pt x="3529626" y="5468958"/>
                  </a:lnTo>
                </a:path>
                <a:path w="15237460" h="9401810">
                  <a:moveTo>
                    <a:pt x="10537479" y="1887008"/>
                  </a:moveTo>
                  <a:lnTo>
                    <a:pt x="10551130" y="1843504"/>
                  </a:lnTo>
                  <a:lnTo>
                    <a:pt x="10598288" y="1772015"/>
                  </a:lnTo>
                  <a:lnTo>
                    <a:pt x="10667551" y="1730162"/>
                  </a:lnTo>
                  <a:lnTo>
                    <a:pt x="10785833" y="1715379"/>
                  </a:lnTo>
                  <a:lnTo>
                    <a:pt x="10864714" y="1746217"/>
                  </a:lnTo>
                  <a:lnTo>
                    <a:pt x="10945999" y="1833296"/>
                  </a:lnTo>
                  <a:lnTo>
                    <a:pt x="11002697" y="1982991"/>
                  </a:lnTo>
                  <a:lnTo>
                    <a:pt x="11013090" y="2086723"/>
                  </a:lnTo>
                  <a:lnTo>
                    <a:pt x="10975240" y="2179844"/>
                  </a:lnTo>
                  <a:lnTo>
                    <a:pt x="10895506" y="2252636"/>
                  </a:lnTo>
                  <a:lnTo>
                    <a:pt x="10806697" y="2280488"/>
                  </a:lnTo>
                  <a:lnTo>
                    <a:pt x="10708194" y="2265472"/>
                  </a:lnTo>
                  <a:lnTo>
                    <a:pt x="10629313" y="2217873"/>
                  </a:lnTo>
                  <a:lnTo>
                    <a:pt x="10561834" y="2073739"/>
                  </a:lnTo>
                  <a:lnTo>
                    <a:pt x="10531197" y="1961507"/>
                  </a:lnTo>
                  <a:lnTo>
                    <a:pt x="10537479" y="1887008"/>
                  </a:lnTo>
                </a:path>
                <a:path w="15237460" h="9401810">
                  <a:moveTo>
                    <a:pt x="5912776" y="6758816"/>
                  </a:moveTo>
                  <a:lnTo>
                    <a:pt x="5923271" y="6712279"/>
                  </a:lnTo>
                  <a:lnTo>
                    <a:pt x="5979301" y="6635648"/>
                  </a:lnTo>
                  <a:lnTo>
                    <a:pt x="6065713" y="6612922"/>
                  </a:lnTo>
                  <a:lnTo>
                    <a:pt x="6144904" y="6647825"/>
                  </a:lnTo>
                  <a:lnTo>
                    <a:pt x="6168250" y="6691260"/>
                  </a:lnTo>
                  <a:lnTo>
                    <a:pt x="6135985" y="6832888"/>
                  </a:lnTo>
                  <a:lnTo>
                    <a:pt x="6325624" y="6876090"/>
                  </a:lnTo>
                  <a:lnTo>
                    <a:pt x="6282112" y="7067126"/>
                  </a:lnTo>
                </a:path>
                <a:path w="15237460" h="9401810">
                  <a:moveTo>
                    <a:pt x="5391132" y="6488590"/>
                  </a:moveTo>
                  <a:lnTo>
                    <a:pt x="5359689" y="6653177"/>
                  </a:lnTo>
                  <a:lnTo>
                    <a:pt x="5912776" y="6758816"/>
                  </a:lnTo>
                  <a:lnTo>
                    <a:pt x="5878424" y="6911148"/>
                  </a:lnTo>
                  <a:lnTo>
                    <a:pt x="5912776" y="7006627"/>
                  </a:lnTo>
                  <a:lnTo>
                    <a:pt x="6004439" y="7031214"/>
                  </a:lnTo>
                  <a:lnTo>
                    <a:pt x="6075098" y="7031214"/>
                  </a:lnTo>
                  <a:lnTo>
                    <a:pt x="6135985" y="6832888"/>
                  </a:lnTo>
                </a:path>
                <a:path w="15237460" h="9401810">
                  <a:moveTo>
                    <a:pt x="5359689" y="6653177"/>
                  </a:moveTo>
                  <a:lnTo>
                    <a:pt x="5319504" y="686344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138559" y="3729527"/>
              <a:ext cx="407034" cy="78740"/>
            </a:xfrm>
            <a:custGeom>
              <a:avLst/>
              <a:gdLst/>
              <a:ahLst/>
              <a:cxnLst/>
              <a:rect l="l" t="t" r="r" b="b"/>
              <a:pathLst>
                <a:path w="407034" h="78739">
                  <a:moveTo>
                    <a:pt x="0" y="0"/>
                  </a:moveTo>
                  <a:lnTo>
                    <a:pt x="406797" y="75491"/>
                  </a:lnTo>
                  <a:lnTo>
                    <a:pt x="406161" y="78298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437570" y="3841271"/>
              <a:ext cx="104775" cy="62230"/>
            </a:xfrm>
            <a:custGeom>
              <a:avLst/>
              <a:gdLst/>
              <a:ahLst/>
              <a:cxnLst/>
              <a:rect l="l" t="t" r="r" b="b"/>
              <a:pathLst>
                <a:path w="104775" h="62229">
                  <a:moveTo>
                    <a:pt x="8151" y="0"/>
                  </a:moveTo>
                  <a:lnTo>
                    <a:pt x="0" y="43931"/>
                  </a:lnTo>
                  <a:lnTo>
                    <a:pt x="96083" y="61762"/>
                  </a:lnTo>
                  <a:lnTo>
                    <a:pt x="104235" y="17831"/>
                  </a:lnTo>
                  <a:lnTo>
                    <a:pt x="8151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577995" y="1861870"/>
              <a:ext cx="960119" cy="1996439"/>
            </a:xfrm>
            <a:custGeom>
              <a:avLst/>
              <a:gdLst/>
              <a:ahLst/>
              <a:cxnLst/>
              <a:rect l="l" t="t" r="r" b="b"/>
              <a:pathLst>
                <a:path w="960120" h="1996439">
                  <a:moveTo>
                    <a:pt x="959931" y="1978531"/>
                  </a:moveTo>
                  <a:lnTo>
                    <a:pt x="956705" y="1995913"/>
                  </a:lnTo>
                </a:path>
                <a:path w="960120" h="1996439">
                  <a:moveTo>
                    <a:pt x="35569" y="76879"/>
                  </a:moveTo>
                  <a:lnTo>
                    <a:pt x="18894" y="74917"/>
                  </a:lnTo>
                </a:path>
                <a:path w="960120" h="1996439">
                  <a:moveTo>
                    <a:pt x="102847" y="94827"/>
                  </a:moveTo>
                  <a:lnTo>
                    <a:pt x="92787" y="93508"/>
                  </a:lnTo>
                </a:path>
                <a:path w="960120" h="1996439">
                  <a:moveTo>
                    <a:pt x="9245" y="0"/>
                  </a:moveTo>
                  <a:lnTo>
                    <a:pt x="0" y="61592"/>
                  </a:lnTo>
                </a:path>
                <a:path w="960120" h="1996439">
                  <a:moveTo>
                    <a:pt x="135330" y="121764"/>
                  </a:moveTo>
                  <a:lnTo>
                    <a:pt x="560564" y="1867656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720320" y="1511167"/>
              <a:ext cx="3435985" cy="2448560"/>
            </a:xfrm>
            <a:custGeom>
              <a:avLst/>
              <a:gdLst/>
              <a:ahLst/>
              <a:cxnLst/>
              <a:rect l="l" t="t" r="r" b="b"/>
              <a:pathLst>
                <a:path w="3435984" h="2448560">
                  <a:moveTo>
                    <a:pt x="2036672" y="458669"/>
                  </a:moveTo>
                  <a:lnTo>
                    <a:pt x="2036687" y="458576"/>
                  </a:lnTo>
                  <a:lnTo>
                    <a:pt x="2036695" y="458483"/>
                  </a:lnTo>
                </a:path>
                <a:path w="3435984" h="2448560">
                  <a:moveTo>
                    <a:pt x="2036781" y="458584"/>
                  </a:moveTo>
                  <a:lnTo>
                    <a:pt x="2036687" y="458576"/>
                  </a:lnTo>
                  <a:lnTo>
                    <a:pt x="2036594" y="458569"/>
                  </a:lnTo>
                </a:path>
                <a:path w="3435984" h="2448560">
                  <a:moveTo>
                    <a:pt x="2053332" y="291965"/>
                  </a:moveTo>
                  <a:lnTo>
                    <a:pt x="2053340" y="291872"/>
                  </a:lnTo>
                  <a:lnTo>
                    <a:pt x="2053356" y="291779"/>
                  </a:lnTo>
                </a:path>
                <a:path w="3435984" h="2448560">
                  <a:moveTo>
                    <a:pt x="2053433" y="291880"/>
                  </a:moveTo>
                  <a:lnTo>
                    <a:pt x="2053340" y="291872"/>
                  </a:lnTo>
                  <a:lnTo>
                    <a:pt x="2053255" y="291864"/>
                  </a:lnTo>
                </a:path>
                <a:path w="3435984" h="2448560">
                  <a:moveTo>
                    <a:pt x="2069993" y="125261"/>
                  </a:moveTo>
                  <a:lnTo>
                    <a:pt x="2070000" y="125168"/>
                  </a:lnTo>
                  <a:lnTo>
                    <a:pt x="2070016" y="125075"/>
                  </a:lnTo>
                </a:path>
                <a:path w="3435984" h="2448560">
                  <a:moveTo>
                    <a:pt x="2070093" y="125183"/>
                  </a:moveTo>
                  <a:lnTo>
                    <a:pt x="2070000" y="125168"/>
                  </a:lnTo>
                  <a:lnTo>
                    <a:pt x="2069915" y="125160"/>
                  </a:lnTo>
                </a:path>
                <a:path w="3435984" h="2448560">
                  <a:moveTo>
                    <a:pt x="1875839" y="498754"/>
                  </a:moveTo>
                  <a:lnTo>
                    <a:pt x="1875847" y="498660"/>
                  </a:lnTo>
                  <a:lnTo>
                    <a:pt x="1875855" y="498567"/>
                  </a:lnTo>
                </a:path>
                <a:path w="3435984" h="2448560">
                  <a:moveTo>
                    <a:pt x="1875940" y="498668"/>
                  </a:moveTo>
                  <a:lnTo>
                    <a:pt x="1875847" y="498660"/>
                  </a:lnTo>
                  <a:lnTo>
                    <a:pt x="1875754" y="498653"/>
                  </a:lnTo>
                </a:path>
                <a:path w="3435984" h="2448560">
                  <a:moveTo>
                    <a:pt x="1931405" y="504307"/>
                  </a:moveTo>
                  <a:lnTo>
                    <a:pt x="1931412" y="504214"/>
                  </a:lnTo>
                  <a:lnTo>
                    <a:pt x="1931428" y="504121"/>
                  </a:lnTo>
                </a:path>
                <a:path w="3435984" h="2448560">
                  <a:moveTo>
                    <a:pt x="1931505" y="504222"/>
                  </a:moveTo>
                  <a:lnTo>
                    <a:pt x="1931412" y="504214"/>
                  </a:lnTo>
                  <a:lnTo>
                    <a:pt x="1931319" y="504206"/>
                  </a:lnTo>
                </a:path>
                <a:path w="3435984" h="2448560">
                  <a:moveTo>
                    <a:pt x="2064439" y="180834"/>
                  </a:moveTo>
                  <a:lnTo>
                    <a:pt x="2064447" y="180741"/>
                  </a:lnTo>
                  <a:lnTo>
                    <a:pt x="2064462" y="180648"/>
                  </a:lnTo>
                </a:path>
                <a:path w="3435984" h="2448560">
                  <a:moveTo>
                    <a:pt x="2064540" y="180749"/>
                  </a:moveTo>
                  <a:lnTo>
                    <a:pt x="2064447" y="180741"/>
                  </a:lnTo>
                  <a:lnTo>
                    <a:pt x="2064362" y="180726"/>
                  </a:lnTo>
                </a:path>
                <a:path w="3435984" h="2448560">
                  <a:moveTo>
                    <a:pt x="2058886" y="236400"/>
                  </a:moveTo>
                  <a:lnTo>
                    <a:pt x="2058901" y="236307"/>
                  </a:lnTo>
                  <a:lnTo>
                    <a:pt x="2058909" y="236214"/>
                  </a:lnTo>
                </a:path>
                <a:path w="3435984" h="2448560">
                  <a:moveTo>
                    <a:pt x="2058987" y="236314"/>
                  </a:moveTo>
                  <a:lnTo>
                    <a:pt x="2058901" y="236307"/>
                  </a:lnTo>
                  <a:lnTo>
                    <a:pt x="2058808" y="236299"/>
                  </a:lnTo>
                </a:path>
                <a:path w="3435984" h="2448560">
                  <a:moveTo>
                    <a:pt x="2031429" y="514266"/>
                  </a:moveTo>
                  <a:lnTo>
                    <a:pt x="2031444" y="514181"/>
                  </a:lnTo>
                  <a:lnTo>
                    <a:pt x="2031452" y="514088"/>
                  </a:lnTo>
                </a:path>
                <a:path w="3435984" h="2448560">
                  <a:moveTo>
                    <a:pt x="2031537" y="514188"/>
                  </a:moveTo>
                  <a:lnTo>
                    <a:pt x="2031444" y="514181"/>
                  </a:lnTo>
                  <a:lnTo>
                    <a:pt x="2031351" y="514165"/>
                  </a:lnTo>
                </a:path>
                <a:path w="3435984" h="2448560">
                  <a:moveTo>
                    <a:pt x="2047779" y="347538"/>
                  </a:moveTo>
                  <a:lnTo>
                    <a:pt x="2047794" y="347445"/>
                  </a:lnTo>
                  <a:lnTo>
                    <a:pt x="2047802" y="347352"/>
                  </a:lnTo>
                </a:path>
                <a:path w="3435984" h="2448560">
                  <a:moveTo>
                    <a:pt x="2047880" y="347453"/>
                  </a:moveTo>
                  <a:lnTo>
                    <a:pt x="2047794" y="347445"/>
                  </a:lnTo>
                  <a:lnTo>
                    <a:pt x="2047701" y="347430"/>
                  </a:lnTo>
                </a:path>
                <a:path w="3435984" h="2448560">
                  <a:moveTo>
                    <a:pt x="2042225" y="403104"/>
                  </a:moveTo>
                  <a:lnTo>
                    <a:pt x="2042233" y="403011"/>
                  </a:lnTo>
                  <a:lnTo>
                    <a:pt x="2042249" y="402918"/>
                  </a:lnTo>
                </a:path>
                <a:path w="3435984" h="2448560">
                  <a:moveTo>
                    <a:pt x="2042326" y="403019"/>
                  </a:moveTo>
                  <a:lnTo>
                    <a:pt x="2042233" y="403011"/>
                  </a:lnTo>
                  <a:lnTo>
                    <a:pt x="2042148" y="403003"/>
                  </a:lnTo>
                </a:path>
                <a:path w="3435984" h="2448560">
                  <a:moveTo>
                    <a:pt x="1986978" y="509860"/>
                  </a:moveTo>
                  <a:lnTo>
                    <a:pt x="1986986" y="509767"/>
                  </a:lnTo>
                  <a:lnTo>
                    <a:pt x="1986993" y="509674"/>
                  </a:lnTo>
                </a:path>
                <a:path w="3435984" h="2448560">
                  <a:moveTo>
                    <a:pt x="1987079" y="509775"/>
                  </a:moveTo>
                  <a:lnTo>
                    <a:pt x="1986986" y="509767"/>
                  </a:lnTo>
                  <a:lnTo>
                    <a:pt x="1986893" y="509760"/>
                  </a:lnTo>
                </a:path>
                <a:path w="3435984" h="2448560">
                  <a:moveTo>
                    <a:pt x="3435404" y="1572159"/>
                  </a:moveTo>
                  <a:lnTo>
                    <a:pt x="3423196" y="1520533"/>
                  </a:lnTo>
                </a:path>
                <a:path w="3435984" h="2448560">
                  <a:moveTo>
                    <a:pt x="2511127" y="1485669"/>
                  </a:moveTo>
                  <a:lnTo>
                    <a:pt x="2579467" y="1774604"/>
                  </a:lnTo>
                  <a:lnTo>
                    <a:pt x="3393737" y="1582017"/>
                  </a:lnTo>
                  <a:lnTo>
                    <a:pt x="3435404" y="1572159"/>
                  </a:lnTo>
                </a:path>
                <a:path w="3435984" h="2448560">
                  <a:moveTo>
                    <a:pt x="1767787" y="1843587"/>
                  </a:moveTo>
                  <a:lnTo>
                    <a:pt x="1869316" y="1842579"/>
                  </a:lnTo>
                </a:path>
                <a:path w="3435984" h="2448560">
                  <a:moveTo>
                    <a:pt x="2501525" y="1357591"/>
                  </a:moveTo>
                  <a:lnTo>
                    <a:pt x="2507520" y="1432974"/>
                  </a:lnTo>
                </a:path>
                <a:path w="3435984" h="2448560">
                  <a:moveTo>
                    <a:pt x="1439707" y="1386010"/>
                  </a:moveTo>
                  <a:lnTo>
                    <a:pt x="1408845" y="1492378"/>
                  </a:lnTo>
                </a:path>
                <a:path w="3435984" h="2448560">
                  <a:moveTo>
                    <a:pt x="1140698" y="1264889"/>
                  </a:moveTo>
                  <a:lnTo>
                    <a:pt x="1250161" y="698305"/>
                  </a:lnTo>
                </a:path>
                <a:path w="3435984" h="2448560">
                  <a:moveTo>
                    <a:pt x="1542795" y="711638"/>
                  </a:moveTo>
                  <a:lnTo>
                    <a:pt x="1506349" y="1019420"/>
                  </a:lnTo>
                </a:path>
                <a:path w="3435984" h="2448560">
                  <a:moveTo>
                    <a:pt x="1287437" y="310116"/>
                  </a:moveTo>
                  <a:lnTo>
                    <a:pt x="1317218" y="0"/>
                  </a:lnTo>
                </a:path>
                <a:path w="3435984" h="2448560">
                  <a:moveTo>
                    <a:pt x="985224" y="1689673"/>
                  </a:moveTo>
                  <a:lnTo>
                    <a:pt x="1140698" y="1264889"/>
                  </a:lnTo>
                </a:path>
                <a:path w="3435984" h="2448560">
                  <a:moveTo>
                    <a:pt x="1903963" y="1716603"/>
                  </a:moveTo>
                  <a:lnTo>
                    <a:pt x="1705133" y="1687052"/>
                  </a:lnTo>
                </a:path>
                <a:path w="3435984" h="2448560">
                  <a:moveTo>
                    <a:pt x="779289" y="2007624"/>
                  </a:moveTo>
                  <a:lnTo>
                    <a:pt x="985224" y="1689673"/>
                  </a:lnTo>
                </a:path>
                <a:path w="3435984" h="2448560">
                  <a:moveTo>
                    <a:pt x="1404983" y="1538761"/>
                  </a:moveTo>
                  <a:lnTo>
                    <a:pt x="1416074" y="1592542"/>
                  </a:lnTo>
                </a:path>
                <a:path w="3435984" h="2448560">
                  <a:moveTo>
                    <a:pt x="1250161" y="698305"/>
                  </a:moveTo>
                  <a:lnTo>
                    <a:pt x="1287437" y="310115"/>
                  </a:lnTo>
                </a:path>
                <a:path w="3435984" h="2448560">
                  <a:moveTo>
                    <a:pt x="2499361" y="998191"/>
                  </a:moveTo>
                  <a:lnTo>
                    <a:pt x="2499974" y="1099643"/>
                  </a:lnTo>
                </a:path>
                <a:path w="3435984" h="2448560">
                  <a:moveTo>
                    <a:pt x="1416074" y="1592542"/>
                  </a:moveTo>
                  <a:lnTo>
                    <a:pt x="1490324" y="1790698"/>
                  </a:lnTo>
                </a:path>
                <a:path w="3435984" h="2448560">
                  <a:moveTo>
                    <a:pt x="0" y="2448549"/>
                  </a:moveTo>
                  <a:lnTo>
                    <a:pt x="779289" y="2007624"/>
                  </a:lnTo>
                </a:path>
                <a:path w="3435984" h="2448560">
                  <a:moveTo>
                    <a:pt x="2498748" y="895809"/>
                  </a:moveTo>
                  <a:lnTo>
                    <a:pt x="2499361" y="998191"/>
                  </a:lnTo>
                </a:path>
                <a:path w="3435984" h="2448560">
                  <a:moveTo>
                    <a:pt x="1408845" y="1492378"/>
                  </a:moveTo>
                  <a:lnTo>
                    <a:pt x="1404983" y="1538761"/>
                  </a:lnTo>
                </a:path>
                <a:path w="3435984" h="2448560">
                  <a:moveTo>
                    <a:pt x="1598071" y="0"/>
                  </a:moveTo>
                  <a:lnTo>
                    <a:pt x="1586610" y="280658"/>
                  </a:lnTo>
                  <a:lnTo>
                    <a:pt x="1542795" y="711640"/>
                  </a:lnTo>
                </a:path>
                <a:path w="3435984" h="2448560">
                  <a:moveTo>
                    <a:pt x="2507520" y="1432974"/>
                  </a:moveTo>
                  <a:lnTo>
                    <a:pt x="2511127" y="1485669"/>
                  </a:lnTo>
                </a:path>
                <a:path w="3435984" h="2448560">
                  <a:moveTo>
                    <a:pt x="2501160" y="1296961"/>
                  </a:moveTo>
                  <a:lnTo>
                    <a:pt x="2501525" y="1357591"/>
                  </a:lnTo>
                </a:path>
                <a:path w="3435984" h="2448560">
                  <a:moveTo>
                    <a:pt x="1506349" y="1019420"/>
                  </a:moveTo>
                  <a:lnTo>
                    <a:pt x="1439707" y="1386010"/>
                  </a:lnTo>
                </a:path>
                <a:path w="3435984" h="2448560">
                  <a:moveTo>
                    <a:pt x="1490324" y="1790698"/>
                  </a:moveTo>
                  <a:lnTo>
                    <a:pt x="1602363" y="1849699"/>
                  </a:lnTo>
                  <a:lnTo>
                    <a:pt x="1629835" y="1851002"/>
                  </a:lnTo>
                </a:path>
                <a:path w="3435984" h="2448560">
                  <a:moveTo>
                    <a:pt x="2497538" y="695707"/>
                  </a:moveTo>
                  <a:lnTo>
                    <a:pt x="2498135" y="795297"/>
                  </a:lnTo>
                  <a:lnTo>
                    <a:pt x="2498748" y="895809"/>
                  </a:lnTo>
                </a:path>
                <a:path w="3435984" h="2448560">
                  <a:moveTo>
                    <a:pt x="1815535" y="454233"/>
                  </a:moveTo>
                  <a:lnTo>
                    <a:pt x="1812835" y="485087"/>
                  </a:lnTo>
                </a:path>
                <a:path w="3435984" h="2448560">
                  <a:moveTo>
                    <a:pt x="2496359" y="499607"/>
                  </a:moveTo>
                  <a:lnTo>
                    <a:pt x="2496941" y="596404"/>
                  </a:lnTo>
                  <a:lnTo>
                    <a:pt x="2301554" y="591192"/>
                  </a:lnTo>
                </a:path>
                <a:path w="3435984" h="2448560">
                  <a:moveTo>
                    <a:pt x="2498135" y="795297"/>
                  </a:moveTo>
                  <a:lnTo>
                    <a:pt x="2302749" y="790085"/>
                  </a:lnTo>
                </a:path>
                <a:path w="3435984" h="2448560">
                  <a:moveTo>
                    <a:pt x="2499974" y="1099643"/>
                  </a:moveTo>
                  <a:lnTo>
                    <a:pt x="2500579" y="1200163"/>
                  </a:lnTo>
                </a:path>
                <a:path w="3435984" h="2448560">
                  <a:moveTo>
                    <a:pt x="2495685" y="387925"/>
                  </a:moveTo>
                  <a:lnTo>
                    <a:pt x="2496359" y="499607"/>
                  </a:lnTo>
                </a:path>
                <a:path w="3435984" h="2448560">
                  <a:moveTo>
                    <a:pt x="2499974" y="1099643"/>
                  </a:moveTo>
                  <a:lnTo>
                    <a:pt x="2304587" y="1094431"/>
                  </a:lnTo>
                </a:path>
                <a:path w="3435984" h="2448560">
                  <a:moveTo>
                    <a:pt x="2496941" y="596404"/>
                  </a:moveTo>
                  <a:lnTo>
                    <a:pt x="2497538" y="695707"/>
                  </a:lnTo>
                  <a:lnTo>
                    <a:pt x="2302152" y="690495"/>
                  </a:lnTo>
                </a:path>
                <a:path w="3435984" h="2448560">
                  <a:moveTo>
                    <a:pt x="2498748" y="895809"/>
                  </a:moveTo>
                  <a:lnTo>
                    <a:pt x="2303354" y="890605"/>
                  </a:lnTo>
                </a:path>
                <a:path w="3435984" h="2448560">
                  <a:moveTo>
                    <a:pt x="2499361" y="998191"/>
                  </a:moveTo>
                  <a:lnTo>
                    <a:pt x="2303974" y="992979"/>
                  </a:lnTo>
                </a:path>
                <a:path w="3435984" h="2448560">
                  <a:moveTo>
                    <a:pt x="2495685" y="387925"/>
                  </a:moveTo>
                  <a:lnTo>
                    <a:pt x="2300298" y="382713"/>
                  </a:lnTo>
                </a:path>
                <a:path w="3435984" h="2448560">
                  <a:moveTo>
                    <a:pt x="2496359" y="499607"/>
                  </a:moveTo>
                  <a:lnTo>
                    <a:pt x="2300973" y="494395"/>
                  </a:lnTo>
                </a:path>
                <a:path w="3435984" h="2448560">
                  <a:moveTo>
                    <a:pt x="2500579" y="1200163"/>
                  </a:moveTo>
                  <a:lnTo>
                    <a:pt x="2501160" y="1296961"/>
                  </a:lnTo>
                </a:path>
                <a:path w="3435984" h="2448560">
                  <a:moveTo>
                    <a:pt x="2502394" y="1502004"/>
                  </a:moveTo>
                  <a:lnTo>
                    <a:pt x="2307007" y="1496792"/>
                  </a:lnTo>
                </a:path>
                <a:path w="3435984" h="2448560">
                  <a:moveTo>
                    <a:pt x="2501160" y="1296961"/>
                  </a:moveTo>
                  <a:lnTo>
                    <a:pt x="2305774" y="1291749"/>
                  </a:lnTo>
                </a:path>
                <a:path w="3435984" h="2448560">
                  <a:moveTo>
                    <a:pt x="2500579" y="1200163"/>
                  </a:moveTo>
                  <a:lnTo>
                    <a:pt x="2305192" y="1194951"/>
                  </a:lnTo>
                </a:path>
                <a:path w="3435984" h="2448560">
                  <a:moveTo>
                    <a:pt x="2501789" y="1401196"/>
                  </a:moveTo>
                  <a:lnTo>
                    <a:pt x="2306402" y="1395984"/>
                  </a:lnTo>
                </a:path>
                <a:path w="3435984" h="2448560">
                  <a:moveTo>
                    <a:pt x="1883471" y="55059"/>
                  </a:moveTo>
                  <a:lnTo>
                    <a:pt x="2103236" y="88411"/>
                  </a:lnTo>
                </a:path>
                <a:path w="3435984" h="2448560">
                  <a:moveTo>
                    <a:pt x="1629835" y="1851002"/>
                  </a:moveTo>
                  <a:lnTo>
                    <a:pt x="1629711" y="1830526"/>
                  </a:lnTo>
                  <a:lnTo>
                    <a:pt x="1767787" y="1843587"/>
                  </a:lnTo>
                </a:path>
                <a:path w="3435984" h="2448560">
                  <a:moveTo>
                    <a:pt x="1713688" y="1863893"/>
                  </a:moveTo>
                  <a:lnTo>
                    <a:pt x="1808221" y="1872650"/>
                  </a:lnTo>
                  <a:lnTo>
                    <a:pt x="1807305" y="1882547"/>
                  </a:lnTo>
                </a:path>
                <a:path w="3435984" h="2448560">
                  <a:moveTo>
                    <a:pt x="1803838" y="1919916"/>
                  </a:moveTo>
                  <a:lnTo>
                    <a:pt x="1709306" y="1911152"/>
                  </a:lnTo>
                  <a:lnTo>
                    <a:pt x="1713688" y="1863893"/>
                  </a:lnTo>
                </a:path>
                <a:path w="3435984" h="2448560">
                  <a:moveTo>
                    <a:pt x="1804381" y="1914060"/>
                  </a:moveTo>
                  <a:lnTo>
                    <a:pt x="1904475" y="1923337"/>
                  </a:lnTo>
                  <a:lnTo>
                    <a:pt x="1908601" y="1923174"/>
                  </a:lnTo>
                  <a:lnTo>
                    <a:pt x="1912549" y="1921956"/>
                  </a:lnTo>
                  <a:lnTo>
                    <a:pt x="1916040" y="1919753"/>
                  </a:lnTo>
                  <a:lnTo>
                    <a:pt x="1918847" y="1916721"/>
                  </a:lnTo>
                  <a:lnTo>
                    <a:pt x="1920771" y="1913068"/>
                  </a:lnTo>
                  <a:lnTo>
                    <a:pt x="1921686" y="1909042"/>
                  </a:lnTo>
                  <a:lnTo>
                    <a:pt x="1921531" y="1904916"/>
                  </a:lnTo>
                  <a:lnTo>
                    <a:pt x="1807305" y="1882547"/>
                  </a:lnTo>
                  <a:lnTo>
                    <a:pt x="1804381" y="1914060"/>
                  </a:lnTo>
                  <a:lnTo>
                    <a:pt x="1803838" y="1919916"/>
                  </a:lnTo>
                </a:path>
                <a:path w="3435984" h="2448560">
                  <a:moveTo>
                    <a:pt x="1629711" y="1830527"/>
                  </a:moveTo>
                  <a:lnTo>
                    <a:pt x="1627757" y="1505697"/>
                  </a:lnTo>
                  <a:lnTo>
                    <a:pt x="1642866" y="1257654"/>
                  </a:lnTo>
                  <a:lnTo>
                    <a:pt x="1662481" y="1021120"/>
                  </a:lnTo>
                  <a:lnTo>
                    <a:pt x="1684718" y="753058"/>
                  </a:lnTo>
                  <a:lnTo>
                    <a:pt x="1696818" y="558912"/>
                  </a:lnTo>
                  <a:lnTo>
                    <a:pt x="1715945" y="325140"/>
                  </a:lnTo>
                  <a:lnTo>
                    <a:pt x="1720281" y="95292"/>
                  </a:lnTo>
                  <a:lnTo>
                    <a:pt x="1722074" y="0"/>
                  </a:lnTo>
                </a:path>
                <a:path w="3435984" h="2448560">
                  <a:moveTo>
                    <a:pt x="1923090" y="1612274"/>
                  </a:moveTo>
                  <a:lnTo>
                    <a:pt x="1714657" y="1577433"/>
                  </a:lnTo>
                  <a:lnTo>
                    <a:pt x="1705133" y="1687052"/>
                  </a:lnTo>
                </a:path>
                <a:path w="3435984" h="2448560">
                  <a:moveTo>
                    <a:pt x="1932297" y="1513762"/>
                  </a:moveTo>
                  <a:lnTo>
                    <a:pt x="1723019" y="1478960"/>
                  </a:lnTo>
                  <a:lnTo>
                    <a:pt x="1714657" y="1577433"/>
                  </a:lnTo>
                </a:path>
                <a:path w="3435984" h="2448560">
                  <a:moveTo>
                    <a:pt x="1937385" y="1412078"/>
                  </a:moveTo>
                  <a:lnTo>
                    <a:pt x="1731868" y="1377936"/>
                  </a:lnTo>
                  <a:lnTo>
                    <a:pt x="1723019" y="1478960"/>
                  </a:lnTo>
                </a:path>
                <a:path w="3435984" h="2448560">
                  <a:moveTo>
                    <a:pt x="1938346" y="1310984"/>
                  </a:moveTo>
                  <a:lnTo>
                    <a:pt x="1741021" y="1278447"/>
                  </a:lnTo>
                  <a:lnTo>
                    <a:pt x="1731868" y="1377936"/>
                  </a:lnTo>
                </a:path>
                <a:path w="3435984" h="2448560">
                  <a:moveTo>
                    <a:pt x="1954518" y="1210921"/>
                  </a:moveTo>
                  <a:lnTo>
                    <a:pt x="1751771" y="1176763"/>
                  </a:lnTo>
                  <a:lnTo>
                    <a:pt x="1741021" y="1278447"/>
                  </a:lnTo>
                </a:path>
                <a:path w="3435984" h="2448560">
                  <a:moveTo>
                    <a:pt x="1968061" y="1113061"/>
                  </a:moveTo>
                  <a:lnTo>
                    <a:pt x="1761319" y="1077980"/>
                  </a:lnTo>
                  <a:lnTo>
                    <a:pt x="1751771" y="1176763"/>
                  </a:lnTo>
                </a:path>
                <a:path w="3435984" h="2448560">
                  <a:moveTo>
                    <a:pt x="1962174" y="1007778"/>
                  </a:moveTo>
                  <a:lnTo>
                    <a:pt x="1769843" y="975101"/>
                  </a:lnTo>
                  <a:lnTo>
                    <a:pt x="1761319" y="1077980"/>
                  </a:lnTo>
                </a:path>
                <a:path w="3435984" h="2448560">
                  <a:moveTo>
                    <a:pt x="1980214" y="912726"/>
                  </a:moveTo>
                  <a:lnTo>
                    <a:pt x="1777010" y="877877"/>
                  </a:lnTo>
                  <a:lnTo>
                    <a:pt x="1769843" y="975101"/>
                  </a:lnTo>
                </a:path>
                <a:path w="3435984" h="2448560">
                  <a:moveTo>
                    <a:pt x="1990530" y="811957"/>
                  </a:moveTo>
                  <a:lnTo>
                    <a:pt x="1785906" y="782639"/>
                  </a:lnTo>
                  <a:lnTo>
                    <a:pt x="1777010" y="877877"/>
                  </a:lnTo>
                </a:path>
                <a:path w="3435984" h="2448560">
                  <a:moveTo>
                    <a:pt x="1999504" y="712220"/>
                  </a:moveTo>
                  <a:lnTo>
                    <a:pt x="1795120" y="682521"/>
                  </a:lnTo>
                  <a:lnTo>
                    <a:pt x="1785906" y="782639"/>
                  </a:lnTo>
                </a:path>
                <a:path w="3435984" h="2448560">
                  <a:moveTo>
                    <a:pt x="2007260" y="612359"/>
                  </a:moveTo>
                  <a:lnTo>
                    <a:pt x="1804327" y="582451"/>
                  </a:lnTo>
                  <a:lnTo>
                    <a:pt x="1795120" y="68252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87698" y="3225831"/>
              <a:ext cx="103700" cy="12985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524648" y="1561907"/>
              <a:ext cx="691515" cy="532130"/>
            </a:xfrm>
            <a:custGeom>
              <a:avLst/>
              <a:gdLst/>
              <a:ahLst/>
              <a:cxnLst/>
              <a:rect l="l" t="t" r="r" b="b"/>
              <a:pathLst>
                <a:path w="691514" h="532130">
                  <a:moveTo>
                    <a:pt x="51617" y="0"/>
                  </a:moveTo>
                  <a:lnTo>
                    <a:pt x="79144" y="4320"/>
                  </a:lnTo>
                </a:path>
                <a:path w="691514" h="532130">
                  <a:moveTo>
                    <a:pt x="211442" y="464263"/>
                  </a:moveTo>
                  <a:lnTo>
                    <a:pt x="189934" y="461091"/>
                  </a:lnTo>
                </a:path>
                <a:path w="691514" h="532130">
                  <a:moveTo>
                    <a:pt x="175189" y="458919"/>
                  </a:moveTo>
                  <a:lnTo>
                    <a:pt x="134632" y="452939"/>
                  </a:lnTo>
                </a:path>
                <a:path w="691514" h="532130">
                  <a:moveTo>
                    <a:pt x="119887" y="450767"/>
                  </a:moveTo>
                  <a:lnTo>
                    <a:pt x="79330" y="444787"/>
                  </a:lnTo>
                </a:path>
                <a:path w="691514" h="532130">
                  <a:moveTo>
                    <a:pt x="64585" y="442615"/>
                  </a:moveTo>
                  <a:lnTo>
                    <a:pt x="8508" y="434347"/>
                  </a:lnTo>
                  <a:lnTo>
                    <a:pt x="0" y="531711"/>
                  </a:lnTo>
                </a:path>
                <a:path w="691514" h="532130">
                  <a:moveTo>
                    <a:pt x="51617" y="0"/>
                  </a:moveTo>
                  <a:lnTo>
                    <a:pt x="17521" y="336774"/>
                  </a:lnTo>
                </a:path>
                <a:path w="691514" h="532130">
                  <a:moveTo>
                    <a:pt x="298908" y="37671"/>
                  </a:moveTo>
                  <a:lnTo>
                    <a:pt x="338139" y="47661"/>
                  </a:lnTo>
                  <a:lnTo>
                    <a:pt x="374648" y="65159"/>
                  </a:lnTo>
                  <a:lnTo>
                    <a:pt x="564039" y="200901"/>
                  </a:lnTo>
                  <a:lnTo>
                    <a:pt x="600703" y="230150"/>
                  </a:lnTo>
                  <a:lnTo>
                    <a:pt x="634349" y="262826"/>
                  </a:lnTo>
                  <a:lnTo>
                    <a:pt x="664668" y="298614"/>
                  </a:lnTo>
                  <a:lnTo>
                    <a:pt x="682880" y="324038"/>
                  </a:lnTo>
                  <a:lnTo>
                    <a:pt x="691357" y="33718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005772" y="9442178"/>
              <a:ext cx="2219325" cy="1464945"/>
            </a:xfrm>
            <a:custGeom>
              <a:avLst/>
              <a:gdLst/>
              <a:ahLst/>
              <a:cxnLst/>
              <a:rect l="l" t="t" r="r" b="b"/>
              <a:pathLst>
                <a:path w="2219325" h="1464945">
                  <a:moveTo>
                    <a:pt x="2084691" y="1464450"/>
                  </a:moveTo>
                  <a:lnTo>
                    <a:pt x="0" y="226403"/>
                  </a:lnTo>
                  <a:lnTo>
                    <a:pt x="134453" y="0"/>
                  </a:lnTo>
                  <a:lnTo>
                    <a:pt x="2219145" y="1238046"/>
                  </a:lnTo>
                  <a:lnTo>
                    <a:pt x="2084691" y="14644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8289781" y="12646212"/>
            <a:ext cx="79819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1''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50'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0" name="object 50"/>
          <p:cNvSpPr txBox="1"/>
          <p:nvPr/>
        </p:nvSpPr>
        <p:spPr>
          <a:xfrm rot="1800000">
            <a:off x="2937163" y="10083975"/>
            <a:ext cx="2342443" cy="215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14"/>
              </a:lnSpc>
            </a:pPr>
            <a:r>
              <a:rPr dirty="0" sz="1700">
                <a:latin typeface="Verdana"/>
                <a:cs typeface="Verdana"/>
              </a:rPr>
              <a:t>CLAREMONT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baseline="-4901" sz="2550" spc="-15">
                <a:latin typeface="Verdana"/>
                <a:cs typeface="Verdana"/>
              </a:rPr>
              <a:t>AVENUE</a:t>
            </a:r>
            <a:endParaRPr baseline="-4901" sz="2550">
              <a:latin typeface="Verdana"/>
              <a:cs typeface="Verdana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8546181" y="10700236"/>
            <a:ext cx="2132965" cy="1019810"/>
          </a:xfrm>
          <a:custGeom>
            <a:avLst/>
            <a:gdLst/>
            <a:ahLst/>
            <a:cxnLst/>
            <a:rect l="l" t="t" r="r" b="b"/>
            <a:pathLst>
              <a:path w="2132965" h="1019809">
                <a:moveTo>
                  <a:pt x="2039030" y="1019243"/>
                </a:moveTo>
                <a:lnTo>
                  <a:pt x="0" y="246182"/>
                </a:lnTo>
                <a:lnTo>
                  <a:pt x="93384" y="0"/>
                </a:lnTo>
                <a:lnTo>
                  <a:pt x="2132415" y="773061"/>
                </a:lnTo>
                <a:lnTo>
                  <a:pt x="2039030" y="10192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 rot="1200000">
            <a:off x="8558696" y="11120105"/>
            <a:ext cx="2099144" cy="215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620"/>
              </a:lnSpc>
            </a:pPr>
            <a:r>
              <a:rPr dirty="0" sz="1700">
                <a:latin typeface="Verdana"/>
                <a:cs typeface="Verdana"/>
              </a:rPr>
              <a:t>DOMINGO</a:t>
            </a:r>
            <a:r>
              <a:rPr dirty="0" sz="1700" spc="-25">
                <a:latin typeface="Verdana"/>
                <a:cs typeface="Verdana"/>
              </a:rPr>
              <a:t> </a:t>
            </a:r>
            <a:r>
              <a:rPr dirty="0" baseline="-4901" sz="2550" spc="-15">
                <a:latin typeface="Verdana"/>
                <a:cs typeface="Verdana"/>
              </a:rPr>
              <a:t>AVENUE</a:t>
            </a:r>
            <a:endParaRPr baseline="-4901" sz="2550">
              <a:latin typeface="Verdana"/>
              <a:cs typeface="Verdan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199866" y="6025854"/>
            <a:ext cx="2421255" cy="263525"/>
          </a:xfrm>
          <a:prstGeom prst="rect">
            <a:avLst/>
          </a:prstGeom>
          <a:solidFill>
            <a:srgbClr val="FFFFFF"/>
          </a:solidFill>
          <a:ln w="15512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dirty="0" sz="1700">
                <a:latin typeface="Verdana"/>
                <a:cs typeface="Verdana"/>
              </a:rPr>
              <a:t>APN: 048H-767-</a:t>
            </a:r>
            <a:r>
              <a:rPr dirty="0" sz="1700" spc="-25">
                <a:latin typeface="Verdana"/>
                <a:cs typeface="Verdana"/>
              </a:rPr>
              <a:t>027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755279" y="1745481"/>
            <a:ext cx="955675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710648" y="1705139"/>
            <a:ext cx="1045210" cy="110489"/>
            <a:chOff x="5710648" y="1705139"/>
            <a:chExt cx="1045210" cy="110489"/>
          </a:xfrm>
        </p:grpSpPr>
        <p:sp>
          <p:nvSpPr>
            <p:cNvPr id="56" name="object 56"/>
            <p:cNvSpPr/>
            <p:nvPr/>
          </p:nvSpPr>
          <p:spPr>
            <a:xfrm>
              <a:off x="5761042" y="1716976"/>
              <a:ext cx="990600" cy="94615"/>
            </a:xfrm>
            <a:custGeom>
              <a:avLst/>
              <a:gdLst/>
              <a:ahLst/>
              <a:cxnLst/>
              <a:rect l="l" t="t" r="r" b="b"/>
              <a:pathLst>
                <a:path w="990600" h="94614">
                  <a:moveTo>
                    <a:pt x="0" y="0"/>
                  </a:moveTo>
                  <a:lnTo>
                    <a:pt x="876180" y="94237"/>
                  </a:lnTo>
                  <a:lnTo>
                    <a:pt x="990359" y="9423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714776" y="1709267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5443" y="15427"/>
                  </a:moveTo>
                  <a:lnTo>
                    <a:pt x="0" y="2737"/>
                  </a:lnTo>
                  <a:lnTo>
                    <a:pt x="47103" y="0"/>
                  </a:lnTo>
                  <a:lnTo>
                    <a:pt x="45443" y="15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714776" y="1709267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0" y="2737"/>
                  </a:moveTo>
                  <a:lnTo>
                    <a:pt x="47103" y="0"/>
                  </a:lnTo>
                  <a:lnTo>
                    <a:pt x="45443" y="15427"/>
                  </a:lnTo>
                  <a:lnTo>
                    <a:pt x="0" y="273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6755496" y="2145802"/>
            <a:ext cx="110490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2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732079" y="1962033"/>
            <a:ext cx="1024255" cy="254000"/>
            <a:chOff x="5732079" y="1962033"/>
            <a:chExt cx="1024255" cy="254000"/>
          </a:xfrm>
        </p:grpSpPr>
        <p:sp>
          <p:nvSpPr>
            <p:cNvPr id="61" name="object 61"/>
            <p:cNvSpPr/>
            <p:nvPr/>
          </p:nvSpPr>
          <p:spPr>
            <a:xfrm>
              <a:off x="5781029" y="1978423"/>
              <a:ext cx="970915" cy="233679"/>
            </a:xfrm>
            <a:custGeom>
              <a:avLst/>
              <a:gdLst/>
              <a:ahLst/>
              <a:cxnLst/>
              <a:rect l="l" t="t" r="r" b="b"/>
              <a:pathLst>
                <a:path w="970915" h="233680">
                  <a:moveTo>
                    <a:pt x="0" y="0"/>
                  </a:moveTo>
                  <a:lnTo>
                    <a:pt x="851957" y="233112"/>
                  </a:lnTo>
                  <a:lnTo>
                    <a:pt x="970588" y="23311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736206" y="1966160"/>
              <a:ext cx="46990" cy="20320"/>
            </a:xfrm>
            <a:custGeom>
              <a:avLst/>
              <a:gdLst/>
              <a:ahLst/>
              <a:cxnLst/>
              <a:rect l="l" t="t" r="r" b="b"/>
              <a:pathLst>
                <a:path w="46989" h="20319">
                  <a:moveTo>
                    <a:pt x="42837" y="19762"/>
                  </a:moveTo>
                  <a:lnTo>
                    <a:pt x="0" y="0"/>
                  </a:lnTo>
                  <a:lnTo>
                    <a:pt x="46932" y="4801"/>
                  </a:lnTo>
                  <a:lnTo>
                    <a:pt x="42837" y="19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736206" y="1966160"/>
              <a:ext cx="46990" cy="20320"/>
            </a:xfrm>
            <a:custGeom>
              <a:avLst/>
              <a:gdLst/>
              <a:ahLst/>
              <a:cxnLst/>
              <a:rect l="l" t="t" r="r" b="b"/>
              <a:pathLst>
                <a:path w="46989" h="20319">
                  <a:moveTo>
                    <a:pt x="0" y="0"/>
                  </a:moveTo>
                  <a:lnTo>
                    <a:pt x="46932" y="4801"/>
                  </a:lnTo>
                  <a:lnTo>
                    <a:pt x="42837" y="1976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6731514" y="2736577"/>
            <a:ext cx="84074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(E)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Utility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345378" y="2788488"/>
            <a:ext cx="386715" cy="395605"/>
            <a:chOff x="6345378" y="2788488"/>
            <a:chExt cx="386715" cy="395605"/>
          </a:xfrm>
        </p:grpSpPr>
        <p:sp>
          <p:nvSpPr>
            <p:cNvPr id="66" name="object 66"/>
            <p:cNvSpPr/>
            <p:nvPr/>
          </p:nvSpPr>
          <p:spPr>
            <a:xfrm>
              <a:off x="6377474" y="2792616"/>
              <a:ext cx="350520" cy="349885"/>
            </a:xfrm>
            <a:custGeom>
              <a:avLst/>
              <a:gdLst/>
              <a:ahLst/>
              <a:cxnLst/>
              <a:rect l="l" t="t" r="r" b="b"/>
              <a:pathLst>
                <a:path w="350520" h="349885">
                  <a:moveTo>
                    <a:pt x="0" y="349797"/>
                  </a:moveTo>
                  <a:lnTo>
                    <a:pt x="263928" y="0"/>
                  </a:lnTo>
                  <a:lnTo>
                    <a:pt x="35016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349505" y="3137674"/>
              <a:ext cx="34290" cy="41910"/>
            </a:xfrm>
            <a:custGeom>
              <a:avLst/>
              <a:gdLst/>
              <a:ahLst/>
              <a:cxnLst/>
              <a:rect l="l" t="t" r="r" b="b"/>
              <a:pathLst>
                <a:path w="34289" h="41910">
                  <a:moveTo>
                    <a:pt x="0" y="41813"/>
                  </a:moveTo>
                  <a:lnTo>
                    <a:pt x="21833" y="0"/>
                  </a:lnTo>
                  <a:lnTo>
                    <a:pt x="34220" y="9338"/>
                  </a:lnTo>
                  <a:lnTo>
                    <a:pt x="0" y="418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6349505" y="3137674"/>
              <a:ext cx="34290" cy="41910"/>
            </a:xfrm>
            <a:custGeom>
              <a:avLst/>
              <a:gdLst/>
              <a:ahLst/>
              <a:cxnLst/>
              <a:rect l="l" t="t" r="r" b="b"/>
              <a:pathLst>
                <a:path w="34289" h="41910">
                  <a:moveTo>
                    <a:pt x="0" y="41813"/>
                  </a:moveTo>
                  <a:lnTo>
                    <a:pt x="21833" y="0"/>
                  </a:lnTo>
                  <a:lnTo>
                    <a:pt x="34220" y="9338"/>
                  </a:lnTo>
                  <a:lnTo>
                    <a:pt x="0" y="4181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7058345" y="3762258"/>
            <a:ext cx="110490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570540" y="3800069"/>
            <a:ext cx="488315" cy="32384"/>
            <a:chOff x="6570540" y="3800069"/>
            <a:chExt cx="488315" cy="32384"/>
          </a:xfrm>
        </p:grpSpPr>
        <p:sp>
          <p:nvSpPr>
            <p:cNvPr id="71" name="object 71"/>
            <p:cNvSpPr/>
            <p:nvPr/>
          </p:nvSpPr>
          <p:spPr>
            <a:xfrm>
              <a:off x="6621073" y="3811937"/>
              <a:ext cx="433705" cy="16510"/>
            </a:xfrm>
            <a:custGeom>
              <a:avLst/>
              <a:gdLst/>
              <a:ahLst/>
              <a:cxnLst/>
              <a:rect l="l" t="t" r="r" b="b"/>
              <a:pathLst>
                <a:path w="433704" h="16510">
                  <a:moveTo>
                    <a:pt x="0" y="0"/>
                  </a:moveTo>
                  <a:lnTo>
                    <a:pt x="382908" y="16055"/>
                  </a:lnTo>
                  <a:lnTo>
                    <a:pt x="433393" y="1605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574668" y="3804196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90" h="15875">
                  <a:moveTo>
                    <a:pt x="46172" y="15496"/>
                  </a:moveTo>
                  <a:lnTo>
                    <a:pt x="0" y="5801"/>
                  </a:lnTo>
                  <a:lnTo>
                    <a:pt x="46816" y="0"/>
                  </a:lnTo>
                  <a:lnTo>
                    <a:pt x="46172" y="15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574668" y="3804196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90" h="15875">
                  <a:moveTo>
                    <a:pt x="0" y="5801"/>
                  </a:moveTo>
                  <a:lnTo>
                    <a:pt x="46816" y="0"/>
                  </a:lnTo>
                  <a:lnTo>
                    <a:pt x="46172" y="15496"/>
                  </a:lnTo>
                  <a:lnTo>
                    <a:pt x="0" y="580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/>
          <p:cNvSpPr txBox="1"/>
          <p:nvPr/>
        </p:nvSpPr>
        <p:spPr>
          <a:xfrm>
            <a:off x="7041553" y="4009139"/>
            <a:ext cx="2259965" cy="3949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ARRAY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OF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INTERCONNECTION</a:t>
            </a:r>
            <a:endParaRPr sz="850">
              <a:latin typeface="Verdana"/>
              <a:cs typeface="Verdana"/>
            </a:endParaRPr>
          </a:p>
          <a:p>
            <a:pPr marL="15240" marR="217804">
              <a:lnSpc>
                <a:spcPct val="101499"/>
              </a:lnSpc>
            </a:pPr>
            <a:r>
              <a:rPr dirty="0" sz="850">
                <a:latin typeface="Verdana"/>
                <a:cs typeface="Verdana"/>
              </a:rPr>
              <a:t>41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Tunnel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Road,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{{CITY_STATE}}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94705 </a:t>
            </a:r>
            <a:r>
              <a:rPr dirty="0" sz="850">
                <a:latin typeface="Verdana"/>
                <a:cs typeface="Verdana"/>
              </a:rPr>
              <a:t>2000A,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480Y/277,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3PH,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4W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056252" y="3750976"/>
            <a:ext cx="986155" cy="443865"/>
            <a:chOff x="6056252" y="3750976"/>
            <a:chExt cx="986155" cy="443865"/>
          </a:xfrm>
        </p:grpSpPr>
        <p:sp>
          <p:nvSpPr>
            <p:cNvPr id="76" name="object 76"/>
            <p:cNvSpPr/>
            <p:nvPr/>
          </p:nvSpPr>
          <p:spPr>
            <a:xfrm>
              <a:off x="6596929" y="3933081"/>
              <a:ext cx="441325" cy="142240"/>
            </a:xfrm>
            <a:custGeom>
              <a:avLst/>
              <a:gdLst/>
              <a:ahLst/>
              <a:cxnLst/>
              <a:rect l="l" t="t" r="r" b="b"/>
              <a:pathLst>
                <a:path w="441325" h="142239">
                  <a:moveTo>
                    <a:pt x="0" y="0"/>
                  </a:moveTo>
                  <a:lnTo>
                    <a:pt x="298528" y="141791"/>
                  </a:lnTo>
                  <a:lnTo>
                    <a:pt x="440746" y="14179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554968" y="3913148"/>
              <a:ext cx="45720" cy="27305"/>
            </a:xfrm>
            <a:custGeom>
              <a:avLst/>
              <a:gdLst/>
              <a:ahLst/>
              <a:cxnLst/>
              <a:rect l="l" t="t" r="r" b="b"/>
              <a:pathLst>
                <a:path w="45720" h="27304">
                  <a:moveTo>
                    <a:pt x="38703" y="26976"/>
                  </a:moveTo>
                  <a:lnTo>
                    <a:pt x="0" y="0"/>
                  </a:lnTo>
                  <a:lnTo>
                    <a:pt x="45358" y="12960"/>
                  </a:lnTo>
                  <a:lnTo>
                    <a:pt x="38703" y="269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554968" y="3913148"/>
              <a:ext cx="45720" cy="27305"/>
            </a:xfrm>
            <a:custGeom>
              <a:avLst/>
              <a:gdLst/>
              <a:ahLst/>
              <a:cxnLst/>
              <a:rect l="l" t="t" r="r" b="b"/>
              <a:pathLst>
                <a:path w="45720" h="27304">
                  <a:moveTo>
                    <a:pt x="0" y="0"/>
                  </a:moveTo>
                  <a:lnTo>
                    <a:pt x="45358" y="12960"/>
                  </a:lnTo>
                  <a:lnTo>
                    <a:pt x="38703" y="2697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066443" y="3751611"/>
              <a:ext cx="474980" cy="442595"/>
            </a:xfrm>
            <a:custGeom>
              <a:avLst/>
              <a:gdLst/>
              <a:ahLst/>
              <a:cxnLst/>
              <a:rect l="l" t="t" r="r" b="b"/>
              <a:pathLst>
                <a:path w="474979" h="442595">
                  <a:moveTo>
                    <a:pt x="68014" y="0"/>
                  </a:moveTo>
                  <a:lnTo>
                    <a:pt x="7221" y="327606"/>
                  </a:lnTo>
                </a:path>
                <a:path w="474979" h="442595">
                  <a:moveTo>
                    <a:pt x="7221" y="327606"/>
                  </a:moveTo>
                  <a:lnTo>
                    <a:pt x="0" y="366504"/>
                  </a:lnTo>
                </a:path>
                <a:path w="474979" h="442595">
                  <a:moveTo>
                    <a:pt x="474819" y="75491"/>
                  </a:moveTo>
                  <a:lnTo>
                    <a:pt x="453144" y="192268"/>
                  </a:lnTo>
                </a:path>
                <a:path w="474979" h="442595">
                  <a:moveTo>
                    <a:pt x="419569" y="373159"/>
                  </a:moveTo>
                  <a:lnTo>
                    <a:pt x="414011" y="403105"/>
                  </a:lnTo>
                </a:path>
                <a:path w="474979" h="442595">
                  <a:moveTo>
                    <a:pt x="453144" y="192268"/>
                  </a:moveTo>
                  <a:lnTo>
                    <a:pt x="419569" y="373159"/>
                  </a:lnTo>
                </a:path>
                <a:path w="474979" h="442595">
                  <a:moveTo>
                    <a:pt x="414011" y="403105"/>
                  </a:moveTo>
                  <a:lnTo>
                    <a:pt x="406797" y="441995"/>
                  </a:lnTo>
                </a:path>
                <a:path w="474979" h="442595">
                  <a:moveTo>
                    <a:pt x="7221" y="327606"/>
                  </a:moveTo>
                  <a:lnTo>
                    <a:pt x="414011" y="4031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063712" y="4072392"/>
              <a:ext cx="20320" cy="13970"/>
            </a:xfrm>
            <a:custGeom>
              <a:avLst/>
              <a:gdLst/>
              <a:ahLst/>
              <a:cxnLst/>
              <a:rect l="l" t="t" r="r" b="b"/>
              <a:pathLst>
                <a:path w="20320" h="13970">
                  <a:moveTo>
                    <a:pt x="19894" y="0"/>
                  </a:moveTo>
                  <a:lnTo>
                    <a:pt x="0" y="136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056887" y="4076107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5" h="3175">
                  <a:moveTo>
                    <a:pt x="16776" y="311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470510" y="4147883"/>
              <a:ext cx="20320" cy="13970"/>
            </a:xfrm>
            <a:custGeom>
              <a:avLst/>
              <a:gdLst/>
              <a:ahLst/>
              <a:cxnLst/>
              <a:rect l="l" t="t" r="r" b="b"/>
              <a:pathLst>
                <a:path w="20320" h="13970">
                  <a:moveTo>
                    <a:pt x="0" y="13666"/>
                  </a:moveTo>
                  <a:lnTo>
                    <a:pt x="19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6480454" y="4154716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5" h="3175">
                  <a:moveTo>
                    <a:pt x="0" y="0"/>
                  </a:moveTo>
                  <a:lnTo>
                    <a:pt x="16776" y="31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091712" y="3943878"/>
              <a:ext cx="401955" cy="180975"/>
            </a:xfrm>
            <a:custGeom>
              <a:avLst/>
              <a:gdLst/>
              <a:ahLst/>
              <a:cxnLst/>
              <a:rect l="l" t="t" r="r" b="b"/>
              <a:pathLst>
                <a:path w="401954" h="180975">
                  <a:moveTo>
                    <a:pt x="380915" y="180890"/>
                  </a:moveTo>
                  <a:lnTo>
                    <a:pt x="0" y="110192"/>
                  </a:lnTo>
                  <a:lnTo>
                    <a:pt x="20453" y="0"/>
                  </a:lnTo>
                  <a:lnTo>
                    <a:pt x="401368" y="70690"/>
                  </a:lnTo>
                  <a:lnTo>
                    <a:pt x="380915" y="180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091712" y="3943878"/>
              <a:ext cx="401955" cy="180975"/>
            </a:xfrm>
            <a:custGeom>
              <a:avLst/>
              <a:gdLst/>
              <a:ahLst/>
              <a:cxnLst/>
              <a:rect l="l" t="t" r="r" b="b"/>
              <a:pathLst>
                <a:path w="401954" h="180975">
                  <a:moveTo>
                    <a:pt x="20453" y="0"/>
                  </a:moveTo>
                  <a:lnTo>
                    <a:pt x="401368" y="70690"/>
                  </a:lnTo>
                  <a:lnTo>
                    <a:pt x="380915" y="180890"/>
                  </a:lnTo>
                  <a:lnTo>
                    <a:pt x="0" y="110192"/>
                  </a:lnTo>
                  <a:lnTo>
                    <a:pt x="20453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 rot="600000">
            <a:off x="6139878" y="3993388"/>
            <a:ext cx="303629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37'-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1835972" y="1456337"/>
            <a:ext cx="15090140" cy="10348595"/>
          </a:xfrm>
          <a:custGeom>
            <a:avLst/>
            <a:gdLst/>
            <a:ahLst/>
            <a:cxnLst/>
            <a:rect l="l" t="t" r="r" b="b"/>
            <a:pathLst>
              <a:path w="15090140" h="10348595">
                <a:moveTo>
                  <a:pt x="3558580" y="0"/>
                </a:moveTo>
                <a:lnTo>
                  <a:pt x="11838227" y="15186"/>
                </a:lnTo>
                <a:lnTo>
                  <a:pt x="11834349" y="2061189"/>
                </a:lnTo>
                <a:lnTo>
                  <a:pt x="13902387" y="2281528"/>
                </a:lnTo>
                <a:lnTo>
                  <a:pt x="15089786" y="5515278"/>
                </a:lnTo>
                <a:lnTo>
                  <a:pt x="12453760" y="7762617"/>
                </a:lnTo>
                <a:lnTo>
                  <a:pt x="11239215" y="6338034"/>
                </a:lnTo>
                <a:lnTo>
                  <a:pt x="9615142" y="5795689"/>
                </a:lnTo>
                <a:lnTo>
                  <a:pt x="9013648" y="5844072"/>
                </a:lnTo>
                <a:lnTo>
                  <a:pt x="8632275" y="6986143"/>
                </a:lnTo>
                <a:lnTo>
                  <a:pt x="7205132" y="6560172"/>
                </a:lnTo>
                <a:lnTo>
                  <a:pt x="6338453" y="8932254"/>
                </a:lnTo>
                <a:lnTo>
                  <a:pt x="5372215" y="8369386"/>
                </a:lnTo>
                <a:lnTo>
                  <a:pt x="4915715" y="8222793"/>
                </a:lnTo>
                <a:lnTo>
                  <a:pt x="4035099" y="9412984"/>
                </a:lnTo>
                <a:lnTo>
                  <a:pt x="3027939" y="8752000"/>
                </a:lnTo>
                <a:lnTo>
                  <a:pt x="3806337" y="7130021"/>
                </a:lnTo>
                <a:lnTo>
                  <a:pt x="3033578" y="6777501"/>
                </a:lnTo>
                <a:lnTo>
                  <a:pt x="2060538" y="8103891"/>
                </a:lnTo>
                <a:lnTo>
                  <a:pt x="299862" y="6812249"/>
                </a:lnTo>
                <a:lnTo>
                  <a:pt x="0" y="5811558"/>
                </a:lnTo>
                <a:lnTo>
                  <a:pt x="165571" y="4114445"/>
                </a:lnTo>
                <a:lnTo>
                  <a:pt x="584670" y="3545286"/>
                </a:lnTo>
                <a:lnTo>
                  <a:pt x="3247936" y="2125170"/>
                </a:lnTo>
                <a:lnTo>
                  <a:pt x="3558580" y="0"/>
                </a:lnTo>
              </a:path>
              <a:path w="15090140" h="10348595">
                <a:moveTo>
                  <a:pt x="8632275" y="6986143"/>
                </a:moveTo>
                <a:lnTo>
                  <a:pt x="7699125" y="9447266"/>
                </a:lnTo>
                <a:lnTo>
                  <a:pt x="6338453" y="8932254"/>
                </a:lnTo>
                <a:lnTo>
                  <a:pt x="5445449" y="10348073"/>
                </a:lnTo>
                <a:lnTo>
                  <a:pt x="2060538" y="8103891"/>
                </a:lnTo>
                <a:lnTo>
                  <a:pt x="6095606" y="9317195"/>
                </a:lnTo>
              </a:path>
              <a:path w="15090140" h="10348595">
                <a:moveTo>
                  <a:pt x="7699125" y="9447266"/>
                </a:moveTo>
                <a:lnTo>
                  <a:pt x="9726443" y="10194732"/>
                </a:lnTo>
                <a:lnTo>
                  <a:pt x="10962085" y="8814204"/>
                </a:lnTo>
                <a:lnTo>
                  <a:pt x="12453760" y="7762617"/>
                </a:lnTo>
              </a:path>
              <a:path w="15090140" h="10348595">
                <a:moveTo>
                  <a:pt x="13754089" y="1087319"/>
                </a:moveTo>
                <a:lnTo>
                  <a:pt x="13754089" y="217553"/>
                </a:lnTo>
                <a:lnTo>
                  <a:pt x="11838227" y="15186"/>
                </a:lnTo>
                <a:lnTo>
                  <a:pt x="11838227" y="882160"/>
                </a:lnTo>
                <a:lnTo>
                  <a:pt x="13754089" y="1087319"/>
                </a:lnTo>
                <a:lnTo>
                  <a:pt x="13902387" y="2281528"/>
                </a:lnTo>
              </a:path>
              <a:path w="15090140" h="10348595">
                <a:moveTo>
                  <a:pt x="11838227" y="882160"/>
                </a:moveTo>
                <a:lnTo>
                  <a:pt x="10895847" y="713168"/>
                </a:lnTo>
                <a:lnTo>
                  <a:pt x="10779271" y="13247"/>
                </a:lnTo>
              </a:path>
            </a:pathLst>
          </a:custGeom>
          <a:ln w="23268">
            <a:solidFill>
              <a:srgbClr val="000000"/>
            </a:solidFill>
            <a:prstDash val="lgDashDot"/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10636635" y="9172340"/>
            <a:ext cx="2420620" cy="263525"/>
          </a:xfrm>
          <a:prstGeom prst="rect">
            <a:avLst/>
          </a:prstGeom>
          <a:solidFill>
            <a:srgbClr val="FFFFFF"/>
          </a:solidFill>
          <a:ln w="15512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marL="114935">
              <a:lnSpc>
                <a:spcPct val="100000"/>
              </a:lnSpc>
              <a:spcBef>
                <a:spcPts val="15"/>
              </a:spcBef>
            </a:pPr>
            <a:r>
              <a:rPr dirty="0" sz="1700">
                <a:latin typeface="Verdana"/>
                <a:cs typeface="Verdana"/>
              </a:rPr>
              <a:t>APN: 064-4225-</a:t>
            </a:r>
            <a:r>
              <a:rPr dirty="0" sz="1700" spc="-25">
                <a:latin typeface="Verdana"/>
                <a:cs typeface="Verdana"/>
              </a:rPr>
              <a:t>003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8355817" y="8494110"/>
            <a:ext cx="1922145" cy="1759585"/>
            <a:chOff x="8355817" y="8494110"/>
            <a:chExt cx="1922145" cy="1759585"/>
          </a:xfrm>
        </p:grpSpPr>
        <p:sp>
          <p:nvSpPr>
            <p:cNvPr id="90" name="object 90"/>
            <p:cNvSpPr/>
            <p:nvPr/>
          </p:nvSpPr>
          <p:spPr>
            <a:xfrm>
              <a:off x="8363755" y="8502048"/>
              <a:ext cx="1906270" cy="1743710"/>
            </a:xfrm>
            <a:custGeom>
              <a:avLst/>
              <a:gdLst/>
              <a:ahLst/>
              <a:cxnLst/>
              <a:rect l="l" t="t" r="r" b="b"/>
              <a:pathLst>
                <a:path w="1906270" h="1743709">
                  <a:moveTo>
                    <a:pt x="175523" y="1743596"/>
                  </a:moveTo>
                  <a:lnTo>
                    <a:pt x="0" y="1547286"/>
                  </a:lnTo>
                  <a:lnTo>
                    <a:pt x="1730488" y="0"/>
                  </a:lnTo>
                  <a:lnTo>
                    <a:pt x="1906011" y="196309"/>
                  </a:lnTo>
                  <a:lnTo>
                    <a:pt x="175523" y="17435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8363755" y="8502048"/>
              <a:ext cx="1906270" cy="1743710"/>
            </a:xfrm>
            <a:custGeom>
              <a:avLst/>
              <a:gdLst/>
              <a:ahLst/>
              <a:cxnLst/>
              <a:rect l="l" t="t" r="r" b="b"/>
              <a:pathLst>
                <a:path w="1906270" h="1743709">
                  <a:moveTo>
                    <a:pt x="0" y="1547286"/>
                  </a:moveTo>
                  <a:lnTo>
                    <a:pt x="1730488" y="0"/>
                  </a:lnTo>
                  <a:lnTo>
                    <a:pt x="1906011" y="196309"/>
                  </a:lnTo>
                  <a:lnTo>
                    <a:pt x="175523" y="1743596"/>
                  </a:lnTo>
                  <a:lnTo>
                    <a:pt x="0" y="1547286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 rot="19140000">
            <a:off x="8322204" y="9278753"/>
            <a:ext cx="1961344" cy="154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0"/>
              </a:lnSpc>
            </a:pPr>
            <a:r>
              <a:rPr dirty="0" sz="1200">
                <a:latin typeface="Verdana"/>
                <a:cs typeface="Verdana"/>
              </a:rPr>
              <a:t>APN:</a:t>
            </a:r>
            <a:r>
              <a:rPr dirty="0" sz="1200" spc="114">
                <a:latin typeface="Verdana"/>
                <a:cs typeface="Verdana"/>
              </a:rPr>
              <a:t> </a:t>
            </a:r>
            <a:r>
              <a:rPr dirty="0" baseline="2314" sz="1800">
                <a:latin typeface="Verdana"/>
                <a:cs typeface="Verdana"/>
              </a:rPr>
              <a:t>048H-7670-017-</a:t>
            </a:r>
            <a:r>
              <a:rPr dirty="0" baseline="2314" sz="1800" spc="-37">
                <a:latin typeface="Verdana"/>
                <a:cs typeface="Verdana"/>
              </a:rPr>
              <a:t>01</a:t>
            </a:r>
            <a:endParaRPr baseline="2314" sz="1800">
              <a:latin typeface="Verdana"/>
              <a:cs typeface="Verdana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4115047" y="8625656"/>
            <a:ext cx="1337945" cy="887094"/>
            <a:chOff x="4115047" y="8625656"/>
            <a:chExt cx="1337945" cy="887094"/>
          </a:xfrm>
        </p:grpSpPr>
        <p:sp>
          <p:nvSpPr>
            <p:cNvPr id="94" name="object 94"/>
            <p:cNvSpPr/>
            <p:nvPr/>
          </p:nvSpPr>
          <p:spPr>
            <a:xfrm>
              <a:off x="4122984" y="8633593"/>
              <a:ext cx="1322070" cy="871219"/>
            </a:xfrm>
            <a:custGeom>
              <a:avLst/>
              <a:gdLst/>
              <a:ahLst/>
              <a:cxnLst/>
              <a:rect l="l" t="t" r="r" b="b"/>
              <a:pathLst>
                <a:path w="1322070" h="871220">
                  <a:moveTo>
                    <a:pt x="93470" y="871177"/>
                  </a:moveTo>
                  <a:lnTo>
                    <a:pt x="0" y="709227"/>
                  </a:lnTo>
                  <a:lnTo>
                    <a:pt x="1228436" y="0"/>
                  </a:lnTo>
                  <a:lnTo>
                    <a:pt x="1321914" y="161949"/>
                  </a:lnTo>
                  <a:lnTo>
                    <a:pt x="93470" y="871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4122984" y="8633593"/>
              <a:ext cx="1322070" cy="871219"/>
            </a:xfrm>
            <a:custGeom>
              <a:avLst/>
              <a:gdLst/>
              <a:ahLst/>
              <a:cxnLst/>
              <a:rect l="l" t="t" r="r" b="b"/>
              <a:pathLst>
                <a:path w="1322070" h="871220">
                  <a:moveTo>
                    <a:pt x="0" y="709227"/>
                  </a:moveTo>
                  <a:lnTo>
                    <a:pt x="1228436" y="0"/>
                  </a:lnTo>
                  <a:lnTo>
                    <a:pt x="1321914" y="161949"/>
                  </a:lnTo>
                  <a:lnTo>
                    <a:pt x="93470" y="871177"/>
                  </a:lnTo>
                  <a:lnTo>
                    <a:pt x="0" y="709227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 rot="19800000">
            <a:off x="4102640" y="8996591"/>
            <a:ext cx="1353838" cy="123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75"/>
              </a:lnSpc>
            </a:pPr>
            <a:r>
              <a:rPr dirty="0" sz="950">
                <a:latin typeface="Verdana"/>
                <a:cs typeface="Verdana"/>
              </a:rPr>
              <a:t>APN:</a:t>
            </a:r>
            <a:r>
              <a:rPr dirty="0" sz="950" spc="229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048H-7670-</a:t>
            </a:r>
            <a:r>
              <a:rPr dirty="0" sz="950" spc="-25">
                <a:latin typeface="Verdana"/>
                <a:cs typeface="Verdana"/>
              </a:rPr>
              <a:t>024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13937885" y="2746812"/>
            <a:ext cx="1440815" cy="257175"/>
            <a:chOff x="13937885" y="2746812"/>
            <a:chExt cx="1440815" cy="257175"/>
          </a:xfrm>
        </p:grpSpPr>
        <p:sp>
          <p:nvSpPr>
            <p:cNvPr id="98" name="object 98"/>
            <p:cNvSpPr/>
            <p:nvPr/>
          </p:nvSpPr>
          <p:spPr>
            <a:xfrm>
              <a:off x="13945823" y="2754750"/>
              <a:ext cx="1424940" cy="241300"/>
            </a:xfrm>
            <a:custGeom>
              <a:avLst/>
              <a:gdLst/>
              <a:ahLst/>
              <a:cxnLst/>
              <a:rect l="l" t="t" r="r" b="b"/>
              <a:pathLst>
                <a:path w="1424940" h="241300">
                  <a:moveTo>
                    <a:pt x="1417525" y="240698"/>
                  </a:moveTo>
                  <a:lnTo>
                    <a:pt x="0" y="186816"/>
                  </a:lnTo>
                  <a:lnTo>
                    <a:pt x="7135" y="0"/>
                  </a:lnTo>
                  <a:lnTo>
                    <a:pt x="1424583" y="53882"/>
                  </a:lnTo>
                  <a:lnTo>
                    <a:pt x="1417525" y="2406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3945823" y="2754750"/>
              <a:ext cx="1424940" cy="241300"/>
            </a:xfrm>
            <a:custGeom>
              <a:avLst/>
              <a:gdLst/>
              <a:ahLst/>
              <a:cxnLst/>
              <a:rect l="l" t="t" r="r" b="b"/>
              <a:pathLst>
                <a:path w="1424940" h="241300">
                  <a:moveTo>
                    <a:pt x="7135" y="0"/>
                  </a:moveTo>
                  <a:lnTo>
                    <a:pt x="1424583" y="53882"/>
                  </a:lnTo>
                  <a:lnTo>
                    <a:pt x="1417525" y="240698"/>
                  </a:lnTo>
                  <a:lnTo>
                    <a:pt x="0" y="186816"/>
                  </a:lnTo>
                  <a:lnTo>
                    <a:pt x="7135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/>
          <p:cNvSpPr txBox="1"/>
          <p:nvPr/>
        </p:nvSpPr>
        <p:spPr>
          <a:xfrm rot="120000">
            <a:off x="13983068" y="2802814"/>
            <a:ext cx="1354470" cy="123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75"/>
              </a:lnSpc>
            </a:pPr>
            <a:r>
              <a:rPr dirty="0" sz="950">
                <a:latin typeface="Verdana"/>
                <a:cs typeface="Verdana"/>
              </a:rPr>
              <a:t>APN:</a:t>
            </a:r>
            <a:r>
              <a:rPr dirty="0" sz="950" spc="225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048H-7670-</a:t>
            </a:r>
            <a:r>
              <a:rPr dirty="0" sz="950" spc="-25">
                <a:latin typeface="Verdana"/>
                <a:cs typeface="Verdana"/>
              </a:rPr>
              <a:t>021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6555507" y="9990051"/>
            <a:ext cx="1435100" cy="562610"/>
            <a:chOff x="6555507" y="9990051"/>
            <a:chExt cx="1435100" cy="562610"/>
          </a:xfrm>
        </p:grpSpPr>
        <p:sp>
          <p:nvSpPr>
            <p:cNvPr id="102" name="object 102"/>
            <p:cNvSpPr/>
            <p:nvPr/>
          </p:nvSpPr>
          <p:spPr>
            <a:xfrm>
              <a:off x="6563445" y="9997988"/>
              <a:ext cx="1419225" cy="546735"/>
            </a:xfrm>
            <a:custGeom>
              <a:avLst/>
              <a:gdLst/>
              <a:ahLst/>
              <a:cxnLst/>
              <a:rect l="l" t="t" r="r" b="b"/>
              <a:pathLst>
                <a:path w="1419225" h="546734">
                  <a:moveTo>
                    <a:pt x="1370460" y="546657"/>
                  </a:moveTo>
                  <a:lnTo>
                    <a:pt x="0" y="180642"/>
                  </a:lnTo>
                  <a:lnTo>
                    <a:pt x="48243" y="0"/>
                  </a:lnTo>
                  <a:lnTo>
                    <a:pt x="1418704" y="366093"/>
                  </a:lnTo>
                  <a:lnTo>
                    <a:pt x="1370460" y="5466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6563445" y="9997988"/>
              <a:ext cx="1419225" cy="546735"/>
            </a:xfrm>
            <a:custGeom>
              <a:avLst/>
              <a:gdLst/>
              <a:ahLst/>
              <a:cxnLst/>
              <a:rect l="l" t="t" r="r" b="b"/>
              <a:pathLst>
                <a:path w="1419225" h="546734">
                  <a:moveTo>
                    <a:pt x="48243" y="0"/>
                  </a:moveTo>
                  <a:lnTo>
                    <a:pt x="1418704" y="366093"/>
                  </a:lnTo>
                  <a:lnTo>
                    <a:pt x="1370460" y="546657"/>
                  </a:lnTo>
                  <a:lnTo>
                    <a:pt x="0" y="180642"/>
                  </a:lnTo>
                  <a:lnTo>
                    <a:pt x="48243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/>
          <p:cNvSpPr txBox="1"/>
          <p:nvPr/>
        </p:nvSpPr>
        <p:spPr>
          <a:xfrm rot="840000">
            <a:off x="6644501" y="10205345"/>
            <a:ext cx="1263445" cy="120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35"/>
              </a:lnSpc>
            </a:pPr>
            <a:r>
              <a:rPr dirty="0" baseline="2923" sz="1425">
                <a:latin typeface="Verdana"/>
                <a:cs typeface="Verdana"/>
              </a:rPr>
              <a:t>APN:</a:t>
            </a:r>
            <a:r>
              <a:rPr dirty="0" baseline="2923" sz="1425" spc="277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064-4225-</a:t>
            </a:r>
            <a:r>
              <a:rPr dirty="0" sz="950" spc="-25">
                <a:latin typeface="Verdana"/>
                <a:cs typeface="Verdana"/>
              </a:rPr>
              <a:t>005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6260857" y="10626525"/>
            <a:ext cx="1435100" cy="562610"/>
            <a:chOff x="6260857" y="10626525"/>
            <a:chExt cx="1435100" cy="562610"/>
          </a:xfrm>
        </p:grpSpPr>
        <p:sp>
          <p:nvSpPr>
            <p:cNvPr id="106" name="object 106"/>
            <p:cNvSpPr/>
            <p:nvPr/>
          </p:nvSpPr>
          <p:spPr>
            <a:xfrm>
              <a:off x="6268794" y="10634463"/>
              <a:ext cx="1419225" cy="546735"/>
            </a:xfrm>
            <a:custGeom>
              <a:avLst/>
              <a:gdLst/>
              <a:ahLst/>
              <a:cxnLst/>
              <a:rect l="l" t="t" r="r" b="b"/>
              <a:pathLst>
                <a:path w="1419225" h="546734">
                  <a:moveTo>
                    <a:pt x="1370444" y="546657"/>
                  </a:moveTo>
                  <a:lnTo>
                    <a:pt x="0" y="180642"/>
                  </a:lnTo>
                  <a:lnTo>
                    <a:pt x="48243" y="0"/>
                  </a:lnTo>
                  <a:lnTo>
                    <a:pt x="1418680" y="366015"/>
                  </a:lnTo>
                  <a:lnTo>
                    <a:pt x="1370444" y="5466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6268794" y="10634463"/>
              <a:ext cx="1419225" cy="546735"/>
            </a:xfrm>
            <a:custGeom>
              <a:avLst/>
              <a:gdLst/>
              <a:ahLst/>
              <a:cxnLst/>
              <a:rect l="l" t="t" r="r" b="b"/>
              <a:pathLst>
                <a:path w="1419225" h="546734">
                  <a:moveTo>
                    <a:pt x="48243" y="0"/>
                  </a:moveTo>
                  <a:lnTo>
                    <a:pt x="1418680" y="366015"/>
                  </a:lnTo>
                  <a:lnTo>
                    <a:pt x="1370444" y="546657"/>
                  </a:lnTo>
                  <a:lnTo>
                    <a:pt x="0" y="180642"/>
                  </a:lnTo>
                  <a:lnTo>
                    <a:pt x="48243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/>
          <p:cNvSpPr txBox="1"/>
          <p:nvPr/>
        </p:nvSpPr>
        <p:spPr>
          <a:xfrm rot="840000">
            <a:off x="6349845" y="10841820"/>
            <a:ext cx="1263445" cy="120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35"/>
              </a:lnSpc>
            </a:pPr>
            <a:r>
              <a:rPr dirty="0" baseline="2923" sz="1425">
                <a:latin typeface="Verdana"/>
                <a:cs typeface="Verdana"/>
              </a:rPr>
              <a:t>APN:</a:t>
            </a:r>
            <a:r>
              <a:rPr dirty="0" baseline="2923" sz="1425" spc="277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064-4225-</a:t>
            </a:r>
            <a:r>
              <a:rPr dirty="0" sz="950" spc="-25">
                <a:latin typeface="Verdana"/>
                <a:cs typeface="Verdana"/>
              </a:rPr>
              <a:t>004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4914215" y="9989120"/>
            <a:ext cx="1285240" cy="504825"/>
            <a:chOff x="4914215" y="9989120"/>
            <a:chExt cx="1285240" cy="504825"/>
          </a:xfrm>
        </p:grpSpPr>
        <p:sp>
          <p:nvSpPr>
            <p:cNvPr id="110" name="object 110"/>
            <p:cNvSpPr/>
            <p:nvPr/>
          </p:nvSpPr>
          <p:spPr>
            <a:xfrm>
              <a:off x="4922153" y="9997058"/>
              <a:ext cx="1269365" cy="488950"/>
            </a:xfrm>
            <a:custGeom>
              <a:avLst/>
              <a:gdLst/>
              <a:ahLst/>
              <a:cxnLst/>
              <a:rect l="l" t="t" r="r" b="b"/>
              <a:pathLst>
                <a:path w="1269364" h="488950">
                  <a:moveTo>
                    <a:pt x="1225690" y="488951"/>
                  </a:moveTo>
                  <a:lnTo>
                    <a:pt x="0" y="161561"/>
                  </a:lnTo>
                  <a:lnTo>
                    <a:pt x="43147" y="0"/>
                  </a:lnTo>
                  <a:lnTo>
                    <a:pt x="1268838" y="327389"/>
                  </a:lnTo>
                  <a:lnTo>
                    <a:pt x="1225690" y="4889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4922153" y="9997058"/>
              <a:ext cx="1269365" cy="488950"/>
            </a:xfrm>
            <a:custGeom>
              <a:avLst/>
              <a:gdLst/>
              <a:ahLst/>
              <a:cxnLst/>
              <a:rect l="l" t="t" r="r" b="b"/>
              <a:pathLst>
                <a:path w="1269364" h="488950">
                  <a:moveTo>
                    <a:pt x="43147" y="0"/>
                  </a:moveTo>
                  <a:lnTo>
                    <a:pt x="1268838" y="327389"/>
                  </a:lnTo>
                  <a:lnTo>
                    <a:pt x="1225690" y="488951"/>
                  </a:lnTo>
                  <a:lnTo>
                    <a:pt x="0" y="161561"/>
                  </a:lnTo>
                  <a:lnTo>
                    <a:pt x="43147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/>
          <p:cNvSpPr txBox="1"/>
          <p:nvPr/>
        </p:nvSpPr>
        <p:spPr>
          <a:xfrm rot="840000">
            <a:off x="4968067" y="10181053"/>
            <a:ext cx="1186713" cy="1079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15"/>
              </a:lnSpc>
            </a:pPr>
            <a:r>
              <a:rPr dirty="0" baseline="3267" sz="1275">
                <a:latin typeface="Verdana"/>
                <a:cs typeface="Verdana"/>
              </a:rPr>
              <a:t>APN:</a:t>
            </a:r>
            <a:r>
              <a:rPr dirty="0" baseline="3267" sz="1275" spc="-22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048H-7670-</a:t>
            </a:r>
            <a:r>
              <a:rPr dirty="0" sz="850" spc="-25">
                <a:latin typeface="Verdana"/>
                <a:cs typeface="Verdana"/>
              </a:rPr>
              <a:t>025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2365760" y="3532132"/>
            <a:ext cx="2307590" cy="1266825"/>
          </a:xfrm>
          <a:custGeom>
            <a:avLst/>
            <a:gdLst/>
            <a:ahLst/>
            <a:cxnLst/>
            <a:rect l="l" t="t" r="r" b="b"/>
            <a:pathLst>
              <a:path w="2307590" h="1266825">
                <a:moveTo>
                  <a:pt x="111666" y="1266635"/>
                </a:moveTo>
                <a:lnTo>
                  <a:pt x="0" y="1028163"/>
                </a:lnTo>
                <a:lnTo>
                  <a:pt x="2195798" y="0"/>
                </a:lnTo>
                <a:lnTo>
                  <a:pt x="2307465" y="238480"/>
                </a:lnTo>
                <a:lnTo>
                  <a:pt x="111666" y="12666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 txBox="1"/>
          <p:nvPr/>
        </p:nvSpPr>
        <p:spPr>
          <a:xfrm rot="20100000">
            <a:off x="2357413" y="4067156"/>
            <a:ext cx="2339914" cy="217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10"/>
              </a:lnSpc>
            </a:pPr>
            <a:r>
              <a:rPr dirty="0" sz="1700">
                <a:latin typeface="Verdana"/>
                <a:cs typeface="Verdana"/>
              </a:rPr>
              <a:t>CLAREMONT </a:t>
            </a:r>
            <a:r>
              <a:rPr dirty="0" sz="1700" spc="-10">
                <a:latin typeface="Verdana"/>
                <a:cs typeface="Verdana"/>
              </a:rPr>
              <a:t>AVENUE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12025074" y="10190808"/>
            <a:ext cx="1334770" cy="1422400"/>
          </a:xfrm>
          <a:custGeom>
            <a:avLst/>
            <a:gdLst/>
            <a:ahLst/>
            <a:cxnLst/>
            <a:rect l="l" t="t" r="r" b="b"/>
            <a:pathLst>
              <a:path w="1334769" h="1422400">
                <a:moveTo>
                  <a:pt x="194060" y="1421946"/>
                </a:moveTo>
                <a:lnTo>
                  <a:pt x="0" y="1244018"/>
                </a:lnTo>
                <a:lnTo>
                  <a:pt x="1140550" y="0"/>
                </a:lnTo>
                <a:lnTo>
                  <a:pt x="1334611" y="177927"/>
                </a:lnTo>
                <a:lnTo>
                  <a:pt x="194060" y="14219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 txBox="1"/>
          <p:nvPr/>
        </p:nvSpPr>
        <p:spPr>
          <a:xfrm rot="18780000">
            <a:off x="11900721" y="10802442"/>
            <a:ext cx="1607318" cy="2171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10"/>
              </a:lnSpc>
            </a:pPr>
            <a:r>
              <a:rPr dirty="0" sz="1700">
                <a:latin typeface="Verdana"/>
                <a:cs typeface="Verdana"/>
              </a:rPr>
              <a:t>TUNNEL</a:t>
            </a:r>
            <a:r>
              <a:rPr dirty="0" sz="1700" spc="-15">
                <a:latin typeface="Verdana"/>
                <a:cs typeface="Verdana"/>
              </a:rPr>
              <a:t> </a:t>
            </a:r>
            <a:r>
              <a:rPr dirty="0" baseline="1633" sz="2550" spc="-30">
                <a:latin typeface="Verdana"/>
                <a:cs typeface="Verdana"/>
              </a:rPr>
              <a:t>ROAD</a:t>
            </a:r>
            <a:endParaRPr baseline="1633" sz="2550">
              <a:latin typeface="Verdana"/>
              <a:cs typeface="Verdana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968409" y="1425087"/>
            <a:ext cx="4002404" cy="3747770"/>
          </a:xfrm>
          <a:custGeom>
            <a:avLst/>
            <a:gdLst/>
            <a:ahLst/>
            <a:cxnLst/>
            <a:rect l="l" t="t" r="r" b="b"/>
            <a:pathLst>
              <a:path w="4002404" h="3747770">
                <a:moveTo>
                  <a:pt x="3942637" y="1066184"/>
                </a:moveTo>
                <a:lnTo>
                  <a:pt x="1466629" y="928798"/>
                </a:lnTo>
              </a:path>
              <a:path w="4002404" h="3747770">
                <a:moveTo>
                  <a:pt x="180758" y="3667082"/>
                </a:moveTo>
                <a:lnTo>
                  <a:pt x="397598" y="2418006"/>
                </a:lnTo>
                <a:lnTo>
                  <a:pt x="1431284" y="2962097"/>
                </a:lnTo>
              </a:path>
              <a:path w="4002404" h="3747770">
                <a:moveTo>
                  <a:pt x="397598" y="2418006"/>
                </a:moveTo>
                <a:lnTo>
                  <a:pt x="1047220" y="1983751"/>
                </a:lnTo>
                <a:lnTo>
                  <a:pt x="1426848" y="1729984"/>
                </a:lnTo>
                <a:lnTo>
                  <a:pt x="1595631" y="0"/>
                </a:lnTo>
                <a:lnTo>
                  <a:pt x="4001793" y="0"/>
                </a:lnTo>
                <a:lnTo>
                  <a:pt x="3942637" y="1066184"/>
                </a:lnTo>
                <a:lnTo>
                  <a:pt x="3391093" y="2039743"/>
                </a:lnTo>
                <a:lnTo>
                  <a:pt x="1431284" y="2962097"/>
                </a:lnTo>
                <a:lnTo>
                  <a:pt x="643005" y="3747328"/>
                </a:lnTo>
                <a:lnTo>
                  <a:pt x="0" y="3635700"/>
                </a:lnTo>
              </a:path>
              <a:path w="4002404" h="3747770">
                <a:moveTo>
                  <a:pt x="1990080" y="2699107"/>
                </a:moveTo>
                <a:lnTo>
                  <a:pt x="1047220" y="1983751"/>
                </a:lnTo>
              </a:path>
            </a:pathLst>
          </a:custGeom>
          <a:ln w="23268">
            <a:solidFill>
              <a:srgbClr val="000000"/>
            </a:solidFill>
            <a:prstDash val="lgDashDot"/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 txBox="1"/>
          <p:nvPr/>
        </p:nvSpPr>
        <p:spPr>
          <a:xfrm>
            <a:off x="2763739" y="1806483"/>
            <a:ext cx="2036445" cy="221615"/>
          </a:xfrm>
          <a:prstGeom prst="rect">
            <a:avLst/>
          </a:prstGeom>
          <a:solidFill>
            <a:srgbClr val="FFFFFF"/>
          </a:solidFill>
          <a:ln w="15512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latin typeface="Verdana"/>
                <a:cs typeface="Verdana"/>
              </a:rPr>
              <a:t>APN:</a:t>
            </a:r>
            <a:r>
              <a:rPr dirty="0" sz="1200" spc="105">
                <a:latin typeface="Verdana"/>
                <a:cs typeface="Verdana"/>
              </a:rPr>
              <a:t> </a:t>
            </a:r>
            <a:r>
              <a:rPr dirty="0" sz="1200">
                <a:latin typeface="Verdana"/>
                <a:cs typeface="Verdana"/>
              </a:rPr>
              <a:t>048H-7672-</a:t>
            </a:r>
            <a:r>
              <a:rPr dirty="0" sz="1200" spc="-25">
                <a:latin typeface="Verdana"/>
                <a:cs typeface="Verdana"/>
              </a:rPr>
              <a:t>013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2484275" y="2737066"/>
            <a:ext cx="2036445" cy="221615"/>
          </a:xfrm>
          <a:prstGeom prst="rect">
            <a:avLst/>
          </a:prstGeom>
          <a:solidFill>
            <a:srgbClr val="FFFFFF"/>
          </a:solidFill>
          <a:ln w="15512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latin typeface="Verdana"/>
                <a:cs typeface="Verdana"/>
              </a:rPr>
              <a:t>APN:</a:t>
            </a:r>
            <a:r>
              <a:rPr dirty="0" sz="1200" spc="105">
                <a:latin typeface="Verdana"/>
                <a:cs typeface="Verdana"/>
              </a:rPr>
              <a:t> </a:t>
            </a:r>
            <a:r>
              <a:rPr dirty="0" sz="1200">
                <a:latin typeface="Verdana"/>
                <a:cs typeface="Verdana"/>
              </a:rPr>
              <a:t>048H-7672-</a:t>
            </a:r>
            <a:r>
              <a:rPr dirty="0" sz="1200" spc="-25">
                <a:latin typeface="Verdana"/>
                <a:cs typeface="Verdana"/>
              </a:rPr>
              <a:t>026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1774680" y="3556661"/>
            <a:ext cx="925194" cy="670560"/>
            <a:chOff x="1774680" y="3556661"/>
            <a:chExt cx="925194" cy="670560"/>
          </a:xfrm>
        </p:grpSpPr>
        <p:sp>
          <p:nvSpPr>
            <p:cNvPr id="121" name="object 121"/>
            <p:cNvSpPr/>
            <p:nvPr/>
          </p:nvSpPr>
          <p:spPr>
            <a:xfrm>
              <a:off x="1782617" y="3564599"/>
              <a:ext cx="909319" cy="654685"/>
            </a:xfrm>
            <a:custGeom>
              <a:avLst/>
              <a:gdLst/>
              <a:ahLst/>
              <a:cxnLst/>
              <a:rect l="l" t="t" r="r" b="b"/>
              <a:pathLst>
                <a:path w="909319" h="654685">
                  <a:moveTo>
                    <a:pt x="847955" y="654337"/>
                  </a:moveTo>
                  <a:lnTo>
                    <a:pt x="0" y="92244"/>
                  </a:lnTo>
                  <a:lnTo>
                    <a:pt x="61149" y="0"/>
                  </a:lnTo>
                  <a:lnTo>
                    <a:pt x="909105" y="562092"/>
                  </a:lnTo>
                  <a:lnTo>
                    <a:pt x="847955" y="6543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782617" y="3564599"/>
              <a:ext cx="909319" cy="654685"/>
            </a:xfrm>
            <a:custGeom>
              <a:avLst/>
              <a:gdLst/>
              <a:ahLst/>
              <a:cxnLst/>
              <a:rect l="l" t="t" r="r" b="b"/>
              <a:pathLst>
                <a:path w="909319" h="654685">
                  <a:moveTo>
                    <a:pt x="61149" y="0"/>
                  </a:moveTo>
                  <a:lnTo>
                    <a:pt x="909105" y="562092"/>
                  </a:lnTo>
                  <a:lnTo>
                    <a:pt x="847955" y="654337"/>
                  </a:lnTo>
                  <a:lnTo>
                    <a:pt x="0" y="92244"/>
                  </a:lnTo>
                  <a:lnTo>
                    <a:pt x="61149" y="0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/>
          <p:cNvSpPr txBox="1"/>
          <p:nvPr/>
        </p:nvSpPr>
        <p:spPr>
          <a:xfrm rot="1980000">
            <a:off x="1772195" y="3853618"/>
            <a:ext cx="931687" cy="844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65"/>
              </a:lnSpc>
            </a:pPr>
            <a:r>
              <a:rPr dirty="0" sz="650">
                <a:latin typeface="Verdana"/>
                <a:cs typeface="Verdana"/>
              </a:rPr>
              <a:t>APN:</a:t>
            </a:r>
            <a:r>
              <a:rPr dirty="0" sz="650" spc="150">
                <a:latin typeface="Verdana"/>
                <a:cs typeface="Verdana"/>
              </a:rPr>
              <a:t> </a:t>
            </a:r>
            <a:r>
              <a:rPr dirty="0" sz="650">
                <a:latin typeface="Verdana"/>
                <a:cs typeface="Verdana"/>
              </a:rPr>
              <a:t>048H-7672-</a:t>
            </a:r>
            <a:r>
              <a:rPr dirty="0" sz="650" spc="-25">
                <a:latin typeface="Verdana"/>
                <a:cs typeface="Verdana"/>
              </a:rPr>
              <a:t>015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1222818" y="4307044"/>
            <a:ext cx="1046480" cy="675005"/>
            <a:chOff x="1222818" y="4307044"/>
            <a:chExt cx="1046480" cy="675005"/>
          </a:xfrm>
        </p:grpSpPr>
        <p:sp>
          <p:nvSpPr>
            <p:cNvPr id="125" name="object 125"/>
            <p:cNvSpPr/>
            <p:nvPr/>
          </p:nvSpPr>
          <p:spPr>
            <a:xfrm>
              <a:off x="1230755" y="4314981"/>
              <a:ext cx="1030605" cy="659130"/>
            </a:xfrm>
            <a:custGeom>
              <a:avLst/>
              <a:gdLst/>
              <a:ahLst/>
              <a:cxnLst/>
              <a:rect l="l" t="t" r="r" b="b"/>
              <a:pathLst>
                <a:path w="1030605" h="659129">
                  <a:moveTo>
                    <a:pt x="55340" y="658735"/>
                  </a:moveTo>
                  <a:lnTo>
                    <a:pt x="0" y="562891"/>
                  </a:lnTo>
                  <a:lnTo>
                    <a:pt x="974955" y="0"/>
                  </a:lnTo>
                  <a:lnTo>
                    <a:pt x="1030296" y="95843"/>
                  </a:lnTo>
                  <a:lnTo>
                    <a:pt x="55340" y="6587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230755" y="4314981"/>
              <a:ext cx="1030605" cy="659130"/>
            </a:xfrm>
            <a:custGeom>
              <a:avLst/>
              <a:gdLst/>
              <a:ahLst/>
              <a:cxnLst/>
              <a:rect l="l" t="t" r="r" b="b"/>
              <a:pathLst>
                <a:path w="1030605" h="659129">
                  <a:moveTo>
                    <a:pt x="0" y="562891"/>
                  </a:moveTo>
                  <a:lnTo>
                    <a:pt x="974955" y="0"/>
                  </a:lnTo>
                  <a:lnTo>
                    <a:pt x="1030296" y="95843"/>
                  </a:lnTo>
                  <a:lnTo>
                    <a:pt x="55340" y="658735"/>
                  </a:lnTo>
                  <a:lnTo>
                    <a:pt x="0" y="562891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/>
          <p:cNvSpPr txBox="1"/>
          <p:nvPr/>
        </p:nvSpPr>
        <p:spPr>
          <a:xfrm rot="19800000">
            <a:off x="1283029" y="4601380"/>
            <a:ext cx="931054" cy="85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70"/>
              </a:lnSpc>
            </a:pPr>
            <a:r>
              <a:rPr dirty="0" sz="650">
                <a:latin typeface="Verdana"/>
                <a:cs typeface="Verdana"/>
              </a:rPr>
              <a:t>APN:</a:t>
            </a:r>
            <a:r>
              <a:rPr dirty="0" sz="650" spc="155">
                <a:latin typeface="Verdana"/>
                <a:cs typeface="Verdana"/>
              </a:rPr>
              <a:t> </a:t>
            </a:r>
            <a:r>
              <a:rPr dirty="0" sz="650">
                <a:latin typeface="Verdana"/>
                <a:cs typeface="Verdana"/>
              </a:rPr>
              <a:t>048H-7673-</a:t>
            </a:r>
            <a:r>
              <a:rPr dirty="0" sz="650" spc="-25">
                <a:latin typeface="Verdana"/>
                <a:cs typeface="Verdana"/>
              </a:rPr>
              <a:t>001</a:t>
            </a:r>
            <a:endParaRPr sz="650">
              <a:latin typeface="Verdana"/>
              <a:cs typeface="Verdana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5373240" y="1989284"/>
            <a:ext cx="744855" cy="1827530"/>
            <a:chOff x="5373240" y="1989284"/>
            <a:chExt cx="744855" cy="1827530"/>
          </a:xfrm>
        </p:grpSpPr>
        <p:sp>
          <p:nvSpPr>
            <p:cNvPr id="129" name="object 129"/>
            <p:cNvSpPr/>
            <p:nvPr/>
          </p:nvSpPr>
          <p:spPr>
            <a:xfrm>
              <a:off x="5373875" y="1989919"/>
              <a:ext cx="743585" cy="1819910"/>
            </a:xfrm>
            <a:custGeom>
              <a:avLst/>
              <a:gdLst/>
              <a:ahLst/>
              <a:cxnLst/>
              <a:rect l="l" t="t" r="r" b="b"/>
              <a:pathLst>
                <a:path w="743585" h="1819910">
                  <a:moveTo>
                    <a:pt x="278246" y="0"/>
                  </a:moveTo>
                  <a:lnTo>
                    <a:pt x="38245" y="63329"/>
                  </a:lnTo>
                </a:path>
                <a:path w="743585" h="1819910">
                  <a:moveTo>
                    <a:pt x="38245" y="63329"/>
                  </a:moveTo>
                  <a:lnTo>
                    <a:pt x="0" y="73420"/>
                  </a:lnTo>
                </a:path>
                <a:path w="743585" h="1819910">
                  <a:moveTo>
                    <a:pt x="742967" y="1745333"/>
                  </a:moveTo>
                  <a:lnTo>
                    <a:pt x="499057" y="1809694"/>
                  </a:lnTo>
                </a:path>
                <a:path w="743585" h="1819910">
                  <a:moveTo>
                    <a:pt x="499057" y="1809694"/>
                  </a:moveTo>
                  <a:lnTo>
                    <a:pt x="460812" y="1819785"/>
                  </a:lnTo>
                </a:path>
                <a:path w="743585" h="1819910">
                  <a:moveTo>
                    <a:pt x="38245" y="63329"/>
                  </a:moveTo>
                  <a:lnTo>
                    <a:pt x="499057" y="180969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5401696" y="2047175"/>
              <a:ext cx="20955" cy="12700"/>
            </a:xfrm>
            <a:custGeom>
              <a:avLst/>
              <a:gdLst/>
              <a:ahLst/>
              <a:cxnLst/>
              <a:rect l="l" t="t" r="r" b="b"/>
              <a:pathLst>
                <a:path w="20954" h="12700">
                  <a:moveTo>
                    <a:pt x="20848" y="121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5407762" y="2036743"/>
              <a:ext cx="4445" cy="16510"/>
            </a:xfrm>
            <a:custGeom>
              <a:avLst/>
              <a:gdLst/>
              <a:ahLst/>
              <a:cxnLst/>
              <a:rect l="l" t="t" r="r" b="b"/>
              <a:pathLst>
                <a:path w="4445" h="16510">
                  <a:moveTo>
                    <a:pt x="4358" y="1650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5862508" y="3793540"/>
              <a:ext cx="20955" cy="12700"/>
            </a:xfrm>
            <a:custGeom>
              <a:avLst/>
              <a:gdLst/>
              <a:ahLst/>
              <a:cxnLst/>
              <a:rect l="l" t="t" r="r" b="b"/>
              <a:pathLst>
                <a:path w="20954" h="12700">
                  <a:moveTo>
                    <a:pt x="0" y="0"/>
                  </a:moveTo>
                  <a:lnTo>
                    <a:pt x="20848" y="121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872933" y="3799614"/>
              <a:ext cx="4445" cy="16510"/>
            </a:xfrm>
            <a:custGeom>
              <a:avLst/>
              <a:gdLst/>
              <a:ahLst/>
              <a:cxnLst/>
              <a:rect l="l" t="t" r="r" b="b"/>
              <a:pathLst>
                <a:path w="4445" h="16510">
                  <a:moveTo>
                    <a:pt x="0" y="0"/>
                  </a:moveTo>
                  <a:lnTo>
                    <a:pt x="4351" y="1649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5612673" y="2674884"/>
              <a:ext cx="222250" cy="460375"/>
            </a:xfrm>
            <a:custGeom>
              <a:avLst/>
              <a:gdLst/>
              <a:ahLst/>
              <a:cxnLst/>
              <a:rect l="l" t="t" r="r" b="b"/>
              <a:pathLst>
                <a:path w="222250" h="460375">
                  <a:moveTo>
                    <a:pt x="113884" y="460191"/>
                  </a:moveTo>
                  <a:lnTo>
                    <a:pt x="0" y="28597"/>
                  </a:lnTo>
                  <a:lnTo>
                    <a:pt x="108369" y="0"/>
                  </a:lnTo>
                  <a:lnTo>
                    <a:pt x="222254" y="431602"/>
                  </a:lnTo>
                  <a:lnTo>
                    <a:pt x="113884" y="4601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612673" y="2674884"/>
              <a:ext cx="222250" cy="460375"/>
            </a:xfrm>
            <a:custGeom>
              <a:avLst/>
              <a:gdLst/>
              <a:ahLst/>
              <a:cxnLst/>
              <a:rect l="l" t="t" r="r" b="b"/>
              <a:pathLst>
                <a:path w="222250" h="460375">
                  <a:moveTo>
                    <a:pt x="108369" y="0"/>
                  </a:moveTo>
                  <a:lnTo>
                    <a:pt x="222254" y="431602"/>
                  </a:lnTo>
                  <a:lnTo>
                    <a:pt x="113884" y="460191"/>
                  </a:lnTo>
                  <a:lnTo>
                    <a:pt x="0" y="28597"/>
                  </a:lnTo>
                  <a:lnTo>
                    <a:pt x="10836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6" name="object 136"/>
          <p:cNvSpPr txBox="1"/>
          <p:nvPr/>
        </p:nvSpPr>
        <p:spPr>
          <a:xfrm rot="4500000">
            <a:off x="5539063" y="2860365"/>
            <a:ext cx="359669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161'-</a:t>
            </a:r>
            <a:r>
              <a:rPr dirty="0" sz="700" spc="-25">
                <a:latin typeface="Verdana"/>
                <a:cs typeface="Verdana"/>
              </a:rPr>
              <a:t>9"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5188710" y="1604646"/>
            <a:ext cx="398145" cy="775335"/>
            <a:chOff x="5188710" y="1604646"/>
            <a:chExt cx="398145" cy="775335"/>
          </a:xfrm>
        </p:grpSpPr>
        <p:sp>
          <p:nvSpPr>
            <p:cNvPr id="138" name="object 138"/>
            <p:cNvSpPr/>
            <p:nvPr/>
          </p:nvSpPr>
          <p:spPr>
            <a:xfrm>
              <a:off x="5375759" y="1617349"/>
              <a:ext cx="210820" cy="335280"/>
            </a:xfrm>
            <a:custGeom>
              <a:avLst/>
              <a:gdLst/>
              <a:ahLst/>
              <a:cxnLst/>
              <a:rect l="l" t="t" r="r" b="b"/>
              <a:pathLst>
                <a:path w="210820" h="335280">
                  <a:moveTo>
                    <a:pt x="210464" y="21267"/>
                  </a:moveTo>
                  <a:lnTo>
                    <a:pt x="78190" y="4870"/>
                  </a:lnTo>
                </a:path>
                <a:path w="210820" h="335280">
                  <a:moveTo>
                    <a:pt x="78190" y="4870"/>
                  </a:moveTo>
                  <a:lnTo>
                    <a:pt x="38936" y="0"/>
                  </a:lnTo>
                </a:path>
                <a:path w="210820" h="335280">
                  <a:moveTo>
                    <a:pt x="166091" y="334719"/>
                  </a:moveTo>
                  <a:lnTo>
                    <a:pt x="39254" y="318989"/>
                  </a:lnTo>
                </a:path>
                <a:path w="210820" h="335280">
                  <a:moveTo>
                    <a:pt x="39254" y="318989"/>
                  </a:moveTo>
                  <a:lnTo>
                    <a:pt x="0" y="314126"/>
                  </a:lnTo>
                </a:path>
                <a:path w="210820" h="335280">
                  <a:moveTo>
                    <a:pt x="78190" y="4870"/>
                  </a:moveTo>
                  <a:lnTo>
                    <a:pt x="39254" y="3189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5446535" y="1612703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39" h="19050">
                  <a:moveTo>
                    <a:pt x="14837" y="190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5453950" y="1605281"/>
              <a:ext cx="2540" cy="17145"/>
            </a:xfrm>
            <a:custGeom>
              <a:avLst/>
              <a:gdLst/>
              <a:ahLst/>
              <a:cxnLst/>
              <a:rect l="l" t="t" r="r" b="b"/>
              <a:pathLst>
                <a:path w="2539" h="17144">
                  <a:moveTo>
                    <a:pt x="0" y="16939"/>
                  </a:moveTo>
                  <a:lnTo>
                    <a:pt x="21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95723" y="1766874"/>
              <a:ext cx="151169" cy="217976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5192837" y="1977570"/>
              <a:ext cx="159385" cy="398780"/>
            </a:xfrm>
            <a:custGeom>
              <a:avLst/>
              <a:gdLst/>
              <a:ahLst/>
              <a:cxnLst/>
              <a:rect l="l" t="t" r="r" b="b"/>
              <a:pathLst>
                <a:path w="159385" h="398780">
                  <a:moveTo>
                    <a:pt x="111224" y="398265"/>
                  </a:moveTo>
                  <a:lnTo>
                    <a:pt x="0" y="384475"/>
                  </a:lnTo>
                  <a:lnTo>
                    <a:pt x="47661" y="0"/>
                  </a:lnTo>
                  <a:lnTo>
                    <a:pt x="158885" y="13782"/>
                  </a:lnTo>
                  <a:lnTo>
                    <a:pt x="111224" y="3982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192837" y="1977570"/>
              <a:ext cx="159385" cy="398780"/>
            </a:xfrm>
            <a:custGeom>
              <a:avLst/>
              <a:gdLst/>
              <a:ahLst/>
              <a:cxnLst/>
              <a:rect l="l" t="t" r="r" b="b"/>
              <a:pathLst>
                <a:path w="159385" h="398780">
                  <a:moveTo>
                    <a:pt x="0" y="384475"/>
                  </a:moveTo>
                  <a:lnTo>
                    <a:pt x="47661" y="0"/>
                  </a:lnTo>
                  <a:lnTo>
                    <a:pt x="158885" y="13782"/>
                  </a:lnTo>
                  <a:lnTo>
                    <a:pt x="111224" y="398265"/>
                  </a:lnTo>
                  <a:lnTo>
                    <a:pt x="0" y="384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144"/>
          <p:cNvSpPr txBox="1"/>
          <p:nvPr/>
        </p:nvSpPr>
        <p:spPr>
          <a:xfrm rot="16680000">
            <a:off x="5126489" y="2130614"/>
            <a:ext cx="30423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28'-</a:t>
            </a:r>
            <a:r>
              <a:rPr dirty="0" sz="700" spc="-25">
                <a:latin typeface="Verdana"/>
                <a:cs typeface="Verdana"/>
              </a:rPr>
              <a:t>4"</a:t>
            </a:r>
            <a:endParaRPr sz="700">
              <a:latin typeface="Verdana"/>
              <a:cs typeface="Verdana"/>
            </a:endParaRPr>
          </a:p>
        </p:txBody>
      </p:sp>
      <p:graphicFrame>
        <p:nvGraphicFramePr>
          <p:cNvPr id="145" name="object 145"/>
          <p:cNvGraphicFramePr>
            <a:graphicFrameLocks noGrp="1"/>
          </p:cNvGraphicFramePr>
          <p:nvPr/>
        </p:nvGraphicFramePr>
        <p:xfrm>
          <a:off x="536341" y="457218"/>
          <a:ext cx="2300605" cy="45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7010"/>
                <a:gridCol w="735965"/>
              </a:tblGrid>
              <a:tr h="151130">
                <a:tc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ESTIMATED</a:t>
                      </a:r>
                      <a:r>
                        <a:rPr dirty="0" sz="950" spc="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TRENCHING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LENGTH</a:t>
                      </a:r>
                      <a:r>
                        <a:rPr dirty="0" sz="950" spc="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 b="1">
                          <a:latin typeface="Calibri"/>
                          <a:cs typeface="Calibri"/>
                        </a:rPr>
                        <a:t>(FT)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ASPHALT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161'-</a:t>
                      </a:r>
                      <a:r>
                        <a:rPr dirty="0" sz="950" spc="-25" b="1">
                          <a:latin typeface="Calibri"/>
                          <a:cs typeface="Calibri"/>
                        </a:rPr>
                        <a:t>9"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 algn="ctr" marL="635">
                        <a:lnSpc>
                          <a:spcPts val="1090"/>
                        </a:lnSpc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TOTAL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b="1">
                          <a:latin typeface="Calibri"/>
                          <a:cs typeface="Calibri"/>
                        </a:rPr>
                        <a:t>161'-</a:t>
                      </a:r>
                      <a:r>
                        <a:rPr dirty="0" sz="950" spc="-25" b="1">
                          <a:latin typeface="Calibri"/>
                          <a:cs typeface="Calibri"/>
                        </a:rPr>
                        <a:t>9"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6" name="object 146"/>
          <p:cNvSpPr/>
          <p:nvPr/>
        </p:nvSpPr>
        <p:spPr>
          <a:xfrm>
            <a:off x="14213332" y="1222899"/>
            <a:ext cx="4248150" cy="885825"/>
          </a:xfrm>
          <a:custGeom>
            <a:avLst/>
            <a:gdLst/>
            <a:ahLst/>
            <a:cxnLst/>
            <a:rect l="l" t="t" r="r" b="b"/>
            <a:pathLst>
              <a:path w="4248150" h="885825">
                <a:moveTo>
                  <a:pt x="4247756" y="448310"/>
                </a:moveTo>
                <a:lnTo>
                  <a:pt x="1511134" y="448310"/>
                </a:lnTo>
                <a:lnTo>
                  <a:pt x="1511134" y="0"/>
                </a:lnTo>
                <a:lnTo>
                  <a:pt x="0" y="0"/>
                </a:lnTo>
                <a:lnTo>
                  <a:pt x="0" y="448310"/>
                </a:lnTo>
                <a:lnTo>
                  <a:pt x="0" y="661454"/>
                </a:lnTo>
                <a:lnTo>
                  <a:pt x="0" y="885520"/>
                </a:lnTo>
                <a:lnTo>
                  <a:pt x="1511134" y="885520"/>
                </a:lnTo>
                <a:lnTo>
                  <a:pt x="4247756" y="885520"/>
                </a:lnTo>
                <a:lnTo>
                  <a:pt x="4247756" y="661454"/>
                </a:lnTo>
                <a:lnTo>
                  <a:pt x="4247756" y="4483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47" name="object 147"/>
          <p:cNvGraphicFramePr>
            <a:graphicFrameLocks noGrp="1"/>
          </p:cNvGraphicFramePr>
          <p:nvPr/>
        </p:nvGraphicFramePr>
        <p:xfrm>
          <a:off x="14207517" y="411206"/>
          <a:ext cx="4335780" cy="168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300"/>
                <a:gridCol w="2736850"/>
              </a:tblGrid>
              <a:tr h="151130"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SYSTEM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950" spc="-20" b="1">
                          <a:latin typeface="Calibri"/>
                          <a:cs typeface="Calibri"/>
                        </a:rPr>
                        <a:t>POI1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Inverter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584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marR="170815">
                        <a:lnSpc>
                          <a:spcPct val="105100"/>
                        </a:lnSpc>
                        <a:spcBef>
                          <a:spcPts val="18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1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DYNA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POWER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COMPANY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LLC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{{INV_MODEL}}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Gen5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[600V][SI1-SB]</a:t>
                      </a:r>
                      <a:r>
                        <a:rPr dirty="0" sz="700" spc="1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982</a:t>
                      </a:r>
                      <a:r>
                        <a:rPr dirty="0" sz="700" spc="1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kW</a:t>
                      </a:r>
                      <a:r>
                        <a:rPr dirty="0" sz="700" spc="1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ENERGY</a:t>
                      </a:r>
                      <a:r>
                        <a:rPr dirty="0" sz="700" spc="1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STORAGE</a:t>
                      </a:r>
                      <a:r>
                        <a:rPr dirty="0" sz="700" spc="1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INVERTER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Cabinet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1117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marR="163830">
                        <a:lnSpc>
                          <a:spcPct val="105100"/>
                        </a:lnSpc>
                        <a:spcBef>
                          <a:spcPts val="16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1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Guangzhou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Great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Power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Energy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Storage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Technology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Co.,</a:t>
                      </a:r>
                      <a:r>
                        <a:rPr dirty="0" sz="700" spc="8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Ltd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{{BAT_MODEL}}</a:t>
                      </a:r>
                      <a:r>
                        <a:rPr dirty="0" sz="700" spc="2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({{KWH}}kWh)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Racks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" marR="104775">
                        <a:lnSpc>
                          <a:spcPct val="105100"/>
                        </a:lnSpc>
                        <a:spcBef>
                          <a:spcPts val="43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12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Guangzhou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Great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Power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Energy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Storage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Technology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Co.,</a:t>
                      </a:r>
                      <a:r>
                        <a:rPr dirty="0" sz="700" spc="8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Ltd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1P416S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(372.7kWh)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DC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Size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5016</a:t>
                      </a:r>
                      <a:r>
                        <a:rPr dirty="0" sz="9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kWh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AC</a:t>
                      </a:r>
                      <a:r>
                        <a:rPr dirty="0" sz="9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Size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Derated</a:t>
                      </a:r>
                      <a:r>
                        <a:rPr dirty="0" sz="9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802</a:t>
                      </a:r>
                      <a:r>
                        <a:rPr dirty="0" sz="9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kW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8" name="object 148"/>
          <p:cNvSpPr txBox="1"/>
          <p:nvPr/>
        </p:nvSpPr>
        <p:spPr>
          <a:xfrm>
            <a:off x="13012983" y="1006178"/>
            <a:ext cx="463550" cy="113664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dirty="0" sz="700">
                <a:latin typeface="Verdana"/>
                <a:cs typeface="Verdana"/>
              </a:rPr>
              <a:t>Label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text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12095423" y="969937"/>
            <a:ext cx="1884045" cy="886460"/>
            <a:chOff x="12095423" y="969937"/>
            <a:chExt cx="1884045" cy="886460"/>
          </a:xfrm>
        </p:grpSpPr>
        <p:sp>
          <p:nvSpPr>
            <p:cNvPr id="150" name="object 150"/>
            <p:cNvSpPr/>
            <p:nvPr/>
          </p:nvSpPr>
          <p:spPr>
            <a:xfrm>
              <a:off x="13515896" y="1062717"/>
              <a:ext cx="443230" cy="746125"/>
            </a:xfrm>
            <a:custGeom>
              <a:avLst/>
              <a:gdLst/>
              <a:ahLst/>
              <a:cxnLst/>
              <a:rect l="l" t="t" r="r" b="b"/>
              <a:pathLst>
                <a:path w="443230" h="746125">
                  <a:moveTo>
                    <a:pt x="442646" y="745651"/>
                  </a:moveTo>
                  <a:lnTo>
                    <a:pt x="156210" y="0"/>
                  </a:lnTo>
                  <a:lnTo>
                    <a:pt x="47390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3951329" y="1805529"/>
              <a:ext cx="24130" cy="46355"/>
            </a:xfrm>
            <a:custGeom>
              <a:avLst/>
              <a:gdLst/>
              <a:ahLst/>
              <a:cxnLst/>
              <a:rect l="l" t="t" r="r" b="b"/>
              <a:pathLst>
                <a:path w="24130" h="46355">
                  <a:moveTo>
                    <a:pt x="23889" y="46219"/>
                  </a:moveTo>
                  <a:lnTo>
                    <a:pt x="0" y="5561"/>
                  </a:lnTo>
                  <a:lnTo>
                    <a:pt x="14426" y="0"/>
                  </a:lnTo>
                  <a:lnTo>
                    <a:pt x="23889" y="462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13951329" y="1805529"/>
              <a:ext cx="24130" cy="46355"/>
            </a:xfrm>
            <a:custGeom>
              <a:avLst/>
              <a:gdLst/>
              <a:ahLst/>
              <a:cxnLst/>
              <a:rect l="l" t="t" r="r" b="b"/>
              <a:pathLst>
                <a:path w="24130" h="46355">
                  <a:moveTo>
                    <a:pt x="23889" y="46219"/>
                  </a:moveTo>
                  <a:lnTo>
                    <a:pt x="0" y="5561"/>
                  </a:lnTo>
                  <a:lnTo>
                    <a:pt x="14426" y="0"/>
                  </a:lnTo>
                  <a:lnTo>
                    <a:pt x="23889" y="46219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2095423" y="969937"/>
              <a:ext cx="1418590" cy="187325"/>
            </a:xfrm>
            <a:custGeom>
              <a:avLst/>
              <a:gdLst/>
              <a:ahLst/>
              <a:cxnLst/>
              <a:rect l="l" t="t" r="r" b="b"/>
              <a:pathLst>
                <a:path w="1418590" h="187325">
                  <a:moveTo>
                    <a:pt x="1418455" y="186947"/>
                  </a:moveTo>
                  <a:lnTo>
                    <a:pt x="0" y="186947"/>
                  </a:lnTo>
                  <a:lnTo>
                    <a:pt x="0" y="0"/>
                  </a:lnTo>
                  <a:lnTo>
                    <a:pt x="1418455" y="0"/>
                  </a:lnTo>
                  <a:lnTo>
                    <a:pt x="1418455" y="1869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4" name="object 154"/>
          <p:cNvSpPr txBox="1"/>
          <p:nvPr/>
        </p:nvSpPr>
        <p:spPr>
          <a:xfrm>
            <a:off x="12095423" y="969937"/>
            <a:ext cx="1418590" cy="187325"/>
          </a:xfrm>
          <a:prstGeom prst="rect">
            <a:avLst/>
          </a:prstGeom>
          <a:ln w="15512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30"/>
              </a:spcBef>
            </a:pPr>
            <a:r>
              <a:rPr dirty="0" sz="950">
                <a:latin typeface="Verdana"/>
                <a:cs typeface="Verdana"/>
              </a:rPr>
              <a:t>APN:</a:t>
            </a:r>
            <a:r>
              <a:rPr dirty="0" sz="950" spc="229">
                <a:latin typeface="Verdana"/>
                <a:cs typeface="Verdana"/>
              </a:rPr>
              <a:t> </a:t>
            </a:r>
            <a:r>
              <a:rPr dirty="0" sz="950">
                <a:latin typeface="Verdana"/>
                <a:cs typeface="Verdana"/>
              </a:rPr>
              <a:t>048H-7670-</a:t>
            </a:r>
            <a:r>
              <a:rPr dirty="0" sz="950" spc="-25">
                <a:latin typeface="Verdana"/>
                <a:cs typeface="Verdana"/>
              </a:rPr>
              <a:t>020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16422380" y="3359300"/>
            <a:ext cx="88646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PARCEL </a:t>
            </a:r>
            <a:r>
              <a:rPr dirty="0" sz="850" spc="-10">
                <a:latin typeface="Verdana"/>
                <a:cs typeface="Verdana"/>
              </a:rPr>
              <a:t>LINES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5579615" y="1050158"/>
            <a:ext cx="10843260" cy="2423160"/>
            <a:chOff x="5579615" y="1050158"/>
            <a:chExt cx="10843260" cy="2423160"/>
          </a:xfrm>
        </p:grpSpPr>
        <p:sp>
          <p:nvSpPr>
            <p:cNvPr id="157" name="object 157"/>
            <p:cNvSpPr/>
            <p:nvPr/>
          </p:nvSpPr>
          <p:spPr>
            <a:xfrm>
              <a:off x="15774504" y="3425034"/>
              <a:ext cx="644525" cy="36195"/>
            </a:xfrm>
            <a:custGeom>
              <a:avLst/>
              <a:gdLst/>
              <a:ahLst/>
              <a:cxnLst/>
              <a:rect l="l" t="t" r="r" b="b"/>
              <a:pathLst>
                <a:path w="644525" h="36195">
                  <a:moveTo>
                    <a:pt x="0" y="35973"/>
                  </a:moveTo>
                  <a:lnTo>
                    <a:pt x="501749" y="0"/>
                  </a:lnTo>
                  <a:lnTo>
                    <a:pt x="64399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5728122" y="3453266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7002" y="15473"/>
                  </a:moveTo>
                  <a:lnTo>
                    <a:pt x="0" y="11068"/>
                  </a:lnTo>
                  <a:lnTo>
                    <a:pt x="45916" y="0"/>
                  </a:lnTo>
                  <a:lnTo>
                    <a:pt x="47002" y="154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5597890" y="1054286"/>
              <a:ext cx="10177780" cy="2414905"/>
            </a:xfrm>
            <a:custGeom>
              <a:avLst/>
              <a:gdLst/>
              <a:ahLst/>
              <a:cxnLst/>
              <a:rect l="l" t="t" r="r" b="b"/>
              <a:pathLst>
                <a:path w="10177780" h="2414904">
                  <a:moveTo>
                    <a:pt x="10130232" y="2410048"/>
                  </a:moveTo>
                  <a:lnTo>
                    <a:pt x="10176148" y="2398980"/>
                  </a:lnTo>
                  <a:lnTo>
                    <a:pt x="10177234" y="2414454"/>
                  </a:lnTo>
                  <a:lnTo>
                    <a:pt x="10130232" y="2410048"/>
                  </a:lnTo>
                  <a:close/>
                </a:path>
                <a:path w="10177780" h="2414904">
                  <a:moveTo>
                    <a:pt x="0" y="497840"/>
                  </a:moveTo>
                  <a:lnTo>
                    <a:pt x="158917" y="0"/>
                  </a:lnTo>
                  <a:lnTo>
                    <a:pt x="37505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5583742" y="1549753"/>
              <a:ext cx="21590" cy="46990"/>
            </a:xfrm>
            <a:custGeom>
              <a:avLst/>
              <a:gdLst/>
              <a:ahLst/>
              <a:cxnLst/>
              <a:rect l="l" t="t" r="r" b="b"/>
              <a:pathLst>
                <a:path w="21589" h="46990">
                  <a:moveTo>
                    <a:pt x="0" y="46692"/>
                  </a:moveTo>
                  <a:lnTo>
                    <a:pt x="6763" y="0"/>
                  </a:lnTo>
                  <a:lnTo>
                    <a:pt x="21538" y="4723"/>
                  </a:lnTo>
                  <a:lnTo>
                    <a:pt x="0" y="46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5583742" y="1549753"/>
              <a:ext cx="21590" cy="46990"/>
            </a:xfrm>
            <a:custGeom>
              <a:avLst/>
              <a:gdLst/>
              <a:ahLst/>
              <a:cxnLst/>
              <a:rect l="l" t="t" r="r" b="b"/>
              <a:pathLst>
                <a:path w="21589" h="46990">
                  <a:moveTo>
                    <a:pt x="0" y="46692"/>
                  </a:moveTo>
                  <a:lnTo>
                    <a:pt x="6763" y="0"/>
                  </a:lnTo>
                  <a:lnTo>
                    <a:pt x="21538" y="4723"/>
                  </a:lnTo>
                  <a:lnTo>
                    <a:pt x="0" y="4669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2" name="object 162"/>
          <p:cNvSpPr txBox="1"/>
          <p:nvPr/>
        </p:nvSpPr>
        <p:spPr>
          <a:xfrm>
            <a:off x="3892622" y="1103271"/>
            <a:ext cx="113728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BESS INVERTER 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5027784" y="1177577"/>
            <a:ext cx="695960" cy="807720"/>
            <a:chOff x="5027784" y="1177577"/>
            <a:chExt cx="695960" cy="807720"/>
          </a:xfrm>
        </p:grpSpPr>
        <p:sp>
          <p:nvSpPr>
            <p:cNvPr id="164" name="object 164"/>
            <p:cNvSpPr/>
            <p:nvPr/>
          </p:nvSpPr>
          <p:spPr>
            <a:xfrm>
              <a:off x="5031911" y="1181705"/>
              <a:ext cx="503555" cy="678180"/>
            </a:xfrm>
            <a:custGeom>
              <a:avLst/>
              <a:gdLst/>
              <a:ahLst/>
              <a:cxnLst/>
              <a:rect l="l" t="t" r="r" b="b"/>
              <a:pathLst>
                <a:path w="503554" h="678180">
                  <a:moveTo>
                    <a:pt x="503494" y="677947"/>
                  </a:moveTo>
                  <a:lnTo>
                    <a:pt x="165424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5528425" y="1856123"/>
              <a:ext cx="27940" cy="45720"/>
            </a:xfrm>
            <a:custGeom>
              <a:avLst/>
              <a:gdLst/>
              <a:ahLst/>
              <a:cxnLst/>
              <a:rect l="l" t="t" r="r" b="b"/>
              <a:pathLst>
                <a:path w="27939" h="45719">
                  <a:moveTo>
                    <a:pt x="27712" y="45110"/>
                  </a:moveTo>
                  <a:lnTo>
                    <a:pt x="0" y="6926"/>
                  </a:lnTo>
                  <a:lnTo>
                    <a:pt x="13883" y="0"/>
                  </a:lnTo>
                  <a:lnTo>
                    <a:pt x="27712" y="451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5528425" y="1856123"/>
              <a:ext cx="27940" cy="45720"/>
            </a:xfrm>
            <a:custGeom>
              <a:avLst/>
              <a:gdLst/>
              <a:ahLst/>
              <a:cxnLst/>
              <a:rect l="l" t="t" r="r" b="b"/>
              <a:pathLst>
                <a:path w="27939" h="45719">
                  <a:moveTo>
                    <a:pt x="27712" y="45110"/>
                  </a:moveTo>
                  <a:lnTo>
                    <a:pt x="0" y="6926"/>
                  </a:lnTo>
                  <a:lnTo>
                    <a:pt x="13883" y="0"/>
                  </a:lnTo>
                  <a:lnTo>
                    <a:pt x="27712" y="451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5513386" y="1600183"/>
              <a:ext cx="208279" cy="382905"/>
            </a:xfrm>
            <a:custGeom>
              <a:avLst/>
              <a:gdLst/>
              <a:ahLst/>
              <a:cxnLst/>
              <a:rect l="l" t="t" r="r" b="b"/>
              <a:pathLst>
                <a:path w="208279" h="382905">
                  <a:moveTo>
                    <a:pt x="207897" y="382683"/>
                  </a:moveTo>
                  <a:lnTo>
                    <a:pt x="0" y="359686"/>
                  </a:lnTo>
                  <a:lnTo>
                    <a:pt x="6980" y="296263"/>
                  </a:lnTo>
                  <a:lnTo>
                    <a:pt x="33266" y="299405"/>
                  </a:lnTo>
                  <a:lnTo>
                    <a:pt x="65183" y="0"/>
                  </a:lnTo>
                </a:path>
              </a:pathLst>
            </a:custGeom>
            <a:ln w="387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8" name="object 168"/>
          <p:cNvSpPr txBox="1"/>
          <p:nvPr/>
        </p:nvSpPr>
        <p:spPr>
          <a:xfrm>
            <a:off x="6716684" y="1948600"/>
            <a:ext cx="909955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Isolation </a:t>
            </a:r>
            <a:r>
              <a:rPr dirty="0" sz="850" spc="-20">
                <a:latin typeface="Verdana"/>
                <a:cs typeface="Verdana"/>
              </a:rPr>
              <a:t>XFMR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2926851" y="458908"/>
            <a:ext cx="3790315" cy="1559560"/>
            <a:chOff x="2926851" y="458908"/>
            <a:chExt cx="3790315" cy="1559560"/>
          </a:xfrm>
        </p:grpSpPr>
        <p:sp>
          <p:nvSpPr>
            <p:cNvPr id="170" name="object 170"/>
            <p:cNvSpPr/>
            <p:nvPr/>
          </p:nvSpPr>
          <p:spPr>
            <a:xfrm>
              <a:off x="5744373" y="1923928"/>
              <a:ext cx="969010" cy="90805"/>
            </a:xfrm>
            <a:custGeom>
              <a:avLst/>
              <a:gdLst/>
              <a:ahLst/>
              <a:cxnLst/>
              <a:rect l="l" t="t" r="r" b="b"/>
              <a:pathLst>
                <a:path w="969009" h="90805">
                  <a:moveTo>
                    <a:pt x="0" y="0"/>
                  </a:moveTo>
                  <a:lnTo>
                    <a:pt x="849801" y="90406"/>
                  </a:lnTo>
                  <a:lnTo>
                    <a:pt x="968432" y="9040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5698100" y="1916210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5459" y="15427"/>
                  </a:moveTo>
                  <a:lnTo>
                    <a:pt x="0" y="2792"/>
                  </a:lnTo>
                  <a:lnTo>
                    <a:pt x="47095" y="0"/>
                  </a:lnTo>
                  <a:lnTo>
                    <a:pt x="45459" y="154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2930979" y="463035"/>
              <a:ext cx="2876550" cy="1468755"/>
            </a:xfrm>
            <a:custGeom>
              <a:avLst/>
              <a:gdLst/>
              <a:ahLst/>
              <a:cxnLst/>
              <a:rect l="l" t="t" r="r" b="b"/>
              <a:pathLst>
                <a:path w="2876550" h="1468755">
                  <a:moveTo>
                    <a:pt x="2767121" y="1455967"/>
                  </a:moveTo>
                  <a:lnTo>
                    <a:pt x="2814217" y="1453175"/>
                  </a:lnTo>
                  <a:lnTo>
                    <a:pt x="2812580" y="1468602"/>
                  </a:lnTo>
                  <a:lnTo>
                    <a:pt x="2767121" y="1455967"/>
                  </a:lnTo>
                  <a:close/>
                </a:path>
                <a:path w="2876550" h="1468755">
                  <a:moveTo>
                    <a:pt x="0" y="0"/>
                  </a:moveTo>
                  <a:lnTo>
                    <a:pt x="2876003" y="0"/>
                  </a:lnTo>
                  <a:lnTo>
                    <a:pt x="2876003" y="339724"/>
                  </a:lnTo>
                  <a:lnTo>
                    <a:pt x="0" y="33972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3" name="object 173"/>
          <p:cNvSpPr txBox="1"/>
          <p:nvPr/>
        </p:nvSpPr>
        <p:spPr>
          <a:xfrm>
            <a:off x="2934857" y="443355"/>
            <a:ext cx="2893060" cy="363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libri"/>
                <a:cs typeface="Calibri"/>
              </a:rPr>
              <a:t>NOTE:</a:t>
            </a:r>
            <a:endParaRPr sz="1100">
              <a:latin typeface="Calibri"/>
              <a:cs typeface="Calibri"/>
            </a:endParaRPr>
          </a:p>
          <a:p>
            <a:pPr marL="11430">
              <a:lnSpc>
                <a:spcPct val="100000"/>
              </a:lnSpc>
              <a:spcBef>
                <a:spcPts val="15"/>
              </a:spcBef>
            </a:pPr>
            <a:r>
              <a:rPr dirty="0" sz="1100">
                <a:latin typeface="Calibri"/>
                <a:cs typeface="Calibri"/>
              </a:rPr>
              <a:t>REFER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E1.1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EQUIPMENT</a:t>
            </a:r>
            <a:r>
              <a:rPr dirty="0" sz="1100" spc="-10">
                <a:latin typeface="Calibri"/>
                <a:cs typeface="Calibri"/>
              </a:rPr>
              <a:t> DIMMENSIONS.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2789141" y="303184"/>
            <a:ext cx="3071495" cy="577215"/>
            <a:chOff x="2789141" y="303184"/>
            <a:chExt cx="3071495" cy="577215"/>
          </a:xfrm>
        </p:grpSpPr>
        <p:pic>
          <p:nvPicPr>
            <p:cNvPr id="175" name="object 17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65625" y="390981"/>
              <a:ext cx="2994494" cy="489371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89141" y="303184"/>
              <a:ext cx="175848" cy="153332"/>
            </a:xfrm>
            <a:prstGeom prst="rect">
              <a:avLst/>
            </a:prstGeom>
          </p:spPr>
        </p:pic>
      </p:grpSp>
      <p:sp>
        <p:nvSpPr>
          <p:cNvPr id="177" name="object 177"/>
          <p:cNvSpPr txBox="1"/>
          <p:nvPr/>
        </p:nvSpPr>
        <p:spPr>
          <a:xfrm>
            <a:off x="2839770" y="336857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6781402" y="1532914"/>
            <a:ext cx="3370579" cy="132080"/>
          </a:xfrm>
          <a:custGeom>
            <a:avLst/>
            <a:gdLst/>
            <a:ahLst/>
            <a:cxnLst/>
            <a:rect l="l" t="t" r="r" b="b"/>
            <a:pathLst>
              <a:path w="3370579" h="132080">
                <a:moveTo>
                  <a:pt x="3370081" y="131467"/>
                </a:moveTo>
                <a:lnTo>
                  <a:pt x="0" y="131467"/>
                </a:lnTo>
                <a:lnTo>
                  <a:pt x="0" y="0"/>
                </a:lnTo>
                <a:lnTo>
                  <a:pt x="3370081" y="0"/>
                </a:lnTo>
                <a:lnTo>
                  <a:pt x="3370081" y="1314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 txBox="1"/>
          <p:nvPr/>
        </p:nvSpPr>
        <p:spPr>
          <a:xfrm>
            <a:off x="6784215" y="1520214"/>
            <a:ext cx="330771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BOLLARDS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SPACED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AROUND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PAD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(SEE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E1.1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FOR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SPACING)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0" name="object 180"/>
          <p:cNvGrpSpPr/>
          <p:nvPr/>
        </p:nvGrpSpPr>
        <p:grpSpPr>
          <a:xfrm>
            <a:off x="5811603" y="1207486"/>
            <a:ext cx="4316095" cy="525145"/>
            <a:chOff x="5811603" y="1207486"/>
            <a:chExt cx="4316095" cy="525145"/>
          </a:xfrm>
        </p:grpSpPr>
        <p:sp>
          <p:nvSpPr>
            <p:cNvPr id="181" name="object 181"/>
            <p:cNvSpPr/>
            <p:nvPr/>
          </p:nvSpPr>
          <p:spPr>
            <a:xfrm>
              <a:off x="5862152" y="1598648"/>
              <a:ext cx="915669" cy="34925"/>
            </a:xfrm>
            <a:custGeom>
              <a:avLst/>
              <a:gdLst/>
              <a:ahLst/>
              <a:cxnLst/>
              <a:rect l="l" t="t" r="r" b="b"/>
              <a:pathLst>
                <a:path w="915670" h="34925">
                  <a:moveTo>
                    <a:pt x="0" y="34623"/>
                  </a:moveTo>
                  <a:lnTo>
                    <a:pt x="875908" y="0"/>
                  </a:lnTo>
                  <a:lnTo>
                    <a:pt x="91537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5815731" y="1625523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89" h="15875">
                  <a:moveTo>
                    <a:pt x="46808" y="15496"/>
                  </a:moveTo>
                  <a:lnTo>
                    <a:pt x="0" y="9586"/>
                  </a:lnTo>
                  <a:lnTo>
                    <a:pt x="46195" y="0"/>
                  </a:lnTo>
                  <a:lnTo>
                    <a:pt x="46808" y="15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5815731" y="1625523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89" h="15875">
                  <a:moveTo>
                    <a:pt x="0" y="9586"/>
                  </a:moveTo>
                  <a:lnTo>
                    <a:pt x="46195" y="0"/>
                  </a:lnTo>
                  <a:lnTo>
                    <a:pt x="46808" y="15496"/>
                  </a:lnTo>
                  <a:lnTo>
                    <a:pt x="0" y="958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4" name="object 18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11612" y="1295287"/>
              <a:ext cx="3415982" cy="437015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35128" y="1207486"/>
              <a:ext cx="175848" cy="153332"/>
            </a:xfrm>
            <a:prstGeom prst="rect">
              <a:avLst/>
            </a:prstGeom>
          </p:spPr>
        </p:pic>
      </p:grpSp>
      <p:sp>
        <p:nvSpPr>
          <p:cNvPr id="186" name="object 186"/>
          <p:cNvSpPr txBox="1"/>
          <p:nvPr/>
        </p:nvSpPr>
        <p:spPr>
          <a:xfrm>
            <a:off x="5979632" y="975852"/>
            <a:ext cx="1572895" cy="3841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PRIVACY </a:t>
            </a:r>
            <a:r>
              <a:rPr dirty="0" sz="850" spc="-10">
                <a:latin typeface="Verdana"/>
                <a:cs typeface="Verdana"/>
              </a:rPr>
              <a:t>FENCE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(SEE E1.1 FOR </a:t>
            </a:r>
            <a:r>
              <a:rPr dirty="0" sz="850" spc="-10">
                <a:latin typeface="Verdana"/>
                <a:cs typeface="Verdana"/>
              </a:rPr>
              <a:t>PLACEMENT)</a:t>
            </a:r>
            <a:endParaRPr sz="850">
              <a:latin typeface="Verdana"/>
              <a:cs typeface="Verdana"/>
            </a:endParaRPr>
          </a:p>
          <a:p>
            <a:pPr algn="ctr" marR="78105">
              <a:lnSpc>
                <a:spcPct val="100000"/>
              </a:lnSpc>
              <a:spcBef>
                <a:spcPts val="4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7048472" y="4525485"/>
            <a:ext cx="78359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150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KW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UPS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8" name="object 188"/>
          <p:cNvGrpSpPr/>
          <p:nvPr/>
        </p:nvGrpSpPr>
        <p:grpSpPr>
          <a:xfrm>
            <a:off x="6421086" y="3892616"/>
            <a:ext cx="10878820" cy="9131300"/>
            <a:chOff x="6421086" y="3892616"/>
            <a:chExt cx="10878820" cy="9131300"/>
          </a:xfrm>
        </p:grpSpPr>
        <p:sp>
          <p:nvSpPr>
            <p:cNvPr id="189" name="object 189"/>
            <p:cNvSpPr/>
            <p:nvPr/>
          </p:nvSpPr>
          <p:spPr>
            <a:xfrm>
              <a:off x="6454331" y="3932980"/>
              <a:ext cx="590550" cy="658495"/>
            </a:xfrm>
            <a:custGeom>
              <a:avLst/>
              <a:gdLst/>
              <a:ahLst/>
              <a:cxnLst/>
              <a:rect l="l" t="t" r="r" b="b"/>
              <a:pathLst>
                <a:path w="590550" h="658495">
                  <a:moveTo>
                    <a:pt x="0" y="0"/>
                  </a:moveTo>
                  <a:lnTo>
                    <a:pt x="528771" y="658238"/>
                  </a:lnTo>
                  <a:lnTo>
                    <a:pt x="590263" y="65823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6425214" y="3896743"/>
              <a:ext cx="35560" cy="41275"/>
            </a:xfrm>
            <a:custGeom>
              <a:avLst/>
              <a:gdLst/>
              <a:ahLst/>
              <a:cxnLst/>
              <a:rect l="l" t="t" r="r" b="b"/>
              <a:pathLst>
                <a:path w="35560" h="41275">
                  <a:moveTo>
                    <a:pt x="23097" y="41138"/>
                  </a:moveTo>
                  <a:lnTo>
                    <a:pt x="0" y="0"/>
                  </a:lnTo>
                  <a:lnTo>
                    <a:pt x="35197" y="31420"/>
                  </a:lnTo>
                  <a:lnTo>
                    <a:pt x="23097" y="411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6425214" y="3896743"/>
              <a:ext cx="35560" cy="41275"/>
            </a:xfrm>
            <a:custGeom>
              <a:avLst/>
              <a:gdLst/>
              <a:ahLst/>
              <a:cxnLst/>
              <a:rect l="l" t="t" r="r" b="b"/>
              <a:pathLst>
                <a:path w="35560" h="41275">
                  <a:moveTo>
                    <a:pt x="0" y="0"/>
                  </a:moveTo>
                  <a:lnTo>
                    <a:pt x="35197" y="31420"/>
                  </a:lnTo>
                  <a:lnTo>
                    <a:pt x="23097" y="4113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6706168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6679800" y="12064303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6694999" y="12086639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6711710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6714397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16714481" y="11962532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16689205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16695839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16710787" y="12599441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16710450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16604895" y="12202433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6612032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6540654" y="12185471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16560724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16573404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6559296" y="12451655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6582473" y="12451907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6645119" y="12544105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6666364" y="12564258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16645454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16687862" y="1258273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6666700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6665608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6687274" y="12585418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16588435" y="12475082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6572229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6605399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6587260" y="1250531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6624377" y="1252244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6604391" y="1253025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6610185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6623369" y="12553762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6626896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6534179" y="12214609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6531501" y="12255670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6530409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6531753" y="12312265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6529750" y="12334769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6533936" y="12364746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6530001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16527694" y="12304540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6611108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6589611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6612032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6636637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6535028" y="12227792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16555853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16553250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16550731" y="12285143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6535447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6541493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6549891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6540234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6556609" y="12370456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6560556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6548632" y="12423441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6563075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6571725" y="12425540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16595489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6656287" y="12092349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6681060" y="12112082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6689205" y="11977059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6665356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16665440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6643103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6643103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6673838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6653264" y="12034326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6603803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6603719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6586924" y="12098647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6586924" y="12078242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6617155" y="12075471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6572144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16572060" y="12103349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6601787" y="12098227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6559464" y="12147517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6559464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6588435" y="12122410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6549051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6548967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6577099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6567861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6619254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6655951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6676021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6622529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6622529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7165006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7188519" y="12197227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7165006" y="12204952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7257210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7273501" y="12197731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7249821" y="12196387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7062473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7064908" y="12635632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7064656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6898638" y="12492044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6892424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6888141" y="12682067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6870086" y="12657527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6833138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6812312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6818694" y="1248591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6812312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6850101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6850101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6870758" y="12489861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6813404" y="12646716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6841032" y="12653266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6868995" y="12657632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6857994" y="12679968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6841787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6734888" y="12614304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6716077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6760164" y="12627151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6742697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6734888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6786364" y="12637983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6770409" y="12657128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6760332" y="12629922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6798961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6786784" y="12640754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6979590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6968505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16943480" y="12487090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6934748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6914005" y="12491456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6922907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6981941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6978498" y="12669220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7009485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7007973" y="12660235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6983704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7036861" y="12649067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7011417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7038540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6897295" y="12659647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6925678" y="12659563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6918373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6898554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927105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953977" y="12657128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948603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955573" y="12652510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763271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763271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763271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6783592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6783592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80718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6830870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6865804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6888309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6916441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938946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962627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990758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701326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703576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705827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769065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801647" y="12295975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832550" y="12320746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880583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880583" y="12302105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880583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953305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981185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7010576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7041564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7072550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7254523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7226811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7155601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7165678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7175335" y="12539235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7187259" y="12539235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7158205" y="12541082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7193389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7206994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7178022" y="12519166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7224796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7223956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7240668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7212368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7087582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7092032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7111514" y="12597090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7117981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7090016" y="12597174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7114034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7134271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7142585" y="12583235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7246714" y="12405975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7254859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7256729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7257210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7182641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7173824" y="12224013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7198176" y="12228212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7173824" y="12232830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7249256" y="12392372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7266112" y="12405975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7275517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7260822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7264600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7287273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7261869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7288113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7264368" y="12308235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7265440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7285594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7264428" y="12279853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7262417" y="12226952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7280807" y="12226952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7262333" y="12251639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7061885" y="12037349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7071458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7061885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6823145" y="11949097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7005034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6991766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6768393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740849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796777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795937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886126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886462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849933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826252" y="11990494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6858834" y="11984196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6861102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838933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829275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760584" y="12012746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729177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738834" y="12166914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741101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778302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748827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740849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743789" y="11973364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719184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790394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808701" y="12022906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803831" y="12111494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6984124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7009233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7033166" y="12025425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7045678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7008393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7019394" y="12116952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6986392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7000332" y="12124761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7022249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7038624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7048617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7029891" y="12133158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7040808" y="12145166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7061885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7045678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7019058" y="11963708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6913250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6944152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6948855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6929037" y="12089410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6929037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6972284" y="11990914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6970856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6885454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6885538" y="11921323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6855307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6825832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6825832" y="11926509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6850940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6856315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6768393" y="1194002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6796777" y="11932219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7005034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6945664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6945748" y="11924550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915601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915601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935755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975559" y="11929952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975475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7249821" y="1216909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7252172" y="12141387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7147707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7152242" y="12158181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7240248" y="12141387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7228659" y="12114601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7238232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7228659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7214971" y="12089074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7222193" y="12089074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7214971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7199352" y="12064891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7204306" y="1206489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7181885" y="12042219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7184320" y="12042303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7181969" y="12072868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7162739" y="12021227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7162739" y="12021227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7088757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7088757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7139561" y="1200199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7114957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7114957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7119744" y="12015013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7089009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089009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110003" y="12086639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7134691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7139561" y="12001998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7141997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7263928" y="12169097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6591953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7124027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7097238" y="1249154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7121759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071962" y="12519670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032830" y="12538395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044250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012928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6975559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6939702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6942053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6896287" y="12578113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6615391" y="12410342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6669639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6656875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6671906" y="12497670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6697350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6711626" y="12519166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6725650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6711626" y="12558212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6781241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6820541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6825916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7157953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7183649" y="12425876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6887965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6866972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6846487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6826840" y="12072535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6807777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6789387" y="12087318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6771747" y="12097148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6755123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6726573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6712629" y="12143655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6700195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6689451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6680472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6673081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6667201" y="12234435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6662998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6660483" y="12274910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6659644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6660483" y="12332174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6662998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6667201" y="12373906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6673081" y="12394226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6680803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6690290" y="12433101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6701377" y="12450995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6725062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6739502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6755123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6771747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6789463" y="1253176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6808107" y="12541419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6827678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6886708" y="12558056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6907193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6947922" y="12551249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6987901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7007459" y="12528910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7026446" y="12506583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7059276" y="12493388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7074807" y="12478872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7089336" y="12463327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7102519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7114444" y="12429075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7124947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7134015" y="12391623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7141826" y="12371976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7148379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7154246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7151477" y="12270452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7147197" y="12250475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7141317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7133926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7124947" y="12193452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7114444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7090771" y="12143579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7075481" y="12129139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7059441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7042562" y="12104031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7006621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6987558" y="12077069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6968001" y="12071278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6929037" y="12064560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6849681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654720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6589359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6573572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660128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6597336" y="127371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661446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666594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6692312" y="12723128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6693656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6706840" y="12737151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670289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6729261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6729261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6753026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6792578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6776791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6803159" y="1273715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6803159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687042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6894187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691795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6942977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6942977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6957504" y="12737151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6982613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6982613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7006378" y="12737151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7031402" y="12737151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7031402" y="12737151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7078932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7101353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7129065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716861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7195069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722143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72478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4" name="object 684"/>
          <p:cNvSpPr txBox="1"/>
          <p:nvPr/>
        </p:nvSpPr>
        <p:spPr>
          <a:xfrm>
            <a:off x="15184801" y="8518439"/>
            <a:ext cx="1816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By:</a:t>
            </a:r>
            <a:endParaRPr sz="850">
              <a:latin typeface="Arial"/>
              <a:cs typeface="Arial"/>
            </a:endParaRPr>
          </a:p>
        </p:txBody>
      </p:sp>
      <p:sp>
        <p:nvSpPr>
          <p:cNvPr id="685" name="object 685"/>
          <p:cNvSpPr txBox="1"/>
          <p:nvPr/>
        </p:nvSpPr>
        <p:spPr>
          <a:xfrm>
            <a:off x="15519871" y="8668012"/>
            <a:ext cx="1778000" cy="134810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6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  <a:spcBef>
                <a:spcPts val="44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5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  <a:p>
            <a:pPr marL="15240" marR="187960">
              <a:lnSpc>
                <a:spcPct val="124300"/>
              </a:lnSpc>
              <a:spcBef>
                <a:spcPts val="25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5240" marR="49530">
              <a:lnSpc>
                <a:spcPct val="124300"/>
              </a:lnSpc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686" name="object 686"/>
          <p:cNvSpPr txBox="1"/>
          <p:nvPr/>
        </p:nvSpPr>
        <p:spPr>
          <a:xfrm>
            <a:off x="15184856" y="10578307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687" name="object 687"/>
          <p:cNvSpPr txBox="1"/>
          <p:nvPr/>
        </p:nvSpPr>
        <p:spPr>
          <a:xfrm>
            <a:off x="15213655" y="10154690"/>
            <a:ext cx="21717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ELEC/MECH/PLUMB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688" name="object 688"/>
          <p:cNvGrpSpPr/>
          <p:nvPr/>
        </p:nvGrpSpPr>
        <p:grpSpPr>
          <a:xfrm>
            <a:off x="15177955" y="8366845"/>
            <a:ext cx="2237740" cy="2381885"/>
            <a:chOff x="15177955" y="8366845"/>
            <a:chExt cx="2237740" cy="2381885"/>
          </a:xfrm>
        </p:grpSpPr>
        <p:sp>
          <p:nvSpPr>
            <p:cNvPr id="689" name="object 689"/>
            <p:cNvSpPr/>
            <p:nvPr/>
          </p:nvSpPr>
          <p:spPr>
            <a:xfrm>
              <a:off x="15177947" y="9367892"/>
              <a:ext cx="2237740" cy="1380490"/>
            </a:xfrm>
            <a:custGeom>
              <a:avLst/>
              <a:gdLst/>
              <a:ahLst/>
              <a:cxnLst/>
              <a:rect l="l" t="t" r="r" b="b"/>
              <a:pathLst>
                <a:path w="2237740" h="1380490">
                  <a:moveTo>
                    <a:pt x="338797" y="644067"/>
                  </a:moveTo>
                  <a:lnTo>
                    <a:pt x="0" y="644067"/>
                  </a:lnTo>
                  <a:lnTo>
                    <a:pt x="0" y="666407"/>
                  </a:lnTo>
                  <a:lnTo>
                    <a:pt x="338797" y="666407"/>
                  </a:lnTo>
                  <a:lnTo>
                    <a:pt x="338797" y="644067"/>
                  </a:lnTo>
                  <a:close/>
                </a:path>
                <a:path w="2237740" h="1380490">
                  <a:moveTo>
                    <a:pt x="338797" y="483044"/>
                  </a:moveTo>
                  <a:lnTo>
                    <a:pt x="0" y="483044"/>
                  </a:lnTo>
                  <a:lnTo>
                    <a:pt x="0" y="505383"/>
                  </a:lnTo>
                  <a:lnTo>
                    <a:pt x="338797" y="505383"/>
                  </a:lnTo>
                  <a:lnTo>
                    <a:pt x="338797" y="483044"/>
                  </a:lnTo>
                  <a:close/>
                </a:path>
                <a:path w="2237740" h="1380490">
                  <a:moveTo>
                    <a:pt x="338797" y="322033"/>
                  </a:moveTo>
                  <a:lnTo>
                    <a:pt x="0" y="322033"/>
                  </a:lnTo>
                  <a:lnTo>
                    <a:pt x="0" y="344373"/>
                  </a:lnTo>
                  <a:lnTo>
                    <a:pt x="338797" y="344373"/>
                  </a:lnTo>
                  <a:lnTo>
                    <a:pt x="338797" y="322033"/>
                  </a:lnTo>
                  <a:close/>
                </a:path>
                <a:path w="2237740" h="1380490">
                  <a:moveTo>
                    <a:pt x="338797" y="161010"/>
                  </a:moveTo>
                  <a:lnTo>
                    <a:pt x="0" y="161010"/>
                  </a:lnTo>
                  <a:lnTo>
                    <a:pt x="0" y="183349"/>
                  </a:lnTo>
                  <a:lnTo>
                    <a:pt x="338797" y="183349"/>
                  </a:lnTo>
                  <a:lnTo>
                    <a:pt x="338797" y="161010"/>
                  </a:lnTo>
                  <a:close/>
                </a:path>
                <a:path w="2237740" h="1380490">
                  <a:moveTo>
                    <a:pt x="338797" y="0"/>
                  </a:moveTo>
                  <a:lnTo>
                    <a:pt x="0" y="0"/>
                  </a:lnTo>
                  <a:lnTo>
                    <a:pt x="0" y="22326"/>
                  </a:lnTo>
                  <a:lnTo>
                    <a:pt x="338797" y="22326"/>
                  </a:lnTo>
                  <a:lnTo>
                    <a:pt x="338797" y="0"/>
                  </a:lnTo>
                  <a:close/>
                </a:path>
                <a:path w="2237740" h="1380490">
                  <a:moveTo>
                    <a:pt x="2237511" y="1357947"/>
                  </a:moveTo>
                  <a:lnTo>
                    <a:pt x="337858" y="1357947"/>
                  </a:lnTo>
                  <a:lnTo>
                    <a:pt x="337858" y="1380286"/>
                  </a:lnTo>
                  <a:lnTo>
                    <a:pt x="2237511" y="1380286"/>
                  </a:lnTo>
                  <a:lnTo>
                    <a:pt x="2237511" y="1357947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0" name="object 69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177955" y="8366845"/>
              <a:ext cx="2237514" cy="675897"/>
            </a:xfrm>
            <a:prstGeom prst="rect">
              <a:avLst/>
            </a:prstGeom>
          </p:spPr>
        </p:pic>
      </p:grpSp>
      <p:sp>
        <p:nvSpPr>
          <p:cNvPr id="691" name="object 691"/>
          <p:cNvSpPr txBox="1"/>
          <p:nvPr/>
        </p:nvSpPr>
        <p:spPr>
          <a:xfrm>
            <a:off x="16579487" y="8513371"/>
            <a:ext cx="42925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</p:txBody>
      </p:sp>
      <p:sp>
        <p:nvSpPr>
          <p:cNvPr id="696" name="object 696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697" name="object 697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698" name="object 698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699" name="object 699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700" name="object 700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692" name="object 692"/>
          <p:cNvSpPr txBox="1"/>
          <p:nvPr/>
        </p:nvSpPr>
        <p:spPr>
          <a:xfrm>
            <a:off x="15962165" y="10511063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93" name="object 693"/>
          <p:cNvSpPr txBox="1"/>
          <p:nvPr/>
        </p:nvSpPr>
        <p:spPr>
          <a:xfrm>
            <a:off x="15133471" y="6708037"/>
            <a:ext cx="2319655" cy="1828164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27329">
              <a:lnSpc>
                <a:spcPct val="100000"/>
              </a:lnSpc>
              <a:spcBef>
                <a:spcPts val="325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algn="ctr" marL="228600" marR="211454" indent="-635">
              <a:lnSpc>
                <a:spcPct val="90100"/>
              </a:lnSpc>
              <a:spcBef>
                <a:spcPts val="59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 </a:t>
            </a: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algn="ctr" marL="91440" marR="74295">
              <a:lnSpc>
                <a:spcPct val="102699"/>
              </a:lnSpc>
              <a:spcBef>
                <a:spcPts val="11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algn="ctr" marL="9525">
              <a:lnSpc>
                <a:spcPct val="100000"/>
              </a:lnSpc>
              <a:spcBef>
                <a:spcPts val="385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REVISIONS</a:t>
            </a:r>
            <a:r>
              <a:rPr dirty="0" sz="11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694" name="object 694"/>
          <p:cNvSpPr txBox="1"/>
          <p:nvPr/>
        </p:nvSpPr>
        <p:spPr>
          <a:xfrm>
            <a:off x="14437718" y="11211189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695" name="object 695"/>
          <p:cNvSpPr txBox="1"/>
          <p:nvPr/>
        </p:nvSpPr>
        <p:spPr>
          <a:xfrm>
            <a:off x="14437718" y="11924760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CLINTON, IOWA </a:t>
            </a:r>
            <a:r>
              <a:rPr dirty="0" sz="1100" spc="-10">
                <a:latin typeface="Verdana"/>
                <a:cs typeface="Verdana"/>
              </a:rPr>
              <a:t>52732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{{GC_PHONE}}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275699"/>
            <a:ext cx="1218565" cy="12612370"/>
          </a:xfrm>
          <a:custGeom>
            <a:avLst/>
            <a:gdLst/>
            <a:ahLst/>
            <a:cxnLst/>
            <a:rect l="l" t="t" r="r" b="b"/>
            <a:pathLst>
              <a:path w="1218565" h="12612370">
                <a:moveTo>
                  <a:pt x="594125" y="12364442"/>
                </a:moveTo>
                <a:lnTo>
                  <a:pt x="1218190" y="12364442"/>
                </a:lnTo>
                <a:lnTo>
                  <a:pt x="1218190" y="12611865"/>
                </a:lnTo>
                <a:lnTo>
                  <a:pt x="594125" y="12611865"/>
                </a:lnTo>
                <a:lnTo>
                  <a:pt x="594125" y="12364442"/>
                </a:lnTo>
                <a:close/>
              </a:path>
              <a:path w="1218565" h="1261237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218565" h="1261237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96703" y="2253808"/>
            <a:ext cx="120014" cy="208724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204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{{PROJECT_NAME}}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{{CITY_STATE}}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7" y="12214248"/>
              <a:ext cx="801837" cy="80191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723514" y="11340144"/>
            <a:ext cx="938530" cy="5689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L="3492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E1.1</a:t>
            </a:r>
            <a:endParaRPr sz="1800">
              <a:latin typeface="Verdana"/>
              <a:cs typeface="Verdana"/>
            </a:endParaRPr>
          </a:p>
          <a:p>
            <a:pPr algn="ctr" marL="12065" marR="5080">
              <a:lnSpc>
                <a:spcPct val="101499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ENLARGED </a:t>
            </a:r>
            <a:r>
              <a:rPr dirty="0" sz="850" spc="-20">
                <a:latin typeface="Verdana"/>
                <a:cs typeface="Verdana"/>
              </a:rPr>
              <a:t>PLOT PLAN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66657" y="12083732"/>
            <a:ext cx="11563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ENLARGED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PLOT</a:t>
            </a:r>
            <a:r>
              <a:rPr dirty="0" sz="950" spc="7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PLAN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57727" y="12122357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80165" y="12273604"/>
            <a:ext cx="243204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E1.1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633621" y="666762"/>
            <a:ext cx="13898244" cy="12043410"/>
            <a:chOff x="1633621" y="666762"/>
            <a:chExt cx="13898244" cy="12043410"/>
          </a:xfrm>
        </p:grpSpPr>
        <p:sp>
          <p:nvSpPr>
            <p:cNvPr id="31" name="object 31"/>
            <p:cNvSpPr/>
            <p:nvPr/>
          </p:nvSpPr>
          <p:spPr>
            <a:xfrm>
              <a:off x="7482742" y="12292508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40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347235" y="12364521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112712" y="329991"/>
                  </a:moveTo>
                  <a:lnTo>
                    <a:pt x="72149" y="309104"/>
                  </a:lnTo>
                  <a:lnTo>
                    <a:pt x="39614" y="279317"/>
                  </a:lnTo>
                  <a:lnTo>
                    <a:pt x="16089" y="242705"/>
                  </a:lnTo>
                  <a:lnTo>
                    <a:pt x="2557" y="201341"/>
                  </a:lnTo>
                  <a:lnTo>
                    <a:pt x="0" y="157302"/>
                  </a:lnTo>
                  <a:lnTo>
                    <a:pt x="9400" y="112662"/>
                  </a:lnTo>
                  <a:lnTo>
                    <a:pt x="30292" y="72127"/>
                  </a:lnTo>
                  <a:lnTo>
                    <a:pt x="60094" y="39601"/>
                  </a:lnTo>
                  <a:lnTo>
                    <a:pt x="96725" y="16078"/>
                  </a:lnTo>
                  <a:lnTo>
                    <a:pt x="138107" y="2547"/>
                  </a:lnTo>
                  <a:lnTo>
                    <a:pt x="182160" y="0"/>
                  </a:lnTo>
                  <a:lnTo>
                    <a:pt x="226806" y="9427"/>
                  </a:lnTo>
                  <a:lnTo>
                    <a:pt x="267342" y="30287"/>
                  </a:lnTo>
                  <a:lnTo>
                    <a:pt x="299867" y="60066"/>
                  </a:lnTo>
                  <a:lnTo>
                    <a:pt x="323390" y="96684"/>
                  </a:lnTo>
                  <a:lnTo>
                    <a:pt x="336921" y="138059"/>
                  </a:lnTo>
                  <a:lnTo>
                    <a:pt x="339469" y="182110"/>
                  </a:lnTo>
                  <a:lnTo>
                    <a:pt x="330041" y="226756"/>
                  </a:lnTo>
                  <a:lnTo>
                    <a:pt x="309149" y="267291"/>
                  </a:lnTo>
                  <a:lnTo>
                    <a:pt x="279350" y="299817"/>
                  </a:lnTo>
                  <a:lnTo>
                    <a:pt x="242726" y="323340"/>
                  </a:lnTo>
                  <a:lnTo>
                    <a:pt x="201357" y="336871"/>
                  </a:lnTo>
                  <a:lnTo>
                    <a:pt x="157326" y="339418"/>
                  </a:lnTo>
                  <a:lnTo>
                    <a:pt x="112712" y="329991"/>
                  </a:lnTo>
                  <a:close/>
                </a:path>
                <a:path w="339725" h="339725">
                  <a:moveTo>
                    <a:pt x="330041" y="226756"/>
                  </a:moveTo>
                  <a:lnTo>
                    <a:pt x="9400" y="112662"/>
                  </a:lnTo>
                  <a:lnTo>
                    <a:pt x="135088" y="52979"/>
                  </a:lnTo>
                  <a:lnTo>
                    <a:pt x="199630" y="22331"/>
                  </a:lnTo>
                  <a:lnTo>
                    <a:pt x="223409" y="11040"/>
                  </a:lnTo>
                  <a:lnTo>
                    <a:pt x="226806" y="9427"/>
                  </a:lnTo>
                  <a:lnTo>
                    <a:pt x="160846" y="194753"/>
                  </a:lnTo>
                  <a:lnTo>
                    <a:pt x="126974" y="289921"/>
                  </a:lnTo>
                  <a:lnTo>
                    <a:pt x="114495" y="324982"/>
                  </a:lnTo>
                  <a:lnTo>
                    <a:pt x="112712" y="329991"/>
                  </a:lnTo>
                  <a:lnTo>
                    <a:pt x="9400" y="112662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482750" y="12075877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21" y="166972"/>
                  </a:lnTo>
                  <a:lnTo>
                    <a:pt x="22017" y="121380"/>
                  </a:lnTo>
                  <a:lnTo>
                    <a:pt x="47588" y="81156"/>
                  </a:lnTo>
                  <a:lnTo>
                    <a:pt x="81134" y="47604"/>
                  </a:lnTo>
                  <a:lnTo>
                    <a:pt x="121354" y="22025"/>
                  </a:lnTo>
                  <a:lnTo>
                    <a:pt x="166948" y="5723"/>
                  </a:lnTo>
                  <a:lnTo>
                    <a:pt x="216615" y="0"/>
                  </a:lnTo>
                  <a:lnTo>
                    <a:pt x="266295" y="5723"/>
                  </a:lnTo>
                  <a:lnTo>
                    <a:pt x="311895" y="22025"/>
                  </a:lnTo>
                  <a:lnTo>
                    <a:pt x="352116" y="47604"/>
                  </a:lnTo>
                  <a:lnTo>
                    <a:pt x="385659" y="81156"/>
                  </a:lnTo>
                  <a:lnTo>
                    <a:pt x="411226" y="121380"/>
                  </a:lnTo>
                  <a:lnTo>
                    <a:pt x="427519" y="166972"/>
                  </a:lnTo>
                  <a:lnTo>
                    <a:pt x="433238" y="216630"/>
                  </a:lnTo>
                  <a:lnTo>
                    <a:pt x="427519" y="266313"/>
                  </a:lnTo>
                  <a:lnTo>
                    <a:pt x="411226" y="311915"/>
                  </a:lnTo>
                  <a:lnTo>
                    <a:pt x="385659" y="352137"/>
                  </a:lnTo>
                  <a:lnTo>
                    <a:pt x="352116" y="385682"/>
                  </a:lnTo>
                  <a:lnTo>
                    <a:pt x="311895" y="411249"/>
                  </a:lnTo>
                  <a:lnTo>
                    <a:pt x="266295" y="427542"/>
                  </a:lnTo>
                  <a:lnTo>
                    <a:pt x="216615" y="433261"/>
                  </a:lnTo>
                  <a:lnTo>
                    <a:pt x="166948" y="427542"/>
                  </a:lnTo>
                  <a:lnTo>
                    <a:pt x="121354" y="411249"/>
                  </a:lnTo>
                  <a:lnTo>
                    <a:pt x="81134" y="385682"/>
                  </a:lnTo>
                  <a:lnTo>
                    <a:pt x="47588" y="352137"/>
                  </a:lnTo>
                  <a:lnTo>
                    <a:pt x="22017" y="311915"/>
                  </a:lnTo>
                  <a:lnTo>
                    <a:pt x="5721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3621" y="669050"/>
              <a:ext cx="13897812" cy="1086187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020465" y="4847104"/>
              <a:ext cx="871855" cy="400050"/>
            </a:xfrm>
            <a:custGeom>
              <a:avLst/>
              <a:gdLst/>
              <a:ahLst/>
              <a:cxnLst/>
              <a:rect l="l" t="t" r="r" b="b"/>
              <a:pathLst>
                <a:path w="871854" h="400050">
                  <a:moveTo>
                    <a:pt x="389827" y="0"/>
                  </a:moveTo>
                  <a:lnTo>
                    <a:pt x="445361" y="5855"/>
                  </a:lnTo>
                </a:path>
                <a:path w="871854" h="400050">
                  <a:moveTo>
                    <a:pt x="0" y="189639"/>
                  </a:moveTo>
                  <a:lnTo>
                    <a:pt x="5817" y="134104"/>
                  </a:lnTo>
                </a:path>
                <a:path w="871854" h="400050">
                  <a:moveTo>
                    <a:pt x="867377" y="399382"/>
                  </a:moveTo>
                  <a:lnTo>
                    <a:pt x="871798" y="399855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995567" y="4822261"/>
              <a:ext cx="843280" cy="456565"/>
            </a:xfrm>
            <a:custGeom>
              <a:avLst/>
              <a:gdLst/>
              <a:ahLst/>
              <a:cxnLst/>
              <a:rect l="l" t="t" r="r" b="b"/>
              <a:pathLst>
                <a:path w="843279" h="456564">
                  <a:moveTo>
                    <a:pt x="620" y="181433"/>
                  </a:moveTo>
                  <a:lnTo>
                    <a:pt x="1783" y="179292"/>
                  </a:lnTo>
                </a:path>
                <a:path w="843279" h="456564">
                  <a:moveTo>
                    <a:pt x="3412" y="177531"/>
                  </a:moveTo>
                  <a:lnTo>
                    <a:pt x="5506" y="176267"/>
                  </a:lnTo>
                </a:path>
                <a:path w="843279" h="456564">
                  <a:moveTo>
                    <a:pt x="17994" y="188103"/>
                  </a:moveTo>
                  <a:lnTo>
                    <a:pt x="16830" y="190236"/>
                  </a:lnTo>
                </a:path>
                <a:path w="843279" h="456564">
                  <a:moveTo>
                    <a:pt x="0" y="183791"/>
                  </a:moveTo>
                  <a:lnTo>
                    <a:pt x="620" y="181433"/>
                  </a:lnTo>
                </a:path>
                <a:path w="843279" h="456564">
                  <a:moveTo>
                    <a:pt x="10238" y="175507"/>
                  </a:moveTo>
                  <a:lnTo>
                    <a:pt x="12642" y="176081"/>
                  </a:lnTo>
                </a:path>
                <a:path w="843279" h="456564">
                  <a:moveTo>
                    <a:pt x="2094" y="190624"/>
                  </a:moveTo>
                  <a:lnTo>
                    <a:pt x="775" y="188553"/>
                  </a:lnTo>
                </a:path>
                <a:path w="843279" h="456564">
                  <a:moveTo>
                    <a:pt x="1783" y="179292"/>
                  </a:moveTo>
                  <a:lnTo>
                    <a:pt x="3412" y="177531"/>
                  </a:lnTo>
                </a:path>
                <a:path w="843279" h="456564">
                  <a:moveTo>
                    <a:pt x="18537" y="185745"/>
                  </a:moveTo>
                  <a:lnTo>
                    <a:pt x="17994" y="188103"/>
                  </a:lnTo>
                </a:path>
                <a:path w="843279" h="456564">
                  <a:moveTo>
                    <a:pt x="16830" y="190236"/>
                  </a:moveTo>
                  <a:lnTo>
                    <a:pt x="15124" y="192005"/>
                  </a:lnTo>
                </a:path>
                <a:path w="843279" h="456564">
                  <a:moveTo>
                    <a:pt x="10781" y="193959"/>
                  </a:moveTo>
                  <a:lnTo>
                    <a:pt x="8299" y="194021"/>
                  </a:lnTo>
                </a:path>
                <a:path w="843279" h="456564">
                  <a:moveTo>
                    <a:pt x="5506" y="176267"/>
                  </a:moveTo>
                  <a:lnTo>
                    <a:pt x="7833" y="175577"/>
                  </a:lnTo>
                </a:path>
                <a:path w="843279" h="456564">
                  <a:moveTo>
                    <a:pt x="775" y="188553"/>
                  </a:moveTo>
                  <a:lnTo>
                    <a:pt x="77" y="186218"/>
                  </a:lnTo>
                  <a:lnTo>
                    <a:pt x="0" y="183791"/>
                  </a:lnTo>
                </a:path>
                <a:path w="843279" h="456564">
                  <a:moveTo>
                    <a:pt x="17761" y="180983"/>
                  </a:moveTo>
                  <a:lnTo>
                    <a:pt x="18459" y="183310"/>
                  </a:lnTo>
                </a:path>
                <a:path w="843279" h="456564">
                  <a:moveTo>
                    <a:pt x="14736" y="177237"/>
                  </a:moveTo>
                  <a:lnTo>
                    <a:pt x="16520" y="178912"/>
                  </a:lnTo>
                </a:path>
                <a:path w="843279" h="456564">
                  <a:moveTo>
                    <a:pt x="3800" y="192291"/>
                  </a:moveTo>
                  <a:lnTo>
                    <a:pt x="2094" y="190624"/>
                  </a:lnTo>
                </a:path>
                <a:path w="843279" h="456564">
                  <a:moveTo>
                    <a:pt x="16520" y="178912"/>
                  </a:moveTo>
                  <a:lnTo>
                    <a:pt x="17761" y="180983"/>
                  </a:lnTo>
                </a:path>
                <a:path w="843279" h="456564">
                  <a:moveTo>
                    <a:pt x="5972" y="193455"/>
                  </a:moveTo>
                  <a:lnTo>
                    <a:pt x="3800" y="192291"/>
                  </a:lnTo>
                </a:path>
                <a:path w="843279" h="456564">
                  <a:moveTo>
                    <a:pt x="18459" y="183310"/>
                  </a:moveTo>
                  <a:lnTo>
                    <a:pt x="18537" y="185745"/>
                  </a:lnTo>
                </a:path>
                <a:path w="843279" h="456564">
                  <a:moveTo>
                    <a:pt x="15124" y="192005"/>
                  </a:moveTo>
                  <a:lnTo>
                    <a:pt x="13107" y="193269"/>
                  </a:lnTo>
                  <a:lnTo>
                    <a:pt x="10781" y="193959"/>
                  </a:lnTo>
                </a:path>
                <a:path w="843279" h="456564">
                  <a:moveTo>
                    <a:pt x="8299" y="194021"/>
                  </a:moveTo>
                  <a:lnTo>
                    <a:pt x="5972" y="193455"/>
                  </a:lnTo>
                </a:path>
                <a:path w="843279" h="456564">
                  <a:moveTo>
                    <a:pt x="7833" y="175577"/>
                  </a:moveTo>
                  <a:lnTo>
                    <a:pt x="10238" y="175507"/>
                  </a:lnTo>
                </a:path>
                <a:path w="843279" h="456564">
                  <a:moveTo>
                    <a:pt x="12642" y="176081"/>
                  </a:moveTo>
                  <a:lnTo>
                    <a:pt x="14736" y="177237"/>
                  </a:lnTo>
                </a:path>
                <a:path w="843279" h="456564">
                  <a:moveTo>
                    <a:pt x="435278" y="10711"/>
                  </a:moveTo>
                  <a:lnTo>
                    <a:pt x="445439" y="0"/>
                  </a:lnTo>
                  <a:lnTo>
                    <a:pt x="447766" y="566"/>
                  </a:lnTo>
                  <a:lnTo>
                    <a:pt x="449937" y="1729"/>
                  </a:lnTo>
                  <a:lnTo>
                    <a:pt x="451644" y="3404"/>
                  </a:lnTo>
                  <a:lnTo>
                    <a:pt x="452962" y="5475"/>
                  </a:lnTo>
                  <a:lnTo>
                    <a:pt x="453660" y="7802"/>
                  </a:lnTo>
                  <a:lnTo>
                    <a:pt x="453660" y="10230"/>
                  </a:lnTo>
                  <a:lnTo>
                    <a:pt x="443500" y="18514"/>
                  </a:lnTo>
                  <a:lnTo>
                    <a:pt x="441095" y="17947"/>
                  </a:lnTo>
                  <a:lnTo>
                    <a:pt x="439001" y="16784"/>
                  </a:lnTo>
                  <a:lnTo>
                    <a:pt x="437217" y="15116"/>
                  </a:lnTo>
                  <a:lnTo>
                    <a:pt x="435899" y="13045"/>
                  </a:lnTo>
                  <a:lnTo>
                    <a:pt x="435278" y="10711"/>
                  </a:lnTo>
                </a:path>
                <a:path w="843279" h="456564">
                  <a:moveTo>
                    <a:pt x="389129" y="448533"/>
                  </a:moveTo>
                  <a:lnTo>
                    <a:pt x="399289" y="437822"/>
                  </a:lnTo>
                  <a:lnTo>
                    <a:pt x="401694" y="438388"/>
                  </a:lnTo>
                  <a:lnTo>
                    <a:pt x="407588" y="448053"/>
                  </a:lnTo>
                  <a:lnTo>
                    <a:pt x="407045" y="450418"/>
                  </a:lnTo>
                  <a:lnTo>
                    <a:pt x="397350" y="456336"/>
                  </a:lnTo>
                  <a:lnTo>
                    <a:pt x="395023" y="455770"/>
                  </a:lnTo>
                  <a:lnTo>
                    <a:pt x="392852" y="454607"/>
                  </a:lnTo>
                  <a:lnTo>
                    <a:pt x="391068" y="452931"/>
                  </a:lnTo>
                  <a:lnTo>
                    <a:pt x="389827" y="450860"/>
                  </a:lnTo>
                  <a:lnTo>
                    <a:pt x="389129" y="448533"/>
                  </a:lnTo>
                </a:path>
                <a:path w="843279" h="456564">
                  <a:moveTo>
                    <a:pt x="824174" y="270598"/>
                  </a:moveTo>
                  <a:lnTo>
                    <a:pt x="834413" y="262315"/>
                  </a:lnTo>
                  <a:lnTo>
                    <a:pt x="836817" y="262881"/>
                  </a:lnTo>
                  <a:lnTo>
                    <a:pt x="842712" y="272545"/>
                  </a:lnTo>
                  <a:lnTo>
                    <a:pt x="842169" y="274911"/>
                  </a:lnTo>
                  <a:lnTo>
                    <a:pt x="832474" y="280829"/>
                  </a:lnTo>
                  <a:lnTo>
                    <a:pt x="830147" y="280255"/>
                  </a:lnTo>
                  <a:lnTo>
                    <a:pt x="824174" y="270598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983390" y="4774420"/>
              <a:ext cx="1957705" cy="638810"/>
            </a:xfrm>
            <a:custGeom>
              <a:avLst/>
              <a:gdLst/>
              <a:ahLst/>
              <a:cxnLst/>
              <a:rect l="l" t="t" r="r" b="b"/>
              <a:pathLst>
                <a:path w="1957704" h="638810">
                  <a:moveTo>
                    <a:pt x="848219" y="117064"/>
                  </a:moveTo>
                  <a:lnTo>
                    <a:pt x="847676" y="122261"/>
                  </a:lnTo>
                </a:path>
                <a:path w="1957704" h="638810">
                  <a:moveTo>
                    <a:pt x="18847" y="434952"/>
                  </a:moveTo>
                  <a:lnTo>
                    <a:pt x="37074" y="262322"/>
                  </a:lnTo>
                </a:path>
                <a:path w="1957704" h="638810">
                  <a:moveTo>
                    <a:pt x="61118" y="34158"/>
                  </a:moveTo>
                  <a:lnTo>
                    <a:pt x="426901" y="72683"/>
                  </a:lnTo>
                </a:path>
                <a:path w="1957704" h="638810">
                  <a:moveTo>
                    <a:pt x="439466" y="486384"/>
                  </a:moveTo>
                  <a:lnTo>
                    <a:pt x="436286" y="516354"/>
                  </a:lnTo>
                  <a:lnTo>
                    <a:pt x="380752" y="510506"/>
                  </a:lnTo>
                  <a:lnTo>
                    <a:pt x="383932" y="480536"/>
                  </a:lnTo>
                </a:path>
                <a:path w="1957704" h="638810">
                  <a:moveTo>
                    <a:pt x="23191" y="435410"/>
                  </a:moveTo>
                  <a:lnTo>
                    <a:pt x="18847" y="434952"/>
                  </a:lnTo>
                </a:path>
                <a:path w="1957704" h="638810">
                  <a:moveTo>
                    <a:pt x="426901" y="72683"/>
                  </a:moveTo>
                  <a:lnTo>
                    <a:pt x="430779" y="35663"/>
                  </a:lnTo>
                </a:path>
                <a:path w="1957704" h="638810">
                  <a:moveTo>
                    <a:pt x="430779" y="35663"/>
                  </a:moveTo>
                  <a:lnTo>
                    <a:pt x="486314" y="41511"/>
                  </a:lnTo>
                  <a:lnTo>
                    <a:pt x="482436" y="78539"/>
                  </a:lnTo>
                </a:path>
                <a:path w="1957704" h="638810">
                  <a:moveTo>
                    <a:pt x="482436" y="78539"/>
                  </a:moveTo>
                  <a:lnTo>
                    <a:pt x="848219" y="117064"/>
                  </a:lnTo>
                </a:path>
                <a:path w="1957704" h="638810">
                  <a:moveTo>
                    <a:pt x="5894" y="202886"/>
                  </a:moveTo>
                  <a:lnTo>
                    <a:pt x="42891" y="206788"/>
                  </a:lnTo>
                </a:path>
                <a:path w="1957704" h="638810">
                  <a:moveTo>
                    <a:pt x="37074" y="262322"/>
                  </a:moveTo>
                  <a:lnTo>
                    <a:pt x="0" y="258429"/>
                  </a:lnTo>
                  <a:lnTo>
                    <a:pt x="5894" y="202886"/>
                  </a:lnTo>
                </a:path>
                <a:path w="1957704" h="638810">
                  <a:moveTo>
                    <a:pt x="42891" y="206788"/>
                  </a:moveTo>
                  <a:lnTo>
                    <a:pt x="61118" y="34158"/>
                  </a:lnTo>
                </a:path>
                <a:path w="1957704" h="638810">
                  <a:moveTo>
                    <a:pt x="861249" y="349130"/>
                  </a:moveTo>
                  <a:lnTo>
                    <a:pt x="828130" y="345640"/>
                  </a:lnTo>
                </a:path>
                <a:path w="1957704" h="638810">
                  <a:moveTo>
                    <a:pt x="833947" y="290105"/>
                  </a:moveTo>
                  <a:lnTo>
                    <a:pt x="867066" y="293588"/>
                  </a:lnTo>
                  <a:lnTo>
                    <a:pt x="861249" y="349130"/>
                  </a:lnTo>
                </a:path>
                <a:path w="1957704" h="638810">
                  <a:moveTo>
                    <a:pt x="1957202" y="339621"/>
                  </a:moveTo>
                  <a:lnTo>
                    <a:pt x="1956271" y="348874"/>
                  </a:lnTo>
                </a:path>
                <a:path w="1957704" h="638810">
                  <a:moveTo>
                    <a:pt x="1593358" y="638219"/>
                  </a:moveTo>
                  <a:lnTo>
                    <a:pt x="1588937" y="637746"/>
                  </a:lnTo>
                </a:path>
                <a:path w="1957704" h="638810">
                  <a:moveTo>
                    <a:pt x="1588937" y="637746"/>
                  </a:moveTo>
                  <a:lnTo>
                    <a:pt x="1623995" y="304524"/>
                  </a:lnTo>
                  <a:lnTo>
                    <a:pt x="1957202" y="339621"/>
                  </a:lnTo>
                </a:path>
                <a:path w="1957704" h="638810">
                  <a:moveTo>
                    <a:pt x="954169" y="0"/>
                  </a:moveTo>
                  <a:lnTo>
                    <a:pt x="904451" y="472066"/>
                  </a:lnTo>
                  <a:lnTo>
                    <a:pt x="894678" y="564628"/>
                  </a:lnTo>
                </a:path>
                <a:path w="1957704" h="638810">
                  <a:moveTo>
                    <a:pt x="1555818" y="63701"/>
                  </a:moveTo>
                  <a:lnTo>
                    <a:pt x="1555818" y="63368"/>
                  </a:lnTo>
                  <a:lnTo>
                    <a:pt x="954169" y="0"/>
                  </a:lnTo>
                </a:path>
                <a:path w="1957704" h="638810">
                  <a:moveTo>
                    <a:pt x="899177" y="565102"/>
                  </a:moveTo>
                  <a:lnTo>
                    <a:pt x="894678" y="56462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248032" y="1680530"/>
              <a:ext cx="2145665" cy="3138170"/>
            </a:xfrm>
            <a:custGeom>
              <a:avLst/>
              <a:gdLst/>
              <a:ahLst/>
              <a:cxnLst/>
              <a:rect l="l" t="t" r="r" b="b"/>
              <a:pathLst>
                <a:path w="2145665" h="3138170">
                  <a:moveTo>
                    <a:pt x="0" y="2943202"/>
                  </a:moveTo>
                  <a:lnTo>
                    <a:pt x="1832559" y="3137922"/>
                  </a:lnTo>
                </a:path>
                <a:path w="2145665" h="3138170">
                  <a:moveTo>
                    <a:pt x="1832559" y="3137922"/>
                  </a:moveTo>
                  <a:lnTo>
                    <a:pt x="2145290" y="194719"/>
                  </a:lnTo>
                  <a:lnTo>
                    <a:pt x="312730" y="0"/>
                  </a:lnTo>
                  <a:lnTo>
                    <a:pt x="0" y="2943202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658646" y="2091198"/>
              <a:ext cx="1122680" cy="2295525"/>
            </a:xfrm>
            <a:custGeom>
              <a:avLst/>
              <a:gdLst/>
              <a:ahLst/>
              <a:cxnLst/>
              <a:rect l="l" t="t" r="r" b="b"/>
              <a:pathLst>
                <a:path w="1122679" h="2295525">
                  <a:moveTo>
                    <a:pt x="0" y="2200762"/>
                  </a:moveTo>
                  <a:lnTo>
                    <a:pt x="2249" y="2200995"/>
                  </a:lnTo>
                </a:path>
                <a:path w="1122679" h="2295525">
                  <a:moveTo>
                    <a:pt x="888551" y="2295163"/>
                  </a:moveTo>
                  <a:lnTo>
                    <a:pt x="895454" y="2230376"/>
                  </a:lnTo>
                </a:path>
                <a:path w="1122679" h="2295525">
                  <a:moveTo>
                    <a:pt x="6903" y="2135975"/>
                  </a:moveTo>
                  <a:lnTo>
                    <a:pt x="0" y="2200762"/>
                  </a:lnTo>
                </a:path>
                <a:path w="1122679" h="2295525">
                  <a:moveTo>
                    <a:pt x="233849" y="0"/>
                  </a:moveTo>
                  <a:lnTo>
                    <a:pt x="226946" y="64787"/>
                  </a:lnTo>
                </a:path>
                <a:path w="1122679" h="2295525">
                  <a:moveTo>
                    <a:pt x="1113559" y="158979"/>
                  </a:moveTo>
                  <a:lnTo>
                    <a:pt x="1115498" y="159188"/>
                  </a:lnTo>
                </a:path>
                <a:path w="1122679" h="2295525">
                  <a:moveTo>
                    <a:pt x="895454" y="2230376"/>
                  </a:moveTo>
                  <a:lnTo>
                    <a:pt x="895377" y="2230376"/>
                  </a:lnTo>
                </a:path>
                <a:path w="1122679" h="2295525">
                  <a:moveTo>
                    <a:pt x="1122401" y="94400"/>
                  </a:moveTo>
                  <a:lnTo>
                    <a:pt x="1120384" y="94191"/>
                  </a:lnTo>
                </a:path>
                <a:path w="1122679" h="2295525">
                  <a:moveTo>
                    <a:pt x="9074" y="2136200"/>
                  </a:moveTo>
                  <a:lnTo>
                    <a:pt x="6903" y="2135975"/>
                  </a:lnTo>
                </a:path>
                <a:path w="1122679" h="2295525">
                  <a:moveTo>
                    <a:pt x="1115498" y="159188"/>
                  </a:moveTo>
                  <a:lnTo>
                    <a:pt x="1122401" y="94400"/>
                  </a:lnTo>
                </a:path>
                <a:path w="1122679" h="2295525">
                  <a:moveTo>
                    <a:pt x="226946" y="64787"/>
                  </a:moveTo>
                  <a:lnTo>
                    <a:pt x="227256" y="64810"/>
                  </a:lnTo>
                </a:path>
                <a:path w="1122679" h="2295525">
                  <a:moveTo>
                    <a:pt x="234082" y="15"/>
                  </a:moveTo>
                  <a:lnTo>
                    <a:pt x="233849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903191" y="4633133"/>
              <a:ext cx="2183130" cy="895985"/>
            </a:xfrm>
            <a:custGeom>
              <a:avLst/>
              <a:gdLst/>
              <a:ahLst/>
              <a:cxnLst/>
              <a:rect l="l" t="t" r="r" b="b"/>
              <a:pathLst>
                <a:path w="2183129" h="895985">
                  <a:moveTo>
                    <a:pt x="2182752" y="229700"/>
                  </a:moveTo>
                  <a:lnTo>
                    <a:pt x="72520" y="0"/>
                  </a:lnTo>
                </a:path>
                <a:path w="2183129" h="895985">
                  <a:moveTo>
                    <a:pt x="72520" y="0"/>
                  </a:moveTo>
                  <a:lnTo>
                    <a:pt x="0" y="666204"/>
                  </a:lnTo>
                  <a:lnTo>
                    <a:pt x="2110232" y="895896"/>
                  </a:lnTo>
                  <a:lnTo>
                    <a:pt x="2182752" y="229700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660817" y="2090019"/>
              <a:ext cx="1278890" cy="3357245"/>
            </a:xfrm>
            <a:custGeom>
              <a:avLst/>
              <a:gdLst/>
              <a:ahLst/>
              <a:cxnLst/>
              <a:rect l="l" t="t" r="r" b="b"/>
              <a:pathLst>
                <a:path w="1278890" h="3357245">
                  <a:moveTo>
                    <a:pt x="1244716" y="3357244"/>
                  </a:moveTo>
                  <a:lnTo>
                    <a:pt x="1278844" y="3033275"/>
                  </a:lnTo>
                  <a:lnTo>
                    <a:pt x="950058" y="2998652"/>
                  </a:lnTo>
                  <a:lnTo>
                    <a:pt x="915930" y="3322621"/>
                  </a:lnTo>
                  <a:lnTo>
                    <a:pt x="1244716" y="3357244"/>
                  </a:lnTo>
                </a:path>
                <a:path w="1278890" h="3357245">
                  <a:moveTo>
                    <a:pt x="0" y="2202988"/>
                  </a:moveTo>
                  <a:lnTo>
                    <a:pt x="886379" y="2296342"/>
                  </a:lnTo>
                </a:path>
                <a:path w="1278890" h="3357245">
                  <a:moveTo>
                    <a:pt x="231988" y="0"/>
                  </a:moveTo>
                  <a:lnTo>
                    <a:pt x="1118368" y="93353"/>
                  </a:lnTo>
                </a:path>
                <a:path w="1278890" h="3357245">
                  <a:moveTo>
                    <a:pt x="882811" y="2748568"/>
                  </a:moveTo>
                  <a:lnTo>
                    <a:pt x="823011" y="3315981"/>
                  </a:lnTo>
                  <a:lnTo>
                    <a:pt x="221362" y="3252613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30365" y="5742574"/>
              <a:ext cx="167921" cy="16792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86519" y="5186950"/>
              <a:ext cx="167921" cy="16792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45311" y="4631606"/>
              <a:ext cx="167921" cy="16793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04104" y="4076268"/>
              <a:ext cx="167999" cy="16792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62973" y="3520924"/>
              <a:ext cx="167921" cy="16793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21766" y="2965587"/>
              <a:ext cx="167921" cy="16792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80557" y="2410242"/>
              <a:ext cx="167999" cy="16793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39427" y="1854905"/>
              <a:ext cx="167921" cy="16792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75020" y="5683751"/>
              <a:ext cx="167921" cy="16793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19675" y="5624936"/>
              <a:ext cx="167921" cy="16793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64330" y="5566120"/>
              <a:ext cx="167921" cy="16792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005806" y="4292194"/>
              <a:ext cx="1548765" cy="1050925"/>
            </a:xfrm>
            <a:custGeom>
              <a:avLst/>
              <a:gdLst/>
              <a:ahLst/>
              <a:cxnLst/>
              <a:rect l="l" t="t" r="r" b="b"/>
              <a:pathLst>
                <a:path w="1548765" h="1050925">
                  <a:moveTo>
                    <a:pt x="1541391" y="94168"/>
                  </a:moveTo>
                  <a:lnTo>
                    <a:pt x="1548217" y="29380"/>
                  </a:lnTo>
                </a:path>
                <a:path w="1548765" h="1050925">
                  <a:moveTo>
                    <a:pt x="655089" y="0"/>
                  </a:moveTo>
                  <a:lnTo>
                    <a:pt x="655012" y="814"/>
                  </a:lnTo>
                </a:path>
                <a:path w="1548765" h="1050925">
                  <a:moveTo>
                    <a:pt x="0" y="924687"/>
                  </a:moveTo>
                  <a:lnTo>
                    <a:pt x="775" y="917637"/>
                  </a:lnTo>
                  <a:lnTo>
                    <a:pt x="42426" y="522039"/>
                  </a:lnTo>
                  <a:lnTo>
                    <a:pt x="825260" y="604488"/>
                  </a:lnTo>
                  <a:lnTo>
                    <a:pt x="829216" y="604906"/>
                  </a:lnTo>
                </a:path>
                <a:path w="1548765" h="1050925">
                  <a:moveTo>
                    <a:pt x="805715" y="827866"/>
                  </a:moveTo>
                  <a:lnTo>
                    <a:pt x="786790" y="1007547"/>
                  </a:lnTo>
                </a:path>
                <a:path w="1548765" h="1050925">
                  <a:moveTo>
                    <a:pt x="361516" y="962762"/>
                  </a:moveTo>
                  <a:lnTo>
                    <a:pt x="0" y="924687"/>
                  </a:lnTo>
                </a:path>
                <a:path w="1548765" h="1050925">
                  <a:moveTo>
                    <a:pt x="936174" y="483025"/>
                  </a:moveTo>
                  <a:lnTo>
                    <a:pt x="1533402" y="545928"/>
                  </a:lnTo>
                  <a:lnTo>
                    <a:pt x="1537823" y="546394"/>
                  </a:lnTo>
                </a:path>
                <a:path w="1548765" h="1050925">
                  <a:moveTo>
                    <a:pt x="876374" y="1050439"/>
                  </a:moveTo>
                  <a:lnTo>
                    <a:pt x="876762" y="1047328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8633128" y="1925052"/>
              <a:ext cx="2107565" cy="3913504"/>
            </a:xfrm>
            <a:custGeom>
              <a:avLst/>
              <a:gdLst/>
              <a:ahLst/>
              <a:cxnLst/>
              <a:rect l="l" t="t" r="r" b="b"/>
              <a:pathLst>
                <a:path w="2107565" h="3913504">
                  <a:moveTo>
                    <a:pt x="1666111" y="3891112"/>
                  </a:moveTo>
                  <a:lnTo>
                    <a:pt x="1669369" y="3887668"/>
                  </a:lnTo>
                </a:path>
                <a:path w="2107565" h="3913504">
                  <a:moveTo>
                    <a:pt x="1666111" y="3891128"/>
                  </a:moveTo>
                  <a:lnTo>
                    <a:pt x="1666034" y="3891182"/>
                  </a:lnTo>
                </a:path>
                <a:path w="2107565" h="3913504">
                  <a:moveTo>
                    <a:pt x="1698455" y="3908897"/>
                  </a:moveTo>
                  <a:lnTo>
                    <a:pt x="1696128" y="3913148"/>
                  </a:lnTo>
                  <a:lnTo>
                    <a:pt x="1696128" y="3913163"/>
                  </a:lnTo>
                </a:path>
                <a:path w="2107565" h="3913504">
                  <a:moveTo>
                    <a:pt x="1722266" y="3335488"/>
                  </a:moveTo>
                  <a:lnTo>
                    <a:pt x="1725524" y="3332045"/>
                  </a:lnTo>
                </a:path>
                <a:path w="2107565" h="3913504">
                  <a:moveTo>
                    <a:pt x="1722266" y="3335504"/>
                  </a:moveTo>
                  <a:lnTo>
                    <a:pt x="1722189" y="3335558"/>
                  </a:lnTo>
                </a:path>
                <a:path w="2107565" h="3913504">
                  <a:moveTo>
                    <a:pt x="1754610" y="3353273"/>
                  </a:moveTo>
                  <a:lnTo>
                    <a:pt x="1752283" y="3357524"/>
                  </a:lnTo>
                  <a:lnTo>
                    <a:pt x="1752205" y="3357539"/>
                  </a:lnTo>
                </a:path>
                <a:path w="2107565" h="3913504">
                  <a:moveTo>
                    <a:pt x="1781058" y="2780151"/>
                  </a:moveTo>
                  <a:lnTo>
                    <a:pt x="1784393" y="2776700"/>
                  </a:lnTo>
                </a:path>
                <a:path w="2107565" h="3913504">
                  <a:moveTo>
                    <a:pt x="1781058" y="2780159"/>
                  </a:moveTo>
                  <a:lnTo>
                    <a:pt x="1780981" y="2780213"/>
                  </a:lnTo>
                </a:path>
                <a:path w="2107565" h="3913504">
                  <a:moveTo>
                    <a:pt x="1813402" y="2797929"/>
                  </a:moveTo>
                  <a:lnTo>
                    <a:pt x="1811075" y="2802187"/>
                  </a:lnTo>
                  <a:lnTo>
                    <a:pt x="1811075" y="2802194"/>
                  </a:lnTo>
                </a:path>
                <a:path w="2107565" h="3913504">
                  <a:moveTo>
                    <a:pt x="1839850" y="2224807"/>
                  </a:moveTo>
                  <a:lnTo>
                    <a:pt x="1843186" y="2221363"/>
                  </a:lnTo>
                </a:path>
                <a:path w="2107565" h="3913504">
                  <a:moveTo>
                    <a:pt x="1839850" y="2224822"/>
                  </a:moveTo>
                  <a:lnTo>
                    <a:pt x="1839850" y="2224876"/>
                  </a:lnTo>
                </a:path>
                <a:path w="2107565" h="3913504">
                  <a:moveTo>
                    <a:pt x="1872194" y="2242592"/>
                  </a:moveTo>
                  <a:lnTo>
                    <a:pt x="1869867" y="2246842"/>
                  </a:lnTo>
                  <a:lnTo>
                    <a:pt x="1869867" y="2246858"/>
                  </a:lnTo>
                </a:path>
                <a:path w="2107565" h="3913504">
                  <a:moveTo>
                    <a:pt x="1898720" y="1669470"/>
                  </a:moveTo>
                  <a:lnTo>
                    <a:pt x="1901978" y="1666018"/>
                  </a:lnTo>
                </a:path>
                <a:path w="2107565" h="3913504">
                  <a:moveTo>
                    <a:pt x="1898720" y="1669477"/>
                  </a:moveTo>
                  <a:lnTo>
                    <a:pt x="1898642" y="1669539"/>
                  </a:lnTo>
                </a:path>
                <a:path w="2107565" h="3913504">
                  <a:moveTo>
                    <a:pt x="1931063" y="1687247"/>
                  </a:moveTo>
                  <a:lnTo>
                    <a:pt x="1928737" y="1691505"/>
                  </a:lnTo>
                  <a:lnTo>
                    <a:pt x="1928659" y="1691513"/>
                  </a:lnTo>
                </a:path>
                <a:path w="2107565" h="3913504">
                  <a:moveTo>
                    <a:pt x="1957512" y="1114125"/>
                  </a:moveTo>
                  <a:lnTo>
                    <a:pt x="1960847" y="1110681"/>
                  </a:lnTo>
                </a:path>
                <a:path w="2107565" h="3913504">
                  <a:moveTo>
                    <a:pt x="1957512" y="1114140"/>
                  </a:moveTo>
                  <a:lnTo>
                    <a:pt x="1957434" y="1114195"/>
                  </a:lnTo>
                </a:path>
                <a:path w="2107565" h="3913504">
                  <a:moveTo>
                    <a:pt x="1989855" y="1131910"/>
                  </a:moveTo>
                  <a:lnTo>
                    <a:pt x="1987529" y="1136160"/>
                  </a:lnTo>
                  <a:lnTo>
                    <a:pt x="1987529" y="1136176"/>
                  </a:lnTo>
                </a:path>
                <a:path w="2107565" h="3913504">
                  <a:moveTo>
                    <a:pt x="2016304" y="558788"/>
                  </a:moveTo>
                  <a:lnTo>
                    <a:pt x="2019639" y="555336"/>
                  </a:lnTo>
                </a:path>
                <a:path w="2107565" h="3913504">
                  <a:moveTo>
                    <a:pt x="2016304" y="558796"/>
                  </a:moveTo>
                  <a:lnTo>
                    <a:pt x="2016304" y="558858"/>
                  </a:lnTo>
                </a:path>
                <a:path w="2107565" h="3913504">
                  <a:moveTo>
                    <a:pt x="2048648" y="576565"/>
                  </a:moveTo>
                  <a:lnTo>
                    <a:pt x="2046321" y="580823"/>
                  </a:lnTo>
                  <a:lnTo>
                    <a:pt x="2046321" y="580831"/>
                  </a:lnTo>
                </a:path>
                <a:path w="2107565" h="3913504">
                  <a:moveTo>
                    <a:pt x="2075174" y="3443"/>
                  </a:moveTo>
                  <a:lnTo>
                    <a:pt x="2078431" y="0"/>
                  </a:lnTo>
                </a:path>
                <a:path w="2107565" h="3913504">
                  <a:moveTo>
                    <a:pt x="2075174" y="3459"/>
                  </a:moveTo>
                  <a:lnTo>
                    <a:pt x="2075096" y="3513"/>
                  </a:lnTo>
                </a:path>
                <a:path w="2107565" h="3913504">
                  <a:moveTo>
                    <a:pt x="2107517" y="21228"/>
                  </a:moveTo>
                  <a:lnTo>
                    <a:pt x="2105190" y="25479"/>
                  </a:lnTo>
                  <a:lnTo>
                    <a:pt x="2105113" y="25494"/>
                  </a:lnTo>
                </a:path>
                <a:path w="2107565" h="3913504">
                  <a:moveTo>
                    <a:pt x="1110766" y="3832297"/>
                  </a:moveTo>
                  <a:lnTo>
                    <a:pt x="1114024" y="3828853"/>
                  </a:lnTo>
                </a:path>
                <a:path w="2107565" h="3913504">
                  <a:moveTo>
                    <a:pt x="1110766" y="3832305"/>
                  </a:moveTo>
                  <a:lnTo>
                    <a:pt x="1110689" y="3832367"/>
                  </a:lnTo>
                </a:path>
                <a:path w="2107565" h="3913504">
                  <a:moveTo>
                    <a:pt x="1143110" y="3850082"/>
                  </a:moveTo>
                  <a:lnTo>
                    <a:pt x="1140783" y="3854332"/>
                  </a:lnTo>
                  <a:lnTo>
                    <a:pt x="1140783" y="3854340"/>
                  </a:lnTo>
                </a:path>
                <a:path w="2107565" h="3913504">
                  <a:moveTo>
                    <a:pt x="555422" y="3773482"/>
                  </a:moveTo>
                  <a:lnTo>
                    <a:pt x="558679" y="3770030"/>
                  </a:lnTo>
                </a:path>
                <a:path w="2107565" h="3913504">
                  <a:moveTo>
                    <a:pt x="555422" y="3773489"/>
                  </a:moveTo>
                  <a:lnTo>
                    <a:pt x="555344" y="3773551"/>
                  </a:lnTo>
                </a:path>
                <a:path w="2107565" h="3913504">
                  <a:moveTo>
                    <a:pt x="587765" y="3791259"/>
                  </a:moveTo>
                  <a:lnTo>
                    <a:pt x="585438" y="3795517"/>
                  </a:lnTo>
                  <a:lnTo>
                    <a:pt x="585438" y="3795525"/>
                  </a:lnTo>
                </a:path>
                <a:path w="2107565" h="3913504">
                  <a:moveTo>
                    <a:pt x="77" y="3714666"/>
                  </a:moveTo>
                  <a:lnTo>
                    <a:pt x="3335" y="3711215"/>
                  </a:lnTo>
                </a:path>
                <a:path w="2107565" h="3913504">
                  <a:moveTo>
                    <a:pt x="77" y="3714674"/>
                  </a:moveTo>
                  <a:lnTo>
                    <a:pt x="0" y="3714728"/>
                  </a:lnTo>
                </a:path>
                <a:path w="2107565" h="3913504">
                  <a:moveTo>
                    <a:pt x="32420" y="3732443"/>
                  </a:moveTo>
                  <a:lnTo>
                    <a:pt x="30094" y="3736702"/>
                  </a:lnTo>
                  <a:lnTo>
                    <a:pt x="30094" y="37367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665549" y="2155986"/>
              <a:ext cx="1108710" cy="2165985"/>
            </a:xfrm>
            <a:custGeom>
              <a:avLst/>
              <a:gdLst/>
              <a:ahLst/>
              <a:cxnLst/>
              <a:rect l="l" t="t" r="r" b="b"/>
              <a:pathLst>
                <a:path w="1108709" h="2165985">
                  <a:moveTo>
                    <a:pt x="0" y="2071187"/>
                  </a:moveTo>
                  <a:lnTo>
                    <a:pt x="220043" y="0"/>
                  </a:lnTo>
                </a:path>
                <a:path w="1108709" h="2165985">
                  <a:moveTo>
                    <a:pt x="1108595" y="94400"/>
                  </a:moveTo>
                  <a:lnTo>
                    <a:pt x="888551" y="216558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8367323" y="2090019"/>
              <a:ext cx="1412240" cy="3249930"/>
            </a:xfrm>
            <a:custGeom>
              <a:avLst/>
              <a:gdLst/>
              <a:ahLst/>
              <a:cxnLst/>
              <a:rect l="l" t="t" r="r" b="b"/>
              <a:pathLst>
                <a:path w="1412240" h="3249929">
                  <a:moveTo>
                    <a:pt x="1186700" y="2231555"/>
                  </a:moveTo>
                  <a:lnTo>
                    <a:pt x="1404882" y="160158"/>
                  </a:lnTo>
                </a:path>
                <a:path w="1412240" h="3249929">
                  <a:moveTo>
                    <a:pt x="300398" y="2137379"/>
                  </a:moveTo>
                  <a:lnTo>
                    <a:pt x="293572" y="2202174"/>
                  </a:lnTo>
                </a:path>
                <a:path w="1412240" h="3249929">
                  <a:moveTo>
                    <a:pt x="467699" y="2807081"/>
                  </a:moveTo>
                  <a:lnTo>
                    <a:pt x="450015" y="2974506"/>
                  </a:lnTo>
                  <a:lnTo>
                    <a:pt x="444198" y="3030041"/>
                  </a:lnTo>
                </a:path>
                <a:path w="1412240" h="3249929">
                  <a:moveTo>
                    <a:pt x="425273" y="3209721"/>
                  </a:moveTo>
                  <a:lnTo>
                    <a:pt x="55534" y="3170785"/>
                  </a:lnTo>
                  <a:lnTo>
                    <a:pt x="0" y="3164937"/>
                  </a:lnTo>
                </a:path>
                <a:path w="1412240" h="3249929">
                  <a:moveTo>
                    <a:pt x="515245" y="3249503"/>
                  </a:moveTo>
                  <a:lnTo>
                    <a:pt x="524940" y="3156940"/>
                  </a:lnTo>
                  <a:lnTo>
                    <a:pt x="574657" y="2685200"/>
                  </a:lnTo>
                </a:path>
                <a:path w="1412240" h="3249929">
                  <a:moveTo>
                    <a:pt x="1404882" y="160158"/>
                  </a:moveTo>
                  <a:lnTo>
                    <a:pt x="1411707" y="95370"/>
                  </a:lnTo>
                  <a:lnTo>
                    <a:pt x="1411863" y="93353"/>
                  </a:lnTo>
                </a:path>
                <a:path w="1412240" h="3249929">
                  <a:moveTo>
                    <a:pt x="518580" y="65989"/>
                  </a:moveTo>
                  <a:lnTo>
                    <a:pt x="300398" y="2137379"/>
                  </a:lnTo>
                </a:path>
                <a:path w="1412240" h="3249929">
                  <a:moveTo>
                    <a:pt x="525483" y="0"/>
                  </a:moveTo>
                  <a:lnTo>
                    <a:pt x="525405" y="1194"/>
                  </a:lnTo>
                  <a:lnTo>
                    <a:pt x="518580" y="65989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720738" y="668984"/>
              <a:ext cx="13231494" cy="10862310"/>
            </a:xfrm>
            <a:custGeom>
              <a:avLst/>
              <a:gdLst/>
              <a:ahLst/>
              <a:cxnLst/>
              <a:rect l="l" t="t" r="r" b="b"/>
              <a:pathLst>
                <a:path w="13231494" h="10862310">
                  <a:moveTo>
                    <a:pt x="0" y="10861941"/>
                  </a:moveTo>
                  <a:lnTo>
                    <a:pt x="757618" y="7063468"/>
                  </a:lnTo>
                </a:path>
                <a:path w="13231494" h="10862310">
                  <a:moveTo>
                    <a:pt x="3683083" y="7214428"/>
                  </a:moveTo>
                  <a:lnTo>
                    <a:pt x="3300120" y="10289998"/>
                  </a:lnTo>
                </a:path>
                <a:path w="13231494" h="10862310">
                  <a:moveTo>
                    <a:pt x="757618" y="7063468"/>
                  </a:moveTo>
                  <a:lnTo>
                    <a:pt x="1153782" y="3183819"/>
                  </a:lnTo>
                  <a:lnTo>
                    <a:pt x="1478900" y="0"/>
                  </a:lnTo>
                </a:path>
                <a:path w="13231494" h="10862310">
                  <a:moveTo>
                    <a:pt x="4283507" y="0"/>
                  </a:moveTo>
                  <a:lnTo>
                    <a:pt x="4147246" y="2907295"/>
                  </a:lnTo>
                  <a:lnTo>
                    <a:pt x="3683083" y="7214428"/>
                  </a:lnTo>
                </a:path>
                <a:path w="13231494" h="10862310">
                  <a:moveTo>
                    <a:pt x="3300120" y="10289998"/>
                  </a:moveTo>
                  <a:lnTo>
                    <a:pt x="3192580" y="10861941"/>
                  </a:lnTo>
                </a:path>
                <a:path w="13231494" h="10862310">
                  <a:moveTo>
                    <a:pt x="6425997" y="4656856"/>
                  </a:moveTo>
                  <a:lnTo>
                    <a:pt x="6397144" y="4965243"/>
                  </a:lnTo>
                </a:path>
                <a:path w="13231494" h="10862310">
                  <a:moveTo>
                    <a:pt x="13231297" y="5151609"/>
                  </a:moveTo>
                  <a:lnTo>
                    <a:pt x="13231297" y="6119584"/>
                  </a:lnTo>
                  <a:lnTo>
                    <a:pt x="11277817" y="6055696"/>
                  </a:lnTo>
                </a:path>
                <a:path w="13231494" h="10862310">
                  <a:moveTo>
                    <a:pt x="13231297" y="8108486"/>
                  </a:moveTo>
                  <a:lnTo>
                    <a:pt x="11277817" y="8044652"/>
                  </a:lnTo>
                </a:path>
                <a:path w="13231494" h="10862310">
                  <a:moveTo>
                    <a:pt x="13231297" y="6119584"/>
                  </a:moveTo>
                  <a:lnTo>
                    <a:pt x="13231297" y="7112589"/>
                  </a:lnTo>
                  <a:lnTo>
                    <a:pt x="11277817" y="7048739"/>
                  </a:lnTo>
                </a:path>
                <a:path w="13231494" h="10862310">
                  <a:moveTo>
                    <a:pt x="13231297" y="9113691"/>
                  </a:moveTo>
                  <a:lnTo>
                    <a:pt x="11277817" y="9049857"/>
                  </a:lnTo>
                </a:path>
                <a:path w="13231494" h="10862310">
                  <a:moveTo>
                    <a:pt x="13231297" y="10137511"/>
                  </a:moveTo>
                  <a:lnTo>
                    <a:pt x="11277817" y="10073677"/>
                  </a:lnTo>
                </a:path>
                <a:path w="13231494" h="10862310">
                  <a:moveTo>
                    <a:pt x="13231297" y="4034715"/>
                  </a:moveTo>
                  <a:lnTo>
                    <a:pt x="11277817" y="3970834"/>
                  </a:lnTo>
                </a:path>
                <a:path w="13231494" h="10862310">
                  <a:moveTo>
                    <a:pt x="13231297" y="5151609"/>
                  </a:moveTo>
                  <a:lnTo>
                    <a:pt x="11277817" y="5087729"/>
                  </a:lnTo>
                </a:path>
                <a:path w="13231494" h="10862310">
                  <a:moveTo>
                    <a:pt x="7129408" y="669240"/>
                  </a:moveTo>
                  <a:lnTo>
                    <a:pt x="9324959" y="1015989"/>
                  </a:lnTo>
                </a:path>
                <a:path w="13231494" h="10862310">
                  <a:moveTo>
                    <a:pt x="4812736" y="10861941"/>
                  </a:moveTo>
                  <a:lnTo>
                    <a:pt x="4861298" y="10316369"/>
                  </a:lnTo>
                  <a:lnTo>
                    <a:pt x="5099770" y="7637141"/>
                  </a:lnTo>
                  <a:lnTo>
                    <a:pt x="5232495" y="5696405"/>
                  </a:lnTo>
                  <a:lnTo>
                    <a:pt x="5437871" y="3359932"/>
                  </a:lnTo>
                  <a:lnTo>
                    <a:pt x="5495035" y="1061705"/>
                  </a:lnTo>
                  <a:lnTo>
                    <a:pt x="5521445" y="0"/>
                  </a:lnTo>
                </a:path>
                <a:path w="13231494" h="10862310">
                  <a:moveTo>
                    <a:pt x="7858957" y="10200957"/>
                  </a:moveTo>
                  <a:lnTo>
                    <a:pt x="5937643" y="9862631"/>
                  </a:lnTo>
                  <a:lnTo>
                    <a:pt x="5848819" y="10861941"/>
                  </a:lnTo>
                </a:path>
                <a:path w="13231494" h="10862310">
                  <a:moveTo>
                    <a:pt x="8045106" y="9251596"/>
                  </a:moveTo>
                  <a:lnTo>
                    <a:pt x="6015166" y="8890855"/>
                  </a:lnTo>
                  <a:lnTo>
                    <a:pt x="5937643" y="9862631"/>
                  </a:lnTo>
                </a:path>
                <a:path w="13231494" h="10862310">
                  <a:moveTo>
                    <a:pt x="8154391" y="8244530"/>
                  </a:moveTo>
                  <a:lnTo>
                    <a:pt x="6109932" y="7939013"/>
                  </a:lnTo>
                  <a:lnTo>
                    <a:pt x="6015166" y="8890855"/>
                  </a:lnTo>
                </a:path>
                <a:path w="13231494" h="10862310">
                  <a:moveTo>
                    <a:pt x="8250025" y="7247779"/>
                  </a:moveTo>
                  <a:lnTo>
                    <a:pt x="6208048" y="6938431"/>
                  </a:lnTo>
                  <a:lnTo>
                    <a:pt x="6109932" y="7939013"/>
                  </a:lnTo>
                </a:path>
                <a:path w="13231494" h="10862310">
                  <a:moveTo>
                    <a:pt x="8333637" y="6249633"/>
                  </a:moveTo>
                  <a:lnTo>
                    <a:pt x="6306164" y="5938283"/>
                  </a:lnTo>
                  <a:lnTo>
                    <a:pt x="6208048" y="6938431"/>
                  </a:lnTo>
                </a:path>
                <a:path w="13231494" h="10862310">
                  <a:moveTo>
                    <a:pt x="6854295" y="624409"/>
                  </a:moveTo>
                  <a:lnTo>
                    <a:pt x="7129408" y="669240"/>
                  </a:lnTo>
                </a:path>
                <a:path w="13231494" h="10862310">
                  <a:moveTo>
                    <a:pt x="8424618" y="5276593"/>
                  </a:moveTo>
                  <a:lnTo>
                    <a:pt x="6397144" y="4965243"/>
                  </a:lnTo>
                  <a:lnTo>
                    <a:pt x="6306164" y="5938283"/>
                  </a:lnTo>
                </a:path>
                <a:path w="13231494" h="10862310">
                  <a:moveTo>
                    <a:pt x="6854295" y="624409"/>
                  </a:moveTo>
                  <a:lnTo>
                    <a:pt x="6493166" y="3990070"/>
                  </a:lnTo>
                </a:path>
                <a:path w="13231494" h="10862310">
                  <a:moveTo>
                    <a:pt x="9324959" y="1015989"/>
                  </a:moveTo>
                  <a:lnTo>
                    <a:pt x="9404770" y="1030222"/>
                  </a:lnTo>
                  <a:lnTo>
                    <a:pt x="9483961" y="1047596"/>
                  </a:lnTo>
                  <a:lnTo>
                    <a:pt x="9562454" y="1068080"/>
                  </a:lnTo>
                  <a:lnTo>
                    <a:pt x="9640016" y="1091651"/>
                  </a:lnTo>
                  <a:lnTo>
                    <a:pt x="9716647" y="1118271"/>
                  </a:lnTo>
                  <a:lnTo>
                    <a:pt x="9792115" y="1147892"/>
                  </a:lnTo>
                  <a:lnTo>
                    <a:pt x="9866420" y="1180468"/>
                  </a:lnTo>
                  <a:lnTo>
                    <a:pt x="9939328" y="1215960"/>
                  </a:lnTo>
                  <a:lnTo>
                    <a:pt x="10010763" y="1254299"/>
                  </a:lnTo>
                  <a:lnTo>
                    <a:pt x="10080724" y="1295430"/>
                  </a:lnTo>
                  <a:lnTo>
                    <a:pt x="10148901" y="1339284"/>
                  </a:lnTo>
                  <a:lnTo>
                    <a:pt x="10215294" y="1385806"/>
                  </a:lnTo>
                  <a:lnTo>
                    <a:pt x="11966336" y="2664293"/>
                  </a:lnTo>
                  <a:lnTo>
                    <a:pt x="12091134" y="2758554"/>
                  </a:lnTo>
                  <a:lnTo>
                    <a:pt x="12212829" y="2856818"/>
                  </a:lnTo>
                  <a:lnTo>
                    <a:pt x="12331266" y="2958975"/>
                  </a:lnTo>
                  <a:lnTo>
                    <a:pt x="12446291" y="3064924"/>
                  </a:lnTo>
                  <a:lnTo>
                    <a:pt x="12557825" y="3174543"/>
                  </a:lnTo>
                  <a:lnTo>
                    <a:pt x="12665791" y="3287729"/>
                  </a:lnTo>
                  <a:lnTo>
                    <a:pt x="12769957" y="3404360"/>
                  </a:lnTo>
                  <a:lnTo>
                    <a:pt x="12870323" y="3524309"/>
                  </a:lnTo>
                  <a:lnTo>
                    <a:pt x="12966732" y="3647447"/>
                  </a:lnTo>
                  <a:lnTo>
                    <a:pt x="13059109" y="3773648"/>
                  </a:lnTo>
                  <a:lnTo>
                    <a:pt x="13147297" y="3902789"/>
                  </a:lnTo>
                  <a:lnTo>
                    <a:pt x="13231297" y="4034715"/>
                  </a:lnTo>
                </a:path>
                <a:path w="13231494" h="10862310">
                  <a:moveTo>
                    <a:pt x="8593393" y="5159164"/>
                  </a:moveTo>
                  <a:lnTo>
                    <a:pt x="8593470" y="5158241"/>
                  </a:lnTo>
                  <a:lnTo>
                    <a:pt x="8593548" y="5157318"/>
                  </a:lnTo>
                </a:path>
                <a:path w="13231494" h="10862310">
                  <a:moveTo>
                    <a:pt x="8594401" y="5158341"/>
                  </a:moveTo>
                  <a:lnTo>
                    <a:pt x="8593470" y="5158241"/>
                  </a:lnTo>
                  <a:lnTo>
                    <a:pt x="8592540" y="5158140"/>
                  </a:lnTo>
                </a:path>
                <a:path w="13231494" h="10862310">
                  <a:moveTo>
                    <a:pt x="6537454" y="3955834"/>
                  </a:moveTo>
                  <a:lnTo>
                    <a:pt x="6533266" y="3994437"/>
                  </a:lnTo>
                </a:path>
                <a:path w="13231494" h="10862310">
                  <a:moveTo>
                    <a:pt x="8649470" y="4603540"/>
                  </a:moveTo>
                  <a:lnTo>
                    <a:pt x="8649625" y="4602617"/>
                  </a:lnTo>
                  <a:lnTo>
                    <a:pt x="8649703" y="4601686"/>
                  </a:lnTo>
                </a:path>
                <a:path w="13231494" h="10862310">
                  <a:moveTo>
                    <a:pt x="8650556" y="4602717"/>
                  </a:moveTo>
                  <a:lnTo>
                    <a:pt x="8649625" y="4602617"/>
                  </a:lnTo>
                  <a:lnTo>
                    <a:pt x="8648695" y="4602516"/>
                  </a:lnTo>
                </a:path>
                <a:path w="13231494" h="10862310">
                  <a:moveTo>
                    <a:pt x="8708340" y="4048203"/>
                  </a:moveTo>
                  <a:lnTo>
                    <a:pt x="8708417" y="4047272"/>
                  </a:lnTo>
                  <a:lnTo>
                    <a:pt x="8708495" y="4046349"/>
                  </a:lnTo>
                </a:path>
                <a:path w="13231494" h="10862310">
                  <a:moveTo>
                    <a:pt x="8709348" y="4047373"/>
                  </a:moveTo>
                  <a:lnTo>
                    <a:pt x="8708417" y="4047272"/>
                  </a:lnTo>
                  <a:lnTo>
                    <a:pt x="8707487" y="4047171"/>
                  </a:lnTo>
                </a:path>
                <a:path w="13231494" h="10862310">
                  <a:moveTo>
                    <a:pt x="8767132" y="3492858"/>
                  </a:moveTo>
                  <a:lnTo>
                    <a:pt x="8767209" y="3491935"/>
                  </a:lnTo>
                  <a:lnTo>
                    <a:pt x="8767365" y="3491012"/>
                  </a:lnTo>
                </a:path>
                <a:path w="13231494" h="10862310">
                  <a:moveTo>
                    <a:pt x="8768140" y="3492036"/>
                  </a:moveTo>
                  <a:lnTo>
                    <a:pt x="8767209" y="3491935"/>
                  </a:lnTo>
                  <a:lnTo>
                    <a:pt x="8766356" y="3491834"/>
                  </a:lnTo>
                </a:path>
                <a:path w="13231494" h="10862310">
                  <a:moveTo>
                    <a:pt x="8825924" y="2937521"/>
                  </a:moveTo>
                  <a:lnTo>
                    <a:pt x="8826079" y="2936590"/>
                  </a:lnTo>
                  <a:lnTo>
                    <a:pt x="8826157" y="2935667"/>
                  </a:lnTo>
                </a:path>
                <a:path w="13231494" h="10862310">
                  <a:moveTo>
                    <a:pt x="8827010" y="2936691"/>
                  </a:moveTo>
                  <a:lnTo>
                    <a:pt x="8826079" y="2936590"/>
                  </a:lnTo>
                  <a:lnTo>
                    <a:pt x="8825148" y="2936489"/>
                  </a:lnTo>
                </a:path>
                <a:path w="13231494" h="10862310">
                  <a:moveTo>
                    <a:pt x="8884794" y="2382176"/>
                  </a:moveTo>
                  <a:lnTo>
                    <a:pt x="8884871" y="2381253"/>
                  </a:lnTo>
                  <a:lnTo>
                    <a:pt x="8884949" y="2380323"/>
                  </a:lnTo>
                </a:path>
                <a:path w="13231494" h="10862310">
                  <a:moveTo>
                    <a:pt x="8885802" y="2381354"/>
                  </a:moveTo>
                  <a:lnTo>
                    <a:pt x="8884871" y="2381253"/>
                  </a:lnTo>
                  <a:lnTo>
                    <a:pt x="8883940" y="2381152"/>
                  </a:lnTo>
                </a:path>
                <a:path w="13231494" h="10862310">
                  <a:moveTo>
                    <a:pt x="8943586" y="1826839"/>
                  </a:moveTo>
                  <a:lnTo>
                    <a:pt x="8943663" y="1825909"/>
                  </a:lnTo>
                  <a:lnTo>
                    <a:pt x="8943818" y="1824986"/>
                  </a:lnTo>
                </a:path>
                <a:path w="13231494" h="10862310">
                  <a:moveTo>
                    <a:pt x="8944594" y="1826009"/>
                  </a:moveTo>
                  <a:lnTo>
                    <a:pt x="8943663" y="1825909"/>
                  </a:lnTo>
                  <a:lnTo>
                    <a:pt x="8942733" y="1825808"/>
                  </a:lnTo>
                </a:path>
                <a:path w="13231494" h="10862310">
                  <a:moveTo>
                    <a:pt x="9002378" y="1271495"/>
                  </a:moveTo>
                  <a:lnTo>
                    <a:pt x="9002533" y="1270572"/>
                  </a:lnTo>
                  <a:lnTo>
                    <a:pt x="9002610" y="1269649"/>
                  </a:lnTo>
                </a:path>
                <a:path w="13231494" h="10862310">
                  <a:moveTo>
                    <a:pt x="9003464" y="1270672"/>
                  </a:moveTo>
                  <a:lnTo>
                    <a:pt x="9002533" y="1270572"/>
                  </a:lnTo>
                  <a:lnTo>
                    <a:pt x="9001602" y="1270471"/>
                  </a:lnTo>
                </a:path>
                <a:path w="13231494" h="10862310">
                  <a:moveTo>
                    <a:pt x="8038048" y="5100348"/>
                  </a:moveTo>
                  <a:lnTo>
                    <a:pt x="8038126" y="5099425"/>
                  </a:lnTo>
                  <a:lnTo>
                    <a:pt x="8038203" y="5098494"/>
                  </a:lnTo>
                </a:path>
                <a:path w="13231494" h="10862310">
                  <a:moveTo>
                    <a:pt x="8039056" y="5099526"/>
                  </a:moveTo>
                  <a:lnTo>
                    <a:pt x="8038126" y="5099425"/>
                  </a:lnTo>
                  <a:lnTo>
                    <a:pt x="8037195" y="5099324"/>
                  </a:lnTo>
                </a:path>
                <a:path w="13231494" h="10862310">
                  <a:moveTo>
                    <a:pt x="7482703" y="5041533"/>
                  </a:moveTo>
                  <a:lnTo>
                    <a:pt x="7482781" y="5040602"/>
                  </a:lnTo>
                  <a:lnTo>
                    <a:pt x="7482858" y="5039679"/>
                  </a:lnTo>
                </a:path>
                <a:path w="13231494" h="10862310">
                  <a:moveTo>
                    <a:pt x="7483712" y="5040703"/>
                  </a:moveTo>
                  <a:lnTo>
                    <a:pt x="7482781" y="5040602"/>
                  </a:lnTo>
                  <a:lnTo>
                    <a:pt x="7481850" y="5040501"/>
                  </a:lnTo>
                </a:path>
                <a:path w="13231494" h="10862310">
                  <a:moveTo>
                    <a:pt x="6927359" y="4982710"/>
                  </a:moveTo>
                  <a:lnTo>
                    <a:pt x="6927436" y="4981787"/>
                  </a:lnTo>
                  <a:lnTo>
                    <a:pt x="6927514" y="4980864"/>
                  </a:lnTo>
                </a:path>
                <a:path w="13231494" h="10862310">
                  <a:moveTo>
                    <a:pt x="6928367" y="4981888"/>
                  </a:moveTo>
                  <a:lnTo>
                    <a:pt x="6927436" y="4981787"/>
                  </a:lnTo>
                  <a:lnTo>
                    <a:pt x="6926505" y="4981686"/>
                  </a:lnTo>
                </a:path>
                <a:path w="13231494" h="10862310">
                  <a:moveTo>
                    <a:pt x="4600418" y="10823936"/>
                  </a:moveTo>
                  <a:lnTo>
                    <a:pt x="4681400" y="9685091"/>
                  </a:lnTo>
                </a:path>
                <a:path w="13231494" h="10862310">
                  <a:moveTo>
                    <a:pt x="4761033" y="8546169"/>
                  </a:moveTo>
                  <a:lnTo>
                    <a:pt x="4839317" y="7407092"/>
                  </a:lnTo>
                </a:path>
                <a:path w="13231494" h="10862310">
                  <a:moveTo>
                    <a:pt x="5139032" y="2850054"/>
                  </a:moveTo>
                  <a:lnTo>
                    <a:pt x="5210599" y="1710574"/>
                  </a:lnTo>
                </a:path>
                <a:path w="13231494" h="10862310">
                  <a:moveTo>
                    <a:pt x="4597672" y="10861941"/>
                  </a:moveTo>
                  <a:lnTo>
                    <a:pt x="4600418" y="10823936"/>
                  </a:lnTo>
                </a:path>
                <a:path w="13231494" h="10862310">
                  <a:moveTo>
                    <a:pt x="5280824" y="571016"/>
                  </a:moveTo>
                  <a:lnTo>
                    <a:pt x="5315331" y="0"/>
                  </a:lnTo>
                </a:path>
                <a:path w="13231494" h="10862310">
                  <a:moveTo>
                    <a:pt x="4681400" y="9685091"/>
                  </a:moveTo>
                  <a:lnTo>
                    <a:pt x="4761033" y="8546169"/>
                  </a:lnTo>
                </a:path>
                <a:path w="13231494" h="10862310">
                  <a:moveTo>
                    <a:pt x="4839317" y="7407092"/>
                  </a:moveTo>
                  <a:lnTo>
                    <a:pt x="4916266" y="6267976"/>
                  </a:lnTo>
                </a:path>
                <a:path w="13231494" h="10862310">
                  <a:moveTo>
                    <a:pt x="4916266" y="6267976"/>
                  </a:moveTo>
                  <a:lnTo>
                    <a:pt x="4991866" y="5128759"/>
                  </a:lnTo>
                  <a:lnTo>
                    <a:pt x="5066124" y="3989449"/>
                  </a:lnTo>
                  <a:lnTo>
                    <a:pt x="5139032" y="2850054"/>
                  </a:lnTo>
                </a:path>
                <a:path w="13231494" h="10862310">
                  <a:moveTo>
                    <a:pt x="5210599" y="1710574"/>
                  </a:moveTo>
                  <a:lnTo>
                    <a:pt x="5280824" y="571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7966657" y="12356672"/>
            <a:ext cx="7391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1''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5'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4952036" y="7781573"/>
            <a:ext cx="0" cy="3749675"/>
          </a:xfrm>
          <a:custGeom>
            <a:avLst/>
            <a:gdLst/>
            <a:ahLst/>
            <a:cxnLst/>
            <a:rect l="l" t="t" r="r" b="b"/>
            <a:pathLst>
              <a:path w="0" h="3749675">
                <a:moveTo>
                  <a:pt x="0" y="2001102"/>
                </a:moveTo>
                <a:lnTo>
                  <a:pt x="0" y="3024922"/>
                </a:lnTo>
                <a:lnTo>
                  <a:pt x="0" y="3749352"/>
                </a:lnTo>
              </a:path>
              <a:path w="0" h="3749675">
                <a:moveTo>
                  <a:pt x="0" y="0"/>
                </a:moveTo>
                <a:lnTo>
                  <a:pt x="0" y="995897"/>
                </a:lnTo>
                <a:lnTo>
                  <a:pt x="0" y="2001102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4952036" y="4703700"/>
            <a:ext cx="0" cy="1116965"/>
          </a:xfrm>
          <a:custGeom>
            <a:avLst/>
            <a:gdLst/>
            <a:ahLst/>
            <a:cxnLst/>
            <a:rect l="l" t="t" r="r" b="b"/>
            <a:pathLst>
              <a:path w="0" h="1116964">
                <a:moveTo>
                  <a:pt x="0" y="0"/>
                </a:moveTo>
                <a:lnTo>
                  <a:pt x="0" y="1116894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10642685" y="2543951"/>
            <a:ext cx="97345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10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CONTAINER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9750005" y="1469988"/>
            <a:ext cx="3505835" cy="1184910"/>
            <a:chOff x="9750005" y="1469988"/>
            <a:chExt cx="3505835" cy="1184910"/>
          </a:xfrm>
        </p:grpSpPr>
        <p:sp>
          <p:nvSpPr>
            <p:cNvPr id="63" name="object 63"/>
            <p:cNvSpPr/>
            <p:nvPr/>
          </p:nvSpPr>
          <p:spPr>
            <a:xfrm>
              <a:off x="9823706" y="2599990"/>
              <a:ext cx="815340" cy="39370"/>
            </a:xfrm>
            <a:custGeom>
              <a:avLst/>
              <a:gdLst/>
              <a:ahLst/>
              <a:cxnLst/>
              <a:rect l="l" t="t" r="r" b="b"/>
              <a:pathLst>
                <a:path w="815340" h="39369">
                  <a:moveTo>
                    <a:pt x="0" y="39091"/>
                  </a:moveTo>
                  <a:lnTo>
                    <a:pt x="653538" y="0"/>
                  </a:lnTo>
                  <a:lnTo>
                    <a:pt x="81510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9754133" y="2627463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4">
                  <a:moveTo>
                    <a:pt x="70426" y="23229"/>
                  </a:moveTo>
                  <a:lnTo>
                    <a:pt x="0" y="15783"/>
                  </a:lnTo>
                  <a:lnTo>
                    <a:pt x="69030" y="0"/>
                  </a:lnTo>
                  <a:lnTo>
                    <a:pt x="70426" y="23229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9754133" y="2627463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4">
                  <a:moveTo>
                    <a:pt x="0" y="15783"/>
                  </a:moveTo>
                  <a:lnTo>
                    <a:pt x="69030" y="0"/>
                  </a:lnTo>
                  <a:lnTo>
                    <a:pt x="70426" y="23229"/>
                  </a:lnTo>
                  <a:lnTo>
                    <a:pt x="0" y="15783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1241851" y="1469988"/>
              <a:ext cx="2014220" cy="319405"/>
            </a:xfrm>
            <a:custGeom>
              <a:avLst/>
              <a:gdLst/>
              <a:ahLst/>
              <a:cxnLst/>
              <a:rect l="l" t="t" r="r" b="b"/>
              <a:pathLst>
                <a:path w="2014219" h="319405">
                  <a:moveTo>
                    <a:pt x="2013900" y="319168"/>
                  </a:moveTo>
                  <a:lnTo>
                    <a:pt x="0" y="319168"/>
                  </a:lnTo>
                  <a:lnTo>
                    <a:pt x="0" y="0"/>
                  </a:lnTo>
                  <a:lnTo>
                    <a:pt x="2013900" y="0"/>
                  </a:lnTo>
                  <a:lnTo>
                    <a:pt x="2013900" y="3191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11244665" y="1457288"/>
            <a:ext cx="191388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BOLLARD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(TYP.)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IN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ACCORDANCE</a:t>
            </a:r>
            <a:r>
              <a:rPr dirty="0" sz="700" spc="15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WITH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44665" y="1559670"/>
            <a:ext cx="1266825" cy="24066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819"/>
              </a:lnSpc>
              <a:spcBef>
                <a:spcPts val="175"/>
              </a:spcBef>
            </a:pPr>
            <a:r>
              <a:rPr dirty="0" sz="700">
                <a:latin typeface="Arial"/>
                <a:cs typeface="Arial"/>
              </a:rPr>
              <a:t>CFC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2022,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1207.11.7.3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 spc="-25">
                <a:latin typeface="Arial"/>
                <a:cs typeface="Arial"/>
              </a:rPr>
              <a:t>(1)</a:t>
            </a:r>
            <a:r>
              <a:rPr dirty="0" sz="700" spc="5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SEE</a:t>
            </a:r>
            <a:r>
              <a:rPr dirty="0" sz="700" spc="6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S1.1</a:t>
            </a:r>
            <a:r>
              <a:rPr dirty="0" sz="700" spc="65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FOR</a:t>
            </a:r>
            <a:r>
              <a:rPr dirty="0" sz="700" spc="70">
                <a:latin typeface="Arial"/>
                <a:cs typeface="Arial"/>
              </a:rPr>
              <a:t> </a:t>
            </a:r>
            <a:r>
              <a:rPr dirty="0" sz="700" spc="-10">
                <a:latin typeface="Arial"/>
                <a:cs typeface="Arial"/>
              </a:rPr>
              <a:t>DIMENSIONS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8885154" y="1521899"/>
            <a:ext cx="2357120" cy="641985"/>
            <a:chOff x="8885154" y="1521899"/>
            <a:chExt cx="2357120" cy="641985"/>
          </a:xfrm>
        </p:grpSpPr>
        <p:sp>
          <p:nvSpPr>
            <p:cNvPr id="70" name="object 70"/>
            <p:cNvSpPr/>
            <p:nvPr/>
          </p:nvSpPr>
          <p:spPr>
            <a:xfrm>
              <a:off x="10801687" y="1526026"/>
              <a:ext cx="436880" cy="334010"/>
            </a:xfrm>
            <a:custGeom>
              <a:avLst/>
              <a:gdLst/>
              <a:ahLst/>
              <a:cxnLst/>
              <a:rect l="l" t="t" r="r" b="b"/>
              <a:pathLst>
                <a:path w="436879" h="334010">
                  <a:moveTo>
                    <a:pt x="0" y="333959"/>
                  </a:moveTo>
                  <a:lnTo>
                    <a:pt x="314669" y="0"/>
                  </a:lnTo>
                  <a:lnTo>
                    <a:pt x="436286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750031" y="1848049"/>
              <a:ext cx="64143" cy="66548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8895210" y="1879269"/>
              <a:ext cx="906780" cy="281940"/>
            </a:xfrm>
            <a:custGeom>
              <a:avLst/>
              <a:gdLst/>
              <a:ahLst/>
              <a:cxnLst/>
              <a:rect l="l" t="t" r="r" b="b"/>
              <a:pathLst>
                <a:path w="906779" h="281939">
                  <a:moveTo>
                    <a:pt x="0" y="188413"/>
                  </a:moveTo>
                  <a:lnTo>
                    <a:pt x="15357" y="42426"/>
                  </a:lnTo>
                </a:path>
                <a:path w="906779" h="281939">
                  <a:moveTo>
                    <a:pt x="15357" y="42426"/>
                  </a:moveTo>
                  <a:lnTo>
                    <a:pt x="19778" y="0"/>
                  </a:lnTo>
                </a:path>
                <a:path w="906779" h="281939">
                  <a:moveTo>
                    <a:pt x="886379" y="281775"/>
                  </a:moveTo>
                  <a:lnTo>
                    <a:pt x="901737" y="135780"/>
                  </a:lnTo>
                </a:path>
                <a:path w="906779" h="281939">
                  <a:moveTo>
                    <a:pt x="901737" y="135780"/>
                  </a:moveTo>
                  <a:lnTo>
                    <a:pt x="906158" y="93353"/>
                  </a:lnTo>
                </a:path>
                <a:path w="906779" h="281939">
                  <a:moveTo>
                    <a:pt x="15357" y="42426"/>
                  </a:moveTo>
                  <a:lnTo>
                    <a:pt x="901737" y="13578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8897770" y="1911341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25595" y="0"/>
                  </a:moveTo>
                  <a:lnTo>
                    <a:pt x="0" y="2070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8887377" y="1919260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43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9784150" y="2004694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0" y="20709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9796947" y="2015049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3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9193359" y="1811843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326691" y="145863"/>
                  </a:moveTo>
                  <a:lnTo>
                    <a:pt x="0" y="111464"/>
                  </a:lnTo>
                  <a:lnTo>
                    <a:pt x="11711" y="0"/>
                  </a:lnTo>
                  <a:lnTo>
                    <a:pt x="338403" y="34406"/>
                  </a:lnTo>
                  <a:lnTo>
                    <a:pt x="326691" y="145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9193359" y="1811843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11711" y="0"/>
                  </a:moveTo>
                  <a:lnTo>
                    <a:pt x="338403" y="34406"/>
                  </a:lnTo>
                  <a:lnTo>
                    <a:pt x="326691" y="145863"/>
                  </a:lnTo>
                  <a:lnTo>
                    <a:pt x="0" y="111464"/>
                  </a:lnTo>
                  <a:lnTo>
                    <a:pt x="1171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 txBox="1"/>
          <p:nvPr/>
        </p:nvSpPr>
        <p:spPr>
          <a:xfrm rot="360000">
            <a:off x="9239007" y="1843287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8426718" y="2045356"/>
            <a:ext cx="446405" cy="2254250"/>
            <a:chOff x="8426718" y="2045356"/>
            <a:chExt cx="446405" cy="2254250"/>
          </a:xfrm>
        </p:grpSpPr>
        <p:sp>
          <p:nvSpPr>
            <p:cNvPr id="81" name="object 81"/>
            <p:cNvSpPr/>
            <p:nvPr/>
          </p:nvSpPr>
          <p:spPr>
            <a:xfrm>
              <a:off x="8435112" y="2066256"/>
              <a:ext cx="435609" cy="2224405"/>
            </a:xfrm>
            <a:custGeom>
              <a:avLst/>
              <a:gdLst/>
              <a:ahLst/>
              <a:cxnLst/>
              <a:rect l="l" t="t" r="r" b="b"/>
              <a:pathLst>
                <a:path w="435609" h="2224404">
                  <a:moveTo>
                    <a:pt x="435356" y="21414"/>
                  </a:moveTo>
                  <a:lnTo>
                    <a:pt x="274492" y="4467"/>
                  </a:lnTo>
                </a:path>
                <a:path w="435609" h="2224404">
                  <a:moveTo>
                    <a:pt x="274492" y="4467"/>
                  </a:moveTo>
                  <a:lnTo>
                    <a:pt x="232065" y="0"/>
                  </a:lnTo>
                </a:path>
                <a:path w="435609" h="2224404">
                  <a:moveTo>
                    <a:pt x="203367" y="2224403"/>
                  </a:moveTo>
                  <a:lnTo>
                    <a:pt x="42426" y="2207456"/>
                  </a:lnTo>
                </a:path>
                <a:path w="435609" h="2224404">
                  <a:moveTo>
                    <a:pt x="42426" y="2207456"/>
                  </a:moveTo>
                  <a:lnTo>
                    <a:pt x="0" y="2202988"/>
                  </a:lnTo>
                </a:path>
                <a:path w="435609" h="2224404">
                  <a:moveTo>
                    <a:pt x="274492" y="4467"/>
                  </a:moveTo>
                  <a:lnTo>
                    <a:pt x="183386" y="869331"/>
                  </a:lnTo>
                </a:path>
                <a:path w="435609" h="2224404">
                  <a:moveTo>
                    <a:pt x="135387" y="1324985"/>
                  </a:moveTo>
                  <a:lnTo>
                    <a:pt x="42426" y="2207456"/>
                  </a:lnTo>
                </a:path>
                <a:path w="435609" h="2224404">
                  <a:moveTo>
                    <a:pt x="183386" y="869331"/>
                  </a:moveTo>
                  <a:lnTo>
                    <a:pt x="135387" y="132498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8699211" y="2057933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79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8709604" y="2047579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4">
                  <a:moveTo>
                    <a:pt x="0" y="23144"/>
                  </a:moveTo>
                  <a:lnTo>
                    <a:pt x="240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8467223" y="4260922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7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8475134" y="4273712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04" y="0"/>
                  </a:moveTo>
                  <a:lnTo>
                    <a:pt x="0" y="231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8430846" y="2935586"/>
              <a:ext cx="158750" cy="455930"/>
            </a:xfrm>
            <a:custGeom>
              <a:avLst/>
              <a:gdLst/>
              <a:ahLst/>
              <a:cxnLst/>
              <a:rect l="l" t="t" r="r" b="b"/>
              <a:pathLst>
                <a:path w="158750" h="455929">
                  <a:moveTo>
                    <a:pt x="111456" y="455654"/>
                  </a:moveTo>
                  <a:lnTo>
                    <a:pt x="0" y="443911"/>
                  </a:lnTo>
                  <a:lnTo>
                    <a:pt x="46769" y="0"/>
                  </a:lnTo>
                  <a:lnTo>
                    <a:pt x="158226" y="11735"/>
                  </a:lnTo>
                  <a:lnTo>
                    <a:pt x="111456" y="4556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8430846" y="2935586"/>
              <a:ext cx="158750" cy="455930"/>
            </a:xfrm>
            <a:custGeom>
              <a:avLst/>
              <a:gdLst/>
              <a:ahLst/>
              <a:cxnLst/>
              <a:rect l="l" t="t" r="r" b="b"/>
              <a:pathLst>
                <a:path w="158750" h="455929">
                  <a:moveTo>
                    <a:pt x="0" y="443911"/>
                  </a:moveTo>
                  <a:lnTo>
                    <a:pt x="46769" y="0"/>
                  </a:lnTo>
                  <a:lnTo>
                    <a:pt x="158226" y="11735"/>
                  </a:lnTo>
                  <a:lnTo>
                    <a:pt x="111456" y="455654"/>
                  </a:lnTo>
                  <a:lnTo>
                    <a:pt x="0" y="44391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 rot="16620000">
            <a:off x="8336183" y="3117036"/>
            <a:ext cx="360895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19'-</a:t>
            </a:r>
            <a:r>
              <a:rPr dirty="0" sz="700" spc="-25">
                <a:latin typeface="Verdana"/>
                <a:cs typeface="Verdana"/>
              </a:rPr>
              <a:t>10"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9473901" y="6349847"/>
            <a:ext cx="81915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1000KVA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8048336" y="4421954"/>
            <a:ext cx="1426210" cy="1988185"/>
            <a:chOff x="8048336" y="4421954"/>
            <a:chExt cx="1426210" cy="1988185"/>
          </a:xfrm>
        </p:grpSpPr>
        <p:sp>
          <p:nvSpPr>
            <p:cNvPr id="91" name="object 91"/>
            <p:cNvSpPr/>
            <p:nvPr/>
          </p:nvSpPr>
          <p:spPr>
            <a:xfrm>
              <a:off x="9078877" y="5380406"/>
              <a:ext cx="391160" cy="1025525"/>
            </a:xfrm>
            <a:custGeom>
              <a:avLst/>
              <a:gdLst/>
              <a:ahLst/>
              <a:cxnLst/>
              <a:rect l="l" t="t" r="r" b="b"/>
              <a:pathLst>
                <a:path w="391159" h="1025525">
                  <a:moveTo>
                    <a:pt x="0" y="0"/>
                  </a:moveTo>
                  <a:lnTo>
                    <a:pt x="277284" y="1025479"/>
                  </a:lnTo>
                  <a:lnTo>
                    <a:pt x="391145" y="1025479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9060650" y="5313105"/>
              <a:ext cx="29845" cy="70485"/>
            </a:xfrm>
            <a:custGeom>
              <a:avLst/>
              <a:gdLst/>
              <a:ahLst/>
              <a:cxnLst/>
              <a:rect l="l" t="t" r="r" b="b"/>
              <a:pathLst>
                <a:path w="29845" h="70485">
                  <a:moveTo>
                    <a:pt x="6980" y="70426"/>
                  </a:moveTo>
                  <a:lnTo>
                    <a:pt x="0" y="0"/>
                  </a:lnTo>
                  <a:lnTo>
                    <a:pt x="29473" y="64353"/>
                  </a:lnTo>
                  <a:lnTo>
                    <a:pt x="6980" y="70426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9060650" y="5313105"/>
              <a:ext cx="29845" cy="70485"/>
            </a:xfrm>
            <a:custGeom>
              <a:avLst/>
              <a:gdLst/>
              <a:ahLst/>
              <a:cxnLst/>
              <a:rect l="l" t="t" r="r" b="b"/>
              <a:pathLst>
                <a:path w="29845" h="70485">
                  <a:moveTo>
                    <a:pt x="0" y="0"/>
                  </a:moveTo>
                  <a:lnTo>
                    <a:pt x="29473" y="64353"/>
                  </a:lnTo>
                  <a:lnTo>
                    <a:pt x="6980" y="7042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8050559" y="4498751"/>
              <a:ext cx="817880" cy="376555"/>
            </a:xfrm>
            <a:custGeom>
              <a:avLst/>
              <a:gdLst/>
              <a:ahLst/>
              <a:cxnLst/>
              <a:rect l="l" t="t" r="r" b="b"/>
              <a:pathLst>
                <a:path w="817879" h="376554">
                  <a:moveTo>
                    <a:pt x="0" y="293145"/>
                  </a:moveTo>
                  <a:lnTo>
                    <a:pt x="26448" y="42426"/>
                  </a:lnTo>
                </a:path>
                <a:path w="817879" h="376554">
                  <a:moveTo>
                    <a:pt x="26448" y="42426"/>
                  </a:moveTo>
                  <a:lnTo>
                    <a:pt x="30869" y="0"/>
                  </a:lnTo>
                </a:path>
                <a:path w="817879" h="376554">
                  <a:moveTo>
                    <a:pt x="786790" y="376013"/>
                  </a:moveTo>
                  <a:lnTo>
                    <a:pt x="813238" y="125286"/>
                  </a:lnTo>
                </a:path>
                <a:path w="817879" h="376554">
                  <a:moveTo>
                    <a:pt x="813238" y="125286"/>
                  </a:moveTo>
                  <a:lnTo>
                    <a:pt x="817659" y="82867"/>
                  </a:lnTo>
                </a:path>
                <a:path w="817879" h="376554">
                  <a:moveTo>
                    <a:pt x="26448" y="42426"/>
                  </a:moveTo>
                  <a:lnTo>
                    <a:pt x="813238" y="12528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8064210" y="4530823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95" y="0"/>
                  </a:moveTo>
                  <a:lnTo>
                    <a:pt x="0" y="2070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8053816" y="4538742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43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8851000" y="4613690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1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8863797" y="4624037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4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310004" y="4426082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326614" y="145863"/>
                  </a:moveTo>
                  <a:lnTo>
                    <a:pt x="0" y="111456"/>
                  </a:lnTo>
                  <a:lnTo>
                    <a:pt x="11711" y="0"/>
                  </a:lnTo>
                  <a:lnTo>
                    <a:pt x="338403" y="34398"/>
                  </a:lnTo>
                  <a:lnTo>
                    <a:pt x="326614" y="145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310004" y="4426082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11711" y="0"/>
                  </a:moveTo>
                  <a:lnTo>
                    <a:pt x="338403" y="34398"/>
                  </a:lnTo>
                  <a:lnTo>
                    <a:pt x="326614" y="145863"/>
                  </a:lnTo>
                  <a:lnTo>
                    <a:pt x="0" y="111456"/>
                  </a:lnTo>
                  <a:lnTo>
                    <a:pt x="1171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" name="object 101"/>
          <p:cNvSpPr txBox="1"/>
          <p:nvPr/>
        </p:nvSpPr>
        <p:spPr>
          <a:xfrm rot="360000">
            <a:off x="8355651" y="4457526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7'-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8939835" y="4426010"/>
            <a:ext cx="652780" cy="393065"/>
            <a:chOff x="8939835" y="4426010"/>
            <a:chExt cx="652780" cy="393065"/>
          </a:xfrm>
        </p:grpSpPr>
        <p:sp>
          <p:nvSpPr>
            <p:cNvPr id="103" name="object 103"/>
            <p:cNvSpPr/>
            <p:nvPr/>
          </p:nvSpPr>
          <p:spPr>
            <a:xfrm>
              <a:off x="8944307" y="4512557"/>
              <a:ext cx="627380" cy="304165"/>
            </a:xfrm>
            <a:custGeom>
              <a:avLst/>
              <a:gdLst/>
              <a:ahLst/>
              <a:cxnLst/>
              <a:rect l="l" t="t" r="r" b="b"/>
              <a:pathLst>
                <a:path w="627379" h="304164">
                  <a:moveTo>
                    <a:pt x="0" y="240326"/>
                  </a:moveTo>
                  <a:lnTo>
                    <a:pt x="20864" y="42426"/>
                  </a:lnTo>
                </a:path>
                <a:path w="627379" h="304164">
                  <a:moveTo>
                    <a:pt x="20864" y="42426"/>
                  </a:moveTo>
                  <a:lnTo>
                    <a:pt x="25285" y="0"/>
                  </a:lnTo>
                </a:path>
                <a:path w="627379" h="304164">
                  <a:moveTo>
                    <a:pt x="601649" y="303694"/>
                  </a:moveTo>
                  <a:lnTo>
                    <a:pt x="622513" y="105794"/>
                  </a:lnTo>
                </a:path>
                <a:path w="627379" h="304164">
                  <a:moveTo>
                    <a:pt x="622513" y="105794"/>
                  </a:moveTo>
                  <a:lnTo>
                    <a:pt x="627012" y="63445"/>
                  </a:lnTo>
                </a:path>
                <a:path w="627379" h="304164">
                  <a:moveTo>
                    <a:pt x="20864" y="42426"/>
                  </a:moveTo>
                  <a:lnTo>
                    <a:pt x="622513" y="10579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8952373" y="4544636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95" y="0"/>
                  </a:moveTo>
                  <a:lnTo>
                    <a:pt x="0" y="2070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8942058" y="4552548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13" y="243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9554023" y="4607997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9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9566821" y="4618351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3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9105559" y="4430138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326691" y="145863"/>
                  </a:moveTo>
                  <a:lnTo>
                    <a:pt x="0" y="111464"/>
                  </a:lnTo>
                  <a:lnTo>
                    <a:pt x="11789" y="0"/>
                  </a:lnTo>
                  <a:lnTo>
                    <a:pt x="338403" y="34406"/>
                  </a:lnTo>
                  <a:lnTo>
                    <a:pt x="326691" y="145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9105559" y="4430138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11789" y="0"/>
                  </a:moveTo>
                  <a:lnTo>
                    <a:pt x="338403" y="34406"/>
                  </a:lnTo>
                  <a:lnTo>
                    <a:pt x="326691" y="145863"/>
                  </a:lnTo>
                  <a:lnTo>
                    <a:pt x="0" y="111464"/>
                  </a:lnTo>
                  <a:lnTo>
                    <a:pt x="1178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/>
          <p:cNvSpPr txBox="1"/>
          <p:nvPr/>
        </p:nvSpPr>
        <p:spPr>
          <a:xfrm rot="360000">
            <a:off x="9151284" y="4461589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5'-</a:t>
            </a:r>
            <a:r>
              <a:rPr dirty="0" sz="700" spc="-25">
                <a:latin typeface="Verdana"/>
                <a:cs typeface="Verdana"/>
              </a:rPr>
              <a:t>5"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9152045" y="4783989"/>
            <a:ext cx="245110" cy="618490"/>
            <a:chOff x="9152045" y="4783989"/>
            <a:chExt cx="245110" cy="618490"/>
          </a:xfrm>
        </p:grpSpPr>
        <p:sp>
          <p:nvSpPr>
            <p:cNvPr id="112" name="object 112"/>
            <p:cNvSpPr/>
            <p:nvPr/>
          </p:nvSpPr>
          <p:spPr>
            <a:xfrm>
              <a:off x="9154267" y="4803802"/>
              <a:ext cx="154305" cy="577850"/>
            </a:xfrm>
            <a:custGeom>
              <a:avLst/>
              <a:gdLst/>
              <a:ahLst/>
              <a:cxnLst/>
              <a:rect l="l" t="t" r="r" b="b"/>
              <a:pathLst>
                <a:path w="154304" h="577850">
                  <a:moveTo>
                    <a:pt x="59102" y="0"/>
                  </a:moveTo>
                  <a:lnTo>
                    <a:pt x="111767" y="5553"/>
                  </a:lnTo>
                </a:path>
                <a:path w="154304" h="577850">
                  <a:moveTo>
                    <a:pt x="111767" y="5553"/>
                  </a:moveTo>
                  <a:lnTo>
                    <a:pt x="154193" y="10021"/>
                  </a:lnTo>
                </a:path>
                <a:path w="154304" h="577850">
                  <a:moveTo>
                    <a:pt x="0" y="567490"/>
                  </a:moveTo>
                  <a:lnTo>
                    <a:pt x="52044" y="572959"/>
                  </a:lnTo>
                </a:path>
                <a:path w="154304" h="577850">
                  <a:moveTo>
                    <a:pt x="52044" y="572959"/>
                  </a:moveTo>
                  <a:lnTo>
                    <a:pt x="94470" y="577434"/>
                  </a:lnTo>
                </a:path>
                <a:path w="154304" h="577850">
                  <a:moveTo>
                    <a:pt x="111767" y="5553"/>
                  </a:moveTo>
                  <a:lnTo>
                    <a:pt x="52044" y="57295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9255641" y="4796566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79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9266034" y="4786211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0" y="23144"/>
                  </a:moveTo>
                  <a:lnTo>
                    <a:pt x="240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9195918" y="5363979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7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9203829" y="5376762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9246799" y="4932663"/>
              <a:ext cx="146050" cy="338455"/>
            </a:xfrm>
            <a:custGeom>
              <a:avLst/>
              <a:gdLst/>
              <a:ahLst/>
              <a:cxnLst/>
              <a:rect l="l" t="t" r="r" b="b"/>
              <a:pathLst>
                <a:path w="146050" h="338454">
                  <a:moveTo>
                    <a:pt x="111456" y="338403"/>
                  </a:moveTo>
                  <a:lnTo>
                    <a:pt x="0" y="326668"/>
                  </a:lnTo>
                  <a:lnTo>
                    <a:pt x="34437" y="0"/>
                  </a:lnTo>
                  <a:lnTo>
                    <a:pt x="145894" y="11735"/>
                  </a:lnTo>
                  <a:lnTo>
                    <a:pt x="111456" y="3384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9246799" y="4932663"/>
              <a:ext cx="146050" cy="338455"/>
            </a:xfrm>
            <a:custGeom>
              <a:avLst/>
              <a:gdLst/>
              <a:ahLst/>
              <a:cxnLst/>
              <a:rect l="l" t="t" r="r" b="b"/>
              <a:pathLst>
                <a:path w="146050" h="338454">
                  <a:moveTo>
                    <a:pt x="0" y="326668"/>
                  </a:moveTo>
                  <a:lnTo>
                    <a:pt x="34437" y="0"/>
                  </a:lnTo>
                  <a:lnTo>
                    <a:pt x="145894" y="11735"/>
                  </a:lnTo>
                  <a:lnTo>
                    <a:pt x="111456" y="338403"/>
                  </a:lnTo>
                  <a:lnTo>
                    <a:pt x="0" y="32666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/>
          <p:cNvSpPr txBox="1"/>
          <p:nvPr/>
        </p:nvSpPr>
        <p:spPr>
          <a:xfrm rot="16620000">
            <a:off x="9201501" y="5056158"/>
            <a:ext cx="248688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5'-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0249833" y="6071973"/>
            <a:ext cx="122364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1200A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DISCONNECT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9608731" y="4725028"/>
            <a:ext cx="641350" cy="1407160"/>
            <a:chOff x="9608731" y="4725028"/>
            <a:chExt cx="641350" cy="1407160"/>
          </a:xfrm>
        </p:grpSpPr>
        <p:sp>
          <p:nvSpPr>
            <p:cNvPr id="122" name="object 122"/>
            <p:cNvSpPr/>
            <p:nvPr/>
          </p:nvSpPr>
          <p:spPr>
            <a:xfrm>
              <a:off x="9818510" y="5468656"/>
              <a:ext cx="427990" cy="659765"/>
            </a:xfrm>
            <a:custGeom>
              <a:avLst/>
              <a:gdLst/>
              <a:ahLst/>
              <a:cxnLst/>
              <a:rect l="l" t="t" r="r" b="b"/>
              <a:pathLst>
                <a:path w="427990" h="659764">
                  <a:moveTo>
                    <a:pt x="0" y="0"/>
                  </a:moveTo>
                  <a:lnTo>
                    <a:pt x="325295" y="659355"/>
                  </a:lnTo>
                  <a:lnTo>
                    <a:pt x="427444" y="659355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9787640" y="5406141"/>
              <a:ext cx="41910" cy="67945"/>
            </a:xfrm>
            <a:custGeom>
              <a:avLst/>
              <a:gdLst/>
              <a:ahLst/>
              <a:cxnLst/>
              <a:rect l="l" t="t" r="r" b="b"/>
              <a:pathLst>
                <a:path w="41909" h="67945">
                  <a:moveTo>
                    <a:pt x="20476" y="67750"/>
                  </a:moveTo>
                  <a:lnTo>
                    <a:pt x="0" y="0"/>
                  </a:lnTo>
                  <a:lnTo>
                    <a:pt x="41340" y="57458"/>
                  </a:lnTo>
                  <a:lnTo>
                    <a:pt x="20476" y="67750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9787640" y="5406141"/>
              <a:ext cx="41910" cy="67945"/>
            </a:xfrm>
            <a:custGeom>
              <a:avLst/>
              <a:gdLst/>
              <a:ahLst/>
              <a:cxnLst/>
              <a:rect l="l" t="t" r="r" b="b"/>
              <a:pathLst>
                <a:path w="41909" h="67945">
                  <a:moveTo>
                    <a:pt x="0" y="0"/>
                  </a:moveTo>
                  <a:lnTo>
                    <a:pt x="41340" y="57458"/>
                  </a:lnTo>
                  <a:lnTo>
                    <a:pt x="20476" y="6775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9613203" y="4825954"/>
              <a:ext cx="354330" cy="275590"/>
            </a:xfrm>
            <a:custGeom>
              <a:avLst/>
              <a:gdLst/>
              <a:ahLst/>
              <a:cxnLst/>
              <a:rect l="l" t="t" r="r" b="b"/>
              <a:pathLst>
                <a:path w="354329" h="275589">
                  <a:moveTo>
                    <a:pt x="0" y="240372"/>
                  </a:moveTo>
                  <a:lnTo>
                    <a:pt x="20864" y="42418"/>
                  </a:lnTo>
                </a:path>
                <a:path w="354329" h="275589">
                  <a:moveTo>
                    <a:pt x="20864" y="42418"/>
                  </a:moveTo>
                  <a:lnTo>
                    <a:pt x="25362" y="0"/>
                  </a:lnTo>
                </a:path>
                <a:path w="354329" h="275589">
                  <a:moveTo>
                    <a:pt x="328785" y="275004"/>
                  </a:moveTo>
                  <a:lnTo>
                    <a:pt x="349649" y="77050"/>
                  </a:lnTo>
                </a:path>
                <a:path w="354329" h="275589">
                  <a:moveTo>
                    <a:pt x="349649" y="77050"/>
                  </a:moveTo>
                  <a:lnTo>
                    <a:pt x="352616" y="49073"/>
                  </a:lnTo>
                </a:path>
                <a:path w="354329" h="275589">
                  <a:moveTo>
                    <a:pt x="352616" y="49073"/>
                  </a:moveTo>
                  <a:lnTo>
                    <a:pt x="354148" y="34623"/>
                  </a:lnTo>
                </a:path>
                <a:path w="354329" h="275589">
                  <a:moveTo>
                    <a:pt x="20864" y="42418"/>
                  </a:moveTo>
                  <a:lnTo>
                    <a:pt x="349649" y="7705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9621269" y="4858026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95" y="0"/>
                  </a:moveTo>
                  <a:lnTo>
                    <a:pt x="0" y="2070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9610953" y="4865937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13" y="243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9950055" y="4892650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1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9962853" y="4903004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3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9638023" y="4729155"/>
              <a:ext cx="339090" cy="146050"/>
            </a:xfrm>
            <a:custGeom>
              <a:avLst/>
              <a:gdLst/>
              <a:ahLst/>
              <a:cxnLst/>
              <a:rect l="l" t="t" r="r" b="b"/>
              <a:pathLst>
                <a:path w="339090" h="146050">
                  <a:moveTo>
                    <a:pt x="326691" y="145871"/>
                  </a:moveTo>
                  <a:lnTo>
                    <a:pt x="0" y="111464"/>
                  </a:lnTo>
                  <a:lnTo>
                    <a:pt x="11789" y="0"/>
                  </a:lnTo>
                  <a:lnTo>
                    <a:pt x="338481" y="34406"/>
                  </a:lnTo>
                  <a:lnTo>
                    <a:pt x="326691" y="1458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9638023" y="4729155"/>
              <a:ext cx="339090" cy="146050"/>
            </a:xfrm>
            <a:custGeom>
              <a:avLst/>
              <a:gdLst/>
              <a:ahLst/>
              <a:cxnLst/>
              <a:rect l="l" t="t" r="r" b="b"/>
              <a:pathLst>
                <a:path w="339090" h="146050">
                  <a:moveTo>
                    <a:pt x="11789" y="0"/>
                  </a:moveTo>
                  <a:lnTo>
                    <a:pt x="338481" y="34406"/>
                  </a:lnTo>
                  <a:lnTo>
                    <a:pt x="326691" y="145871"/>
                  </a:lnTo>
                  <a:lnTo>
                    <a:pt x="0" y="111464"/>
                  </a:lnTo>
                  <a:lnTo>
                    <a:pt x="1178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2" name="object 132"/>
          <p:cNvSpPr txBox="1"/>
          <p:nvPr/>
        </p:nvSpPr>
        <p:spPr>
          <a:xfrm rot="360000">
            <a:off x="9683751" y="4760598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4251474" y="5218150"/>
            <a:ext cx="3756025" cy="497840"/>
            <a:chOff x="4251474" y="5218150"/>
            <a:chExt cx="3756025" cy="497840"/>
          </a:xfrm>
        </p:grpSpPr>
        <p:sp>
          <p:nvSpPr>
            <p:cNvPr id="134" name="object 134"/>
            <p:cNvSpPr/>
            <p:nvPr/>
          </p:nvSpPr>
          <p:spPr>
            <a:xfrm>
              <a:off x="6728908" y="5220373"/>
              <a:ext cx="1275715" cy="421005"/>
            </a:xfrm>
            <a:custGeom>
              <a:avLst/>
              <a:gdLst/>
              <a:ahLst/>
              <a:cxnLst/>
              <a:rect l="l" t="t" r="r" b="b"/>
              <a:pathLst>
                <a:path w="1275715" h="421004">
                  <a:moveTo>
                    <a:pt x="1275501" y="18925"/>
                  </a:moveTo>
                  <a:lnTo>
                    <a:pt x="1254525" y="355304"/>
                  </a:lnTo>
                </a:path>
                <a:path w="1275715" h="421004">
                  <a:moveTo>
                    <a:pt x="1254525" y="355304"/>
                  </a:moveTo>
                  <a:lnTo>
                    <a:pt x="1253085" y="378386"/>
                  </a:lnTo>
                </a:path>
                <a:path w="1275715" h="421004">
                  <a:moveTo>
                    <a:pt x="1253085" y="378386"/>
                  </a:moveTo>
                  <a:lnTo>
                    <a:pt x="1250448" y="420960"/>
                  </a:lnTo>
                </a:path>
                <a:path w="1275715" h="421004">
                  <a:moveTo>
                    <a:pt x="21391" y="0"/>
                  </a:moveTo>
                  <a:lnTo>
                    <a:pt x="2660" y="300405"/>
                  </a:lnTo>
                </a:path>
                <a:path w="1275715" h="421004">
                  <a:moveTo>
                    <a:pt x="2660" y="300405"/>
                  </a:moveTo>
                  <a:lnTo>
                    <a:pt x="0" y="342979"/>
                  </a:lnTo>
                </a:path>
                <a:path w="1275715" h="421004">
                  <a:moveTo>
                    <a:pt x="882957" y="355304"/>
                  </a:moveTo>
                  <a:lnTo>
                    <a:pt x="2660" y="300405"/>
                  </a:lnTo>
                </a:path>
                <a:path w="1275715" h="421004">
                  <a:moveTo>
                    <a:pt x="1253085" y="378386"/>
                  </a:moveTo>
                  <a:lnTo>
                    <a:pt x="882957" y="35530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7969661" y="5587870"/>
              <a:ext cx="24765" cy="22225"/>
            </a:xfrm>
            <a:custGeom>
              <a:avLst/>
              <a:gdLst/>
              <a:ahLst/>
              <a:cxnLst/>
              <a:rect l="l" t="t" r="r" b="b"/>
              <a:pathLst>
                <a:path w="24765" h="22225">
                  <a:moveTo>
                    <a:pt x="0" y="21771"/>
                  </a:moveTo>
                  <a:lnTo>
                    <a:pt x="2466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7981994" y="5598760"/>
              <a:ext cx="23495" cy="1905"/>
            </a:xfrm>
            <a:custGeom>
              <a:avLst/>
              <a:gdLst/>
              <a:ahLst/>
              <a:cxnLst/>
              <a:rect l="l" t="t" r="r" b="b"/>
              <a:pathLst>
                <a:path w="23495" h="1904">
                  <a:moveTo>
                    <a:pt x="0" y="0"/>
                  </a:moveTo>
                  <a:lnTo>
                    <a:pt x="23268" y="145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6719229" y="5509889"/>
              <a:ext cx="24765" cy="22225"/>
            </a:xfrm>
            <a:custGeom>
              <a:avLst/>
              <a:gdLst/>
              <a:ahLst/>
              <a:cxnLst/>
              <a:rect l="l" t="t" r="r" b="b"/>
              <a:pathLst>
                <a:path w="24765" h="22225">
                  <a:moveTo>
                    <a:pt x="24672" y="0"/>
                  </a:moveTo>
                  <a:lnTo>
                    <a:pt x="0" y="2177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6708339" y="5519328"/>
              <a:ext cx="23495" cy="1905"/>
            </a:xfrm>
            <a:custGeom>
              <a:avLst/>
              <a:gdLst/>
              <a:ahLst/>
              <a:cxnLst/>
              <a:rect l="l" t="t" r="r" b="b"/>
              <a:pathLst>
                <a:path w="23495" h="1904">
                  <a:moveTo>
                    <a:pt x="23229" y="1450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7154724" y="5575676"/>
              <a:ext cx="393700" cy="136525"/>
            </a:xfrm>
            <a:custGeom>
              <a:avLst/>
              <a:gdLst/>
              <a:ahLst/>
              <a:cxnLst/>
              <a:rect l="l" t="t" r="r" b="b"/>
              <a:pathLst>
                <a:path w="393700" h="136525">
                  <a:moveTo>
                    <a:pt x="386670" y="135974"/>
                  </a:moveTo>
                  <a:lnTo>
                    <a:pt x="0" y="111860"/>
                  </a:lnTo>
                  <a:lnTo>
                    <a:pt x="6980" y="0"/>
                  </a:lnTo>
                  <a:lnTo>
                    <a:pt x="393650" y="24114"/>
                  </a:lnTo>
                  <a:lnTo>
                    <a:pt x="386670" y="135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7154724" y="5575676"/>
              <a:ext cx="393700" cy="136525"/>
            </a:xfrm>
            <a:custGeom>
              <a:avLst/>
              <a:gdLst/>
              <a:ahLst/>
              <a:cxnLst/>
              <a:rect l="l" t="t" r="r" b="b"/>
              <a:pathLst>
                <a:path w="393700" h="136525">
                  <a:moveTo>
                    <a:pt x="6980" y="0"/>
                  </a:moveTo>
                  <a:lnTo>
                    <a:pt x="393650" y="24114"/>
                  </a:lnTo>
                  <a:lnTo>
                    <a:pt x="386670" y="135974"/>
                  </a:lnTo>
                  <a:lnTo>
                    <a:pt x="0" y="111860"/>
                  </a:lnTo>
                  <a:lnTo>
                    <a:pt x="698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4251474" y="5563258"/>
              <a:ext cx="2196465" cy="112395"/>
            </a:xfrm>
            <a:custGeom>
              <a:avLst/>
              <a:gdLst/>
              <a:ahLst/>
              <a:cxnLst/>
              <a:rect l="l" t="t" r="r" b="b"/>
              <a:pathLst>
                <a:path w="2196465" h="112395">
                  <a:moveTo>
                    <a:pt x="2196171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2196171" y="0"/>
                  </a:lnTo>
                  <a:lnTo>
                    <a:pt x="2196171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2" name="object 142"/>
          <p:cNvSpPr txBox="1"/>
          <p:nvPr/>
        </p:nvSpPr>
        <p:spPr>
          <a:xfrm>
            <a:off x="4251474" y="5550558"/>
            <a:ext cx="21964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EQUIPMENT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SETBACK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FROM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PROPERTY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LINE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3" name="object 143"/>
          <p:cNvGrpSpPr/>
          <p:nvPr/>
        </p:nvGrpSpPr>
        <p:grpSpPr>
          <a:xfrm>
            <a:off x="6447395" y="956364"/>
            <a:ext cx="4378960" cy="4692015"/>
            <a:chOff x="6447395" y="956364"/>
            <a:chExt cx="4378960" cy="4692015"/>
          </a:xfrm>
        </p:grpSpPr>
        <p:sp>
          <p:nvSpPr>
            <p:cNvPr id="144" name="object 144"/>
            <p:cNvSpPr/>
            <p:nvPr/>
          </p:nvSpPr>
          <p:spPr>
            <a:xfrm>
              <a:off x="6451523" y="5618009"/>
              <a:ext cx="617220" cy="14604"/>
            </a:xfrm>
            <a:custGeom>
              <a:avLst/>
              <a:gdLst/>
              <a:ahLst/>
              <a:cxnLst/>
              <a:rect l="l" t="t" r="r" b="b"/>
              <a:pathLst>
                <a:path w="617220" h="14604">
                  <a:moveTo>
                    <a:pt x="616921" y="14069"/>
                  </a:moveTo>
                  <a:lnTo>
                    <a:pt x="13761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7068002" y="5620445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5">
                  <a:moveTo>
                    <a:pt x="0" y="23260"/>
                  </a:moveTo>
                  <a:lnTo>
                    <a:pt x="682" y="0"/>
                  </a:lnTo>
                  <a:lnTo>
                    <a:pt x="70116" y="13681"/>
                  </a:lnTo>
                  <a:lnTo>
                    <a:pt x="0" y="23260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7068002" y="5620445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5">
                  <a:moveTo>
                    <a:pt x="70116" y="13681"/>
                  </a:moveTo>
                  <a:lnTo>
                    <a:pt x="0" y="23260"/>
                  </a:lnTo>
                  <a:lnTo>
                    <a:pt x="682" y="0"/>
                  </a:lnTo>
                  <a:lnTo>
                    <a:pt x="70116" y="13681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9272240" y="956364"/>
              <a:ext cx="1554480" cy="224154"/>
            </a:xfrm>
            <a:custGeom>
              <a:avLst/>
              <a:gdLst/>
              <a:ahLst/>
              <a:cxnLst/>
              <a:rect l="l" t="t" r="r" b="b"/>
              <a:pathLst>
                <a:path w="1554479" h="224155">
                  <a:moveTo>
                    <a:pt x="1553956" y="224154"/>
                  </a:moveTo>
                  <a:lnTo>
                    <a:pt x="0" y="224154"/>
                  </a:lnTo>
                  <a:lnTo>
                    <a:pt x="0" y="0"/>
                  </a:lnTo>
                  <a:lnTo>
                    <a:pt x="1553956" y="0"/>
                  </a:lnTo>
                  <a:lnTo>
                    <a:pt x="1553956" y="224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8" name="object 148"/>
          <p:cNvSpPr txBox="1"/>
          <p:nvPr/>
        </p:nvSpPr>
        <p:spPr>
          <a:xfrm>
            <a:off x="9272240" y="943664"/>
            <a:ext cx="1554480" cy="24955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10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PAD</a:t>
            </a:r>
            <a:endParaRPr sz="700">
              <a:latin typeface="Verdana"/>
              <a:cs typeface="Verdana"/>
            </a:endParaRPr>
          </a:p>
          <a:p>
            <a:pPr marL="15240">
              <a:lnSpc>
                <a:spcPct val="100000"/>
              </a:lnSpc>
              <a:spcBef>
                <a:spcPts val="45"/>
              </a:spcBef>
            </a:pPr>
            <a:r>
              <a:rPr dirty="0" sz="700">
                <a:latin typeface="Verdana"/>
                <a:cs typeface="Verdana"/>
              </a:rPr>
              <a:t>(REFER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S1.2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FOR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DETAILS)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8724479" y="1008275"/>
            <a:ext cx="2254250" cy="3232785"/>
            <a:chOff x="8724479" y="1008275"/>
            <a:chExt cx="2254250" cy="3232785"/>
          </a:xfrm>
        </p:grpSpPr>
        <p:sp>
          <p:nvSpPr>
            <p:cNvPr id="150" name="object 150"/>
            <p:cNvSpPr/>
            <p:nvPr/>
          </p:nvSpPr>
          <p:spPr>
            <a:xfrm>
              <a:off x="8762269" y="1012402"/>
              <a:ext cx="506095" cy="779780"/>
            </a:xfrm>
            <a:custGeom>
              <a:avLst/>
              <a:gdLst/>
              <a:ahLst/>
              <a:cxnLst/>
              <a:rect l="l" t="t" r="r" b="b"/>
              <a:pathLst>
                <a:path w="506095" h="779780">
                  <a:moveTo>
                    <a:pt x="0" y="779491"/>
                  </a:moveTo>
                  <a:lnTo>
                    <a:pt x="388818" y="0"/>
                  </a:lnTo>
                  <a:lnTo>
                    <a:pt x="506092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8728607" y="1789357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23268" y="46537"/>
                  </a:moveTo>
                  <a:lnTo>
                    <a:pt x="14233" y="44708"/>
                  </a:lnTo>
                  <a:lnTo>
                    <a:pt x="6835" y="39722"/>
                  </a:lnTo>
                  <a:lnTo>
                    <a:pt x="1836" y="32326"/>
                  </a:lnTo>
                  <a:lnTo>
                    <a:pt x="0" y="23268"/>
                  </a:lnTo>
                  <a:lnTo>
                    <a:pt x="1836" y="14210"/>
                  </a:lnTo>
                  <a:lnTo>
                    <a:pt x="6835" y="6814"/>
                  </a:lnTo>
                  <a:lnTo>
                    <a:pt x="14233" y="1828"/>
                  </a:lnTo>
                  <a:lnTo>
                    <a:pt x="23268" y="0"/>
                  </a:lnTo>
                  <a:lnTo>
                    <a:pt x="32336" y="1828"/>
                  </a:lnTo>
                  <a:lnTo>
                    <a:pt x="39731" y="6814"/>
                  </a:lnTo>
                  <a:lnTo>
                    <a:pt x="44712" y="14210"/>
                  </a:lnTo>
                  <a:lnTo>
                    <a:pt x="46537" y="23268"/>
                  </a:lnTo>
                  <a:lnTo>
                    <a:pt x="44712" y="32326"/>
                  </a:lnTo>
                  <a:lnTo>
                    <a:pt x="39731" y="39722"/>
                  </a:lnTo>
                  <a:lnTo>
                    <a:pt x="32336" y="44708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8728607" y="1789357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0" y="23268"/>
                  </a:moveTo>
                  <a:lnTo>
                    <a:pt x="1836" y="14210"/>
                  </a:lnTo>
                  <a:lnTo>
                    <a:pt x="6835" y="6814"/>
                  </a:lnTo>
                  <a:lnTo>
                    <a:pt x="14233" y="1828"/>
                  </a:lnTo>
                  <a:lnTo>
                    <a:pt x="23268" y="0"/>
                  </a:lnTo>
                  <a:lnTo>
                    <a:pt x="32336" y="1828"/>
                  </a:lnTo>
                  <a:lnTo>
                    <a:pt x="39731" y="6814"/>
                  </a:lnTo>
                  <a:lnTo>
                    <a:pt x="44712" y="14210"/>
                  </a:lnTo>
                  <a:lnTo>
                    <a:pt x="46537" y="23268"/>
                  </a:lnTo>
                  <a:lnTo>
                    <a:pt x="44712" y="32326"/>
                  </a:lnTo>
                  <a:lnTo>
                    <a:pt x="39731" y="39722"/>
                  </a:lnTo>
                  <a:lnTo>
                    <a:pt x="32336" y="44708"/>
                  </a:lnTo>
                  <a:lnTo>
                    <a:pt x="23268" y="46537"/>
                  </a:lnTo>
                  <a:lnTo>
                    <a:pt x="14233" y="44708"/>
                  </a:lnTo>
                  <a:lnTo>
                    <a:pt x="6835" y="39722"/>
                  </a:lnTo>
                  <a:lnTo>
                    <a:pt x="1836" y="3232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0585754" y="3598883"/>
              <a:ext cx="273050" cy="582930"/>
            </a:xfrm>
            <a:custGeom>
              <a:avLst/>
              <a:gdLst/>
              <a:ahLst/>
              <a:cxnLst/>
              <a:rect l="l" t="t" r="r" b="b"/>
              <a:pathLst>
                <a:path w="273050" h="582929">
                  <a:moveTo>
                    <a:pt x="59257" y="0"/>
                  </a:moveTo>
                  <a:lnTo>
                    <a:pt x="244708" y="20080"/>
                  </a:lnTo>
                </a:path>
                <a:path w="273050" h="582929">
                  <a:moveTo>
                    <a:pt x="244708" y="20080"/>
                  </a:moveTo>
                  <a:lnTo>
                    <a:pt x="272544" y="23093"/>
                  </a:lnTo>
                </a:path>
                <a:path w="273050" h="582929">
                  <a:moveTo>
                    <a:pt x="0" y="559447"/>
                  </a:moveTo>
                  <a:lnTo>
                    <a:pt x="184132" y="579388"/>
                  </a:lnTo>
                </a:path>
                <a:path w="273050" h="582929">
                  <a:moveTo>
                    <a:pt x="184132" y="579388"/>
                  </a:moveTo>
                  <a:lnTo>
                    <a:pt x="211985" y="582403"/>
                  </a:lnTo>
                </a:path>
                <a:path w="273050" h="582929">
                  <a:moveTo>
                    <a:pt x="244708" y="20080"/>
                  </a:moveTo>
                  <a:lnTo>
                    <a:pt x="184132" y="57938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10820147" y="3606143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631" y="25634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10830462" y="3595827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0" y="23136"/>
                  </a:moveTo>
                  <a:lnTo>
                    <a:pt x="2481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10759571" y="4165451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631" y="2564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0767404" y="4178272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2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0793078" y="3578917"/>
              <a:ext cx="181610" cy="657860"/>
            </a:xfrm>
            <a:custGeom>
              <a:avLst/>
              <a:gdLst/>
              <a:ahLst/>
              <a:cxnLst/>
              <a:rect l="l" t="t" r="r" b="b"/>
              <a:pathLst>
                <a:path w="181609" h="657860">
                  <a:moveTo>
                    <a:pt x="111456" y="657486"/>
                  </a:moveTo>
                  <a:lnTo>
                    <a:pt x="0" y="645425"/>
                  </a:lnTo>
                  <a:lnTo>
                    <a:pt x="69883" y="0"/>
                  </a:lnTo>
                  <a:lnTo>
                    <a:pt x="181340" y="12068"/>
                  </a:lnTo>
                  <a:lnTo>
                    <a:pt x="111456" y="6574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0793078" y="3578917"/>
              <a:ext cx="181610" cy="657860"/>
            </a:xfrm>
            <a:custGeom>
              <a:avLst/>
              <a:gdLst/>
              <a:ahLst/>
              <a:cxnLst/>
              <a:rect l="l" t="t" r="r" b="b"/>
              <a:pathLst>
                <a:path w="181609" h="657860">
                  <a:moveTo>
                    <a:pt x="0" y="645425"/>
                  </a:moveTo>
                  <a:lnTo>
                    <a:pt x="69883" y="0"/>
                  </a:lnTo>
                  <a:lnTo>
                    <a:pt x="181340" y="12068"/>
                  </a:lnTo>
                  <a:lnTo>
                    <a:pt x="111456" y="657486"/>
                  </a:lnTo>
                  <a:lnTo>
                    <a:pt x="0" y="64542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0" name="object 160"/>
          <p:cNvSpPr txBox="1"/>
          <p:nvPr/>
        </p:nvSpPr>
        <p:spPr>
          <a:xfrm rot="16620000">
            <a:off x="10611053" y="3861372"/>
            <a:ext cx="559654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5'-0"</a:t>
            </a:r>
            <a:r>
              <a:rPr dirty="0" sz="700" spc="60">
                <a:latin typeface="Verdana"/>
                <a:cs typeface="Verdana"/>
              </a:rPr>
              <a:t> </a:t>
            </a:r>
            <a:r>
              <a:rPr dirty="0" baseline="3968" sz="1050" spc="-15">
                <a:latin typeface="Verdana"/>
                <a:cs typeface="Verdana"/>
              </a:rPr>
              <a:t>(TYP.)</a:t>
            </a:r>
            <a:endParaRPr baseline="3968" sz="1050">
              <a:latin typeface="Verdana"/>
              <a:cs typeface="Verdana"/>
            </a:endParaRPr>
          </a:p>
        </p:txBody>
      </p:sp>
      <p:sp>
        <p:nvSpPr>
          <p:cNvPr id="161" name="object 161"/>
          <p:cNvSpPr/>
          <p:nvPr/>
        </p:nvSpPr>
        <p:spPr>
          <a:xfrm>
            <a:off x="3840875" y="5905331"/>
            <a:ext cx="422909" cy="1938020"/>
          </a:xfrm>
          <a:custGeom>
            <a:avLst/>
            <a:gdLst/>
            <a:ahLst/>
            <a:cxnLst/>
            <a:rect l="l" t="t" r="r" b="b"/>
            <a:pathLst>
              <a:path w="422910" h="1938020">
                <a:moveTo>
                  <a:pt x="205384" y="1937672"/>
                </a:moveTo>
                <a:lnTo>
                  <a:pt x="0" y="1914325"/>
                </a:lnTo>
                <a:lnTo>
                  <a:pt x="217298" y="0"/>
                </a:lnTo>
                <a:lnTo>
                  <a:pt x="422682" y="23315"/>
                </a:lnTo>
                <a:lnTo>
                  <a:pt x="205384" y="19376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 txBox="1"/>
          <p:nvPr/>
        </p:nvSpPr>
        <p:spPr>
          <a:xfrm rot="16620000">
            <a:off x="3145615" y="6788315"/>
            <a:ext cx="1839921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45"/>
              </a:lnSpc>
            </a:pPr>
            <a:r>
              <a:rPr dirty="0" sz="1350">
                <a:latin typeface="Verdana"/>
                <a:cs typeface="Verdana"/>
              </a:rPr>
              <a:t>CLAREMONT</a:t>
            </a:r>
            <a:r>
              <a:rPr dirty="0" sz="1350" spc="-105">
                <a:latin typeface="Verdana"/>
                <a:cs typeface="Verdana"/>
              </a:rPr>
              <a:t> </a:t>
            </a:r>
            <a:r>
              <a:rPr dirty="0" baseline="4115" sz="2025" spc="-15">
                <a:latin typeface="Verdana"/>
                <a:cs typeface="Verdana"/>
              </a:rPr>
              <a:t>AVENUE</a:t>
            </a:r>
            <a:endParaRPr baseline="4115" sz="2025">
              <a:latin typeface="Verdana"/>
              <a:cs typeface="Verdana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6719782" y="5227070"/>
            <a:ext cx="1221105" cy="273050"/>
            <a:chOff x="6719782" y="5227070"/>
            <a:chExt cx="1221105" cy="273050"/>
          </a:xfrm>
        </p:grpSpPr>
        <p:sp>
          <p:nvSpPr>
            <p:cNvPr id="164" name="object 164"/>
            <p:cNvSpPr/>
            <p:nvPr/>
          </p:nvSpPr>
          <p:spPr>
            <a:xfrm>
              <a:off x="6742877" y="5229293"/>
              <a:ext cx="1176655" cy="191135"/>
            </a:xfrm>
            <a:custGeom>
              <a:avLst/>
              <a:gdLst/>
              <a:ahLst/>
              <a:cxnLst/>
              <a:rect l="l" t="t" r="r" b="b"/>
              <a:pathLst>
                <a:path w="1176654" h="191135">
                  <a:moveTo>
                    <a:pt x="1176369" y="76406"/>
                  </a:moveTo>
                  <a:lnTo>
                    <a:pt x="1173248" y="133174"/>
                  </a:lnTo>
                </a:path>
                <a:path w="1176654" h="191135">
                  <a:moveTo>
                    <a:pt x="1173248" y="133174"/>
                  </a:moveTo>
                  <a:lnTo>
                    <a:pt x="1172413" y="148376"/>
                  </a:lnTo>
                </a:path>
                <a:path w="1176654" h="191135">
                  <a:moveTo>
                    <a:pt x="1172413" y="148376"/>
                  </a:moveTo>
                  <a:lnTo>
                    <a:pt x="1170008" y="190965"/>
                  </a:lnTo>
                </a:path>
                <a:path w="1176654" h="191135">
                  <a:moveTo>
                    <a:pt x="6996" y="0"/>
                  </a:moveTo>
                  <a:lnTo>
                    <a:pt x="2365" y="83472"/>
                  </a:lnTo>
                </a:path>
                <a:path w="1176654" h="191135">
                  <a:moveTo>
                    <a:pt x="2365" y="83472"/>
                  </a:moveTo>
                  <a:lnTo>
                    <a:pt x="0" y="126069"/>
                  </a:lnTo>
                </a:path>
                <a:path w="1176654" h="191135">
                  <a:moveTo>
                    <a:pt x="898358" y="133174"/>
                  </a:moveTo>
                  <a:lnTo>
                    <a:pt x="2365" y="83472"/>
                  </a:lnTo>
                </a:path>
                <a:path w="1176654" h="191135">
                  <a:moveTo>
                    <a:pt x="1172413" y="148376"/>
                  </a:moveTo>
                  <a:lnTo>
                    <a:pt x="898358" y="1331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7903035" y="5366694"/>
              <a:ext cx="24765" cy="22225"/>
            </a:xfrm>
            <a:custGeom>
              <a:avLst/>
              <a:gdLst/>
              <a:ahLst/>
              <a:cxnLst/>
              <a:rect l="l" t="t" r="r" b="b"/>
              <a:pathLst>
                <a:path w="24765" h="22225">
                  <a:moveTo>
                    <a:pt x="0" y="21950"/>
                  </a:moveTo>
                  <a:lnTo>
                    <a:pt x="2450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7915290" y="5377669"/>
              <a:ext cx="23495" cy="1905"/>
            </a:xfrm>
            <a:custGeom>
              <a:avLst/>
              <a:gdLst/>
              <a:ahLst/>
              <a:cxnLst/>
              <a:rect l="l" t="t" r="r" b="b"/>
              <a:pathLst>
                <a:path w="23495" h="1904">
                  <a:moveTo>
                    <a:pt x="0" y="0"/>
                  </a:moveTo>
                  <a:lnTo>
                    <a:pt x="23191" y="128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6732980" y="5301798"/>
              <a:ext cx="24765" cy="22225"/>
            </a:xfrm>
            <a:custGeom>
              <a:avLst/>
              <a:gdLst/>
              <a:ahLst/>
              <a:cxnLst/>
              <a:rect l="l" t="t" r="r" b="b"/>
              <a:pathLst>
                <a:path w="24765" h="22225">
                  <a:moveTo>
                    <a:pt x="24517" y="0"/>
                  </a:moveTo>
                  <a:lnTo>
                    <a:pt x="0" y="2194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6722005" y="5311478"/>
              <a:ext cx="23495" cy="1905"/>
            </a:xfrm>
            <a:custGeom>
              <a:avLst/>
              <a:gdLst/>
              <a:ahLst/>
              <a:cxnLst/>
              <a:rect l="l" t="t" r="r" b="b"/>
              <a:pathLst>
                <a:path w="23495" h="1904">
                  <a:moveTo>
                    <a:pt x="23237" y="128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7129082" y="5362466"/>
              <a:ext cx="393065" cy="133985"/>
            </a:xfrm>
            <a:custGeom>
              <a:avLst/>
              <a:gdLst/>
              <a:ahLst/>
              <a:cxnLst/>
              <a:rect l="l" t="t" r="r" b="b"/>
              <a:pathLst>
                <a:path w="393065" h="133985">
                  <a:moveTo>
                    <a:pt x="386825" y="133360"/>
                  </a:moveTo>
                  <a:lnTo>
                    <a:pt x="0" y="111906"/>
                  </a:lnTo>
                  <a:lnTo>
                    <a:pt x="6204" y="0"/>
                  </a:lnTo>
                  <a:lnTo>
                    <a:pt x="393030" y="21453"/>
                  </a:lnTo>
                  <a:lnTo>
                    <a:pt x="386825" y="1333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7129082" y="5362466"/>
              <a:ext cx="393065" cy="133985"/>
            </a:xfrm>
            <a:custGeom>
              <a:avLst/>
              <a:gdLst/>
              <a:ahLst/>
              <a:cxnLst/>
              <a:rect l="l" t="t" r="r" b="b"/>
              <a:pathLst>
                <a:path w="393065" h="133985">
                  <a:moveTo>
                    <a:pt x="6204" y="0"/>
                  </a:moveTo>
                  <a:lnTo>
                    <a:pt x="393030" y="21453"/>
                  </a:lnTo>
                  <a:lnTo>
                    <a:pt x="386825" y="133360"/>
                  </a:lnTo>
                  <a:lnTo>
                    <a:pt x="0" y="111906"/>
                  </a:lnTo>
                  <a:lnTo>
                    <a:pt x="6204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 rot="180000">
            <a:off x="7174485" y="5387875"/>
            <a:ext cx="303025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10'-</a:t>
            </a: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2" name="object 172"/>
          <p:cNvSpPr txBox="1"/>
          <p:nvPr/>
        </p:nvSpPr>
        <p:spPr>
          <a:xfrm rot="180000">
            <a:off x="7199662" y="5602867"/>
            <a:ext cx="303629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11'-</a:t>
            </a:r>
            <a:r>
              <a:rPr dirty="0" sz="700" spc="-25">
                <a:latin typeface="Verdana"/>
                <a:cs typeface="Verdana"/>
              </a:rPr>
              <a:t>3"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6304597" y="668984"/>
            <a:ext cx="727075" cy="11026775"/>
          </a:xfrm>
          <a:custGeom>
            <a:avLst/>
            <a:gdLst/>
            <a:ahLst/>
            <a:cxnLst/>
            <a:rect l="l" t="t" r="r" b="b"/>
            <a:pathLst>
              <a:path w="727075" h="11026775">
                <a:moveTo>
                  <a:pt x="726718" y="0"/>
                </a:moveTo>
                <a:lnTo>
                  <a:pt x="723416" y="55187"/>
                </a:lnTo>
                <a:lnTo>
                  <a:pt x="720111" y="110373"/>
                </a:lnTo>
                <a:lnTo>
                  <a:pt x="716803" y="165558"/>
                </a:lnTo>
                <a:lnTo>
                  <a:pt x="713492" y="220742"/>
                </a:lnTo>
                <a:lnTo>
                  <a:pt x="710177" y="275925"/>
                </a:lnTo>
                <a:lnTo>
                  <a:pt x="706859" y="331107"/>
                </a:lnTo>
                <a:lnTo>
                  <a:pt x="703538" y="386288"/>
                </a:lnTo>
                <a:lnTo>
                  <a:pt x="700213" y="441468"/>
                </a:lnTo>
                <a:lnTo>
                  <a:pt x="696885" y="496647"/>
                </a:lnTo>
                <a:lnTo>
                  <a:pt x="693554" y="551825"/>
                </a:lnTo>
                <a:lnTo>
                  <a:pt x="690219" y="607002"/>
                </a:lnTo>
                <a:lnTo>
                  <a:pt x="686881" y="662178"/>
                </a:lnTo>
                <a:lnTo>
                  <a:pt x="683540" y="717353"/>
                </a:lnTo>
                <a:lnTo>
                  <a:pt x="680195" y="772527"/>
                </a:lnTo>
                <a:lnTo>
                  <a:pt x="676847" y="827700"/>
                </a:lnTo>
                <a:lnTo>
                  <a:pt x="673496" y="882872"/>
                </a:lnTo>
                <a:lnTo>
                  <a:pt x="670142" y="938044"/>
                </a:lnTo>
                <a:lnTo>
                  <a:pt x="666784" y="993214"/>
                </a:lnTo>
                <a:lnTo>
                  <a:pt x="663423" y="1048383"/>
                </a:lnTo>
                <a:lnTo>
                  <a:pt x="660058" y="1103552"/>
                </a:lnTo>
                <a:lnTo>
                  <a:pt x="656691" y="1158719"/>
                </a:lnTo>
                <a:lnTo>
                  <a:pt x="653319" y="1213886"/>
                </a:lnTo>
                <a:lnTo>
                  <a:pt x="649945" y="1269052"/>
                </a:lnTo>
                <a:lnTo>
                  <a:pt x="646567" y="1324217"/>
                </a:lnTo>
                <a:lnTo>
                  <a:pt x="643186" y="1379381"/>
                </a:lnTo>
                <a:lnTo>
                  <a:pt x="639802" y="1434544"/>
                </a:lnTo>
                <a:lnTo>
                  <a:pt x="636414" y="1489706"/>
                </a:lnTo>
                <a:lnTo>
                  <a:pt x="633023" y="1544868"/>
                </a:lnTo>
                <a:lnTo>
                  <a:pt x="629629" y="1600029"/>
                </a:lnTo>
                <a:lnTo>
                  <a:pt x="626231" y="1655188"/>
                </a:lnTo>
                <a:lnTo>
                  <a:pt x="622830" y="1710347"/>
                </a:lnTo>
                <a:lnTo>
                  <a:pt x="619426" y="1765505"/>
                </a:lnTo>
                <a:lnTo>
                  <a:pt x="616018" y="1820663"/>
                </a:lnTo>
                <a:lnTo>
                  <a:pt x="612607" y="1875819"/>
                </a:lnTo>
                <a:lnTo>
                  <a:pt x="609193" y="1930975"/>
                </a:lnTo>
                <a:lnTo>
                  <a:pt x="605775" y="1986130"/>
                </a:lnTo>
                <a:lnTo>
                  <a:pt x="602354" y="2041284"/>
                </a:lnTo>
                <a:lnTo>
                  <a:pt x="598930" y="2096437"/>
                </a:lnTo>
                <a:lnTo>
                  <a:pt x="595503" y="2151590"/>
                </a:lnTo>
                <a:lnTo>
                  <a:pt x="592072" y="2206741"/>
                </a:lnTo>
                <a:lnTo>
                  <a:pt x="588637" y="2261893"/>
                </a:lnTo>
                <a:lnTo>
                  <a:pt x="585200" y="2317043"/>
                </a:lnTo>
                <a:lnTo>
                  <a:pt x="581759" y="2372192"/>
                </a:lnTo>
                <a:lnTo>
                  <a:pt x="578315" y="2427341"/>
                </a:lnTo>
                <a:lnTo>
                  <a:pt x="574867" y="2482489"/>
                </a:lnTo>
                <a:lnTo>
                  <a:pt x="571416" y="2537636"/>
                </a:lnTo>
                <a:lnTo>
                  <a:pt x="567962" y="2592783"/>
                </a:lnTo>
                <a:lnTo>
                  <a:pt x="564505" y="2647929"/>
                </a:lnTo>
                <a:lnTo>
                  <a:pt x="561044" y="2703074"/>
                </a:lnTo>
                <a:lnTo>
                  <a:pt x="557580" y="2758219"/>
                </a:lnTo>
                <a:lnTo>
                  <a:pt x="554112" y="2813363"/>
                </a:lnTo>
                <a:lnTo>
                  <a:pt x="550641" y="2868506"/>
                </a:lnTo>
                <a:lnTo>
                  <a:pt x="547167" y="2923648"/>
                </a:lnTo>
                <a:lnTo>
                  <a:pt x="543690" y="2978790"/>
                </a:lnTo>
                <a:lnTo>
                  <a:pt x="540209" y="3033931"/>
                </a:lnTo>
                <a:lnTo>
                  <a:pt x="536724" y="3089072"/>
                </a:lnTo>
                <a:lnTo>
                  <a:pt x="533237" y="3144212"/>
                </a:lnTo>
                <a:lnTo>
                  <a:pt x="529746" y="3199351"/>
                </a:lnTo>
                <a:lnTo>
                  <a:pt x="526252" y="3254490"/>
                </a:lnTo>
                <a:lnTo>
                  <a:pt x="522754" y="3309628"/>
                </a:lnTo>
                <a:lnTo>
                  <a:pt x="519254" y="3364765"/>
                </a:lnTo>
                <a:lnTo>
                  <a:pt x="515749" y="3419902"/>
                </a:lnTo>
                <a:lnTo>
                  <a:pt x="512242" y="3475038"/>
                </a:lnTo>
                <a:lnTo>
                  <a:pt x="508731" y="3530173"/>
                </a:lnTo>
                <a:lnTo>
                  <a:pt x="505217" y="3585309"/>
                </a:lnTo>
                <a:lnTo>
                  <a:pt x="501699" y="3640443"/>
                </a:lnTo>
                <a:lnTo>
                  <a:pt x="498178" y="3695577"/>
                </a:lnTo>
                <a:lnTo>
                  <a:pt x="494654" y="3750710"/>
                </a:lnTo>
                <a:lnTo>
                  <a:pt x="491127" y="3805843"/>
                </a:lnTo>
                <a:lnTo>
                  <a:pt x="487596" y="3860975"/>
                </a:lnTo>
                <a:lnTo>
                  <a:pt x="484062" y="3916107"/>
                </a:lnTo>
                <a:lnTo>
                  <a:pt x="480524" y="3971238"/>
                </a:lnTo>
                <a:lnTo>
                  <a:pt x="476983" y="4026369"/>
                </a:lnTo>
                <a:lnTo>
                  <a:pt x="473439" y="4081499"/>
                </a:lnTo>
                <a:lnTo>
                  <a:pt x="469891" y="4136628"/>
                </a:lnTo>
                <a:lnTo>
                  <a:pt x="466340" y="4191757"/>
                </a:lnTo>
                <a:lnTo>
                  <a:pt x="462786" y="4246886"/>
                </a:lnTo>
                <a:lnTo>
                  <a:pt x="459229" y="4302014"/>
                </a:lnTo>
                <a:lnTo>
                  <a:pt x="455668" y="4357142"/>
                </a:lnTo>
                <a:lnTo>
                  <a:pt x="452103" y="4412269"/>
                </a:lnTo>
                <a:lnTo>
                  <a:pt x="448536" y="4467396"/>
                </a:lnTo>
                <a:lnTo>
                  <a:pt x="444965" y="4522522"/>
                </a:lnTo>
                <a:lnTo>
                  <a:pt x="441390" y="4577648"/>
                </a:lnTo>
                <a:lnTo>
                  <a:pt x="437813" y="4632773"/>
                </a:lnTo>
                <a:lnTo>
                  <a:pt x="434232" y="4687898"/>
                </a:lnTo>
                <a:lnTo>
                  <a:pt x="430647" y="4743023"/>
                </a:lnTo>
                <a:lnTo>
                  <a:pt x="427060" y="4798147"/>
                </a:lnTo>
                <a:lnTo>
                  <a:pt x="423469" y="4853270"/>
                </a:lnTo>
                <a:lnTo>
                  <a:pt x="419874" y="4908394"/>
                </a:lnTo>
                <a:lnTo>
                  <a:pt x="416276" y="4963517"/>
                </a:lnTo>
                <a:lnTo>
                  <a:pt x="412675" y="5018639"/>
                </a:lnTo>
                <a:lnTo>
                  <a:pt x="409071" y="5073761"/>
                </a:lnTo>
                <a:lnTo>
                  <a:pt x="405463" y="5128883"/>
                </a:lnTo>
                <a:lnTo>
                  <a:pt x="401852" y="5184004"/>
                </a:lnTo>
                <a:lnTo>
                  <a:pt x="398238" y="5239125"/>
                </a:lnTo>
                <a:lnTo>
                  <a:pt x="394620" y="5294246"/>
                </a:lnTo>
                <a:lnTo>
                  <a:pt x="390999" y="5349366"/>
                </a:lnTo>
                <a:lnTo>
                  <a:pt x="387374" y="5404486"/>
                </a:lnTo>
                <a:lnTo>
                  <a:pt x="383746" y="5459606"/>
                </a:lnTo>
                <a:lnTo>
                  <a:pt x="380115" y="5514725"/>
                </a:lnTo>
                <a:lnTo>
                  <a:pt x="376480" y="5569844"/>
                </a:lnTo>
                <a:lnTo>
                  <a:pt x="372842" y="5624963"/>
                </a:lnTo>
                <a:lnTo>
                  <a:pt x="369201" y="5680081"/>
                </a:lnTo>
                <a:lnTo>
                  <a:pt x="365556" y="5735199"/>
                </a:lnTo>
                <a:lnTo>
                  <a:pt x="361909" y="5790317"/>
                </a:lnTo>
                <a:lnTo>
                  <a:pt x="358257" y="5845435"/>
                </a:lnTo>
                <a:lnTo>
                  <a:pt x="354602" y="5900552"/>
                </a:lnTo>
                <a:lnTo>
                  <a:pt x="350944" y="5955669"/>
                </a:lnTo>
                <a:lnTo>
                  <a:pt x="347283" y="6010786"/>
                </a:lnTo>
                <a:lnTo>
                  <a:pt x="343618" y="6065902"/>
                </a:lnTo>
                <a:lnTo>
                  <a:pt x="339950" y="6121019"/>
                </a:lnTo>
                <a:lnTo>
                  <a:pt x="336279" y="6176135"/>
                </a:lnTo>
                <a:lnTo>
                  <a:pt x="332604" y="6231250"/>
                </a:lnTo>
                <a:lnTo>
                  <a:pt x="328926" y="6286366"/>
                </a:lnTo>
                <a:lnTo>
                  <a:pt x="325244" y="6341481"/>
                </a:lnTo>
                <a:lnTo>
                  <a:pt x="321559" y="6396596"/>
                </a:lnTo>
                <a:lnTo>
                  <a:pt x="317871" y="6451711"/>
                </a:lnTo>
                <a:lnTo>
                  <a:pt x="314179" y="6506826"/>
                </a:lnTo>
                <a:lnTo>
                  <a:pt x="310484" y="6561941"/>
                </a:lnTo>
                <a:lnTo>
                  <a:pt x="306786" y="6617055"/>
                </a:lnTo>
                <a:lnTo>
                  <a:pt x="303084" y="6672169"/>
                </a:lnTo>
                <a:lnTo>
                  <a:pt x="299379" y="6727283"/>
                </a:lnTo>
                <a:lnTo>
                  <a:pt x="295671" y="6782397"/>
                </a:lnTo>
                <a:lnTo>
                  <a:pt x="291959" y="6837511"/>
                </a:lnTo>
                <a:lnTo>
                  <a:pt x="288244" y="6892625"/>
                </a:lnTo>
                <a:lnTo>
                  <a:pt x="284526" y="6947738"/>
                </a:lnTo>
                <a:lnTo>
                  <a:pt x="280804" y="7002852"/>
                </a:lnTo>
                <a:lnTo>
                  <a:pt x="277078" y="7057965"/>
                </a:lnTo>
                <a:lnTo>
                  <a:pt x="273350" y="7113078"/>
                </a:lnTo>
                <a:lnTo>
                  <a:pt x="269618" y="7168191"/>
                </a:lnTo>
                <a:lnTo>
                  <a:pt x="265883" y="7223304"/>
                </a:lnTo>
                <a:lnTo>
                  <a:pt x="262144" y="7278417"/>
                </a:lnTo>
                <a:lnTo>
                  <a:pt x="258402" y="7333530"/>
                </a:lnTo>
                <a:lnTo>
                  <a:pt x="254656" y="7388643"/>
                </a:lnTo>
                <a:lnTo>
                  <a:pt x="250908" y="7443755"/>
                </a:lnTo>
                <a:lnTo>
                  <a:pt x="247156" y="7498868"/>
                </a:lnTo>
                <a:lnTo>
                  <a:pt x="243400" y="7553981"/>
                </a:lnTo>
                <a:lnTo>
                  <a:pt x="239641" y="7609093"/>
                </a:lnTo>
                <a:lnTo>
                  <a:pt x="235879" y="7664206"/>
                </a:lnTo>
                <a:lnTo>
                  <a:pt x="232113" y="7719318"/>
                </a:lnTo>
                <a:lnTo>
                  <a:pt x="228344" y="7774430"/>
                </a:lnTo>
                <a:lnTo>
                  <a:pt x="224572" y="7829543"/>
                </a:lnTo>
                <a:lnTo>
                  <a:pt x="220796" y="7884655"/>
                </a:lnTo>
                <a:lnTo>
                  <a:pt x="217017" y="7939768"/>
                </a:lnTo>
                <a:lnTo>
                  <a:pt x="213235" y="7994880"/>
                </a:lnTo>
                <a:lnTo>
                  <a:pt x="209449" y="8049993"/>
                </a:lnTo>
                <a:lnTo>
                  <a:pt x="205660" y="8105105"/>
                </a:lnTo>
                <a:lnTo>
                  <a:pt x="201867" y="8160218"/>
                </a:lnTo>
                <a:lnTo>
                  <a:pt x="198071" y="8215330"/>
                </a:lnTo>
                <a:lnTo>
                  <a:pt x="194272" y="8270443"/>
                </a:lnTo>
                <a:lnTo>
                  <a:pt x="190469" y="8325555"/>
                </a:lnTo>
                <a:lnTo>
                  <a:pt x="186663" y="8380668"/>
                </a:lnTo>
                <a:lnTo>
                  <a:pt x="182854" y="8435781"/>
                </a:lnTo>
                <a:lnTo>
                  <a:pt x="179041" y="8490894"/>
                </a:lnTo>
                <a:lnTo>
                  <a:pt x="175225" y="8546007"/>
                </a:lnTo>
                <a:lnTo>
                  <a:pt x="171406" y="8601120"/>
                </a:lnTo>
                <a:lnTo>
                  <a:pt x="167583" y="8656233"/>
                </a:lnTo>
                <a:lnTo>
                  <a:pt x="163756" y="8711346"/>
                </a:lnTo>
                <a:lnTo>
                  <a:pt x="159927" y="8766459"/>
                </a:lnTo>
                <a:lnTo>
                  <a:pt x="156094" y="8821573"/>
                </a:lnTo>
                <a:lnTo>
                  <a:pt x="152257" y="8876686"/>
                </a:lnTo>
                <a:lnTo>
                  <a:pt x="148417" y="8931800"/>
                </a:lnTo>
                <a:lnTo>
                  <a:pt x="144574" y="8986914"/>
                </a:lnTo>
                <a:lnTo>
                  <a:pt x="140728" y="9042028"/>
                </a:lnTo>
                <a:lnTo>
                  <a:pt x="136878" y="9097142"/>
                </a:lnTo>
                <a:lnTo>
                  <a:pt x="133025" y="9152257"/>
                </a:lnTo>
                <a:lnTo>
                  <a:pt x="129168" y="9207371"/>
                </a:lnTo>
                <a:lnTo>
                  <a:pt x="125308" y="9262486"/>
                </a:lnTo>
                <a:lnTo>
                  <a:pt x="121444" y="9317601"/>
                </a:lnTo>
                <a:lnTo>
                  <a:pt x="117578" y="9372716"/>
                </a:lnTo>
                <a:lnTo>
                  <a:pt x="113707" y="9427831"/>
                </a:lnTo>
                <a:lnTo>
                  <a:pt x="109834" y="9482947"/>
                </a:lnTo>
                <a:lnTo>
                  <a:pt x="105957" y="9538062"/>
                </a:lnTo>
                <a:lnTo>
                  <a:pt x="102076" y="9593178"/>
                </a:lnTo>
                <a:lnTo>
                  <a:pt x="98193" y="9648294"/>
                </a:lnTo>
                <a:lnTo>
                  <a:pt x="94306" y="9703411"/>
                </a:lnTo>
                <a:lnTo>
                  <a:pt x="90415" y="9758527"/>
                </a:lnTo>
                <a:lnTo>
                  <a:pt x="86521" y="9813644"/>
                </a:lnTo>
                <a:lnTo>
                  <a:pt x="82624" y="9868761"/>
                </a:lnTo>
                <a:lnTo>
                  <a:pt x="78723" y="9923879"/>
                </a:lnTo>
                <a:lnTo>
                  <a:pt x="74819" y="9978997"/>
                </a:lnTo>
                <a:lnTo>
                  <a:pt x="70912" y="10034115"/>
                </a:lnTo>
                <a:lnTo>
                  <a:pt x="67001" y="10089233"/>
                </a:lnTo>
                <a:lnTo>
                  <a:pt x="63087" y="10144351"/>
                </a:lnTo>
                <a:lnTo>
                  <a:pt x="59169" y="10199470"/>
                </a:lnTo>
                <a:lnTo>
                  <a:pt x="55249" y="10254589"/>
                </a:lnTo>
                <a:lnTo>
                  <a:pt x="51324" y="10309709"/>
                </a:lnTo>
                <a:lnTo>
                  <a:pt x="47396" y="10364829"/>
                </a:lnTo>
                <a:lnTo>
                  <a:pt x="43465" y="10419949"/>
                </a:lnTo>
                <a:lnTo>
                  <a:pt x="39531" y="10475070"/>
                </a:lnTo>
                <a:lnTo>
                  <a:pt x="35593" y="10530190"/>
                </a:lnTo>
                <a:lnTo>
                  <a:pt x="31652" y="10585312"/>
                </a:lnTo>
                <a:lnTo>
                  <a:pt x="27707" y="10640433"/>
                </a:lnTo>
                <a:lnTo>
                  <a:pt x="23759" y="10695555"/>
                </a:lnTo>
                <a:lnTo>
                  <a:pt x="19808" y="10750677"/>
                </a:lnTo>
                <a:lnTo>
                  <a:pt x="15853" y="10805800"/>
                </a:lnTo>
                <a:lnTo>
                  <a:pt x="11895" y="10860923"/>
                </a:lnTo>
                <a:lnTo>
                  <a:pt x="7933" y="10916047"/>
                </a:lnTo>
                <a:lnTo>
                  <a:pt x="3968" y="10971171"/>
                </a:lnTo>
                <a:lnTo>
                  <a:pt x="0" y="11026295"/>
                </a:lnTo>
              </a:path>
            </a:pathLst>
          </a:custGeom>
          <a:ln w="15512">
            <a:solidFill>
              <a:srgbClr val="000000"/>
            </a:solidFill>
            <a:prstDash val="lgDashDot"/>
          </a:ln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 txBox="1"/>
          <p:nvPr/>
        </p:nvSpPr>
        <p:spPr>
          <a:xfrm>
            <a:off x="4502620" y="5350637"/>
            <a:ext cx="194373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FENCE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SETBACK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FROM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PROPERTY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LINE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75" name="object 175"/>
          <p:cNvGrpSpPr/>
          <p:nvPr/>
        </p:nvGrpSpPr>
        <p:grpSpPr>
          <a:xfrm>
            <a:off x="6445689" y="5398337"/>
            <a:ext cx="669290" cy="31750"/>
            <a:chOff x="6445689" y="5398337"/>
            <a:chExt cx="669290" cy="31750"/>
          </a:xfrm>
        </p:grpSpPr>
        <p:sp>
          <p:nvSpPr>
            <p:cNvPr id="176" name="object 176"/>
            <p:cNvSpPr/>
            <p:nvPr/>
          </p:nvSpPr>
          <p:spPr>
            <a:xfrm>
              <a:off x="6449817" y="5405388"/>
              <a:ext cx="591820" cy="8890"/>
            </a:xfrm>
            <a:custGeom>
              <a:avLst/>
              <a:gdLst/>
              <a:ahLst/>
              <a:cxnLst/>
              <a:rect l="l" t="t" r="r" b="b"/>
              <a:pathLst>
                <a:path w="591820" h="8889">
                  <a:moveTo>
                    <a:pt x="591232" y="8710"/>
                  </a:moveTo>
                  <a:lnTo>
                    <a:pt x="13761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7040754" y="5402464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5">
                  <a:moveTo>
                    <a:pt x="0" y="23260"/>
                  </a:moveTo>
                  <a:lnTo>
                    <a:pt x="442" y="0"/>
                  </a:lnTo>
                  <a:lnTo>
                    <a:pt x="70015" y="12968"/>
                  </a:lnTo>
                  <a:lnTo>
                    <a:pt x="0" y="23260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7040754" y="5402464"/>
              <a:ext cx="70485" cy="23495"/>
            </a:xfrm>
            <a:custGeom>
              <a:avLst/>
              <a:gdLst/>
              <a:ahLst/>
              <a:cxnLst/>
              <a:rect l="l" t="t" r="r" b="b"/>
              <a:pathLst>
                <a:path w="70484" h="23495">
                  <a:moveTo>
                    <a:pt x="70015" y="12968"/>
                  </a:moveTo>
                  <a:lnTo>
                    <a:pt x="0" y="23260"/>
                  </a:lnTo>
                  <a:lnTo>
                    <a:pt x="442" y="0"/>
                  </a:lnTo>
                  <a:lnTo>
                    <a:pt x="70015" y="12968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9" name="object 179"/>
          <p:cNvSpPr txBox="1"/>
          <p:nvPr/>
        </p:nvSpPr>
        <p:spPr>
          <a:xfrm>
            <a:off x="6096777" y="5887072"/>
            <a:ext cx="1926589" cy="22415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algn="r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DYNA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POWER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COMPANY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LLC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CPS-</a:t>
            </a:r>
            <a:r>
              <a:rPr dirty="0" sz="700" spc="-20">
                <a:latin typeface="Verdana"/>
                <a:cs typeface="Verdana"/>
              </a:rPr>
              <a:t>1250</a:t>
            </a:r>
            <a:endParaRPr sz="700">
              <a:latin typeface="Verdana"/>
              <a:cs typeface="Verdana"/>
            </a:endParaRPr>
          </a:p>
          <a:p>
            <a:pPr algn="r" marR="3175">
              <a:lnSpc>
                <a:spcPct val="100000"/>
              </a:lnSpc>
              <a:spcBef>
                <a:spcPts val="45"/>
              </a:spcBef>
            </a:pPr>
            <a:r>
              <a:rPr dirty="0" sz="700">
                <a:latin typeface="Verdana"/>
                <a:cs typeface="Verdana"/>
              </a:rPr>
              <a:t>BATTERY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INVERTER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80" name="object 180"/>
          <p:cNvGrpSpPr/>
          <p:nvPr/>
        </p:nvGrpSpPr>
        <p:grpSpPr>
          <a:xfrm>
            <a:off x="8022775" y="5246315"/>
            <a:ext cx="464184" cy="699770"/>
            <a:chOff x="8022775" y="5246315"/>
            <a:chExt cx="464184" cy="699770"/>
          </a:xfrm>
        </p:grpSpPr>
        <p:sp>
          <p:nvSpPr>
            <p:cNvPr id="181" name="object 181"/>
            <p:cNvSpPr/>
            <p:nvPr/>
          </p:nvSpPr>
          <p:spPr>
            <a:xfrm>
              <a:off x="8026902" y="5313787"/>
              <a:ext cx="426720" cy="628650"/>
            </a:xfrm>
            <a:custGeom>
              <a:avLst/>
              <a:gdLst/>
              <a:ahLst/>
              <a:cxnLst/>
              <a:rect l="l" t="t" r="r" b="b"/>
              <a:pathLst>
                <a:path w="426720" h="628650">
                  <a:moveTo>
                    <a:pt x="426358" y="0"/>
                  </a:moveTo>
                  <a:lnTo>
                    <a:pt x="137595" y="628035"/>
                  </a:lnTo>
                  <a:lnTo>
                    <a:pt x="0" y="628035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8442635" y="5250442"/>
              <a:ext cx="40005" cy="68580"/>
            </a:xfrm>
            <a:custGeom>
              <a:avLst/>
              <a:gdLst/>
              <a:ahLst/>
              <a:cxnLst/>
              <a:rect l="l" t="t" r="r" b="b"/>
              <a:pathLst>
                <a:path w="40004" h="68579">
                  <a:moveTo>
                    <a:pt x="21174" y="68285"/>
                  </a:moveTo>
                  <a:lnTo>
                    <a:pt x="0" y="58567"/>
                  </a:lnTo>
                  <a:lnTo>
                    <a:pt x="39789" y="0"/>
                  </a:lnTo>
                  <a:lnTo>
                    <a:pt x="21174" y="68285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8442635" y="5250442"/>
              <a:ext cx="40005" cy="68580"/>
            </a:xfrm>
            <a:custGeom>
              <a:avLst/>
              <a:gdLst/>
              <a:ahLst/>
              <a:cxnLst/>
              <a:rect l="l" t="t" r="r" b="b"/>
              <a:pathLst>
                <a:path w="40004" h="68579">
                  <a:moveTo>
                    <a:pt x="39789" y="0"/>
                  </a:moveTo>
                  <a:lnTo>
                    <a:pt x="21174" y="68285"/>
                  </a:lnTo>
                  <a:lnTo>
                    <a:pt x="0" y="58567"/>
                  </a:lnTo>
                  <a:lnTo>
                    <a:pt x="39789" y="0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4" name="object 184"/>
          <p:cNvSpPr txBox="1"/>
          <p:nvPr/>
        </p:nvSpPr>
        <p:spPr>
          <a:xfrm>
            <a:off x="6749059" y="6225491"/>
            <a:ext cx="1554480" cy="22415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84455" marR="635" indent="66675">
              <a:lnSpc>
                <a:spcPts val="880"/>
              </a:lnSpc>
              <a:spcBef>
                <a:spcPts val="5"/>
              </a:spcBef>
            </a:pPr>
            <a:r>
              <a:rPr dirty="0" sz="700">
                <a:latin typeface="Verdana"/>
                <a:cs typeface="Verdana"/>
              </a:rPr>
              <a:t>ELECTRICAL</a:t>
            </a:r>
            <a:r>
              <a:rPr dirty="0" sz="700" spc="1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EQUIPMENT</a:t>
            </a:r>
            <a:r>
              <a:rPr dirty="0" sz="700" spc="18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PAD </a:t>
            </a:r>
            <a:r>
              <a:rPr dirty="0" sz="700">
                <a:latin typeface="Verdana"/>
                <a:cs typeface="Verdana"/>
              </a:rPr>
              <a:t>(REFER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S1.1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FOR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DETAILS)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85" name="object 185"/>
          <p:cNvGrpSpPr/>
          <p:nvPr/>
        </p:nvGrpSpPr>
        <p:grpSpPr>
          <a:xfrm>
            <a:off x="8302774" y="5111194"/>
            <a:ext cx="1971039" cy="1176655"/>
            <a:chOff x="8302774" y="5111194"/>
            <a:chExt cx="1971039" cy="1176655"/>
          </a:xfrm>
        </p:grpSpPr>
        <p:sp>
          <p:nvSpPr>
            <p:cNvPr id="186" name="object 186"/>
            <p:cNvSpPr/>
            <p:nvPr/>
          </p:nvSpPr>
          <p:spPr>
            <a:xfrm>
              <a:off x="8306902" y="5346868"/>
              <a:ext cx="515620" cy="936625"/>
            </a:xfrm>
            <a:custGeom>
              <a:avLst/>
              <a:gdLst/>
              <a:ahLst/>
              <a:cxnLst/>
              <a:rect l="l" t="t" r="r" b="b"/>
              <a:pathLst>
                <a:path w="515620" h="936625">
                  <a:moveTo>
                    <a:pt x="515555" y="0"/>
                  </a:moveTo>
                  <a:lnTo>
                    <a:pt x="143334" y="936267"/>
                  </a:lnTo>
                  <a:lnTo>
                    <a:pt x="0" y="936267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8807798" y="5302014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23268" y="46537"/>
                  </a:moveTo>
                  <a:lnTo>
                    <a:pt x="14201" y="44708"/>
                  </a:lnTo>
                  <a:lnTo>
                    <a:pt x="6806" y="39722"/>
                  </a:lnTo>
                  <a:lnTo>
                    <a:pt x="1825" y="32326"/>
                  </a:lnTo>
                  <a:lnTo>
                    <a:pt x="0" y="23268"/>
                  </a:lnTo>
                  <a:lnTo>
                    <a:pt x="1825" y="14210"/>
                  </a:lnTo>
                  <a:lnTo>
                    <a:pt x="6806" y="6814"/>
                  </a:lnTo>
                  <a:lnTo>
                    <a:pt x="14201" y="1828"/>
                  </a:lnTo>
                  <a:lnTo>
                    <a:pt x="23268" y="0"/>
                  </a:lnTo>
                  <a:lnTo>
                    <a:pt x="32303" y="1828"/>
                  </a:lnTo>
                  <a:lnTo>
                    <a:pt x="39702" y="6814"/>
                  </a:lnTo>
                  <a:lnTo>
                    <a:pt x="44701" y="14210"/>
                  </a:lnTo>
                  <a:lnTo>
                    <a:pt x="46537" y="23268"/>
                  </a:lnTo>
                  <a:lnTo>
                    <a:pt x="44701" y="32326"/>
                  </a:lnTo>
                  <a:lnTo>
                    <a:pt x="39702" y="39722"/>
                  </a:lnTo>
                  <a:lnTo>
                    <a:pt x="32303" y="44708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8807798" y="5302014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0" y="23268"/>
                  </a:moveTo>
                  <a:lnTo>
                    <a:pt x="1825" y="14210"/>
                  </a:lnTo>
                  <a:lnTo>
                    <a:pt x="6806" y="6814"/>
                  </a:lnTo>
                  <a:lnTo>
                    <a:pt x="14201" y="1828"/>
                  </a:lnTo>
                  <a:lnTo>
                    <a:pt x="23268" y="0"/>
                  </a:lnTo>
                  <a:lnTo>
                    <a:pt x="32303" y="1828"/>
                  </a:lnTo>
                  <a:lnTo>
                    <a:pt x="39702" y="6814"/>
                  </a:lnTo>
                  <a:lnTo>
                    <a:pt x="44701" y="14210"/>
                  </a:lnTo>
                  <a:lnTo>
                    <a:pt x="46537" y="23268"/>
                  </a:lnTo>
                  <a:lnTo>
                    <a:pt x="44701" y="32326"/>
                  </a:lnTo>
                  <a:lnTo>
                    <a:pt x="39702" y="39722"/>
                  </a:lnTo>
                  <a:lnTo>
                    <a:pt x="32303" y="44708"/>
                  </a:lnTo>
                  <a:lnTo>
                    <a:pt x="23268" y="46537"/>
                  </a:lnTo>
                  <a:lnTo>
                    <a:pt x="14201" y="44708"/>
                  </a:lnTo>
                  <a:lnTo>
                    <a:pt x="6806" y="39722"/>
                  </a:lnTo>
                  <a:lnTo>
                    <a:pt x="1825" y="3232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9927872" y="5125647"/>
              <a:ext cx="227329" cy="344805"/>
            </a:xfrm>
            <a:custGeom>
              <a:avLst/>
              <a:gdLst/>
              <a:ahLst/>
              <a:cxnLst/>
              <a:rect l="l" t="t" r="r" b="b"/>
              <a:pathLst>
                <a:path w="227329" h="344804">
                  <a:moveTo>
                    <a:pt x="34127" y="0"/>
                  </a:moveTo>
                  <a:lnTo>
                    <a:pt x="199257" y="17397"/>
                  </a:lnTo>
                </a:path>
                <a:path w="227329" h="344804">
                  <a:moveTo>
                    <a:pt x="199257" y="17397"/>
                  </a:moveTo>
                  <a:lnTo>
                    <a:pt x="227125" y="20331"/>
                  </a:lnTo>
                </a:path>
                <a:path w="227329" h="344804">
                  <a:moveTo>
                    <a:pt x="0" y="323969"/>
                  </a:moveTo>
                  <a:lnTo>
                    <a:pt x="165129" y="341358"/>
                  </a:lnTo>
                </a:path>
                <a:path w="227329" h="344804">
                  <a:moveTo>
                    <a:pt x="165129" y="341358"/>
                  </a:moveTo>
                  <a:lnTo>
                    <a:pt x="192952" y="344288"/>
                  </a:lnTo>
                </a:path>
                <a:path w="227329" h="344804">
                  <a:moveTo>
                    <a:pt x="199257" y="17397"/>
                  </a:moveTo>
                  <a:lnTo>
                    <a:pt x="165129" y="3413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10116813" y="5130254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79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0127129" y="5119907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0" y="23136"/>
                  </a:moveTo>
                  <a:lnTo>
                    <a:pt x="2481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0082608" y="5454215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7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0090520" y="5467005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0117589" y="5115322"/>
              <a:ext cx="152400" cy="397510"/>
            </a:xfrm>
            <a:custGeom>
              <a:avLst/>
              <a:gdLst/>
              <a:ahLst/>
              <a:cxnLst/>
              <a:rect l="l" t="t" r="r" b="b"/>
              <a:pathLst>
                <a:path w="152400" h="397510">
                  <a:moveTo>
                    <a:pt x="111456" y="397040"/>
                  </a:moveTo>
                  <a:lnTo>
                    <a:pt x="0" y="385282"/>
                  </a:lnTo>
                  <a:lnTo>
                    <a:pt x="40642" y="0"/>
                  </a:lnTo>
                  <a:lnTo>
                    <a:pt x="152099" y="11758"/>
                  </a:lnTo>
                  <a:lnTo>
                    <a:pt x="111456" y="3970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0117589" y="5115322"/>
              <a:ext cx="152400" cy="397510"/>
            </a:xfrm>
            <a:custGeom>
              <a:avLst/>
              <a:gdLst/>
              <a:ahLst/>
              <a:cxnLst/>
              <a:rect l="l" t="t" r="r" b="b"/>
              <a:pathLst>
                <a:path w="152400" h="397510">
                  <a:moveTo>
                    <a:pt x="0" y="385282"/>
                  </a:moveTo>
                  <a:lnTo>
                    <a:pt x="40642" y="0"/>
                  </a:lnTo>
                  <a:lnTo>
                    <a:pt x="152099" y="11758"/>
                  </a:lnTo>
                  <a:lnTo>
                    <a:pt x="111456" y="397040"/>
                  </a:lnTo>
                  <a:lnTo>
                    <a:pt x="0" y="38528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6" name="object 196"/>
          <p:cNvSpPr txBox="1"/>
          <p:nvPr/>
        </p:nvSpPr>
        <p:spPr>
          <a:xfrm rot="16620000">
            <a:off x="10047872" y="5267971"/>
            <a:ext cx="30423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2'-</a:t>
            </a:r>
            <a:r>
              <a:rPr dirty="0" sz="700" spc="-25">
                <a:latin typeface="Verdana"/>
                <a:cs typeface="Verdana"/>
              </a:rPr>
              <a:t>11"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97" name="object 197"/>
          <p:cNvGrpSpPr/>
          <p:nvPr/>
        </p:nvGrpSpPr>
        <p:grpSpPr>
          <a:xfrm>
            <a:off x="8612031" y="4678251"/>
            <a:ext cx="2613025" cy="1186180"/>
            <a:chOff x="8612031" y="4678251"/>
            <a:chExt cx="2613025" cy="1186180"/>
          </a:xfrm>
        </p:grpSpPr>
        <p:pic>
          <p:nvPicPr>
            <p:cNvPr id="198" name="object 19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392159" y="4678251"/>
              <a:ext cx="74149" cy="74164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333367" y="5233596"/>
              <a:ext cx="74149" cy="74157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278065" y="5790244"/>
              <a:ext cx="74149" cy="74164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720859" y="5731227"/>
              <a:ext cx="74149" cy="74164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66368" y="5673435"/>
              <a:ext cx="74149" cy="74157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612031" y="5613790"/>
              <a:ext cx="74149" cy="74164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9941989" y="4860578"/>
              <a:ext cx="467359" cy="335280"/>
            </a:xfrm>
            <a:custGeom>
              <a:avLst/>
              <a:gdLst/>
              <a:ahLst/>
              <a:cxnLst/>
              <a:rect l="l" t="t" r="r" b="b"/>
              <a:pathLst>
                <a:path w="467359" h="335279">
                  <a:moveTo>
                    <a:pt x="436364" y="335114"/>
                  </a:moveTo>
                  <a:lnTo>
                    <a:pt x="462270" y="88917"/>
                  </a:lnTo>
                </a:path>
                <a:path w="467359" h="335279">
                  <a:moveTo>
                    <a:pt x="462270" y="88917"/>
                  </a:moveTo>
                  <a:lnTo>
                    <a:pt x="466768" y="46490"/>
                  </a:lnTo>
                </a:path>
                <a:path w="467359" h="335279">
                  <a:moveTo>
                    <a:pt x="0" y="240380"/>
                  </a:moveTo>
                  <a:lnTo>
                    <a:pt x="20864" y="42426"/>
                  </a:lnTo>
                </a:path>
                <a:path w="467359" h="335279">
                  <a:moveTo>
                    <a:pt x="20864" y="42426"/>
                  </a:moveTo>
                  <a:lnTo>
                    <a:pt x="25362" y="0"/>
                  </a:lnTo>
                </a:path>
                <a:path w="467359" h="335279">
                  <a:moveTo>
                    <a:pt x="462270" y="88917"/>
                  </a:moveTo>
                  <a:lnTo>
                    <a:pt x="20864" y="4242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0391461" y="4939140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1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0404259" y="4949495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43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9950055" y="4892650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95" y="0"/>
                  </a:moveTo>
                  <a:lnTo>
                    <a:pt x="0" y="2070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9939739" y="4858365"/>
              <a:ext cx="629920" cy="57150"/>
            </a:xfrm>
            <a:custGeom>
              <a:avLst/>
              <a:gdLst/>
              <a:ahLst/>
              <a:cxnLst/>
              <a:rect l="l" t="t" r="r" b="b"/>
              <a:pathLst>
                <a:path w="629920" h="57150">
                  <a:moveTo>
                    <a:pt x="23113" y="44639"/>
                  </a:moveTo>
                  <a:lnTo>
                    <a:pt x="0" y="42204"/>
                  </a:lnTo>
                </a:path>
                <a:path w="629920" h="57150">
                  <a:moveTo>
                    <a:pt x="246492" y="56584"/>
                  </a:moveTo>
                  <a:lnTo>
                    <a:pt x="282386" y="22942"/>
                  </a:lnTo>
                  <a:lnTo>
                    <a:pt x="358608" y="4051"/>
                  </a:lnTo>
                  <a:lnTo>
                    <a:pt x="411655" y="165"/>
                  </a:lnTo>
                  <a:lnTo>
                    <a:pt x="474561" y="0"/>
                  </a:lnTo>
                  <a:lnTo>
                    <a:pt x="547250" y="3566"/>
                  </a:lnTo>
                  <a:lnTo>
                    <a:pt x="629611" y="1087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0171960" y="49146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5">
                  <a:moveTo>
                    <a:pt x="17994" y="23268"/>
                  </a:moveTo>
                  <a:lnTo>
                    <a:pt x="5196" y="23268"/>
                  </a:lnTo>
                  <a:lnTo>
                    <a:pt x="0" y="18056"/>
                  </a:lnTo>
                  <a:lnTo>
                    <a:pt x="0" y="11634"/>
                  </a:lnTo>
                  <a:lnTo>
                    <a:pt x="0" y="5204"/>
                  </a:lnTo>
                  <a:lnTo>
                    <a:pt x="5196" y="0"/>
                  </a:lnTo>
                  <a:lnTo>
                    <a:pt x="17994" y="0"/>
                  </a:lnTo>
                  <a:lnTo>
                    <a:pt x="23268" y="5204"/>
                  </a:lnTo>
                  <a:lnTo>
                    <a:pt x="23268" y="18056"/>
                  </a:lnTo>
                  <a:lnTo>
                    <a:pt x="17994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0171960" y="49146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5">
                  <a:moveTo>
                    <a:pt x="0" y="11634"/>
                  </a:moveTo>
                  <a:lnTo>
                    <a:pt x="0" y="5204"/>
                  </a:lnTo>
                  <a:lnTo>
                    <a:pt x="5196" y="0"/>
                  </a:lnTo>
                  <a:lnTo>
                    <a:pt x="11634" y="0"/>
                  </a:lnTo>
                  <a:lnTo>
                    <a:pt x="17994" y="0"/>
                  </a:lnTo>
                  <a:lnTo>
                    <a:pt x="23268" y="5204"/>
                  </a:lnTo>
                  <a:lnTo>
                    <a:pt x="23268" y="11634"/>
                  </a:lnTo>
                  <a:lnTo>
                    <a:pt x="23268" y="18056"/>
                  </a:lnTo>
                  <a:lnTo>
                    <a:pt x="17994" y="23268"/>
                  </a:lnTo>
                  <a:lnTo>
                    <a:pt x="11634" y="23268"/>
                  </a:lnTo>
                  <a:lnTo>
                    <a:pt x="5196" y="23268"/>
                  </a:lnTo>
                  <a:lnTo>
                    <a:pt x="0" y="18056"/>
                  </a:lnTo>
                  <a:lnTo>
                    <a:pt x="0" y="1163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0563494" y="4813512"/>
              <a:ext cx="657860" cy="179705"/>
            </a:xfrm>
            <a:custGeom>
              <a:avLst/>
              <a:gdLst/>
              <a:ahLst/>
              <a:cxnLst/>
              <a:rect l="l" t="t" r="r" b="b"/>
              <a:pathLst>
                <a:path w="657859" h="179704">
                  <a:moveTo>
                    <a:pt x="645627" y="179463"/>
                  </a:moveTo>
                  <a:lnTo>
                    <a:pt x="0" y="111464"/>
                  </a:lnTo>
                  <a:lnTo>
                    <a:pt x="11711" y="0"/>
                  </a:lnTo>
                  <a:lnTo>
                    <a:pt x="657338" y="67998"/>
                  </a:lnTo>
                  <a:lnTo>
                    <a:pt x="645627" y="1794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0563494" y="4813512"/>
              <a:ext cx="657860" cy="179705"/>
            </a:xfrm>
            <a:custGeom>
              <a:avLst/>
              <a:gdLst/>
              <a:ahLst/>
              <a:cxnLst/>
              <a:rect l="l" t="t" r="r" b="b"/>
              <a:pathLst>
                <a:path w="657859" h="179704">
                  <a:moveTo>
                    <a:pt x="11711" y="0"/>
                  </a:moveTo>
                  <a:lnTo>
                    <a:pt x="657338" y="67998"/>
                  </a:lnTo>
                  <a:lnTo>
                    <a:pt x="645627" y="179463"/>
                  </a:lnTo>
                  <a:lnTo>
                    <a:pt x="0" y="111464"/>
                  </a:lnTo>
                  <a:lnTo>
                    <a:pt x="1171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3" name="object 213"/>
          <p:cNvSpPr txBox="1"/>
          <p:nvPr/>
        </p:nvSpPr>
        <p:spPr>
          <a:xfrm rot="360000">
            <a:off x="10613496" y="4861836"/>
            <a:ext cx="558402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4'-0"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(TYP.)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14" name="object 214"/>
          <p:cNvGrpSpPr/>
          <p:nvPr/>
        </p:nvGrpSpPr>
        <p:grpSpPr>
          <a:xfrm>
            <a:off x="7735787" y="1902373"/>
            <a:ext cx="3023870" cy="3326129"/>
            <a:chOff x="7735787" y="1902373"/>
            <a:chExt cx="3023870" cy="3326129"/>
          </a:xfrm>
        </p:grpSpPr>
        <p:pic>
          <p:nvPicPr>
            <p:cNvPr id="215" name="object 21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451261" y="4123876"/>
              <a:ext cx="74149" cy="74164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509588" y="3569423"/>
              <a:ext cx="74226" cy="74157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568457" y="3014079"/>
              <a:ext cx="74149" cy="74164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626396" y="2457718"/>
              <a:ext cx="74226" cy="74157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685266" y="1902373"/>
              <a:ext cx="74149" cy="74164"/>
            </a:xfrm>
            <a:prstGeom prst="rect">
              <a:avLst/>
            </a:prstGeom>
          </p:spPr>
        </p:pic>
        <p:sp>
          <p:nvSpPr>
            <p:cNvPr id="220" name="object 220"/>
            <p:cNvSpPr/>
            <p:nvPr/>
          </p:nvSpPr>
          <p:spPr>
            <a:xfrm>
              <a:off x="7832842" y="4796015"/>
              <a:ext cx="193675" cy="419100"/>
            </a:xfrm>
            <a:custGeom>
              <a:avLst/>
              <a:gdLst/>
              <a:ahLst/>
              <a:cxnLst/>
              <a:rect l="l" t="t" r="r" b="b"/>
              <a:pathLst>
                <a:path w="193675" h="419100">
                  <a:moveTo>
                    <a:pt x="193052" y="15869"/>
                  </a:moveTo>
                  <a:lnTo>
                    <a:pt x="84852" y="4467"/>
                  </a:lnTo>
                </a:path>
                <a:path w="193675" h="419100">
                  <a:moveTo>
                    <a:pt x="84852" y="4467"/>
                  </a:moveTo>
                  <a:lnTo>
                    <a:pt x="42426" y="0"/>
                  </a:lnTo>
                </a:path>
                <a:path w="193675" h="419100">
                  <a:moveTo>
                    <a:pt x="150625" y="418517"/>
                  </a:moveTo>
                  <a:lnTo>
                    <a:pt x="42426" y="407115"/>
                  </a:lnTo>
                </a:path>
                <a:path w="193675" h="419100">
                  <a:moveTo>
                    <a:pt x="42426" y="407115"/>
                  </a:moveTo>
                  <a:lnTo>
                    <a:pt x="0" y="402648"/>
                  </a:lnTo>
                </a:path>
                <a:path w="193675" h="419100">
                  <a:moveTo>
                    <a:pt x="84852" y="4467"/>
                  </a:moveTo>
                  <a:lnTo>
                    <a:pt x="82387" y="27868"/>
                  </a:lnTo>
                </a:path>
                <a:path w="193675" h="419100">
                  <a:moveTo>
                    <a:pt x="46729" y="366279"/>
                  </a:moveTo>
                  <a:lnTo>
                    <a:pt x="42426" y="407115"/>
                  </a:lnTo>
                </a:path>
                <a:path w="193675" h="419100">
                  <a:moveTo>
                    <a:pt x="82387" y="27868"/>
                  </a:moveTo>
                  <a:lnTo>
                    <a:pt x="46729" y="3662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7907301" y="4787693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79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7917695" y="4777346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0" y="23136"/>
                  </a:moveTo>
                  <a:lnTo>
                    <a:pt x="240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7864875" y="5190341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7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7872786" y="5203131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7739915" y="4823882"/>
              <a:ext cx="146050" cy="338455"/>
            </a:xfrm>
            <a:custGeom>
              <a:avLst/>
              <a:gdLst/>
              <a:ahLst/>
              <a:cxnLst/>
              <a:rect l="l" t="t" r="r" b="b"/>
              <a:pathLst>
                <a:path w="146050" h="338454">
                  <a:moveTo>
                    <a:pt x="111464" y="338411"/>
                  </a:moveTo>
                  <a:lnTo>
                    <a:pt x="0" y="326676"/>
                  </a:lnTo>
                  <a:lnTo>
                    <a:pt x="34445" y="0"/>
                  </a:lnTo>
                  <a:lnTo>
                    <a:pt x="145902" y="11742"/>
                  </a:lnTo>
                  <a:lnTo>
                    <a:pt x="111464" y="3384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7739915" y="4823882"/>
              <a:ext cx="146050" cy="338455"/>
            </a:xfrm>
            <a:custGeom>
              <a:avLst/>
              <a:gdLst/>
              <a:ahLst/>
              <a:cxnLst/>
              <a:rect l="l" t="t" r="r" b="b"/>
              <a:pathLst>
                <a:path w="146050" h="338454">
                  <a:moveTo>
                    <a:pt x="0" y="326676"/>
                  </a:moveTo>
                  <a:lnTo>
                    <a:pt x="34445" y="0"/>
                  </a:lnTo>
                  <a:lnTo>
                    <a:pt x="145902" y="11742"/>
                  </a:lnTo>
                  <a:lnTo>
                    <a:pt x="111464" y="338411"/>
                  </a:lnTo>
                  <a:lnTo>
                    <a:pt x="0" y="32667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7" name="object 227"/>
          <p:cNvSpPr txBox="1"/>
          <p:nvPr/>
        </p:nvSpPr>
        <p:spPr>
          <a:xfrm rot="16620000">
            <a:off x="7694646" y="4947000"/>
            <a:ext cx="248688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7"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28" name="object 228"/>
          <p:cNvGrpSpPr/>
          <p:nvPr/>
        </p:nvGrpSpPr>
        <p:grpSpPr>
          <a:xfrm>
            <a:off x="10308186" y="4659920"/>
            <a:ext cx="2690495" cy="1270000"/>
            <a:chOff x="10308186" y="4659920"/>
            <a:chExt cx="2690495" cy="1270000"/>
          </a:xfrm>
        </p:grpSpPr>
        <p:sp>
          <p:nvSpPr>
            <p:cNvPr id="229" name="object 229"/>
            <p:cNvSpPr/>
            <p:nvPr/>
          </p:nvSpPr>
          <p:spPr>
            <a:xfrm>
              <a:off x="10328946" y="4662143"/>
              <a:ext cx="2667635" cy="1265555"/>
            </a:xfrm>
            <a:custGeom>
              <a:avLst/>
              <a:gdLst/>
              <a:ahLst/>
              <a:cxnLst/>
              <a:rect l="l" t="t" r="r" b="b"/>
              <a:pathLst>
                <a:path w="2667634" h="1265554">
                  <a:moveTo>
                    <a:pt x="39168" y="630068"/>
                  </a:moveTo>
                  <a:lnTo>
                    <a:pt x="4653" y="949135"/>
                  </a:lnTo>
                </a:path>
                <a:path w="2667634" h="1265554">
                  <a:moveTo>
                    <a:pt x="4653" y="949135"/>
                  </a:moveTo>
                  <a:lnTo>
                    <a:pt x="0" y="991546"/>
                  </a:lnTo>
                </a:path>
                <a:path w="2667634" h="1265554">
                  <a:moveTo>
                    <a:pt x="2667205" y="0"/>
                  </a:moveTo>
                  <a:lnTo>
                    <a:pt x="2566911" y="925983"/>
                  </a:lnTo>
                </a:path>
                <a:path w="2667634" h="1265554">
                  <a:moveTo>
                    <a:pt x="2550325" y="1079121"/>
                  </a:moveTo>
                  <a:lnTo>
                    <a:pt x="2534729" y="1223107"/>
                  </a:lnTo>
                </a:path>
                <a:path w="2667634" h="1265554">
                  <a:moveTo>
                    <a:pt x="2566911" y="925983"/>
                  </a:moveTo>
                  <a:lnTo>
                    <a:pt x="2550325" y="1079121"/>
                  </a:lnTo>
                </a:path>
                <a:path w="2667634" h="1265554">
                  <a:moveTo>
                    <a:pt x="2534729" y="1223107"/>
                  </a:moveTo>
                  <a:lnTo>
                    <a:pt x="2530153" y="1265518"/>
                  </a:lnTo>
                </a:path>
                <a:path w="2667634" h="1265554">
                  <a:moveTo>
                    <a:pt x="4653" y="949135"/>
                  </a:moveTo>
                  <a:lnTo>
                    <a:pt x="2534729" y="122310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0320724" y="5600963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673" y="0"/>
                  </a:moveTo>
                  <a:lnTo>
                    <a:pt x="0" y="20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0310408" y="5608773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50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2850878" y="5874935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631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2863675" y="5885251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13" y="250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1409076" y="5588125"/>
              <a:ext cx="397510" cy="153670"/>
            </a:xfrm>
            <a:custGeom>
              <a:avLst/>
              <a:gdLst/>
              <a:ahLst/>
              <a:cxnLst/>
              <a:rect l="l" t="t" r="r" b="b"/>
              <a:pathLst>
                <a:path w="397509" h="153670">
                  <a:moveTo>
                    <a:pt x="385173" y="153138"/>
                  </a:moveTo>
                  <a:lnTo>
                    <a:pt x="0" y="111425"/>
                  </a:lnTo>
                  <a:lnTo>
                    <a:pt x="12022" y="0"/>
                  </a:lnTo>
                  <a:lnTo>
                    <a:pt x="397195" y="41712"/>
                  </a:lnTo>
                  <a:lnTo>
                    <a:pt x="385173" y="1531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1409076" y="5588125"/>
              <a:ext cx="397510" cy="153670"/>
            </a:xfrm>
            <a:custGeom>
              <a:avLst/>
              <a:gdLst/>
              <a:ahLst/>
              <a:cxnLst/>
              <a:rect l="l" t="t" r="r" b="b"/>
              <a:pathLst>
                <a:path w="397509" h="153670">
                  <a:moveTo>
                    <a:pt x="12022" y="0"/>
                  </a:moveTo>
                  <a:lnTo>
                    <a:pt x="397195" y="41712"/>
                  </a:lnTo>
                  <a:lnTo>
                    <a:pt x="385173" y="153138"/>
                  </a:lnTo>
                  <a:lnTo>
                    <a:pt x="0" y="111425"/>
                  </a:lnTo>
                  <a:lnTo>
                    <a:pt x="12022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6" name="object 236"/>
          <p:cNvSpPr txBox="1"/>
          <p:nvPr/>
        </p:nvSpPr>
        <p:spPr>
          <a:xfrm rot="360000">
            <a:off x="11456258" y="5623424"/>
            <a:ext cx="303025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22'-</a:t>
            </a:r>
            <a:r>
              <a:rPr dirty="0" sz="700" spc="-25">
                <a:latin typeface="Verdana"/>
                <a:cs typeface="Verdana"/>
              </a:rPr>
              <a:t>9"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37" name="object 237"/>
          <p:cNvSpPr txBox="1"/>
          <p:nvPr/>
        </p:nvSpPr>
        <p:spPr>
          <a:xfrm>
            <a:off x="5797217" y="2248719"/>
            <a:ext cx="71056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PARCEL</a:t>
            </a:r>
            <a:r>
              <a:rPr dirty="0" sz="700" spc="114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LINE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38" name="object 238"/>
          <p:cNvGrpSpPr/>
          <p:nvPr/>
        </p:nvGrpSpPr>
        <p:grpSpPr>
          <a:xfrm>
            <a:off x="5734896" y="1284622"/>
            <a:ext cx="2407920" cy="1146175"/>
            <a:chOff x="5734896" y="1284622"/>
            <a:chExt cx="2407920" cy="1146175"/>
          </a:xfrm>
        </p:grpSpPr>
        <p:sp>
          <p:nvSpPr>
            <p:cNvPr id="239" name="object 239"/>
            <p:cNvSpPr/>
            <p:nvPr/>
          </p:nvSpPr>
          <p:spPr>
            <a:xfrm>
              <a:off x="6511564" y="2304758"/>
              <a:ext cx="327025" cy="93980"/>
            </a:xfrm>
            <a:custGeom>
              <a:avLst/>
              <a:gdLst/>
              <a:ahLst/>
              <a:cxnLst/>
              <a:rect l="l" t="t" r="r" b="b"/>
              <a:pathLst>
                <a:path w="327025" h="93980">
                  <a:moveTo>
                    <a:pt x="326877" y="93454"/>
                  </a:moveTo>
                  <a:lnTo>
                    <a:pt x="113574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6833734" y="2387540"/>
              <a:ext cx="69215" cy="38735"/>
            </a:xfrm>
            <a:custGeom>
              <a:avLst/>
              <a:gdLst/>
              <a:ahLst/>
              <a:cxnLst/>
              <a:rect l="l" t="t" r="r" b="b"/>
              <a:pathLst>
                <a:path w="69215" h="38735">
                  <a:moveTo>
                    <a:pt x="68603" y="38672"/>
                  </a:moveTo>
                  <a:lnTo>
                    <a:pt x="0" y="21314"/>
                  </a:lnTo>
                  <a:lnTo>
                    <a:pt x="9338" y="0"/>
                  </a:lnTo>
                  <a:lnTo>
                    <a:pt x="68603" y="38672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6833734" y="2387540"/>
              <a:ext cx="69215" cy="38735"/>
            </a:xfrm>
            <a:custGeom>
              <a:avLst/>
              <a:gdLst/>
              <a:ahLst/>
              <a:cxnLst/>
              <a:rect l="l" t="t" r="r" b="b"/>
              <a:pathLst>
                <a:path w="69215" h="38735">
                  <a:moveTo>
                    <a:pt x="68603" y="38672"/>
                  </a:moveTo>
                  <a:lnTo>
                    <a:pt x="0" y="21314"/>
                  </a:lnTo>
                  <a:lnTo>
                    <a:pt x="9338" y="0"/>
                  </a:lnTo>
                  <a:lnTo>
                    <a:pt x="68603" y="38672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5734896" y="1284622"/>
              <a:ext cx="2407920" cy="448309"/>
            </a:xfrm>
            <a:custGeom>
              <a:avLst/>
              <a:gdLst/>
              <a:ahLst/>
              <a:cxnLst/>
              <a:rect l="l" t="t" r="r" b="b"/>
              <a:pathLst>
                <a:path w="2407920" h="448310">
                  <a:moveTo>
                    <a:pt x="2407884" y="448309"/>
                  </a:moveTo>
                  <a:lnTo>
                    <a:pt x="0" y="448309"/>
                  </a:lnTo>
                  <a:lnTo>
                    <a:pt x="0" y="0"/>
                  </a:lnTo>
                  <a:lnTo>
                    <a:pt x="2407884" y="0"/>
                  </a:lnTo>
                  <a:lnTo>
                    <a:pt x="2407884" y="4483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3" name="object 243"/>
          <p:cNvSpPr txBox="1"/>
          <p:nvPr/>
        </p:nvSpPr>
        <p:spPr>
          <a:xfrm>
            <a:off x="5807514" y="1271922"/>
            <a:ext cx="2343785" cy="47370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L="12700" marR="5080" indent="156210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PRIVACY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FENCE </a:t>
            </a:r>
            <a:r>
              <a:rPr dirty="0" sz="700">
                <a:latin typeface="Verdana"/>
                <a:cs typeface="Verdana"/>
              </a:rPr>
              <a:t>BLOCKING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VIEW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FROM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CLAREMONT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AVENUE</a:t>
            </a:r>
            <a:r>
              <a:rPr dirty="0" sz="700" spc="50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(ON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TOP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OF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EQUIPMENT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&amp;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FOUNDATIONS) </a:t>
            </a:r>
            <a:r>
              <a:rPr dirty="0" sz="700">
                <a:latin typeface="Verdana"/>
                <a:cs typeface="Verdana"/>
              </a:rPr>
              <a:t>(REFER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S3.0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FOR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FENCE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DETAILS)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44" name="object 244"/>
          <p:cNvGrpSpPr/>
          <p:nvPr/>
        </p:nvGrpSpPr>
        <p:grpSpPr>
          <a:xfrm>
            <a:off x="8142530" y="382504"/>
            <a:ext cx="10140950" cy="1900555"/>
            <a:chOff x="8142530" y="382504"/>
            <a:chExt cx="10140950" cy="1900555"/>
          </a:xfrm>
        </p:grpSpPr>
        <p:sp>
          <p:nvSpPr>
            <p:cNvPr id="245" name="object 245"/>
            <p:cNvSpPr/>
            <p:nvPr/>
          </p:nvSpPr>
          <p:spPr>
            <a:xfrm>
              <a:off x="8146658" y="1676892"/>
              <a:ext cx="327025" cy="93980"/>
            </a:xfrm>
            <a:custGeom>
              <a:avLst/>
              <a:gdLst/>
              <a:ahLst/>
              <a:cxnLst/>
              <a:rect l="l" t="t" r="r" b="b"/>
              <a:pathLst>
                <a:path w="327025" h="93980">
                  <a:moveTo>
                    <a:pt x="326924" y="93462"/>
                  </a:moveTo>
                  <a:lnTo>
                    <a:pt x="11362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8468851" y="1759682"/>
              <a:ext cx="69215" cy="38735"/>
            </a:xfrm>
            <a:custGeom>
              <a:avLst/>
              <a:gdLst/>
              <a:ahLst/>
              <a:cxnLst/>
              <a:rect l="l" t="t" r="r" b="b"/>
              <a:pathLst>
                <a:path w="69215" h="38735">
                  <a:moveTo>
                    <a:pt x="68642" y="38672"/>
                  </a:moveTo>
                  <a:lnTo>
                    <a:pt x="0" y="21314"/>
                  </a:lnTo>
                  <a:lnTo>
                    <a:pt x="9385" y="0"/>
                  </a:lnTo>
                  <a:lnTo>
                    <a:pt x="68642" y="38672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8468851" y="1759682"/>
              <a:ext cx="69215" cy="38735"/>
            </a:xfrm>
            <a:custGeom>
              <a:avLst/>
              <a:gdLst/>
              <a:ahLst/>
              <a:cxnLst/>
              <a:rect l="l" t="t" r="r" b="b"/>
              <a:pathLst>
                <a:path w="69215" h="38735">
                  <a:moveTo>
                    <a:pt x="68642" y="38672"/>
                  </a:moveTo>
                  <a:lnTo>
                    <a:pt x="0" y="21314"/>
                  </a:lnTo>
                  <a:lnTo>
                    <a:pt x="9385" y="0"/>
                  </a:lnTo>
                  <a:lnTo>
                    <a:pt x="68642" y="38672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3346344" y="388536"/>
              <a:ext cx="4931410" cy="1888489"/>
            </a:xfrm>
            <a:custGeom>
              <a:avLst/>
              <a:gdLst/>
              <a:ahLst/>
              <a:cxnLst/>
              <a:rect l="l" t="t" r="r" b="b"/>
              <a:pathLst>
                <a:path w="4931409" h="1888489">
                  <a:moveTo>
                    <a:pt x="0" y="0"/>
                  </a:moveTo>
                  <a:lnTo>
                    <a:pt x="4931088" y="0"/>
                  </a:lnTo>
                  <a:lnTo>
                    <a:pt x="4931088" y="1887864"/>
                  </a:lnTo>
                  <a:lnTo>
                    <a:pt x="0" y="1887864"/>
                  </a:lnTo>
                  <a:lnTo>
                    <a:pt x="0" y="0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3346341" y="539791"/>
              <a:ext cx="2787015" cy="151765"/>
            </a:xfrm>
            <a:custGeom>
              <a:avLst/>
              <a:gdLst/>
              <a:ahLst/>
              <a:cxnLst/>
              <a:rect l="l" t="t" r="r" b="b"/>
              <a:pathLst>
                <a:path w="2787015" h="151765">
                  <a:moveTo>
                    <a:pt x="2786494" y="0"/>
                  </a:moveTo>
                  <a:lnTo>
                    <a:pt x="1713344" y="0"/>
                  </a:lnTo>
                  <a:lnTo>
                    <a:pt x="0" y="0"/>
                  </a:lnTo>
                  <a:lnTo>
                    <a:pt x="0" y="151244"/>
                  </a:lnTo>
                  <a:lnTo>
                    <a:pt x="1713344" y="151244"/>
                  </a:lnTo>
                  <a:lnTo>
                    <a:pt x="2786494" y="151244"/>
                  </a:lnTo>
                  <a:lnTo>
                    <a:pt x="27864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50" name="object 250"/>
          <p:cNvGraphicFramePr>
            <a:graphicFrameLocks noGrp="1"/>
          </p:cNvGraphicFramePr>
          <p:nvPr/>
        </p:nvGraphicFramePr>
        <p:xfrm>
          <a:off x="13738085" y="388536"/>
          <a:ext cx="4615815" cy="302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1435"/>
                <a:gridCol w="1073150"/>
                <a:gridCol w="1072514"/>
                <a:gridCol w="1072514"/>
              </a:tblGrid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CABINET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RACK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sz="9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INVERTER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130">
                <a:tc>
                  <a:txBody>
                    <a:bodyPr/>
                    <a:lstStyle/>
                    <a:p>
                      <a:pPr marL="31750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MANUFACTURER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GREAT</a:t>
                      </a:r>
                      <a:r>
                        <a:rPr dirty="0" sz="9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POWER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09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{{INV_MFR}}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51" name="object 251"/>
          <p:cNvSpPr/>
          <p:nvPr/>
        </p:nvSpPr>
        <p:spPr>
          <a:xfrm>
            <a:off x="13346345" y="691028"/>
            <a:ext cx="1713864" cy="224154"/>
          </a:xfrm>
          <a:custGeom>
            <a:avLst/>
            <a:gdLst/>
            <a:ahLst/>
            <a:cxnLst/>
            <a:rect l="l" t="t" r="r" b="b"/>
            <a:pathLst>
              <a:path w="1713865" h="224155">
                <a:moveTo>
                  <a:pt x="1713347" y="224157"/>
                </a:moveTo>
                <a:lnTo>
                  <a:pt x="0" y="224157"/>
                </a:lnTo>
                <a:lnTo>
                  <a:pt x="0" y="0"/>
                </a:lnTo>
                <a:lnTo>
                  <a:pt x="1713347" y="0"/>
                </a:lnTo>
                <a:lnTo>
                  <a:pt x="1713347" y="2241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 txBox="1"/>
          <p:nvPr/>
        </p:nvSpPr>
        <p:spPr>
          <a:xfrm>
            <a:off x="13757910" y="708577"/>
            <a:ext cx="8921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MODEL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NUMBER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3" name="object 253"/>
          <p:cNvSpPr/>
          <p:nvPr/>
        </p:nvSpPr>
        <p:spPr>
          <a:xfrm>
            <a:off x="15059691" y="691028"/>
            <a:ext cx="1073150" cy="224154"/>
          </a:xfrm>
          <a:custGeom>
            <a:avLst/>
            <a:gdLst/>
            <a:ahLst/>
            <a:cxnLst/>
            <a:rect l="l" t="t" r="r" b="b"/>
            <a:pathLst>
              <a:path w="1073150" h="224155">
                <a:moveTo>
                  <a:pt x="1073149" y="224157"/>
                </a:moveTo>
                <a:lnTo>
                  <a:pt x="0" y="224157"/>
                </a:lnTo>
                <a:lnTo>
                  <a:pt x="0" y="0"/>
                </a:lnTo>
                <a:lnTo>
                  <a:pt x="1073149" y="0"/>
                </a:lnTo>
                <a:lnTo>
                  <a:pt x="1073149" y="2241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 txBox="1"/>
          <p:nvPr/>
        </p:nvSpPr>
        <p:spPr>
          <a:xfrm>
            <a:off x="15178461" y="739602"/>
            <a:ext cx="80581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MAX-20HC-</a:t>
            </a:r>
            <a:r>
              <a:rPr dirty="0" sz="700" spc="-20">
                <a:latin typeface="Verdana"/>
                <a:cs typeface="Verdana"/>
              </a:rPr>
              <a:t>5000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5" name="object 255"/>
          <p:cNvSpPr txBox="1"/>
          <p:nvPr/>
        </p:nvSpPr>
        <p:spPr>
          <a:xfrm>
            <a:off x="16269836" y="678329"/>
            <a:ext cx="800735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21615" marR="5080" indent="-20955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LIQRACK-</a:t>
            </a:r>
            <a:r>
              <a:rPr dirty="0" sz="700" spc="-10">
                <a:latin typeface="Verdana"/>
                <a:cs typeface="Verdana"/>
              </a:rPr>
              <a:t>280AH 1P416S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6" name="object 256"/>
          <p:cNvSpPr txBox="1"/>
          <p:nvPr/>
        </p:nvSpPr>
        <p:spPr>
          <a:xfrm>
            <a:off x="17380914" y="678329"/>
            <a:ext cx="690880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81610" marR="5080" indent="-169545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LLC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CPS-</a:t>
            </a:r>
            <a:r>
              <a:rPr dirty="0" sz="700" spc="-20">
                <a:latin typeface="Verdana"/>
                <a:cs typeface="Verdana"/>
              </a:rPr>
              <a:t>1250 </a:t>
            </a:r>
            <a:r>
              <a:rPr dirty="0" sz="700" spc="-10">
                <a:latin typeface="Verdana"/>
                <a:cs typeface="Verdana"/>
              </a:rPr>
              <a:t>[480V]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7" name="object 257"/>
          <p:cNvSpPr/>
          <p:nvPr/>
        </p:nvSpPr>
        <p:spPr>
          <a:xfrm>
            <a:off x="13346345" y="915186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5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 txBox="1"/>
          <p:nvPr/>
        </p:nvSpPr>
        <p:spPr>
          <a:xfrm>
            <a:off x="14006496" y="896281"/>
            <a:ext cx="3943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COUNT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59" name="object 259"/>
          <p:cNvSpPr/>
          <p:nvPr/>
        </p:nvSpPr>
        <p:spPr>
          <a:xfrm>
            <a:off x="15059691" y="915186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5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 txBox="1"/>
          <p:nvPr/>
        </p:nvSpPr>
        <p:spPr>
          <a:xfrm>
            <a:off x="15551922" y="896281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6593270" y="896281"/>
            <a:ext cx="15176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12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17696980" y="896281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3" name="object 263"/>
          <p:cNvSpPr/>
          <p:nvPr/>
        </p:nvSpPr>
        <p:spPr>
          <a:xfrm>
            <a:off x="13346345" y="1066432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5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 txBox="1"/>
          <p:nvPr/>
        </p:nvSpPr>
        <p:spPr>
          <a:xfrm>
            <a:off x="13384060" y="1047527"/>
            <a:ext cx="164338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BATTERY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BANK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CAPACITY</a:t>
            </a:r>
            <a:r>
              <a:rPr dirty="0" sz="950" spc="8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[kWh]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5" name="object 265"/>
          <p:cNvSpPr/>
          <p:nvPr/>
        </p:nvSpPr>
        <p:spPr>
          <a:xfrm>
            <a:off x="15059691" y="1066432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5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 txBox="1"/>
          <p:nvPr/>
        </p:nvSpPr>
        <p:spPr>
          <a:xfrm>
            <a:off x="15443722" y="1047527"/>
            <a:ext cx="3054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5</a:t>
            </a:r>
            <a:r>
              <a:rPr dirty="0" sz="950" spc="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000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16514933" y="1047527"/>
            <a:ext cx="30861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372.7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68" name="object 268"/>
          <p:cNvSpPr/>
          <p:nvPr/>
        </p:nvSpPr>
        <p:spPr>
          <a:xfrm>
            <a:off x="13346345" y="1217678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5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 txBox="1"/>
          <p:nvPr/>
        </p:nvSpPr>
        <p:spPr>
          <a:xfrm>
            <a:off x="13574475" y="1198773"/>
            <a:ext cx="126174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ROUND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TRIP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EFFICIENCY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0" name="object 270"/>
          <p:cNvSpPr/>
          <p:nvPr/>
        </p:nvSpPr>
        <p:spPr>
          <a:xfrm>
            <a:off x="15059691" y="1217678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5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 txBox="1"/>
          <p:nvPr/>
        </p:nvSpPr>
        <p:spPr>
          <a:xfrm>
            <a:off x="15429374" y="1198773"/>
            <a:ext cx="33464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93.5%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2" name="object 272"/>
          <p:cNvSpPr txBox="1"/>
          <p:nvPr/>
        </p:nvSpPr>
        <p:spPr>
          <a:xfrm>
            <a:off x="16556429" y="1198773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3" name="object 273"/>
          <p:cNvSpPr txBox="1"/>
          <p:nvPr/>
        </p:nvSpPr>
        <p:spPr>
          <a:xfrm>
            <a:off x="17621356" y="1198773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98%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4" name="object 274"/>
          <p:cNvSpPr/>
          <p:nvPr/>
        </p:nvSpPr>
        <p:spPr>
          <a:xfrm>
            <a:off x="13346345" y="1368924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5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 txBox="1"/>
          <p:nvPr/>
        </p:nvSpPr>
        <p:spPr>
          <a:xfrm>
            <a:off x="13952979" y="1350019"/>
            <a:ext cx="50165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VOLTAGE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6" name="object 276"/>
          <p:cNvSpPr/>
          <p:nvPr/>
        </p:nvSpPr>
        <p:spPr>
          <a:xfrm>
            <a:off x="15059691" y="1368924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5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 txBox="1"/>
          <p:nvPr/>
        </p:nvSpPr>
        <p:spPr>
          <a:xfrm>
            <a:off x="15276576" y="1350019"/>
            <a:ext cx="6407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1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331.2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VDC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8" name="object 278"/>
          <p:cNvSpPr txBox="1"/>
          <p:nvPr/>
        </p:nvSpPr>
        <p:spPr>
          <a:xfrm>
            <a:off x="16349338" y="1350019"/>
            <a:ext cx="6407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1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331.2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VDC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9" name="object 279"/>
          <p:cNvSpPr txBox="1"/>
          <p:nvPr/>
        </p:nvSpPr>
        <p:spPr>
          <a:xfrm>
            <a:off x="17516259" y="1350019"/>
            <a:ext cx="45085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480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VAC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0" name="object 280"/>
          <p:cNvSpPr/>
          <p:nvPr/>
        </p:nvSpPr>
        <p:spPr>
          <a:xfrm>
            <a:off x="13346345" y="1520170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 txBox="1"/>
          <p:nvPr/>
        </p:nvSpPr>
        <p:spPr>
          <a:xfrm>
            <a:off x="14025111" y="1501266"/>
            <a:ext cx="3562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PHASE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2" name="object 282"/>
          <p:cNvSpPr/>
          <p:nvPr/>
        </p:nvSpPr>
        <p:spPr>
          <a:xfrm>
            <a:off x="15059691" y="1520170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 txBox="1"/>
          <p:nvPr/>
        </p:nvSpPr>
        <p:spPr>
          <a:xfrm>
            <a:off x="15483667" y="1501266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4" name="object 284"/>
          <p:cNvSpPr txBox="1"/>
          <p:nvPr/>
        </p:nvSpPr>
        <p:spPr>
          <a:xfrm>
            <a:off x="16556429" y="1501266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5" name="object 285"/>
          <p:cNvSpPr txBox="1"/>
          <p:nvPr/>
        </p:nvSpPr>
        <p:spPr>
          <a:xfrm>
            <a:off x="17696980" y="1501266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6" name="object 286"/>
          <p:cNvSpPr/>
          <p:nvPr/>
        </p:nvSpPr>
        <p:spPr>
          <a:xfrm>
            <a:off x="13346345" y="1671416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 txBox="1"/>
          <p:nvPr/>
        </p:nvSpPr>
        <p:spPr>
          <a:xfrm>
            <a:off x="13583008" y="1652511"/>
            <a:ext cx="124396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INVERTER</a:t>
            </a:r>
            <a:r>
              <a:rPr dirty="0" sz="950" spc="10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RATING</a:t>
            </a:r>
            <a:r>
              <a:rPr dirty="0" sz="950" spc="10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[kVA]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8" name="object 288"/>
          <p:cNvSpPr/>
          <p:nvPr/>
        </p:nvSpPr>
        <p:spPr>
          <a:xfrm>
            <a:off x="15059691" y="1671416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 txBox="1"/>
          <p:nvPr/>
        </p:nvSpPr>
        <p:spPr>
          <a:xfrm>
            <a:off x="15483667" y="1652511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0" name="object 290"/>
          <p:cNvSpPr txBox="1"/>
          <p:nvPr/>
        </p:nvSpPr>
        <p:spPr>
          <a:xfrm>
            <a:off x="16556429" y="1652511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1" name="object 291"/>
          <p:cNvSpPr txBox="1"/>
          <p:nvPr/>
        </p:nvSpPr>
        <p:spPr>
          <a:xfrm>
            <a:off x="17634154" y="1652511"/>
            <a:ext cx="2146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802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2" name="object 292"/>
          <p:cNvSpPr/>
          <p:nvPr/>
        </p:nvSpPr>
        <p:spPr>
          <a:xfrm>
            <a:off x="13346345" y="1822663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3" name="object 293"/>
          <p:cNvSpPr txBox="1"/>
          <p:nvPr/>
        </p:nvSpPr>
        <p:spPr>
          <a:xfrm>
            <a:off x="13858741" y="1803758"/>
            <a:ext cx="69024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WEIGHT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[lbs]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4" name="object 294"/>
          <p:cNvSpPr/>
          <p:nvPr/>
        </p:nvSpPr>
        <p:spPr>
          <a:xfrm>
            <a:off x="15059691" y="1822663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5" name="object 295"/>
          <p:cNvSpPr txBox="1"/>
          <p:nvPr/>
        </p:nvSpPr>
        <p:spPr>
          <a:xfrm>
            <a:off x="15412310" y="1803758"/>
            <a:ext cx="3683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49</a:t>
            </a:r>
            <a:r>
              <a:rPr dirty="0" sz="950" spc="10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798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6" name="object 296"/>
          <p:cNvSpPr txBox="1"/>
          <p:nvPr/>
        </p:nvSpPr>
        <p:spPr>
          <a:xfrm>
            <a:off x="16483520" y="1803758"/>
            <a:ext cx="3714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7054.8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7" name="object 297"/>
          <p:cNvSpPr txBox="1"/>
          <p:nvPr/>
        </p:nvSpPr>
        <p:spPr>
          <a:xfrm>
            <a:off x="17588780" y="1803758"/>
            <a:ext cx="30543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1</a:t>
            </a:r>
            <a:r>
              <a:rPr dirty="0" sz="950" spc="5">
                <a:latin typeface="Calibri"/>
                <a:cs typeface="Calibri"/>
              </a:rPr>
              <a:t> </a:t>
            </a:r>
            <a:r>
              <a:rPr dirty="0" sz="950" spc="-25">
                <a:latin typeface="Calibri"/>
                <a:cs typeface="Calibri"/>
              </a:rPr>
              <a:t>980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8" name="object 298"/>
          <p:cNvSpPr/>
          <p:nvPr/>
        </p:nvSpPr>
        <p:spPr>
          <a:xfrm>
            <a:off x="13346345" y="1973909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 txBox="1"/>
          <p:nvPr/>
        </p:nvSpPr>
        <p:spPr>
          <a:xfrm>
            <a:off x="13751704" y="1955004"/>
            <a:ext cx="9048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ENCLOSURE</a:t>
            </a:r>
            <a:r>
              <a:rPr dirty="0" sz="950" spc="9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TYPE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0" name="object 300"/>
          <p:cNvSpPr/>
          <p:nvPr/>
        </p:nvSpPr>
        <p:spPr>
          <a:xfrm>
            <a:off x="15059691" y="1973909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 txBox="1"/>
          <p:nvPr/>
        </p:nvSpPr>
        <p:spPr>
          <a:xfrm>
            <a:off x="15473196" y="1955004"/>
            <a:ext cx="2470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IP55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2" name="object 302"/>
          <p:cNvSpPr txBox="1"/>
          <p:nvPr/>
        </p:nvSpPr>
        <p:spPr>
          <a:xfrm>
            <a:off x="16556429" y="1955004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3" name="object 303"/>
          <p:cNvSpPr txBox="1"/>
          <p:nvPr/>
        </p:nvSpPr>
        <p:spPr>
          <a:xfrm>
            <a:off x="17618254" y="1955004"/>
            <a:ext cx="2470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IP54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4" name="object 304"/>
          <p:cNvSpPr/>
          <p:nvPr/>
        </p:nvSpPr>
        <p:spPr>
          <a:xfrm>
            <a:off x="13346345" y="2125155"/>
            <a:ext cx="1713864" cy="151765"/>
          </a:xfrm>
          <a:custGeom>
            <a:avLst/>
            <a:gdLst/>
            <a:ahLst/>
            <a:cxnLst/>
            <a:rect l="l" t="t" r="r" b="b"/>
            <a:pathLst>
              <a:path w="1713865" h="151764">
                <a:moveTo>
                  <a:pt x="1713347" y="151246"/>
                </a:moveTo>
                <a:lnTo>
                  <a:pt x="0" y="151246"/>
                </a:lnTo>
                <a:lnTo>
                  <a:pt x="0" y="0"/>
                </a:lnTo>
                <a:lnTo>
                  <a:pt x="1713347" y="0"/>
                </a:lnTo>
                <a:lnTo>
                  <a:pt x="1713347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5" name="object 305"/>
          <p:cNvSpPr txBox="1"/>
          <p:nvPr/>
        </p:nvSpPr>
        <p:spPr>
          <a:xfrm>
            <a:off x="13541900" y="2106250"/>
            <a:ext cx="132651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RATED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OUTPUT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CURRENT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6" name="object 306"/>
          <p:cNvSpPr/>
          <p:nvPr/>
        </p:nvSpPr>
        <p:spPr>
          <a:xfrm>
            <a:off x="15059691" y="2125155"/>
            <a:ext cx="1073150" cy="151765"/>
          </a:xfrm>
          <a:custGeom>
            <a:avLst/>
            <a:gdLst/>
            <a:ahLst/>
            <a:cxnLst/>
            <a:rect l="l" t="t" r="r" b="b"/>
            <a:pathLst>
              <a:path w="1073150" h="151764">
                <a:moveTo>
                  <a:pt x="1073149" y="151246"/>
                </a:moveTo>
                <a:lnTo>
                  <a:pt x="0" y="151246"/>
                </a:lnTo>
                <a:lnTo>
                  <a:pt x="0" y="0"/>
                </a:lnTo>
                <a:lnTo>
                  <a:pt x="1073149" y="0"/>
                </a:lnTo>
                <a:lnTo>
                  <a:pt x="1073149" y="1512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object 307"/>
          <p:cNvSpPr txBox="1"/>
          <p:nvPr/>
        </p:nvSpPr>
        <p:spPr>
          <a:xfrm>
            <a:off x="15330870" y="2106250"/>
            <a:ext cx="5321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193A</a:t>
            </a:r>
            <a:r>
              <a:rPr dirty="0" sz="950" spc="2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(DC)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8" name="object 308"/>
          <p:cNvSpPr txBox="1"/>
          <p:nvPr/>
        </p:nvSpPr>
        <p:spPr>
          <a:xfrm>
            <a:off x="16556429" y="2106250"/>
            <a:ext cx="22542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latin typeface="Calibri"/>
                <a:cs typeface="Calibri"/>
              </a:rPr>
              <a:t>N/A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9" name="object 309"/>
          <p:cNvSpPr txBox="1"/>
          <p:nvPr/>
        </p:nvSpPr>
        <p:spPr>
          <a:xfrm>
            <a:off x="17431066" y="2106250"/>
            <a:ext cx="64960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964.6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</a:t>
            </a:r>
            <a:r>
              <a:rPr dirty="0" sz="950" spc="2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(AC)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0" name="object 310"/>
          <p:cNvGrpSpPr/>
          <p:nvPr/>
        </p:nvGrpSpPr>
        <p:grpSpPr>
          <a:xfrm>
            <a:off x="13189066" y="382504"/>
            <a:ext cx="5094605" cy="1900555"/>
            <a:chOff x="13189066" y="382504"/>
            <a:chExt cx="5094605" cy="1900555"/>
          </a:xfrm>
        </p:grpSpPr>
        <p:sp>
          <p:nvSpPr>
            <p:cNvPr id="311" name="object 311"/>
            <p:cNvSpPr/>
            <p:nvPr/>
          </p:nvSpPr>
          <p:spPr>
            <a:xfrm>
              <a:off x="13346344" y="539782"/>
              <a:ext cx="4931410" cy="0"/>
            </a:xfrm>
            <a:custGeom>
              <a:avLst/>
              <a:gdLst/>
              <a:ahLst/>
              <a:cxnLst/>
              <a:rect l="l" t="t" r="r" b="b"/>
              <a:pathLst>
                <a:path w="4931409" h="0">
                  <a:moveTo>
                    <a:pt x="0" y="0"/>
                  </a:moveTo>
                  <a:lnTo>
                    <a:pt x="1713347" y="0"/>
                  </a:lnTo>
                  <a:lnTo>
                    <a:pt x="2786496" y="0"/>
                  </a:lnTo>
                  <a:lnTo>
                    <a:pt x="3858792" y="0"/>
                  </a:lnTo>
                  <a:lnTo>
                    <a:pt x="4931088" y="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3346344" y="691028"/>
              <a:ext cx="4931410" cy="0"/>
            </a:xfrm>
            <a:custGeom>
              <a:avLst/>
              <a:gdLst/>
              <a:ahLst/>
              <a:cxnLst/>
              <a:rect l="l" t="t" r="r" b="b"/>
              <a:pathLst>
                <a:path w="4931409" h="0">
                  <a:moveTo>
                    <a:pt x="0" y="0"/>
                  </a:moveTo>
                  <a:lnTo>
                    <a:pt x="1713347" y="0"/>
                  </a:lnTo>
                  <a:lnTo>
                    <a:pt x="2786496" y="0"/>
                  </a:lnTo>
                  <a:lnTo>
                    <a:pt x="3858792" y="0"/>
                  </a:lnTo>
                  <a:lnTo>
                    <a:pt x="493108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3346344" y="915186"/>
              <a:ext cx="4931410" cy="0"/>
            </a:xfrm>
            <a:custGeom>
              <a:avLst/>
              <a:gdLst/>
              <a:ahLst/>
              <a:cxnLst/>
              <a:rect l="l" t="t" r="r" b="b"/>
              <a:pathLst>
                <a:path w="4931409" h="0">
                  <a:moveTo>
                    <a:pt x="0" y="0"/>
                  </a:moveTo>
                  <a:lnTo>
                    <a:pt x="1713347" y="0"/>
                  </a:lnTo>
                  <a:lnTo>
                    <a:pt x="2786496" y="0"/>
                  </a:lnTo>
                  <a:lnTo>
                    <a:pt x="3858792" y="0"/>
                  </a:lnTo>
                  <a:lnTo>
                    <a:pt x="4931088" y="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3346344" y="388536"/>
              <a:ext cx="4931410" cy="1888489"/>
            </a:xfrm>
            <a:custGeom>
              <a:avLst/>
              <a:gdLst/>
              <a:ahLst/>
              <a:cxnLst/>
              <a:rect l="l" t="t" r="r" b="b"/>
              <a:pathLst>
                <a:path w="4931409" h="1888489">
                  <a:moveTo>
                    <a:pt x="0" y="677895"/>
                  </a:moveTo>
                  <a:lnTo>
                    <a:pt x="1713347" y="677895"/>
                  </a:lnTo>
                  <a:lnTo>
                    <a:pt x="2786496" y="677895"/>
                  </a:lnTo>
                  <a:lnTo>
                    <a:pt x="3858792" y="677895"/>
                  </a:lnTo>
                  <a:lnTo>
                    <a:pt x="4931088" y="677895"/>
                  </a:lnTo>
                </a:path>
                <a:path w="4931409" h="1888489">
                  <a:moveTo>
                    <a:pt x="0" y="829142"/>
                  </a:moveTo>
                  <a:lnTo>
                    <a:pt x="1713347" y="829142"/>
                  </a:lnTo>
                  <a:lnTo>
                    <a:pt x="2786496" y="829142"/>
                  </a:lnTo>
                  <a:lnTo>
                    <a:pt x="3858792" y="829142"/>
                  </a:lnTo>
                  <a:lnTo>
                    <a:pt x="4931088" y="829142"/>
                  </a:lnTo>
                </a:path>
                <a:path w="4931409" h="1888489">
                  <a:moveTo>
                    <a:pt x="0" y="980388"/>
                  </a:moveTo>
                  <a:lnTo>
                    <a:pt x="1713347" y="980388"/>
                  </a:lnTo>
                  <a:lnTo>
                    <a:pt x="2786496" y="980388"/>
                  </a:lnTo>
                  <a:lnTo>
                    <a:pt x="3858792" y="980388"/>
                  </a:lnTo>
                  <a:lnTo>
                    <a:pt x="4931088" y="980388"/>
                  </a:lnTo>
                </a:path>
                <a:path w="4931409" h="1888489">
                  <a:moveTo>
                    <a:pt x="0" y="1131634"/>
                  </a:moveTo>
                  <a:lnTo>
                    <a:pt x="1713347" y="1131634"/>
                  </a:lnTo>
                  <a:lnTo>
                    <a:pt x="2786496" y="1131634"/>
                  </a:lnTo>
                  <a:lnTo>
                    <a:pt x="3858792" y="1131634"/>
                  </a:lnTo>
                  <a:lnTo>
                    <a:pt x="4931088" y="1131634"/>
                  </a:lnTo>
                </a:path>
                <a:path w="4931409" h="1888489">
                  <a:moveTo>
                    <a:pt x="0" y="1282880"/>
                  </a:moveTo>
                  <a:lnTo>
                    <a:pt x="1713347" y="1282880"/>
                  </a:lnTo>
                  <a:lnTo>
                    <a:pt x="2786496" y="1282880"/>
                  </a:lnTo>
                  <a:lnTo>
                    <a:pt x="3858792" y="1282880"/>
                  </a:lnTo>
                  <a:lnTo>
                    <a:pt x="4931088" y="1282880"/>
                  </a:lnTo>
                </a:path>
                <a:path w="4931409" h="1888489">
                  <a:moveTo>
                    <a:pt x="0" y="1434126"/>
                  </a:moveTo>
                  <a:lnTo>
                    <a:pt x="1713347" y="1434126"/>
                  </a:lnTo>
                  <a:lnTo>
                    <a:pt x="2786496" y="1434126"/>
                  </a:lnTo>
                  <a:lnTo>
                    <a:pt x="3858792" y="1434126"/>
                  </a:lnTo>
                  <a:lnTo>
                    <a:pt x="4931088" y="1434126"/>
                  </a:lnTo>
                </a:path>
                <a:path w="4931409" h="1888489">
                  <a:moveTo>
                    <a:pt x="0" y="1585372"/>
                  </a:moveTo>
                  <a:lnTo>
                    <a:pt x="1713347" y="1585372"/>
                  </a:lnTo>
                  <a:lnTo>
                    <a:pt x="2786496" y="1585372"/>
                  </a:lnTo>
                  <a:lnTo>
                    <a:pt x="3858792" y="1585372"/>
                  </a:lnTo>
                  <a:lnTo>
                    <a:pt x="4931088" y="1585372"/>
                  </a:lnTo>
                </a:path>
                <a:path w="4931409" h="1888489">
                  <a:moveTo>
                    <a:pt x="0" y="1736618"/>
                  </a:moveTo>
                  <a:lnTo>
                    <a:pt x="1713347" y="1736618"/>
                  </a:lnTo>
                  <a:lnTo>
                    <a:pt x="2786496" y="1736618"/>
                  </a:lnTo>
                  <a:lnTo>
                    <a:pt x="3858792" y="1736618"/>
                  </a:lnTo>
                  <a:lnTo>
                    <a:pt x="4931088" y="1736618"/>
                  </a:lnTo>
                </a:path>
                <a:path w="4931409" h="1888489">
                  <a:moveTo>
                    <a:pt x="1713347" y="0"/>
                  </a:moveTo>
                  <a:lnTo>
                    <a:pt x="1713347" y="0"/>
                  </a:lnTo>
                  <a:lnTo>
                    <a:pt x="1713347" y="1736618"/>
                  </a:lnTo>
                  <a:lnTo>
                    <a:pt x="1713347" y="1887864"/>
                  </a:lnTo>
                </a:path>
                <a:path w="4931409" h="1888489">
                  <a:moveTo>
                    <a:pt x="2786496" y="0"/>
                  </a:moveTo>
                  <a:lnTo>
                    <a:pt x="2786496" y="0"/>
                  </a:lnTo>
                  <a:lnTo>
                    <a:pt x="2786496" y="1736618"/>
                  </a:lnTo>
                  <a:lnTo>
                    <a:pt x="2786496" y="1887864"/>
                  </a:lnTo>
                </a:path>
                <a:path w="4931409" h="1888489">
                  <a:moveTo>
                    <a:pt x="3858792" y="0"/>
                  </a:moveTo>
                  <a:lnTo>
                    <a:pt x="3858792" y="0"/>
                  </a:lnTo>
                  <a:lnTo>
                    <a:pt x="3858792" y="1736618"/>
                  </a:lnTo>
                  <a:lnTo>
                    <a:pt x="3858792" y="188786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3195098" y="388536"/>
              <a:ext cx="5082540" cy="1888489"/>
            </a:xfrm>
            <a:custGeom>
              <a:avLst/>
              <a:gdLst/>
              <a:ahLst/>
              <a:cxnLst/>
              <a:rect l="l" t="t" r="r" b="b"/>
              <a:pathLst>
                <a:path w="5082540" h="1888489">
                  <a:moveTo>
                    <a:pt x="151246" y="0"/>
                  </a:moveTo>
                  <a:lnTo>
                    <a:pt x="5082334" y="0"/>
                  </a:lnTo>
                  <a:lnTo>
                    <a:pt x="5082334" y="1887864"/>
                  </a:lnTo>
                  <a:lnTo>
                    <a:pt x="151246" y="1887864"/>
                  </a:lnTo>
                  <a:lnTo>
                    <a:pt x="151246" y="0"/>
                  </a:lnTo>
                  <a:close/>
                </a:path>
                <a:path w="5082540" h="1888489">
                  <a:moveTo>
                    <a:pt x="0" y="0"/>
                  </a:moveTo>
                  <a:lnTo>
                    <a:pt x="151246" y="0"/>
                  </a:lnTo>
                  <a:lnTo>
                    <a:pt x="151246" y="1888113"/>
                  </a:lnTo>
                  <a:lnTo>
                    <a:pt x="0" y="1888113"/>
                  </a:lnTo>
                  <a:lnTo>
                    <a:pt x="0" y="0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3195098" y="388535"/>
              <a:ext cx="151765" cy="1888489"/>
            </a:xfrm>
            <a:custGeom>
              <a:avLst/>
              <a:gdLst/>
              <a:ahLst/>
              <a:cxnLst/>
              <a:rect l="l" t="t" r="r" b="b"/>
              <a:pathLst>
                <a:path w="151765" h="1888489">
                  <a:moveTo>
                    <a:pt x="151246" y="1888113"/>
                  </a:moveTo>
                  <a:lnTo>
                    <a:pt x="0" y="1888113"/>
                  </a:lnTo>
                  <a:lnTo>
                    <a:pt x="0" y="0"/>
                  </a:lnTo>
                  <a:lnTo>
                    <a:pt x="151246" y="0"/>
                  </a:lnTo>
                  <a:lnTo>
                    <a:pt x="151246" y="1888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7" name="object 317"/>
          <p:cNvSpPr txBox="1"/>
          <p:nvPr/>
        </p:nvSpPr>
        <p:spPr>
          <a:xfrm>
            <a:off x="13207187" y="1053458"/>
            <a:ext cx="149860" cy="5568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025"/>
              </a:lnSpc>
            </a:pPr>
            <a:r>
              <a:rPr dirty="0" sz="950" b="1">
                <a:latin typeface="Calibri"/>
                <a:cs typeface="Calibri"/>
              </a:rPr>
              <a:t>BESS</a:t>
            </a:r>
            <a:r>
              <a:rPr dirty="0" sz="950" spc="40" b="1">
                <a:latin typeface="Calibri"/>
                <a:cs typeface="Calibri"/>
              </a:rPr>
              <a:t> </a:t>
            </a:r>
            <a:r>
              <a:rPr dirty="0" sz="950" spc="-20" b="1">
                <a:latin typeface="Calibri"/>
                <a:cs typeface="Calibri"/>
              </a:rPr>
              <a:t>INFO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8" name="object 318"/>
          <p:cNvGrpSpPr/>
          <p:nvPr/>
        </p:nvGrpSpPr>
        <p:grpSpPr>
          <a:xfrm>
            <a:off x="7912550" y="382504"/>
            <a:ext cx="5440045" cy="5139055"/>
            <a:chOff x="7912550" y="382504"/>
            <a:chExt cx="5440045" cy="5139055"/>
          </a:xfrm>
        </p:grpSpPr>
        <p:sp>
          <p:nvSpPr>
            <p:cNvPr id="319" name="object 319"/>
            <p:cNvSpPr/>
            <p:nvPr/>
          </p:nvSpPr>
          <p:spPr>
            <a:xfrm>
              <a:off x="13189280" y="540071"/>
              <a:ext cx="12065" cy="1583690"/>
            </a:xfrm>
            <a:custGeom>
              <a:avLst/>
              <a:gdLst/>
              <a:ahLst/>
              <a:cxnLst/>
              <a:rect l="l" t="t" r="r" b="b"/>
              <a:pathLst>
                <a:path w="12065" h="1583689">
                  <a:moveTo>
                    <a:pt x="9690" y="1579245"/>
                  </a:moveTo>
                  <a:lnTo>
                    <a:pt x="8559" y="1576501"/>
                  </a:lnTo>
                  <a:lnTo>
                    <a:pt x="5816" y="1575358"/>
                  </a:lnTo>
                  <a:lnTo>
                    <a:pt x="3073" y="1576501"/>
                  </a:lnTo>
                  <a:lnTo>
                    <a:pt x="1930" y="1579245"/>
                  </a:lnTo>
                  <a:lnTo>
                    <a:pt x="3073" y="1581988"/>
                  </a:lnTo>
                  <a:lnTo>
                    <a:pt x="5816" y="1583118"/>
                  </a:lnTo>
                  <a:lnTo>
                    <a:pt x="8559" y="1581988"/>
                  </a:lnTo>
                  <a:lnTo>
                    <a:pt x="9690" y="1579245"/>
                  </a:lnTo>
                  <a:close/>
                </a:path>
                <a:path w="12065" h="1583689">
                  <a:moveTo>
                    <a:pt x="9690" y="1421904"/>
                  </a:moveTo>
                  <a:lnTo>
                    <a:pt x="8559" y="1419161"/>
                  </a:lnTo>
                  <a:lnTo>
                    <a:pt x="5816" y="1418018"/>
                  </a:lnTo>
                  <a:lnTo>
                    <a:pt x="3073" y="1419161"/>
                  </a:lnTo>
                  <a:lnTo>
                    <a:pt x="1930" y="1421904"/>
                  </a:lnTo>
                  <a:lnTo>
                    <a:pt x="3073" y="1424635"/>
                  </a:lnTo>
                  <a:lnTo>
                    <a:pt x="5816" y="1425778"/>
                  </a:lnTo>
                  <a:lnTo>
                    <a:pt x="8559" y="1424635"/>
                  </a:lnTo>
                  <a:lnTo>
                    <a:pt x="9690" y="1421904"/>
                  </a:lnTo>
                  <a:close/>
                </a:path>
                <a:path w="12065" h="1583689">
                  <a:moveTo>
                    <a:pt x="9690" y="1264551"/>
                  </a:moveTo>
                  <a:lnTo>
                    <a:pt x="8559" y="1261808"/>
                  </a:lnTo>
                  <a:lnTo>
                    <a:pt x="5816" y="1260678"/>
                  </a:lnTo>
                  <a:lnTo>
                    <a:pt x="3073" y="1261808"/>
                  </a:lnTo>
                  <a:lnTo>
                    <a:pt x="1930" y="1264551"/>
                  </a:lnTo>
                  <a:lnTo>
                    <a:pt x="3073" y="1267294"/>
                  </a:lnTo>
                  <a:lnTo>
                    <a:pt x="5816" y="1268437"/>
                  </a:lnTo>
                  <a:lnTo>
                    <a:pt x="8559" y="1267294"/>
                  </a:lnTo>
                  <a:lnTo>
                    <a:pt x="9690" y="1264551"/>
                  </a:lnTo>
                  <a:close/>
                </a:path>
                <a:path w="12065" h="1583689">
                  <a:moveTo>
                    <a:pt x="9690" y="1107211"/>
                  </a:moveTo>
                  <a:lnTo>
                    <a:pt x="8559" y="1104468"/>
                  </a:lnTo>
                  <a:lnTo>
                    <a:pt x="5816" y="1103337"/>
                  </a:lnTo>
                  <a:lnTo>
                    <a:pt x="3073" y="1104468"/>
                  </a:lnTo>
                  <a:lnTo>
                    <a:pt x="1930" y="1107211"/>
                  </a:lnTo>
                  <a:lnTo>
                    <a:pt x="3073" y="1109954"/>
                  </a:lnTo>
                  <a:lnTo>
                    <a:pt x="5816" y="1111097"/>
                  </a:lnTo>
                  <a:lnTo>
                    <a:pt x="8559" y="1109954"/>
                  </a:lnTo>
                  <a:lnTo>
                    <a:pt x="9690" y="1107211"/>
                  </a:lnTo>
                  <a:close/>
                </a:path>
                <a:path w="12065" h="1583689">
                  <a:moveTo>
                    <a:pt x="9690" y="949871"/>
                  </a:moveTo>
                  <a:lnTo>
                    <a:pt x="8559" y="947127"/>
                  </a:lnTo>
                  <a:lnTo>
                    <a:pt x="5816" y="945997"/>
                  </a:lnTo>
                  <a:lnTo>
                    <a:pt x="3073" y="947127"/>
                  </a:lnTo>
                  <a:lnTo>
                    <a:pt x="1930" y="949871"/>
                  </a:lnTo>
                  <a:lnTo>
                    <a:pt x="3073" y="952614"/>
                  </a:lnTo>
                  <a:lnTo>
                    <a:pt x="5816" y="953744"/>
                  </a:lnTo>
                  <a:lnTo>
                    <a:pt x="8559" y="952614"/>
                  </a:lnTo>
                  <a:lnTo>
                    <a:pt x="9690" y="949871"/>
                  </a:lnTo>
                  <a:close/>
                </a:path>
                <a:path w="12065" h="1583689">
                  <a:moveTo>
                    <a:pt x="9690" y="792530"/>
                  </a:moveTo>
                  <a:lnTo>
                    <a:pt x="8559" y="789787"/>
                  </a:lnTo>
                  <a:lnTo>
                    <a:pt x="5816" y="788657"/>
                  </a:lnTo>
                  <a:lnTo>
                    <a:pt x="3073" y="789787"/>
                  </a:lnTo>
                  <a:lnTo>
                    <a:pt x="1930" y="792530"/>
                  </a:lnTo>
                  <a:lnTo>
                    <a:pt x="3073" y="795274"/>
                  </a:lnTo>
                  <a:lnTo>
                    <a:pt x="5816" y="796404"/>
                  </a:lnTo>
                  <a:lnTo>
                    <a:pt x="8559" y="795274"/>
                  </a:lnTo>
                  <a:lnTo>
                    <a:pt x="9690" y="792530"/>
                  </a:lnTo>
                  <a:close/>
                </a:path>
                <a:path w="12065" h="1583689">
                  <a:moveTo>
                    <a:pt x="9690" y="635190"/>
                  </a:moveTo>
                  <a:lnTo>
                    <a:pt x="8559" y="632447"/>
                  </a:lnTo>
                  <a:lnTo>
                    <a:pt x="5816" y="631304"/>
                  </a:lnTo>
                  <a:lnTo>
                    <a:pt x="3073" y="632447"/>
                  </a:lnTo>
                  <a:lnTo>
                    <a:pt x="1930" y="635190"/>
                  </a:lnTo>
                  <a:lnTo>
                    <a:pt x="3073" y="637933"/>
                  </a:lnTo>
                  <a:lnTo>
                    <a:pt x="5816" y="639064"/>
                  </a:lnTo>
                  <a:lnTo>
                    <a:pt x="8559" y="637933"/>
                  </a:lnTo>
                  <a:lnTo>
                    <a:pt x="9690" y="635190"/>
                  </a:lnTo>
                  <a:close/>
                </a:path>
                <a:path w="12065" h="1583689">
                  <a:moveTo>
                    <a:pt x="9690" y="477850"/>
                  </a:moveTo>
                  <a:lnTo>
                    <a:pt x="8559" y="475107"/>
                  </a:lnTo>
                  <a:lnTo>
                    <a:pt x="5816" y="473964"/>
                  </a:lnTo>
                  <a:lnTo>
                    <a:pt x="3073" y="475107"/>
                  </a:lnTo>
                  <a:lnTo>
                    <a:pt x="1930" y="477850"/>
                  </a:lnTo>
                  <a:lnTo>
                    <a:pt x="3073" y="480580"/>
                  </a:lnTo>
                  <a:lnTo>
                    <a:pt x="5816" y="481723"/>
                  </a:lnTo>
                  <a:lnTo>
                    <a:pt x="8559" y="480580"/>
                  </a:lnTo>
                  <a:lnTo>
                    <a:pt x="9690" y="477850"/>
                  </a:lnTo>
                  <a:close/>
                </a:path>
                <a:path w="12065" h="1583689">
                  <a:moveTo>
                    <a:pt x="9690" y="163156"/>
                  </a:moveTo>
                  <a:lnTo>
                    <a:pt x="8559" y="160413"/>
                  </a:lnTo>
                  <a:lnTo>
                    <a:pt x="5816" y="159283"/>
                  </a:lnTo>
                  <a:lnTo>
                    <a:pt x="3073" y="160413"/>
                  </a:lnTo>
                  <a:lnTo>
                    <a:pt x="1930" y="163156"/>
                  </a:lnTo>
                  <a:lnTo>
                    <a:pt x="3073" y="165900"/>
                  </a:lnTo>
                  <a:lnTo>
                    <a:pt x="5816" y="167030"/>
                  </a:lnTo>
                  <a:lnTo>
                    <a:pt x="8559" y="165900"/>
                  </a:lnTo>
                  <a:lnTo>
                    <a:pt x="9690" y="163156"/>
                  </a:lnTo>
                  <a:close/>
                </a:path>
                <a:path w="12065" h="1583689">
                  <a:moveTo>
                    <a:pt x="11633" y="320497"/>
                  </a:moveTo>
                  <a:lnTo>
                    <a:pt x="9931" y="316382"/>
                  </a:lnTo>
                  <a:lnTo>
                    <a:pt x="5816" y="314680"/>
                  </a:lnTo>
                  <a:lnTo>
                    <a:pt x="1701" y="316382"/>
                  </a:lnTo>
                  <a:lnTo>
                    <a:pt x="0" y="320497"/>
                  </a:lnTo>
                  <a:lnTo>
                    <a:pt x="1701" y="324612"/>
                  </a:lnTo>
                  <a:lnTo>
                    <a:pt x="5816" y="326313"/>
                  </a:lnTo>
                  <a:lnTo>
                    <a:pt x="9931" y="324612"/>
                  </a:lnTo>
                  <a:lnTo>
                    <a:pt x="11633" y="320497"/>
                  </a:lnTo>
                  <a:close/>
                </a:path>
                <a:path w="12065" h="1583689">
                  <a:moveTo>
                    <a:pt x="11633" y="5816"/>
                  </a:moveTo>
                  <a:lnTo>
                    <a:pt x="9931" y="1701"/>
                  </a:lnTo>
                  <a:lnTo>
                    <a:pt x="5816" y="0"/>
                  </a:lnTo>
                  <a:lnTo>
                    <a:pt x="1701" y="1701"/>
                  </a:lnTo>
                  <a:lnTo>
                    <a:pt x="0" y="5816"/>
                  </a:lnTo>
                  <a:lnTo>
                    <a:pt x="1701" y="9931"/>
                  </a:lnTo>
                  <a:lnTo>
                    <a:pt x="5816" y="11633"/>
                  </a:lnTo>
                  <a:lnTo>
                    <a:pt x="9931" y="9931"/>
                  </a:lnTo>
                  <a:lnTo>
                    <a:pt x="11633" y="5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3195099" y="388536"/>
              <a:ext cx="151765" cy="1888489"/>
            </a:xfrm>
            <a:custGeom>
              <a:avLst/>
              <a:gdLst/>
              <a:ahLst/>
              <a:cxnLst/>
              <a:rect l="l" t="t" r="r" b="b"/>
              <a:pathLst>
                <a:path w="151765" h="1888489">
                  <a:moveTo>
                    <a:pt x="0" y="0"/>
                  </a:moveTo>
                  <a:lnTo>
                    <a:pt x="151246" y="0"/>
                  </a:lnTo>
                  <a:lnTo>
                    <a:pt x="151246" y="1888113"/>
                  </a:lnTo>
                  <a:lnTo>
                    <a:pt x="0" y="1888113"/>
                  </a:lnTo>
                  <a:lnTo>
                    <a:pt x="0" y="0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7920487" y="1689822"/>
              <a:ext cx="2077085" cy="3823335"/>
            </a:xfrm>
            <a:custGeom>
              <a:avLst/>
              <a:gdLst/>
              <a:ahLst/>
              <a:cxnLst/>
              <a:rect l="l" t="t" r="r" b="b"/>
              <a:pathLst>
                <a:path w="2077084" h="3823335">
                  <a:moveTo>
                    <a:pt x="2076958" y="3823191"/>
                  </a:moveTo>
                  <a:lnTo>
                    <a:pt x="0" y="3593444"/>
                  </a:lnTo>
                  <a:lnTo>
                    <a:pt x="69728" y="2959770"/>
                  </a:lnTo>
                  <a:lnTo>
                    <a:pt x="332276" y="2991221"/>
                  </a:lnTo>
                  <a:lnTo>
                    <a:pt x="651133" y="0"/>
                  </a:lnTo>
                </a:path>
              </a:pathLst>
            </a:custGeom>
            <a:ln w="15512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0395649" y="1427541"/>
              <a:ext cx="378460" cy="488950"/>
            </a:xfrm>
            <a:custGeom>
              <a:avLst/>
              <a:gdLst/>
              <a:ahLst/>
              <a:cxnLst/>
              <a:rect l="l" t="t" r="r" b="b"/>
              <a:pathLst>
                <a:path w="378459" h="488950">
                  <a:moveTo>
                    <a:pt x="330104" y="488755"/>
                  </a:moveTo>
                  <a:lnTo>
                    <a:pt x="375323" y="63242"/>
                  </a:lnTo>
                </a:path>
                <a:path w="378459" h="488950">
                  <a:moveTo>
                    <a:pt x="375323" y="63242"/>
                  </a:moveTo>
                  <a:lnTo>
                    <a:pt x="378276" y="35389"/>
                  </a:lnTo>
                </a:path>
                <a:path w="378459" h="488950">
                  <a:moveTo>
                    <a:pt x="0" y="425372"/>
                  </a:moveTo>
                  <a:lnTo>
                    <a:pt x="42271" y="27858"/>
                  </a:lnTo>
                </a:path>
                <a:path w="378459" h="488950">
                  <a:moveTo>
                    <a:pt x="42271" y="27858"/>
                  </a:moveTo>
                  <a:lnTo>
                    <a:pt x="45225" y="0"/>
                  </a:lnTo>
                </a:path>
                <a:path w="378459" h="488950">
                  <a:moveTo>
                    <a:pt x="375323" y="63242"/>
                  </a:moveTo>
                  <a:lnTo>
                    <a:pt x="42271" y="278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0758175" y="1480444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0" y="20678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0770972" y="1490783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40">
                  <a:moveTo>
                    <a:pt x="0" y="0"/>
                  </a:moveTo>
                  <a:lnTo>
                    <a:pt x="23113" y="24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0425123" y="1445061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25595" y="0"/>
                  </a:moveTo>
                  <a:lnTo>
                    <a:pt x="0" y="2067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0414730" y="1452941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40">
                  <a:moveTo>
                    <a:pt x="23191" y="245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0284580" y="1299483"/>
              <a:ext cx="657860" cy="180340"/>
            </a:xfrm>
            <a:custGeom>
              <a:avLst/>
              <a:gdLst/>
              <a:ahLst/>
              <a:cxnLst/>
              <a:rect l="l" t="t" r="r" b="b"/>
              <a:pathLst>
                <a:path w="657859" h="180340">
                  <a:moveTo>
                    <a:pt x="645549" y="180044"/>
                  </a:moveTo>
                  <a:lnTo>
                    <a:pt x="0" y="111448"/>
                  </a:lnTo>
                  <a:lnTo>
                    <a:pt x="11867" y="0"/>
                  </a:lnTo>
                  <a:lnTo>
                    <a:pt x="657416" y="68595"/>
                  </a:lnTo>
                  <a:lnTo>
                    <a:pt x="645549" y="180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0284580" y="1299483"/>
              <a:ext cx="657860" cy="180340"/>
            </a:xfrm>
            <a:custGeom>
              <a:avLst/>
              <a:gdLst/>
              <a:ahLst/>
              <a:cxnLst/>
              <a:rect l="l" t="t" r="r" b="b"/>
              <a:pathLst>
                <a:path w="657859" h="180340">
                  <a:moveTo>
                    <a:pt x="11867" y="0"/>
                  </a:moveTo>
                  <a:lnTo>
                    <a:pt x="657416" y="68595"/>
                  </a:lnTo>
                  <a:lnTo>
                    <a:pt x="645549" y="180044"/>
                  </a:lnTo>
                  <a:lnTo>
                    <a:pt x="0" y="111448"/>
                  </a:lnTo>
                  <a:lnTo>
                    <a:pt x="11867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9" name="object 329"/>
          <p:cNvSpPr txBox="1"/>
          <p:nvPr/>
        </p:nvSpPr>
        <p:spPr>
          <a:xfrm rot="360000">
            <a:off x="10334586" y="1348227"/>
            <a:ext cx="558402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3'-0"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(TYP.)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30" name="object 330"/>
          <p:cNvGrpSpPr/>
          <p:nvPr/>
        </p:nvGrpSpPr>
        <p:grpSpPr>
          <a:xfrm>
            <a:off x="9759899" y="2013891"/>
            <a:ext cx="960119" cy="461009"/>
            <a:chOff x="9759899" y="2013891"/>
            <a:chExt cx="960119" cy="461009"/>
          </a:xfrm>
        </p:grpSpPr>
        <p:sp>
          <p:nvSpPr>
            <p:cNvPr id="331" name="object 331"/>
            <p:cNvSpPr/>
            <p:nvPr/>
          </p:nvSpPr>
          <p:spPr>
            <a:xfrm>
              <a:off x="9781590" y="2083769"/>
              <a:ext cx="917575" cy="389255"/>
            </a:xfrm>
            <a:custGeom>
              <a:avLst/>
              <a:gdLst/>
              <a:ahLst/>
              <a:cxnLst/>
              <a:rect l="l" t="t" r="r" b="b"/>
              <a:pathLst>
                <a:path w="917575" h="389255">
                  <a:moveTo>
                    <a:pt x="886147" y="388888"/>
                  </a:moveTo>
                  <a:lnTo>
                    <a:pt x="912673" y="139006"/>
                  </a:lnTo>
                </a:path>
                <a:path w="917575" h="389255">
                  <a:moveTo>
                    <a:pt x="912673" y="139006"/>
                  </a:moveTo>
                  <a:lnTo>
                    <a:pt x="917171" y="96580"/>
                  </a:lnTo>
                </a:path>
                <a:path w="917575" h="389255">
                  <a:moveTo>
                    <a:pt x="0" y="77275"/>
                  </a:moveTo>
                  <a:lnTo>
                    <a:pt x="3722" y="42418"/>
                  </a:lnTo>
                </a:path>
                <a:path w="917575" h="389255">
                  <a:moveTo>
                    <a:pt x="3722" y="42418"/>
                  </a:moveTo>
                  <a:lnTo>
                    <a:pt x="8221" y="0"/>
                  </a:lnTo>
                </a:path>
                <a:path w="917575" h="389255">
                  <a:moveTo>
                    <a:pt x="912673" y="139006"/>
                  </a:moveTo>
                  <a:lnTo>
                    <a:pt x="3722" y="4241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0681465" y="2212437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0" y="20678"/>
                  </a:moveTo>
                  <a:lnTo>
                    <a:pt x="255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0694263" y="2222776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91" y="24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9772515" y="2115849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5">
                  <a:moveTo>
                    <a:pt x="25595" y="0"/>
                  </a:moveTo>
                  <a:lnTo>
                    <a:pt x="0" y="2068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9762122" y="2123729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45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0079428" y="2018018"/>
              <a:ext cx="339090" cy="146685"/>
            </a:xfrm>
            <a:custGeom>
              <a:avLst/>
              <a:gdLst/>
              <a:ahLst/>
              <a:cxnLst/>
              <a:rect l="l" t="t" r="r" b="b"/>
              <a:pathLst>
                <a:path w="339090" h="146685">
                  <a:moveTo>
                    <a:pt x="326614" y="146150"/>
                  </a:moveTo>
                  <a:lnTo>
                    <a:pt x="0" y="111448"/>
                  </a:lnTo>
                  <a:lnTo>
                    <a:pt x="11789" y="0"/>
                  </a:lnTo>
                  <a:lnTo>
                    <a:pt x="338481" y="34701"/>
                  </a:lnTo>
                  <a:lnTo>
                    <a:pt x="326614" y="146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0079428" y="2018018"/>
              <a:ext cx="339090" cy="146685"/>
            </a:xfrm>
            <a:custGeom>
              <a:avLst/>
              <a:gdLst/>
              <a:ahLst/>
              <a:cxnLst/>
              <a:rect l="l" t="t" r="r" b="b"/>
              <a:pathLst>
                <a:path w="339090" h="146685">
                  <a:moveTo>
                    <a:pt x="11789" y="0"/>
                  </a:moveTo>
                  <a:lnTo>
                    <a:pt x="338481" y="34701"/>
                  </a:lnTo>
                  <a:lnTo>
                    <a:pt x="326614" y="146150"/>
                  </a:lnTo>
                  <a:lnTo>
                    <a:pt x="0" y="111448"/>
                  </a:lnTo>
                  <a:lnTo>
                    <a:pt x="1178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8" name="object 338"/>
          <p:cNvSpPr txBox="1"/>
          <p:nvPr/>
        </p:nvSpPr>
        <p:spPr>
          <a:xfrm rot="360000">
            <a:off x="10124652" y="2049615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2"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39" name="object 339"/>
          <p:cNvSpPr/>
          <p:nvPr/>
        </p:nvSpPr>
        <p:spPr>
          <a:xfrm>
            <a:off x="5902189" y="3579739"/>
            <a:ext cx="2148205" cy="224154"/>
          </a:xfrm>
          <a:custGeom>
            <a:avLst/>
            <a:gdLst/>
            <a:ahLst/>
            <a:cxnLst/>
            <a:rect l="l" t="t" r="r" b="b"/>
            <a:pathLst>
              <a:path w="2148204" h="224154">
                <a:moveTo>
                  <a:pt x="2147671" y="224154"/>
                </a:moveTo>
                <a:lnTo>
                  <a:pt x="0" y="224154"/>
                </a:lnTo>
                <a:lnTo>
                  <a:pt x="0" y="0"/>
                </a:lnTo>
                <a:lnTo>
                  <a:pt x="2147671" y="0"/>
                </a:lnTo>
                <a:lnTo>
                  <a:pt x="2147671" y="2241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0" name="object 340"/>
          <p:cNvSpPr txBox="1"/>
          <p:nvPr/>
        </p:nvSpPr>
        <p:spPr>
          <a:xfrm>
            <a:off x="5902189" y="3567039"/>
            <a:ext cx="2162810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8260" marR="83185" indent="-3302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CONTAINER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DIMENSIONS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IN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ACCORDANCE </a:t>
            </a: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CFC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2022,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1207.5.6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(TYP.)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41" name="object 341"/>
          <p:cNvGrpSpPr/>
          <p:nvPr/>
        </p:nvGrpSpPr>
        <p:grpSpPr>
          <a:xfrm>
            <a:off x="5548925" y="3392232"/>
            <a:ext cx="2945765" cy="433070"/>
            <a:chOff x="5548925" y="3392232"/>
            <a:chExt cx="2945765" cy="433070"/>
          </a:xfrm>
        </p:grpSpPr>
        <p:sp>
          <p:nvSpPr>
            <p:cNvPr id="342" name="object 342"/>
            <p:cNvSpPr/>
            <p:nvPr/>
          </p:nvSpPr>
          <p:spPr>
            <a:xfrm>
              <a:off x="8053739" y="3429641"/>
              <a:ext cx="404495" cy="262255"/>
            </a:xfrm>
            <a:custGeom>
              <a:avLst/>
              <a:gdLst/>
              <a:ahLst/>
              <a:cxnLst/>
              <a:rect l="l" t="t" r="r" b="b"/>
              <a:pathLst>
                <a:path w="404495" h="262254">
                  <a:moveTo>
                    <a:pt x="403943" y="0"/>
                  </a:moveTo>
                  <a:lnTo>
                    <a:pt x="148298" y="262175"/>
                  </a:lnTo>
                  <a:lnTo>
                    <a:pt x="0" y="26217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8452098" y="3396359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5">
                  <a:moveTo>
                    <a:pt x="11091" y="38734"/>
                  </a:moveTo>
                  <a:lnTo>
                    <a:pt x="0" y="27906"/>
                  </a:lnTo>
                  <a:lnTo>
                    <a:pt x="38005" y="0"/>
                  </a:lnTo>
                  <a:lnTo>
                    <a:pt x="11091" y="387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8452098" y="3396359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5">
                  <a:moveTo>
                    <a:pt x="38005" y="0"/>
                  </a:moveTo>
                  <a:lnTo>
                    <a:pt x="11091" y="38734"/>
                  </a:lnTo>
                  <a:lnTo>
                    <a:pt x="0" y="27906"/>
                  </a:lnTo>
                  <a:lnTo>
                    <a:pt x="38005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5" name="object 34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625409" y="3548815"/>
              <a:ext cx="2468429" cy="276369"/>
            </a:xfrm>
            <a:prstGeom prst="rect">
              <a:avLst/>
            </a:prstGeom>
          </p:spPr>
        </p:pic>
        <p:pic>
          <p:nvPicPr>
            <p:cNvPr id="346" name="object 34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548925" y="3461023"/>
              <a:ext cx="175841" cy="153332"/>
            </a:xfrm>
            <a:prstGeom prst="rect">
              <a:avLst/>
            </a:prstGeom>
          </p:spPr>
        </p:pic>
      </p:grpSp>
      <p:sp>
        <p:nvSpPr>
          <p:cNvPr id="347" name="object 347"/>
          <p:cNvSpPr txBox="1"/>
          <p:nvPr/>
        </p:nvSpPr>
        <p:spPr>
          <a:xfrm>
            <a:off x="5599555" y="3494689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48" name="object 348"/>
          <p:cNvGrpSpPr/>
          <p:nvPr/>
        </p:nvGrpSpPr>
        <p:grpSpPr>
          <a:xfrm>
            <a:off x="11212534" y="1197628"/>
            <a:ext cx="1955800" cy="786765"/>
            <a:chOff x="11212534" y="1197628"/>
            <a:chExt cx="1955800" cy="786765"/>
          </a:xfrm>
        </p:grpSpPr>
        <p:pic>
          <p:nvPicPr>
            <p:cNvPr id="349" name="object 3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212534" y="1384693"/>
              <a:ext cx="1951540" cy="599221"/>
            </a:xfrm>
            <a:prstGeom prst="rect">
              <a:avLst/>
            </a:prstGeom>
          </p:spPr>
        </p:pic>
        <p:pic>
          <p:nvPicPr>
            <p:cNvPr id="350" name="object 35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992041" y="1197628"/>
              <a:ext cx="175910" cy="153332"/>
            </a:xfrm>
            <a:prstGeom prst="rect">
              <a:avLst/>
            </a:prstGeom>
          </p:spPr>
        </p:pic>
      </p:grpSp>
      <p:sp>
        <p:nvSpPr>
          <p:cNvPr id="351" name="object 351"/>
          <p:cNvSpPr txBox="1"/>
          <p:nvPr/>
        </p:nvSpPr>
        <p:spPr>
          <a:xfrm>
            <a:off x="13042710" y="1231295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352" name="object 35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0413721" y="1576062"/>
            <a:ext cx="288220" cy="437001"/>
          </a:xfrm>
          <a:prstGeom prst="rect">
            <a:avLst/>
          </a:prstGeom>
        </p:spPr>
      </p:pic>
      <p:sp>
        <p:nvSpPr>
          <p:cNvPr id="353" name="object 353"/>
          <p:cNvSpPr txBox="1"/>
          <p:nvPr/>
        </p:nvSpPr>
        <p:spPr>
          <a:xfrm rot="16620000">
            <a:off x="10482984" y="1640993"/>
            <a:ext cx="139851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 spc="-25">
                <a:latin typeface="Verdana"/>
                <a:cs typeface="Verdana"/>
              </a:rPr>
              <a:t>3"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54" name="object 354"/>
          <p:cNvSpPr txBox="1"/>
          <p:nvPr/>
        </p:nvSpPr>
        <p:spPr>
          <a:xfrm>
            <a:off x="11489973" y="3380412"/>
            <a:ext cx="1682114" cy="3282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ts val="825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SPACING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IN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ACCORDANCE</a:t>
            </a:r>
            <a:r>
              <a:rPr dirty="0" sz="700" spc="14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WITH</a:t>
            </a:r>
            <a:endParaRPr sz="700">
              <a:latin typeface="Verdana"/>
              <a:cs typeface="Verdana"/>
            </a:endParaRPr>
          </a:p>
          <a:p>
            <a:pPr marL="15240">
              <a:lnSpc>
                <a:spcPts val="825"/>
              </a:lnSpc>
            </a:pPr>
            <a:r>
              <a:rPr dirty="0" sz="700">
                <a:latin typeface="Arial"/>
                <a:cs typeface="Arial"/>
              </a:rPr>
              <a:t>CFC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2022,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>
                <a:latin typeface="Arial"/>
                <a:cs typeface="Arial"/>
              </a:rPr>
              <a:t>1207.11.7.3</a:t>
            </a:r>
            <a:r>
              <a:rPr dirty="0" sz="700" spc="100">
                <a:latin typeface="Arial"/>
                <a:cs typeface="Arial"/>
              </a:rPr>
              <a:t> </a:t>
            </a:r>
            <a:r>
              <a:rPr dirty="0" sz="700" spc="-25">
                <a:latin typeface="Arial"/>
                <a:cs typeface="Arial"/>
              </a:rPr>
              <a:t>(1)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355" name="object 355"/>
          <p:cNvGrpSpPr/>
          <p:nvPr/>
        </p:nvGrpSpPr>
        <p:grpSpPr>
          <a:xfrm>
            <a:off x="10998151" y="2985326"/>
            <a:ext cx="2312670" cy="840105"/>
            <a:chOff x="10998151" y="2985326"/>
            <a:chExt cx="2312670" cy="840105"/>
          </a:xfrm>
        </p:grpSpPr>
        <p:sp>
          <p:nvSpPr>
            <p:cNvPr id="356" name="object 356"/>
            <p:cNvSpPr/>
            <p:nvPr/>
          </p:nvSpPr>
          <p:spPr>
            <a:xfrm>
              <a:off x="11049808" y="3436451"/>
              <a:ext cx="436880" cy="334010"/>
            </a:xfrm>
            <a:custGeom>
              <a:avLst/>
              <a:gdLst/>
              <a:ahLst/>
              <a:cxnLst/>
              <a:rect l="l" t="t" r="r" b="b"/>
              <a:pathLst>
                <a:path w="436879" h="334010">
                  <a:moveTo>
                    <a:pt x="0" y="333959"/>
                  </a:moveTo>
                  <a:lnTo>
                    <a:pt x="314669" y="0"/>
                  </a:lnTo>
                  <a:lnTo>
                    <a:pt x="436286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7" name="object 3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998151" y="3758473"/>
              <a:ext cx="64143" cy="66540"/>
            </a:xfrm>
            <a:prstGeom prst="rect">
              <a:avLst/>
            </a:prstGeom>
          </p:spPr>
        </p:pic>
        <p:pic>
          <p:nvPicPr>
            <p:cNvPr id="358" name="object 35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355170" y="3172398"/>
              <a:ext cx="1951540" cy="599221"/>
            </a:xfrm>
            <a:prstGeom prst="rect">
              <a:avLst/>
            </a:prstGeom>
          </p:spPr>
        </p:pic>
        <p:pic>
          <p:nvPicPr>
            <p:cNvPr id="359" name="object 35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134677" y="2985326"/>
              <a:ext cx="175910" cy="153340"/>
            </a:xfrm>
            <a:prstGeom prst="rect">
              <a:avLst/>
            </a:prstGeom>
          </p:spPr>
        </p:pic>
      </p:grpSp>
      <p:sp>
        <p:nvSpPr>
          <p:cNvPr id="360" name="object 360"/>
          <p:cNvSpPr txBox="1"/>
          <p:nvPr/>
        </p:nvSpPr>
        <p:spPr>
          <a:xfrm>
            <a:off x="13185347" y="3019000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61" name="object 361"/>
          <p:cNvGrpSpPr/>
          <p:nvPr/>
        </p:nvGrpSpPr>
        <p:grpSpPr>
          <a:xfrm>
            <a:off x="9379414" y="5482595"/>
            <a:ext cx="389890" cy="840105"/>
            <a:chOff x="9379414" y="5482595"/>
            <a:chExt cx="389890" cy="840105"/>
          </a:xfrm>
        </p:grpSpPr>
        <p:pic>
          <p:nvPicPr>
            <p:cNvPr id="362" name="object 36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507486" y="5482595"/>
              <a:ext cx="261306" cy="284265"/>
            </a:xfrm>
            <a:prstGeom prst="rect">
              <a:avLst/>
            </a:prstGeom>
          </p:spPr>
        </p:pic>
        <p:sp>
          <p:nvSpPr>
            <p:cNvPr id="363" name="object 363"/>
            <p:cNvSpPr/>
            <p:nvPr/>
          </p:nvSpPr>
          <p:spPr>
            <a:xfrm>
              <a:off x="9383541" y="5694307"/>
              <a:ext cx="181610" cy="624840"/>
            </a:xfrm>
            <a:custGeom>
              <a:avLst/>
              <a:gdLst/>
              <a:ahLst/>
              <a:cxnLst/>
              <a:rect l="l" t="t" r="r" b="b"/>
              <a:pathLst>
                <a:path w="181609" h="624839">
                  <a:moveTo>
                    <a:pt x="111379" y="624227"/>
                  </a:moveTo>
                  <a:lnTo>
                    <a:pt x="0" y="611437"/>
                  </a:lnTo>
                  <a:lnTo>
                    <a:pt x="70271" y="0"/>
                  </a:lnTo>
                  <a:lnTo>
                    <a:pt x="181572" y="12789"/>
                  </a:lnTo>
                  <a:lnTo>
                    <a:pt x="111379" y="6242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9383541" y="5694307"/>
              <a:ext cx="181610" cy="624840"/>
            </a:xfrm>
            <a:custGeom>
              <a:avLst/>
              <a:gdLst/>
              <a:ahLst/>
              <a:cxnLst/>
              <a:rect l="l" t="t" r="r" b="b"/>
              <a:pathLst>
                <a:path w="181609" h="624839">
                  <a:moveTo>
                    <a:pt x="0" y="611437"/>
                  </a:moveTo>
                  <a:lnTo>
                    <a:pt x="70271" y="0"/>
                  </a:lnTo>
                  <a:lnTo>
                    <a:pt x="181572" y="12789"/>
                  </a:lnTo>
                  <a:lnTo>
                    <a:pt x="111379" y="624227"/>
                  </a:lnTo>
                  <a:lnTo>
                    <a:pt x="0" y="61143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5" name="object 365"/>
          <p:cNvSpPr txBox="1"/>
          <p:nvPr/>
        </p:nvSpPr>
        <p:spPr>
          <a:xfrm rot="16620000">
            <a:off x="9217582" y="5960246"/>
            <a:ext cx="525875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2'-4"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(TYP)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66" name="object 366"/>
          <p:cNvSpPr txBox="1"/>
          <p:nvPr/>
        </p:nvSpPr>
        <p:spPr>
          <a:xfrm>
            <a:off x="15754281" y="2470745"/>
            <a:ext cx="51371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LEGEND</a:t>
            </a:r>
            <a:endParaRPr sz="850">
              <a:latin typeface="Verdana"/>
              <a:cs typeface="Verdana"/>
            </a:endParaRPr>
          </a:p>
        </p:txBody>
      </p:sp>
      <p:graphicFrame>
        <p:nvGraphicFramePr>
          <p:cNvPr id="367" name="object 367"/>
          <p:cNvGraphicFramePr>
            <a:graphicFrameLocks noGrp="1"/>
          </p:cNvGraphicFramePr>
          <p:nvPr/>
        </p:nvGraphicFramePr>
        <p:xfrm>
          <a:off x="13734465" y="2479567"/>
          <a:ext cx="4627880" cy="589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/>
                <a:gridCol w="3167379"/>
                <a:gridCol w="772795"/>
              </a:tblGrid>
              <a:tr h="13144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1445">
                <a:tc>
                  <a:txBody>
                    <a:bodyPr/>
                    <a:lstStyle/>
                    <a:p>
                      <a:pPr marL="1524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SYMBOL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DESCRIPTION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5560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TOTAL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650" spc="-10">
                          <a:latin typeface="Verdana"/>
                          <a:cs typeface="Verdana"/>
                        </a:rPr>
                        <a:t>BOLLARDS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94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700" spc="-25">
                          <a:latin typeface="Verdana"/>
                          <a:cs typeface="Verdana"/>
                        </a:rPr>
                        <a:t>11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361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368" name="object 36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3902077" y="2759830"/>
            <a:ext cx="156985" cy="144149"/>
          </a:xfrm>
          <a:prstGeom prst="rect">
            <a:avLst/>
          </a:prstGeom>
        </p:spPr>
      </p:pic>
      <p:grpSp>
        <p:nvGrpSpPr>
          <p:cNvPr id="369" name="object 369"/>
          <p:cNvGrpSpPr/>
          <p:nvPr/>
        </p:nvGrpSpPr>
        <p:grpSpPr>
          <a:xfrm>
            <a:off x="11357412" y="3750717"/>
            <a:ext cx="5942330" cy="9272905"/>
            <a:chOff x="11357412" y="3750717"/>
            <a:chExt cx="5942330" cy="9272905"/>
          </a:xfrm>
        </p:grpSpPr>
        <p:sp>
          <p:nvSpPr>
            <p:cNvPr id="370" name="object 370"/>
            <p:cNvSpPr/>
            <p:nvPr/>
          </p:nvSpPr>
          <p:spPr>
            <a:xfrm>
              <a:off x="16706168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679800" y="12064303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694999" y="12086639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711710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714397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714482" y="11962532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6689205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6695839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6710787" y="12599441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6710451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6604894" y="12202433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6612032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6540654" y="12185471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560724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573404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559296" y="12451654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6582473" y="12451906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6645118" y="12544105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6666364" y="12564257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645454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687862" y="1258273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6666700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6665608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6687274" y="12585418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6588435" y="12475082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6572228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6605398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6587260" y="1250531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6624377" y="1252244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6604391" y="1253025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6610185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6623369" y="12553762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6626896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6534179" y="12214608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6531501" y="12255669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6530409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6531752" y="12312265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6529750" y="12334769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6533936" y="12364746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6530001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6527694" y="12304540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6589611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6612032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6636637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6535027" y="12227792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6555853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6553250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6550731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6535448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6541494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6549891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540234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6556609" y="12370456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6560556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6548632" y="12423440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6563075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6571724" y="12425540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6595489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6656287" y="12092349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6681060" y="12112082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6689205" y="11977058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6665356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6665440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643103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643103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673838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653264" y="12034326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603803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603719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586924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586924" y="12078242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6617155" y="12075471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6572145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6572060" y="12103349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601787" y="12098227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559464" y="12147517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559464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588435" y="12122410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549051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548967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577099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624544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619254" y="12143821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655951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676021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622529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622529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7165006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7188519" y="12197227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7165006" y="12204952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7257210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7273501" y="12197731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7249821" y="12196386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7062473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7064908" y="12635632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7064656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6898638" y="12492044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6892424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6888142" y="12682067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6870087" y="12657527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6833138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6812312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6818694" y="1248591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6812312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6850101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6850101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6870758" y="12489860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6813404" y="12646716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6841032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6868995" y="1265763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6857995" y="12679967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6841787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6734887" y="12614304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6716077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6760164" y="12627151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6742697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6734887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6786364" y="12637983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6770409" y="12657127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6798960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6786784" y="12640754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6979590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968505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943481" y="12487090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934747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914005" y="12491456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922907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981941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978498" y="12669220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7009485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7007973" y="12660235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7036861" y="12649067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7011416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7038540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6897294" y="12659647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6925678" y="12659563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6918372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6898554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6927106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6953977" y="12657127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6948603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6955573" y="12652509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6763271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6763271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6763271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6783593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6783593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6807190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6865804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6888309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6916441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6938946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6962627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699075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01326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03576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05827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6769065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6801647" y="12295975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6832550" y="12320746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6880583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6880583" y="12302105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6880583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6953306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6981185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010577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041563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072550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254523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7226812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7155601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7165678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7175335" y="12539235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7187259" y="12539235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7158204" y="12541082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7206993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7178022" y="12519166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7224796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7223956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7240667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7212368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7087581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7092032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7111514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7117980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7090017" y="12597174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7114034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7134271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7142585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7136874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7246713" y="12405974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7254859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7256729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7257210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7182641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7173823" y="12224013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7198176" y="12228211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7173823" y="12232829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7249257" y="12392371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7266112" y="12405974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7275517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7260822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7264600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7287273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7261869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7288113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7264368" y="12308234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7265440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7285594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7264428" y="12279853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7262417" y="12226952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7280807" y="12226952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7262333" y="12251639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7061885" y="12037348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7071458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7061885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6823145" y="11949096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7005034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6991766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6768393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6796777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6795937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6886126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6886462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6849933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6826252" y="11990494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6858834" y="11984196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6861101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6838932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6829275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6760584" y="12012746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6729177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6738834" y="12166914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6741102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6778303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6748827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6743789" y="11973364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6719184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6790395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6808701" y="12022906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6803831" y="12111493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6984124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7009233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7033166" y="12025425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7045678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7008393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7019394" y="12116952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6986392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7000332" y="12124761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7022249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7038624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7048617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7029891" y="12133158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7040807" y="12145166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7061885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7045678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7019058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6913250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6944152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6948855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6929037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6929037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6972284" y="11990913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6970857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6885454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6885538" y="11921323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6855307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6825832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6825832" y="11926508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6856315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6768393" y="1194002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6796777" y="11932219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7005034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6945664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/>
            <p:cNvSpPr/>
            <p:nvPr/>
          </p:nvSpPr>
          <p:spPr>
            <a:xfrm>
              <a:off x="16945748" y="11924550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/>
            <p:cNvSpPr/>
            <p:nvPr/>
          </p:nvSpPr>
          <p:spPr>
            <a:xfrm>
              <a:off x="16915601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/>
            <p:cNvSpPr/>
            <p:nvPr/>
          </p:nvSpPr>
          <p:spPr>
            <a:xfrm>
              <a:off x="16915601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/>
            <p:cNvSpPr/>
            <p:nvPr/>
          </p:nvSpPr>
          <p:spPr>
            <a:xfrm>
              <a:off x="16935755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/>
            <p:cNvSpPr/>
            <p:nvPr/>
          </p:nvSpPr>
          <p:spPr>
            <a:xfrm>
              <a:off x="16975559" y="11929952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/>
            <p:cNvSpPr/>
            <p:nvPr/>
          </p:nvSpPr>
          <p:spPr>
            <a:xfrm>
              <a:off x="16975475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/>
            <p:cNvSpPr/>
            <p:nvPr/>
          </p:nvSpPr>
          <p:spPr>
            <a:xfrm>
              <a:off x="17249821" y="1216909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/>
            <p:cNvSpPr/>
            <p:nvPr/>
          </p:nvSpPr>
          <p:spPr>
            <a:xfrm>
              <a:off x="17252172" y="12141387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/>
            <p:cNvSpPr/>
            <p:nvPr/>
          </p:nvSpPr>
          <p:spPr>
            <a:xfrm>
              <a:off x="17147707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/>
            <p:cNvSpPr/>
            <p:nvPr/>
          </p:nvSpPr>
          <p:spPr>
            <a:xfrm>
              <a:off x="17152242" y="12158180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/>
            <p:cNvSpPr/>
            <p:nvPr/>
          </p:nvSpPr>
          <p:spPr>
            <a:xfrm>
              <a:off x="17240248" y="12141387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/>
            <p:cNvSpPr/>
            <p:nvPr/>
          </p:nvSpPr>
          <p:spPr>
            <a:xfrm>
              <a:off x="17228659" y="12114601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/>
            <p:cNvSpPr/>
            <p:nvPr/>
          </p:nvSpPr>
          <p:spPr>
            <a:xfrm>
              <a:off x="17238232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/>
            <p:cNvSpPr/>
            <p:nvPr/>
          </p:nvSpPr>
          <p:spPr>
            <a:xfrm>
              <a:off x="17228659" y="12143821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/>
            <p:cNvSpPr/>
            <p:nvPr/>
          </p:nvSpPr>
          <p:spPr>
            <a:xfrm>
              <a:off x="17214971" y="12089074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/>
            <p:cNvSpPr/>
            <p:nvPr/>
          </p:nvSpPr>
          <p:spPr>
            <a:xfrm>
              <a:off x="17222193" y="12089074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2" name="object 702"/>
            <p:cNvSpPr/>
            <p:nvPr/>
          </p:nvSpPr>
          <p:spPr>
            <a:xfrm>
              <a:off x="17214971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3" name="object 703"/>
            <p:cNvSpPr/>
            <p:nvPr/>
          </p:nvSpPr>
          <p:spPr>
            <a:xfrm>
              <a:off x="17199352" y="12064891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4" name="object 704"/>
            <p:cNvSpPr/>
            <p:nvPr/>
          </p:nvSpPr>
          <p:spPr>
            <a:xfrm>
              <a:off x="17204306" y="1206489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/>
            <p:cNvSpPr/>
            <p:nvPr/>
          </p:nvSpPr>
          <p:spPr>
            <a:xfrm>
              <a:off x="17181885" y="1204221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/>
            <p:cNvSpPr/>
            <p:nvPr/>
          </p:nvSpPr>
          <p:spPr>
            <a:xfrm>
              <a:off x="17184320" y="12042303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/>
            <p:cNvSpPr/>
            <p:nvPr/>
          </p:nvSpPr>
          <p:spPr>
            <a:xfrm>
              <a:off x="17181969" y="12072868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9" name="object 709"/>
            <p:cNvSpPr/>
            <p:nvPr/>
          </p:nvSpPr>
          <p:spPr>
            <a:xfrm>
              <a:off x="17162739" y="12021227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0" name="object 710"/>
            <p:cNvSpPr/>
            <p:nvPr/>
          </p:nvSpPr>
          <p:spPr>
            <a:xfrm>
              <a:off x="17162739" y="12021227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1" name="object 711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2" name="object 712"/>
            <p:cNvSpPr/>
            <p:nvPr/>
          </p:nvSpPr>
          <p:spPr>
            <a:xfrm>
              <a:off x="17088757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/>
            <p:cNvSpPr/>
            <p:nvPr/>
          </p:nvSpPr>
          <p:spPr>
            <a:xfrm>
              <a:off x="17088757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/>
            <p:cNvSpPr/>
            <p:nvPr/>
          </p:nvSpPr>
          <p:spPr>
            <a:xfrm>
              <a:off x="17139562" y="1200199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/>
            <p:cNvSpPr/>
            <p:nvPr/>
          </p:nvSpPr>
          <p:spPr>
            <a:xfrm>
              <a:off x="17114957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7" name="object 717"/>
            <p:cNvSpPr/>
            <p:nvPr/>
          </p:nvSpPr>
          <p:spPr>
            <a:xfrm>
              <a:off x="17114957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8" name="object 718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9" name="object 719"/>
            <p:cNvSpPr/>
            <p:nvPr/>
          </p:nvSpPr>
          <p:spPr>
            <a:xfrm>
              <a:off x="17089009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/>
            <p:cNvSpPr/>
            <p:nvPr/>
          </p:nvSpPr>
          <p:spPr>
            <a:xfrm>
              <a:off x="17089009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/>
            <p:cNvSpPr/>
            <p:nvPr/>
          </p:nvSpPr>
          <p:spPr>
            <a:xfrm>
              <a:off x="17110003" y="12086639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/>
            <p:cNvSpPr/>
            <p:nvPr/>
          </p:nvSpPr>
          <p:spPr>
            <a:xfrm>
              <a:off x="17134691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4" name="object 724"/>
            <p:cNvSpPr/>
            <p:nvPr/>
          </p:nvSpPr>
          <p:spPr>
            <a:xfrm>
              <a:off x="17139562" y="12001998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5" name="object 725"/>
            <p:cNvSpPr/>
            <p:nvPr/>
          </p:nvSpPr>
          <p:spPr>
            <a:xfrm>
              <a:off x="17141997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/>
            <p:cNvSpPr/>
            <p:nvPr/>
          </p:nvSpPr>
          <p:spPr>
            <a:xfrm>
              <a:off x="17263928" y="12169097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7" name="object 727"/>
            <p:cNvSpPr/>
            <p:nvPr/>
          </p:nvSpPr>
          <p:spPr>
            <a:xfrm>
              <a:off x="16591953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/>
            <p:cNvSpPr/>
            <p:nvPr/>
          </p:nvSpPr>
          <p:spPr>
            <a:xfrm>
              <a:off x="17124026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/>
            <p:cNvSpPr/>
            <p:nvPr/>
          </p:nvSpPr>
          <p:spPr>
            <a:xfrm>
              <a:off x="17097238" y="1249154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/>
            <p:cNvSpPr/>
            <p:nvPr/>
          </p:nvSpPr>
          <p:spPr>
            <a:xfrm>
              <a:off x="17121759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2" name="object 732"/>
            <p:cNvSpPr/>
            <p:nvPr/>
          </p:nvSpPr>
          <p:spPr>
            <a:xfrm>
              <a:off x="17071962" y="12519670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/>
            <p:cNvSpPr/>
            <p:nvPr/>
          </p:nvSpPr>
          <p:spPr>
            <a:xfrm>
              <a:off x="17032830" y="12538395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/>
            <p:cNvSpPr/>
            <p:nvPr/>
          </p:nvSpPr>
          <p:spPr>
            <a:xfrm>
              <a:off x="17044251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5" name="object 735"/>
            <p:cNvSpPr/>
            <p:nvPr/>
          </p:nvSpPr>
          <p:spPr>
            <a:xfrm>
              <a:off x="17012928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/>
            <p:cNvSpPr/>
            <p:nvPr/>
          </p:nvSpPr>
          <p:spPr>
            <a:xfrm>
              <a:off x="16975559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/>
            <p:cNvSpPr/>
            <p:nvPr/>
          </p:nvSpPr>
          <p:spPr>
            <a:xfrm>
              <a:off x="16939702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/>
            <p:cNvSpPr/>
            <p:nvPr/>
          </p:nvSpPr>
          <p:spPr>
            <a:xfrm>
              <a:off x="16942053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9" name="object 739"/>
            <p:cNvSpPr/>
            <p:nvPr/>
          </p:nvSpPr>
          <p:spPr>
            <a:xfrm>
              <a:off x="16896287" y="12578112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0" name="object 740"/>
            <p:cNvSpPr/>
            <p:nvPr/>
          </p:nvSpPr>
          <p:spPr>
            <a:xfrm>
              <a:off x="16615392" y="12410341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/>
            <p:cNvSpPr/>
            <p:nvPr/>
          </p:nvSpPr>
          <p:spPr>
            <a:xfrm>
              <a:off x="16669639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3" name="object 743"/>
            <p:cNvSpPr/>
            <p:nvPr/>
          </p:nvSpPr>
          <p:spPr>
            <a:xfrm>
              <a:off x="16656875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4" name="object 744"/>
            <p:cNvSpPr/>
            <p:nvPr/>
          </p:nvSpPr>
          <p:spPr>
            <a:xfrm>
              <a:off x="16671906" y="12497670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5" name="object 745"/>
            <p:cNvSpPr/>
            <p:nvPr/>
          </p:nvSpPr>
          <p:spPr>
            <a:xfrm>
              <a:off x="16697351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6" name="object 746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7" name="object 747"/>
            <p:cNvSpPr/>
            <p:nvPr/>
          </p:nvSpPr>
          <p:spPr>
            <a:xfrm>
              <a:off x="16711626" y="12519166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8" name="object 748"/>
            <p:cNvSpPr/>
            <p:nvPr/>
          </p:nvSpPr>
          <p:spPr>
            <a:xfrm>
              <a:off x="16725650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9" name="object 749"/>
            <p:cNvSpPr/>
            <p:nvPr/>
          </p:nvSpPr>
          <p:spPr>
            <a:xfrm>
              <a:off x="16711626" y="12558212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0" name="object 750"/>
            <p:cNvSpPr/>
            <p:nvPr/>
          </p:nvSpPr>
          <p:spPr>
            <a:xfrm>
              <a:off x="16781241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1" name="object 751"/>
            <p:cNvSpPr/>
            <p:nvPr/>
          </p:nvSpPr>
          <p:spPr>
            <a:xfrm>
              <a:off x="16820542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2" name="object 752"/>
            <p:cNvSpPr/>
            <p:nvPr/>
          </p:nvSpPr>
          <p:spPr>
            <a:xfrm>
              <a:off x="16825916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3" name="object 753"/>
            <p:cNvSpPr/>
            <p:nvPr/>
          </p:nvSpPr>
          <p:spPr>
            <a:xfrm>
              <a:off x="17157952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4" name="object 754"/>
            <p:cNvSpPr/>
            <p:nvPr/>
          </p:nvSpPr>
          <p:spPr>
            <a:xfrm>
              <a:off x="17183649" y="12425876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5" name="object 755"/>
            <p:cNvSpPr/>
            <p:nvPr/>
          </p:nvSpPr>
          <p:spPr>
            <a:xfrm>
              <a:off x="16887965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6" name="object 756"/>
            <p:cNvSpPr/>
            <p:nvPr/>
          </p:nvSpPr>
          <p:spPr>
            <a:xfrm>
              <a:off x="16866972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7" name="object 757"/>
            <p:cNvSpPr/>
            <p:nvPr/>
          </p:nvSpPr>
          <p:spPr>
            <a:xfrm>
              <a:off x="16846487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8" name="object 758"/>
            <p:cNvSpPr/>
            <p:nvPr/>
          </p:nvSpPr>
          <p:spPr>
            <a:xfrm>
              <a:off x="16826840" y="12072535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9" name="object 759"/>
            <p:cNvSpPr/>
            <p:nvPr/>
          </p:nvSpPr>
          <p:spPr>
            <a:xfrm>
              <a:off x="16807777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0" name="object 760"/>
            <p:cNvSpPr/>
            <p:nvPr/>
          </p:nvSpPr>
          <p:spPr>
            <a:xfrm>
              <a:off x="16789387" y="12087318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1" name="object 761"/>
            <p:cNvSpPr/>
            <p:nvPr/>
          </p:nvSpPr>
          <p:spPr>
            <a:xfrm>
              <a:off x="16771747" y="12097148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2" name="object 762"/>
            <p:cNvSpPr/>
            <p:nvPr/>
          </p:nvSpPr>
          <p:spPr>
            <a:xfrm>
              <a:off x="16755123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3" name="object 763"/>
            <p:cNvSpPr/>
            <p:nvPr/>
          </p:nvSpPr>
          <p:spPr>
            <a:xfrm>
              <a:off x="16726573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4" name="object 764"/>
            <p:cNvSpPr/>
            <p:nvPr/>
          </p:nvSpPr>
          <p:spPr>
            <a:xfrm>
              <a:off x="16712629" y="12143655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5" name="object 765"/>
            <p:cNvSpPr/>
            <p:nvPr/>
          </p:nvSpPr>
          <p:spPr>
            <a:xfrm>
              <a:off x="16700196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6" name="object 766"/>
            <p:cNvSpPr/>
            <p:nvPr/>
          </p:nvSpPr>
          <p:spPr>
            <a:xfrm>
              <a:off x="16689451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7" name="object 767"/>
            <p:cNvSpPr/>
            <p:nvPr/>
          </p:nvSpPr>
          <p:spPr>
            <a:xfrm>
              <a:off x="16680472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8" name="object 768"/>
            <p:cNvSpPr/>
            <p:nvPr/>
          </p:nvSpPr>
          <p:spPr>
            <a:xfrm>
              <a:off x="16673081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9" name="object 769"/>
            <p:cNvSpPr/>
            <p:nvPr/>
          </p:nvSpPr>
          <p:spPr>
            <a:xfrm>
              <a:off x="16667201" y="12234435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0" name="object 770"/>
            <p:cNvSpPr/>
            <p:nvPr/>
          </p:nvSpPr>
          <p:spPr>
            <a:xfrm>
              <a:off x="16662997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1" name="object 771"/>
            <p:cNvSpPr/>
            <p:nvPr/>
          </p:nvSpPr>
          <p:spPr>
            <a:xfrm>
              <a:off x="16660483" y="12274910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2" name="object 772"/>
            <p:cNvSpPr/>
            <p:nvPr/>
          </p:nvSpPr>
          <p:spPr>
            <a:xfrm>
              <a:off x="16659644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3" name="object 773"/>
            <p:cNvSpPr/>
            <p:nvPr/>
          </p:nvSpPr>
          <p:spPr>
            <a:xfrm>
              <a:off x="16660483" y="12332174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4" name="object 774"/>
            <p:cNvSpPr/>
            <p:nvPr/>
          </p:nvSpPr>
          <p:spPr>
            <a:xfrm>
              <a:off x="16662997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5" name="object 775"/>
            <p:cNvSpPr/>
            <p:nvPr/>
          </p:nvSpPr>
          <p:spPr>
            <a:xfrm>
              <a:off x="16667201" y="12373906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6" name="object 776"/>
            <p:cNvSpPr/>
            <p:nvPr/>
          </p:nvSpPr>
          <p:spPr>
            <a:xfrm>
              <a:off x="16673081" y="12394226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7" name="object 777"/>
            <p:cNvSpPr/>
            <p:nvPr/>
          </p:nvSpPr>
          <p:spPr>
            <a:xfrm>
              <a:off x="16680803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8" name="object 778"/>
            <p:cNvSpPr/>
            <p:nvPr/>
          </p:nvSpPr>
          <p:spPr>
            <a:xfrm>
              <a:off x="16690290" y="12433101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9" name="object 779"/>
            <p:cNvSpPr/>
            <p:nvPr/>
          </p:nvSpPr>
          <p:spPr>
            <a:xfrm>
              <a:off x="16701377" y="12450995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0" name="object 780"/>
            <p:cNvSpPr/>
            <p:nvPr/>
          </p:nvSpPr>
          <p:spPr>
            <a:xfrm>
              <a:off x="16725062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1" name="object 781"/>
            <p:cNvSpPr/>
            <p:nvPr/>
          </p:nvSpPr>
          <p:spPr>
            <a:xfrm>
              <a:off x="16739502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2" name="object 782"/>
            <p:cNvSpPr/>
            <p:nvPr/>
          </p:nvSpPr>
          <p:spPr>
            <a:xfrm>
              <a:off x="16755123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3" name="object 783"/>
            <p:cNvSpPr/>
            <p:nvPr/>
          </p:nvSpPr>
          <p:spPr>
            <a:xfrm>
              <a:off x="16771747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4" name="object 784"/>
            <p:cNvSpPr/>
            <p:nvPr/>
          </p:nvSpPr>
          <p:spPr>
            <a:xfrm>
              <a:off x="16789464" y="1253176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5" name="object 785"/>
            <p:cNvSpPr/>
            <p:nvPr/>
          </p:nvSpPr>
          <p:spPr>
            <a:xfrm>
              <a:off x="16808107" y="12541419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6" name="object 786"/>
            <p:cNvSpPr/>
            <p:nvPr/>
          </p:nvSpPr>
          <p:spPr>
            <a:xfrm>
              <a:off x="16827678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7" name="object 787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8" name="object 788"/>
            <p:cNvSpPr/>
            <p:nvPr/>
          </p:nvSpPr>
          <p:spPr>
            <a:xfrm>
              <a:off x="16886708" y="12558056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9" name="object 789"/>
            <p:cNvSpPr/>
            <p:nvPr/>
          </p:nvSpPr>
          <p:spPr>
            <a:xfrm>
              <a:off x="16907193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0" name="object 790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1" name="object 791"/>
            <p:cNvSpPr/>
            <p:nvPr/>
          </p:nvSpPr>
          <p:spPr>
            <a:xfrm>
              <a:off x="16947922" y="12551249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2" name="object 792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3" name="object 793"/>
            <p:cNvSpPr/>
            <p:nvPr/>
          </p:nvSpPr>
          <p:spPr>
            <a:xfrm>
              <a:off x="16987901" y="12537900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4" name="object 794"/>
            <p:cNvSpPr/>
            <p:nvPr/>
          </p:nvSpPr>
          <p:spPr>
            <a:xfrm>
              <a:off x="17007459" y="12528910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5" name="object 795"/>
            <p:cNvSpPr/>
            <p:nvPr/>
          </p:nvSpPr>
          <p:spPr>
            <a:xfrm>
              <a:off x="17026446" y="12506583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6" name="object 796"/>
            <p:cNvSpPr/>
            <p:nvPr/>
          </p:nvSpPr>
          <p:spPr>
            <a:xfrm>
              <a:off x="17059275" y="12493388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7" name="object 797"/>
            <p:cNvSpPr/>
            <p:nvPr/>
          </p:nvSpPr>
          <p:spPr>
            <a:xfrm>
              <a:off x="17074807" y="12478872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8" name="object 798"/>
            <p:cNvSpPr/>
            <p:nvPr/>
          </p:nvSpPr>
          <p:spPr>
            <a:xfrm>
              <a:off x="17089336" y="12463327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9" name="object 799"/>
            <p:cNvSpPr/>
            <p:nvPr/>
          </p:nvSpPr>
          <p:spPr>
            <a:xfrm>
              <a:off x="17102519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0" name="object 800"/>
            <p:cNvSpPr/>
            <p:nvPr/>
          </p:nvSpPr>
          <p:spPr>
            <a:xfrm>
              <a:off x="17114444" y="12429075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1" name="object 801"/>
            <p:cNvSpPr/>
            <p:nvPr/>
          </p:nvSpPr>
          <p:spPr>
            <a:xfrm>
              <a:off x="17124947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2" name="object 802"/>
            <p:cNvSpPr/>
            <p:nvPr/>
          </p:nvSpPr>
          <p:spPr>
            <a:xfrm>
              <a:off x="17134015" y="12391623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3" name="object 803"/>
            <p:cNvSpPr/>
            <p:nvPr/>
          </p:nvSpPr>
          <p:spPr>
            <a:xfrm>
              <a:off x="17141825" y="12371975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4" name="object 804"/>
            <p:cNvSpPr/>
            <p:nvPr/>
          </p:nvSpPr>
          <p:spPr>
            <a:xfrm>
              <a:off x="17148378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5" name="object 805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6" name="object 806"/>
            <p:cNvSpPr/>
            <p:nvPr/>
          </p:nvSpPr>
          <p:spPr>
            <a:xfrm>
              <a:off x="17154246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7" name="object 807"/>
            <p:cNvSpPr/>
            <p:nvPr/>
          </p:nvSpPr>
          <p:spPr>
            <a:xfrm>
              <a:off x="17151477" y="12270452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8" name="object 808"/>
            <p:cNvSpPr/>
            <p:nvPr/>
          </p:nvSpPr>
          <p:spPr>
            <a:xfrm>
              <a:off x="17147197" y="12250475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9" name="object 809"/>
            <p:cNvSpPr/>
            <p:nvPr/>
          </p:nvSpPr>
          <p:spPr>
            <a:xfrm>
              <a:off x="17141317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0" name="object 810"/>
            <p:cNvSpPr/>
            <p:nvPr/>
          </p:nvSpPr>
          <p:spPr>
            <a:xfrm>
              <a:off x="17133926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1" name="object 811"/>
            <p:cNvSpPr/>
            <p:nvPr/>
          </p:nvSpPr>
          <p:spPr>
            <a:xfrm>
              <a:off x="17124947" y="12193452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2" name="object 812"/>
            <p:cNvSpPr/>
            <p:nvPr/>
          </p:nvSpPr>
          <p:spPr>
            <a:xfrm>
              <a:off x="17114444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3" name="object 813"/>
            <p:cNvSpPr/>
            <p:nvPr/>
          </p:nvSpPr>
          <p:spPr>
            <a:xfrm>
              <a:off x="17090771" y="12143579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4" name="object 814"/>
            <p:cNvSpPr/>
            <p:nvPr/>
          </p:nvSpPr>
          <p:spPr>
            <a:xfrm>
              <a:off x="17075480" y="12129139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5" name="object 815"/>
            <p:cNvSpPr/>
            <p:nvPr/>
          </p:nvSpPr>
          <p:spPr>
            <a:xfrm>
              <a:off x="17059440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6" name="object 816"/>
            <p:cNvSpPr/>
            <p:nvPr/>
          </p:nvSpPr>
          <p:spPr>
            <a:xfrm>
              <a:off x="17042562" y="12104031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7" name="object 817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8" name="object 818"/>
            <p:cNvSpPr/>
            <p:nvPr/>
          </p:nvSpPr>
          <p:spPr>
            <a:xfrm>
              <a:off x="17006621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9" name="object 819"/>
            <p:cNvSpPr/>
            <p:nvPr/>
          </p:nvSpPr>
          <p:spPr>
            <a:xfrm>
              <a:off x="16987558" y="12077069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0" name="object 820"/>
            <p:cNvSpPr/>
            <p:nvPr/>
          </p:nvSpPr>
          <p:spPr>
            <a:xfrm>
              <a:off x="16968001" y="12071278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1" name="object 821"/>
            <p:cNvSpPr/>
            <p:nvPr/>
          </p:nvSpPr>
          <p:spPr>
            <a:xfrm>
              <a:off x="16929037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2" name="object 822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3" name="object 823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4" name="object 824"/>
            <p:cNvSpPr/>
            <p:nvPr/>
          </p:nvSpPr>
          <p:spPr>
            <a:xfrm>
              <a:off x="16849681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5" name="object 825"/>
            <p:cNvSpPr/>
            <p:nvPr/>
          </p:nvSpPr>
          <p:spPr>
            <a:xfrm>
              <a:off x="1654720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6" name="object 826"/>
            <p:cNvSpPr/>
            <p:nvPr/>
          </p:nvSpPr>
          <p:spPr>
            <a:xfrm>
              <a:off x="16589359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7" name="object 827"/>
            <p:cNvSpPr/>
            <p:nvPr/>
          </p:nvSpPr>
          <p:spPr>
            <a:xfrm>
              <a:off x="1657357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8" name="object 828"/>
            <p:cNvSpPr/>
            <p:nvPr/>
          </p:nvSpPr>
          <p:spPr>
            <a:xfrm>
              <a:off x="1660128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9" name="object 829"/>
            <p:cNvSpPr/>
            <p:nvPr/>
          </p:nvSpPr>
          <p:spPr>
            <a:xfrm>
              <a:off x="16597337" y="1273715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0" name="object 830"/>
            <p:cNvSpPr/>
            <p:nvPr/>
          </p:nvSpPr>
          <p:spPr>
            <a:xfrm>
              <a:off x="1661446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1" name="object 831"/>
            <p:cNvSpPr/>
            <p:nvPr/>
          </p:nvSpPr>
          <p:spPr>
            <a:xfrm>
              <a:off x="1666594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2" name="object 832"/>
            <p:cNvSpPr/>
            <p:nvPr/>
          </p:nvSpPr>
          <p:spPr>
            <a:xfrm>
              <a:off x="16692312" y="12723128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3" name="object 833"/>
            <p:cNvSpPr/>
            <p:nvPr/>
          </p:nvSpPr>
          <p:spPr>
            <a:xfrm>
              <a:off x="16693656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4" name="object 834"/>
            <p:cNvSpPr/>
            <p:nvPr/>
          </p:nvSpPr>
          <p:spPr>
            <a:xfrm>
              <a:off x="16706840" y="12737150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5" name="object 835"/>
            <p:cNvSpPr/>
            <p:nvPr/>
          </p:nvSpPr>
          <p:spPr>
            <a:xfrm>
              <a:off x="1670289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6" name="object 836"/>
            <p:cNvSpPr/>
            <p:nvPr/>
          </p:nvSpPr>
          <p:spPr>
            <a:xfrm>
              <a:off x="16729261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7" name="object 837"/>
            <p:cNvSpPr/>
            <p:nvPr/>
          </p:nvSpPr>
          <p:spPr>
            <a:xfrm>
              <a:off x="16729261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8" name="object 838"/>
            <p:cNvSpPr/>
            <p:nvPr/>
          </p:nvSpPr>
          <p:spPr>
            <a:xfrm>
              <a:off x="16753026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9" name="object 839"/>
            <p:cNvSpPr/>
            <p:nvPr/>
          </p:nvSpPr>
          <p:spPr>
            <a:xfrm>
              <a:off x="16792578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0" name="object 840"/>
            <p:cNvSpPr/>
            <p:nvPr/>
          </p:nvSpPr>
          <p:spPr>
            <a:xfrm>
              <a:off x="16776791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1" name="object 841"/>
            <p:cNvSpPr/>
            <p:nvPr/>
          </p:nvSpPr>
          <p:spPr>
            <a:xfrm>
              <a:off x="16803159" y="12737150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2" name="object 842"/>
            <p:cNvSpPr/>
            <p:nvPr/>
          </p:nvSpPr>
          <p:spPr>
            <a:xfrm>
              <a:off x="16803159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3" name="object 843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4" name="object 844"/>
            <p:cNvSpPr/>
            <p:nvPr/>
          </p:nvSpPr>
          <p:spPr>
            <a:xfrm>
              <a:off x="1687042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5" name="object 845"/>
            <p:cNvSpPr/>
            <p:nvPr/>
          </p:nvSpPr>
          <p:spPr>
            <a:xfrm>
              <a:off x="1689418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6" name="object 846"/>
            <p:cNvSpPr/>
            <p:nvPr/>
          </p:nvSpPr>
          <p:spPr>
            <a:xfrm>
              <a:off x="1691795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7" name="object 847"/>
            <p:cNvSpPr/>
            <p:nvPr/>
          </p:nvSpPr>
          <p:spPr>
            <a:xfrm>
              <a:off x="16942977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8" name="object 848"/>
            <p:cNvSpPr/>
            <p:nvPr/>
          </p:nvSpPr>
          <p:spPr>
            <a:xfrm>
              <a:off x="16942977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9" name="object 849"/>
            <p:cNvSpPr/>
            <p:nvPr/>
          </p:nvSpPr>
          <p:spPr>
            <a:xfrm>
              <a:off x="16957504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0" name="object 850"/>
            <p:cNvSpPr/>
            <p:nvPr/>
          </p:nvSpPr>
          <p:spPr>
            <a:xfrm>
              <a:off x="16982613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1" name="object 851"/>
            <p:cNvSpPr/>
            <p:nvPr/>
          </p:nvSpPr>
          <p:spPr>
            <a:xfrm>
              <a:off x="1698261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2" name="object 852"/>
            <p:cNvSpPr/>
            <p:nvPr/>
          </p:nvSpPr>
          <p:spPr>
            <a:xfrm>
              <a:off x="1700637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3" name="object 853"/>
            <p:cNvSpPr/>
            <p:nvPr/>
          </p:nvSpPr>
          <p:spPr>
            <a:xfrm>
              <a:off x="17031402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4" name="object 854"/>
            <p:cNvSpPr/>
            <p:nvPr/>
          </p:nvSpPr>
          <p:spPr>
            <a:xfrm>
              <a:off x="17031402" y="127371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5" name="object 855"/>
            <p:cNvSpPr/>
            <p:nvPr/>
          </p:nvSpPr>
          <p:spPr>
            <a:xfrm>
              <a:off x="17078932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6" name="object 856"/>
            <p:cNvSpPr/>
            <p:nvPr/>
          </p:nvSpPr>
          <p:spPr>
            <a:xfrm>
              <a:off x="17101353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7" name="object 857"/>
            <p:cNvSpPr/>
            <p:nvPr/>
          </p:nvSpPr>
          <p:spPr>
            <a:xfrm>
              <a:off x="17129065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8" name="object 858"/>
            <p:cNvSpPr/>
            <p:nvPr/>
          </p:nvSpPr>
          <p:spPr>
            <a:xfrm>
              <a:off x="1716861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9" name="object 859"/>
            <p:cNvSpPr/>
            <p:nvPr/>
          </p:nvSpPr>
          <p:spPr>
            <a:xfrm>
              <a:off x="17195069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0" name="object 860"/>
            <p:cNvSpPr/>
            <p:nvPr/>
          </p:nvSpPr>
          <p:spPr>
            <a:xfrm>
              <a:off x="1722143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1" name="object 861"/>
            <p:cNvSpPr/>
            <p:nvPr/>
          </p:nvSpPr>
          <p:spPr>
            <a:xfrm>
              <a:off x="172478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2" name="object 862"/>
            <p:cNvSpPr/>
            <p:nvPr/>
          </p:nvSpPr>
          <p:spPr>
            <a:xfrm>
              <a:off x="11357412" y="3750717"/>
              <a:ext cx="1923414" cy="380365"/>
            </a:xfrm>
            <a:custGeom>
              <a:avLst/>
              <a:gdLst/>
              <a:ahLst/>
              <a:cxnLst/>
              <a:rect l="l" t="t" r="r" b="b"/>
              <a:pathLst>
                <a:path w="1923415" h="380364">
                  <a:moveTo>
                    <a:pt x="1922881" y="0"/>
                  </a:moveTo>
                  <a:lnTo>
                    <a:pt x="0" y="0"/>
                  </a:lnTo>
                  <a:lnTo>
                    <a:pt x="0" y="379969"/>
                  </a:lnTo>
                  <a:lnTo>
                    <a:pt x="1922881" y="379969"/>
                  </a:lnTo>
                  <a:lnTo>
                    <a:pt x="19228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3" name="object 863"/>
          <p:cNvSpPr txBox="1"/>
          <p:nvPr/>
        </p:nvSpPr>
        <p:spPr>
          <a:xfrm>
            <a:off x="11369830" y="3748216"/>
            <a:ext cx="192278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30"/>
              </a:spcBef>
            </a:pP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2025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CFC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312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shall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apply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20" b="1">
                <a:solidFill>
                  <a:srgbClr val="FF0000"/>
                </a:solidFill>
                <a:latin typeface="Arial"/>
                <a:cs typeface="Arial"/>
              </a:rPr>
              <a:t>typ.</a:t>
            </a:r>
            <a:endParaRPr sz="700">
              <a:latin typeface="Arial"/>
              <a:cs typeface="Arial"/>
            </a:endParaRPr>
          </a:p>
        </p:txBody>
      </p:sp>
      <p:sp>
        <p:nvSpPr>
          <p:cNvPr id="865" name="object 865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866" name="object 866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867" name="object 867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868" name="object 868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869" name="object 869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864" name="object 864"/>
          <p:cNvSpPr txBox="1"/>
          <p:nvPr/>
        </p:nvSpPr>
        <p:spPr>
          <a:xfrm>
            <a:off x="15949862" y="8485348"/>
            <a:ext cx="1727835" cy="118935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474345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6553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7715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  <a:spcBef>
                <a:spcPts val="67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95071" y="12887566"/>
            <a:ext cx="624205" cy="230504"/>
          </a:xfrm>
          <a:custGeom>
            <a:avLst/>
            <a:gdLst/>
            <a:ahLst/>
            <a:cxnLst/>
            <a:rect l="l" t="t" r="r" b="b"/>
            <a:pathLst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281"/>
                </a:lnTo>
                <a:lnTo>
                  <a:pt x="0" y="230281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5FF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378215" y="12943120"/>
            <a:ext cx="25844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6692" y="269432"/>
            <a:ext cx="19550380" cy="12856845"/>
            <a:chOff x="276692" y="269432"/>
            <a:chExt cx="19550380" cy="12856845"/>
          </a:xfrm>
        </p:grpSpPr>
        <p:sp>
          <p:nvSpPr>
            <p:cNvPr id="5" name="object 5"/>
            <p:cNvSpPr/>
            <p:nvPr/>
          </p:nvSpPr>
          <p:spPr>
            <a:xfrm>
              <a:off x="19195072" y="12887566"/>
              <a:ext cx="624205" cy="230504"/>
            </a:xfrm>
            <a:custGeom>
              <a:avLst/>
              <a:gdLst/>
              <a:ahLst/>
              <a:cxnLst/>
              <a:rect l="l" t="t" r="r" b="b"/>
              <a:pathLst>
                <a:path w="624205" h="230505">
                  <a:moveTo>
                    <a:pt x="0" y="0"/>
                  </a:moveTo>
                  <a:lnTo>
                    <a:pt x="623987" y="0"/>
                  </a:lnTo>
                  <a:lnTo>
                    <a:pt x="623987" y="230281"/>
                  </a:lnTo>
                  <a:lnTo>
                    <a:pt x="0" y="23028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5FF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84629" y="277369"/>
              <a:ext cx="19534505" cy="12840970"/>
            </a:xfrm>
            <a:custGeom>
              <a:avLst/>
              <a:gdLst/>
              <a:ahLst/>
              <a:cxnLst/>
              <a:rect l="l" t="t" r="r" b="b"/>
              <a:pathLst>
                <a:path w="19534505" h="12840969">
                  <a:moveTo>
                    <a:pt x="0" y="263"/>
                  </a:moveTo>
                  <a:lnTo>
                    <a:pt x="19534273" y="0"/>
                  </a:lnTo>
                  <a:lnTo>
                    <a:pt x="19534428" y="12840554"/>
                  </a:lnTo>
                  <a:lnTo>
                    <a:pt x="170" y="12840787"/>
                  </a:lnTo>
                  <a:lnTo>
                    <a:pt x="0" y="263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600713" y="277400"/>
              <a:ext cx="1218565" cy="12840970"/>
            </a:xfrm>
            <a:custGeom>
              <a:avLst/>
              <a:gdLst/>
              <a:ahLst/>
              <a:cxnLst/>
              <a:rect l="l" t="t" r="r" b="b"/>
              <a:pathLst>
                <a:path w="1218565" h="12840969">
                  <a:moveTo>
                    <a:pt x="0" y="0"/>
                  </a:moveTo>
                  <a:lnTo>
                    <a:pt x="1218190" y="0"/>
                  </a:lnTo>
                  <a:lnTo>
                    <a:pt x="1218190" y="12840485"/>
                  </a:lnTo>
                  <a:lnTo>
                    <a:pt x="0" y="1284048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8600945" y="12887488"/>
              <a:ext cx="594360" cy="230504"/>
            </a:xfrm>
            <a:custGeom>
              <a:avLst/>
              <a:gdLst/>
              <a:ahLst/>
              <a:cxnLst/>
              <a:rect l="l" t="t" r="r" b="b"/>
              <a:pathLst>
                <a:path w="594359" h="230505">
                  <a:moveTo>
                    <a:pt x="0" y="0"/>
                  </a:moveTo>
                  <a:lnTo>
                    <a:pt x="594048" y="0"/>
                  </a:lnTo>
                  <a:lnTo>
                    <a:pt x="594048" y="230281"/>
                  </a:lnTo>
                  <a:lnTo>
                    <a:pt x="0" y="23028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600868" y="11104180"/>
              <a:ext cx="1218565" cy="1041400"/>
            </a:xfrm>
            <a:custGeom>
              <a:avLst/>
              <a:gdLst/>
              <a:ahLst/>
              <a:cxnLst/>
              <a:rect l="l" t="t" r="r" b="b"/>
              <a:pathLst>
                <a:path w="1218565" h="1041400">
                  <a:moveTo>
                    <a:pt x="0" y="0"/>
                  </a:moveTo>
                  <a:lnTo>
                    <a:pt x="1218190" y="0"/>
                  </a:lnTo>
                  <a:lnTo>
                    <a:pt x="1218190" y="1041038"/>
                  </a:lnTo>
                  <a:lnTo>
                    <a:pt x="0" y="104103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8600790" y="6399099"/>
              <a:ext cx="1218565" cy="4705350"/>
            </a:xfrm>
            <a:custGeom>
              <a:avLst/>
              <a:gdLst/>
              <a:ahLst/>
              <a:cxnLst/>
              <a:rect l="l" t="t" r="r" b="b"/>
              <a:pathLst>
                <a:path w="1218565" h="4705350">
                  <a:moveTo>
                    <a:pt x="0" y="0"/>
                  </a:moveTo>
                  <a:lnTo>
                    <a:pt x="1218190" y="0"/>
                  </a:lnTo>
                  <a:lnTo>
                    <a:pt x="1218190" y="4705072"/>
                  </a:lnTo>
                  <a:lnTo>
                    <a:pt x="0" y="470507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9717840" y="277338"/>
              <a:ext cx="101600" cy="4413885"/>
            </a:xfrm>
            <a:custGeom>
              <a:avLst/>
              <a:gdLst/>
              <a:ahLst/>
              <a:cxnLst/>
              <a:rect l="l" t="t" r="r" b="b"/>
              <a:pathLst>
                <a:path w="101600" h="4413885">
                  <a:moveTo>
                    <a:pt x="0" y="0"/>
                  </a:moveTo>
                  <a:lnTo>
                    <a:pt x="101063" y="3"/>
                  </a:lnTo>
                  <a:lnTo>
                    <a:pt x="101141" y="4413776"/>
                  </a:lnTo>
                  <a:lnTo>
                    <a:pt x="0" y="441376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600945" y="275723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90" y="0"/>
                  </a:lnTo>
                  <a:lnTo>
                    <a:pt x="111690" y="4415440"/>
                  </a:lnTo>
                  <a:lnTo>
                    <a:pt x="0" y="4415440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601567" y="3875600"/>
              <a:ext cx="1218565" cy="490855"/>
            </a:xfrm>
            <a:custGeom>
              <a:avLst/>
              <a:gdLst/>
              <a:ahLst/>
              <a:cxnLst/>
              <a:rect l="l" t="t" r="r" b="b"/>
              <a:pathLst>
                <a:path w="1218565" h="490854">
                  <a:moveTo>
                    <a:pt x="0" y="0"/>
                  </a:moveTo>
                  <a:lnTo>
                    <a:pt x="1217957" y="0"/>
                  </a:lnTo>
                  <a:lnTo>
                    <a:pt x="1217957" y="490657"/>
                  </a:lnTo>
                  <a:lnTo>
                    <a:pt x="0" y="49065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600945" y="277391"/>
              <a:ext cx="1218565" cy="297180"/>
            </a:xfrm>
            <a:custGeom>
              <a:avLst/>
              <a:gdLst/>
              <a:ahLst/>
              <a:cxnLst/>
              <a:rect l="l" t="t" r="r" b="b"/>
              <a:pathLst>
                <a:path w="1218565" h="297180">
                  <a:moveTo>
                    <a:pt x="0" y="17"/>
                  </a:moveTo>
                  <a:lnTo>
                    <a:pt x="1217957" y="0"/>
                  </a:lnTo>
                  <a:lnTo>
                    <a:pt x="1217957" y="297035"/>
                  </a:lnTo>
                  <a:lnTo>
                    <a:pt x="0" y="297052"/>
                  </a:lnTo>
                  <a:lnTo>
                    <a:pt x="0" y="1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8624346" y="12929151"/>
            <a:ext cx="224154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20">
                <a:latin typeface="Verdana"/>
                <a:cs typeface="Verdana"/>
              </a:rPr>
              <a:t>.J:OB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238506" y="4691111"/>
            <a:ext cx="582295" cy="1708150"/>
          </a:xfrm>
          <a:custGeom>
            <a:avLst/>
            <a:gdLst/>
            <a:ahLst/>
            <a:cxnLst/>
            <a:rect l="l" t="t" r="r" b="b"/>
            <a:pathLst>
              <a:path w="582294" h="1708150">
                <a:moveTo>
                  <a:pt x="77" y="1707972"/>
                </a:moveTo>
                <a:lnTo>
                  <a:pt x="0" y="7"/>
                </a:lnTo>
                <a:lnTo>
                  <a:pt x="582026" y="0"/>
                </a:lnTo>
                <a:lnTo>
                  <a:pt x="582104" y="1707956"/>
                </a:lnTo>
                <a:lnTo>
                  <a:pt x="77" y="170797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9225519" y="5682586"/>
            <a:ext cx="364490" cy="739775"/>
          </a:xfrm>
          <a:prstGeom prst="rect">
            <a:avLst/>
          </a:prstGeom>
        </p:spPr>
        <p:txBody>
          <a:bodyPr wrap="square" lIns="0" tIns="11430" rIns="0" bIns="0" rtlCol="0" vert="vert270">
            <a:spAutoFit/>
          </a:bodyPr>
          <a:lstStyle/>
          <a:p>
            <a:pPr marL="12700" marR="5080" indent="38735">
              <a:lnSpc>
                <a:spcPct val="100899"/>
              </a:lnSpc>
              <a:spcBef>
                <a:spcPts val="90"/>
              </a:spcBef>
            </a:pPr>
            <a:r>
              <a:rPr dirty="0" sz="1100" spc="-10">
                <a:latin typeface="Verdana"/>
                <a:cs typeface="Verdana"/>
              </a:rPr>
              <a:t>0</a:t>
            </a:r>
            <a:r>
              <a:rPr dirty="0" sz="1100" spc="-130">
                <a:latin typeface="Verdana"/>
                <a:cs typeface="Verdana"/>
              </a:rPr>
              <a:t>6</a:t>
            </a:r>
            <a:r>
              <a:rPr dirty="0" sz="1100" spc="-655">
                <a:latin typeface="Verdana"/>
                <a:cs typeface="Verdana"/>
              </a:rPr>
              <a:t>B</a:t>
            </a:r>
            <a:r>
              <a:rPr dirty="0" sz="1100" spc="-75">
                <a:latin typeface="Verdana"/>
                <a:cs typeface="Verdana"/>
              </a:rPr>
              <a:t>3</a:t>
            </a:r>
            <a:r>
              <a:rPr dirty="0" sz="1100" spc="-819">
                <a:latin typeface="Verdana"/>
                <a:cs typeface="Verdana"/>
              </a:rPr>
              <a:t>O</a:t>
            </a:r>
            <a:r>
              <a:rPr dirty="0" sz="1100" spc="-385">
                <a:latin typeface="Verdana"/>
                <a:cs typeface="Verdana"/>
              </a:rPr>
              <a:t>7</a:t>
            </a:r>
            <a:r>
              <a:rPr dirty="0" sz="1100" spc="-195">
                <a:latin typeface="Verdana"/>
                <a:cs typeface="Verdana"/>
              </a:rPr>
              <a:t>P</a:t>
            </a:r>
            <a:r>
              <a:rPr dirty="0" sz="1100" spc="-580">
                <a:latin typeface="Verdana"/>
                <a:cs typeface="Verdana"/>
              </a:rPr>
              <a:t>X</a:t>
            </a:r>
            <a:r>
              <a:rPr dirty="0" sz="1100" spc="-10">
                <a:latin typeface="Verdana"/>
                <a:cs typeface="Verdana"/>
              </a:rPr>
              <a:t>O</a:t>
            </a:r>
            <a:r>
              <a:rPr dirty="0" sz="1100" spc="-125">
                <a:latin typeface="Verdana"/>
                <a:cs typeface="Verdana"/>
              </a:rPr>
              <a:t> </a:t>
            </a:r>
            <a:r>
              <a:rPr dirty="0" sz="1100" spc="-495">
                <a:latin typeface="Verdana"/>
                <a:cs typeface="Verdana"/>
              </a:rPr>
              <a:t>A</a:t>
            </a:r>
            <a:r>
              <a:rPr dirty="0" sz="1100" spc="60">
                <a:latin typeface="Verdana"/>
                <a:cs typeface="Verdana"/>
              </a:rPr>
              <a:t>81</a:t>
            </a:r>
            <a:r>
              <a:rPr dirty="0" sz="1100" spc="50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CLINTON,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63681" y="5313271"/>
            <a:ext cx="195580" cy="1103630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latin typeface="Verdana"/>
                <a:cs typeface="Verdana"/>
              </a:rPr>
              <a:t>7</a:t>
            </a:r>
            <a:r>
              <a:rPr dirty="0" sz="1100" spc="-315">
                <a:latin typeface="Verdana"/>
                <a:cs typeface="Verdana"/>
              </a:rPr>
              <a:t>0</a:t>
            </a:r>
            <a:r>
              <a:rPr dirty="0" sz="1100" spc="-380">
                <a:latin typeface="Verdana"/>
                <a:cs typeface="Verdana"/>
              </a:rPr>
              <a:t>P</a:t>
            </a:r>
            <a:r>
              <a:rPr dirty="0" sz="1100" spc="-350">
                <a:latin typeface="Verdana"/>
                <a:cs typeface="Verdana"/>
              </a:rPr>
              <a:t>7</a:t>
            </a:r>
            <a:r>
              <a:rPr dirty="0" sz="1100" spc="-505">
                <a:latin typeface="Verdana"/>
                <a:cs typeface="Verdana"/>
              </a:rPr>
              <a:t>H</a:t>
            </a:r>
            <a:r>
              <a:rPr dirty="0" sz="1100" spc="-25">
                <a:latin typeface="Verdana"/>
                <a:cs typeface="Verdana"/>
              </a:rPr>
              <a:t>)</a:t>
            </a:r>
            <a:r>
              <a:rPr dirty="0" sz="1100" spc="-509">
                <a:latin typeface="Verdana"/>
                <a:cs typeface="Verdana"/>
              </a:rPr>
              <a:t>:</a:t>
            </a:r>
            <a:r>
              <a:rPr dirty="0" sz="1100" spc="-10">
                <a:latin typeface="Verdana"/>
                <a:cs typeface="Verdana"/>
              </a:rPr>
              <a:t>-252-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704332" y="4462051"/>
            <a:ext cx="120014" cy="22669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0" b="1">
                <a:latin typeface="Verdana"/>
                <a:cs typeface="Verdana"/>
              </a:rPr>
              <a:t>REV.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713019" y="4135670"/>
            <a:ext cx="120014" cy="22669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75" b="1">
                <a:latin typeface="Verdana"/>
                <a:cs typeface="Verdana"/>
              </a:rPr>
              <a:t>REEV.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708291" y="355184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8601023" y="4691134"/>
              <a:ext cx="638175" cy="1708150"/>
            </a:xfrm>
            <a:custGeom>
              <a:avLst/>
              <a:gdLst/>
              <a:ahLst/>
              <a:cxnLst/>
              <a:rect l="l" t="t" r="r" b="b"/>
              <a:pathLst>
                <a:path w="638175" h="1708150">
                  <a:moveTo>
                    <a:pt x="0" y="1707956"/>
                  </a:moveTo>
                  <a:lnTo>
                    <a:pt x="0" y="8"/>
                  </a:lnTo>
                  <a:lnTo>
                    <a:pt x="637482" y="0"/>
                  </a:lnTo>
                  <a:lnTo>
                    <a:pt x="637560" y="1707949"/>
                  </a:lnTo>
                  <a:lnTo>
                    <a:pt x="0" y="170795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8600868" y="12145218"/>
              <a:ext cx="594360" cy="247650"/>
            </a:xfrm>
            <a:custGeom>
              <a:avLst/>
              <a:gdLst/>
              <a:ahLst/>
              <a:cxnLst/>
              <a:rect l="l" t="t" r="r" b="b"/>
              <a:pathLst>
                <a:path w="594359" h="247650">
                  <a:moveTo>
                    <a:pt x="0" y="0"/>
                  </a:moveTo>
                  <a:lnTo>
                    <a:pt x="594048" y="0"/>
                  </a:lnTo>
                  <a:lnTo>
                    <a:pt x="594048" y="247345"/>
                  </a:lnTo>
                  <a:lnTo>
                    <a:pt x="0" y="24734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8588513" y="12172084"/>
            <a:ext cx="29400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40">
                <a:latin typeface="Verdana"/>
                <a:cs typeface="Verdana"/>
              </a:rPr>
              <a:t>UEFIRST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775867" y="12256230"/>
            <a:ext cx="246379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8600869" y="12392642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18" y="0"/>
                </a:lnTo>
                <a:lnTo>
                  <a:pt x="594203" y="247492"/>
                </a:lnTo>
                <a:lnTo>
                  <a:pt x="0" y="247492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8623458" y="12461622"/>
            <a:ext cx="40513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">
                <a:latin typeface="Verdana"/>
                <a:cs typeface="Verdana"/>
              </a:rPr>
              <a:t>DESIGNED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8600869" y="12640142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0"/>
                </a:moveTo>
                <a:lnTo>
                  <a:pt x="594202" y="0"/>
                </a:lnTo>
                <a:lnTo>
                  <a:pt x="594202" y="247422"/>
                </a:lnTo>
                <a:lnTo>
                  <a:pt x="76" y="247422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8642848" y="12709107"/>
            <a:ext cx="36576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">
                <a:latin typeface="Verdana"/>
                <a:cs typeface="Verdana"/>
              </a:rPr>
              <a:t>CHECKED</a:t>
            </a:r>
            <a:endParaRPr sz="55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8708507" y="271549"/>
            <a:ext cx="1115060" cy="12851130"/>
            <a:chOff x="18708507" y="271549"/>
            <a:chExt cx="1115060" cy="12851130"/>
          </a:xfrm>
        </p:grpSpPr>
        <p:sp>
          <p:nvSpPr>
            <p:cNvPr id="33" name="object 33"/>
            <p:cNvSpPr/>
            <p:nvPr/>
          </p:nvSpPr>
          <p:spPr>
            <a:xfrm>
              <a:off x="18712635" y="275724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88" y="0"/>
                  </a:lnTo>
                  <a:lnTo>
                    <a:pt x="111688" y="4415442"/>
                  </a:lnTo>
                  <a:lnTo>
                    <a:pt x="0" y="4415442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8824324" y="275724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88" y="0"/>
                  </a:lnTo>
                  <a:lnTo>
                    <a:pt x="111688" y="4415436"/>
                  </a:lnTo>
                  <a:lnTo>
                    <a:pt x="0" y="441544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8935936" y="275724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88" y="0"/>
                  </a:lnTo>
                  <a:lnTo>
                    <a:pt x="111766" y="4415436"/>
                  </a:lnTo>
                  <a:lnTo>
                    <a:pt x="75" y="441544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9047625" y="275724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90" y="0"/>
                  </a:lnTo>
                  <a:lnTo>
                    <a:pt x="111766" y="4415436"/>
                  </a:lnTo>
                  <a:lnTo>
                    <a:pt x="77" y="441544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9159315" y="275700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88" y="0"/>
                  </a:lnTo>
                  <a:lnTo>
                    <a:pt x="111766" y="4415442"/>
                  </a:lnTo>
                  <a:lnTo>
                    <a:pt x="75" y="4415442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9271004" y="275701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88" y="0"/>
                  </a:lnTo>
                  <a:lnTo>
                    <a:pt x="111766" y="4415440"/>
                  </a:lnTo>
                  <a:lnTo>
                    <a:pt x="77" y="441544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9382694" y="275692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90" y="0"/>
                  </a:lnTo>
                  <a:lnTo>
                    <a:pt x="111766" y="4415443"/>
                  </a:lnTo>
                  <a:lnTo>
                    <a:pt x="77" y="4415443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9494383" y="275677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1"/>
                  </a:moveTo>
                  <a:lnTo>
                    <a:pt x="111688" y="0"/>
                  </a:lnTo>
                  <a:lnTo>
                    <a:pt x="111766" y="4415437"/>
                  </a:lnTo>
                  <a:lnTo>
                    <a:pt x="75" y="4415444"/>
                  </a:lnTo>
                  <a:lnTo>
                    <a:pt x="0" y="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9606073" y="275678"/>
              <a:ext cx="111760" cy="4415790"/>
            </a:xfrm>
            <a:custGeom>
              <a:avLst/>
              <a:gdLst/>
              <a:ahLst/>
              <a:cxnLst/>
              <a:rect l="l" t="t" r="r" b="b"/>
              <a:pathLst>
                <a:path w="111759" h="4415790">
                  <a:moveTo>
                    <a:pt x="0" y="0"/>
                  </a:moveTo>
                  <a:lnTo>
                    <a:pt x="111690" y="0"/>
                  </a:lnTo>
                  <a:lnTo>
                    <a:pt x="111766" y="4415442"/>
                  </a:lnTo>
                  <a:lnTo>
                    <a:pt x="77" y="441544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9195071" y="12887488"/>
              <a:ext cx="624205" cy="230504"/>
            </a:xfrm>
            <a:custGeom>
              <a:avLst/>
              <a:gdLst/>
              <a:ahLst/>
              <a:cxnLst/>
              <a:rect l="l" t="t" r="r" b="b"/>
              <a:pathLst>
                <a:path w="624205" h="230505">
                  <a:moveTo>
                    <a:pt x="0" y="230437"/>
                  </a:moveTo>
                  <a:lnTo>
                    <a:pt x="0" y="85"/>
                  </a:lnTo>
                  <a:lnTo>
                    <a:pt x="623987" y="0"/>
                  </a:lnTo>
                  <a:lnTo>
                    <a:pt x="623987" y="230437"/>
                  </a:lnTo>
                  <a:lnTo>
                    <a:pt x="0" y="23043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9195071" y="12640142"/>
              <a:ext cx="624205" cy="247650"/>
            </a:xfrm>
            <a:custGeom>
              <a:avLst/>
              <a:gdLst/>
              <a:ahLst/>
              <a:cxnLst/>
              <a:rect l="l" t="t" r="r" b="b"/>
              <a:pathLst>
                <a:path w="624205" h="247650">
                  <a:moveTo>
                    <a:pt x="0" y="247345"/>
                  </a:moveTo>
                  <a:lnTo>
                    <a:pt x="623987" y="247345"/>
                  </a:lnTo>
                  <a:lnTo>
                    <a:pt x="623987" y="0"/>
                  </a:lnTo>
                  <a:lnTo>
                    <a:pt x="0" y="0"/>
                  </a:lnTo>
                  <a:lnTo>
                    <a:pt x="0" y="24734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9195071" y="12392796"/>
              <a:ext cx="624205" cy="247650"/>
            </a:xfrm>
            <a:custGeom>
              <a:avLst/>
              <a:gdLst/>
              <a:ahLst/>
              <a:cxnLst/>
              <a:rect l="l" t="t" r="r" b="b"/>
              <a:pathLst>
                <a:path w="624205" h="247650">
                  <a:moveTo>
                    <a:pt x="0" y="247345"/>
                  </a:moveTo>
                  <a:lnTo>
                    <a:pt x="623987" y="247345"/>
                  </a:lnTo>
                  <a:lnTo>
                    <a:pt x="623987" y="0"/>
                  </a:lnTo>
                  <a:lnTo>
                    <a:pt x="0" y="0"/>
                  </a:lnTo>
                  <a:lnTo>
                    <a:pt x="0" y="24734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9194993" y="12145296"/>
              <a:ext cx="624205" cy="495300"/>
            </a:xfrm>
            <a:custGeom>
              <a:avLst/>
              <a:gdLst/>
              <a:ahLst/>
              <a:cxnLst/>
              <a:rect l="l" t="t" r="r" b="b"/>
              <a:pathLst>
                <a:path w="624205" h="495300">
                  <a:moveTo>
                    <a:pt x="0" y="247345"/>
                  </a:moveTo>
                  <a:lnTo>
                    <a:pt x="624064" y="247345"/>
                  </a:lnTo>
                  <a:lnTo>
                    <a:pt x="624064" y="0"/>
                  </a:lnTo>
                  <a:lnTo>
                    <a:pt x="0" y="0"/>
                  </a:lnTo>
                  <a:lnTo>
                    <a:pt x="0" y="247345"/>
                  </a:lnTo>
                  <a:close/>
                </a:path>
                <a:path w="624205" h="495300">
                  <a:moveTo>
                    <a:pt x="0" y="247345"/>
                  </a:moveTo>
                  <a:lnTo>
                    <a:pt x="624064" y="247345"/>
                  </a:lnTo>
                  <a:lnTo>
                    <a:pt x="624064" y="494846"/>
                  </a:lnTo>
                  <a:lnTo>
                    <a:pt x="0" y="494846"/>
                  </a:lnTo>
                  <a:lnTo>
                    <a:pt x="0" y="24734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9195071" y="12640142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345"/>
                </a:lnTo>
                <a:lnTo>
                  <a:pt x="0" y="247345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9268078" y="12695077"/>
            <a:ext cx="48069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8596818" y="271629"/>
            <a:ext cx="120014" cy="4097654"/>
            <a:chOff x="18596818" y="271629"/>
            <a:chExt cx="120014" cy="4097654"/>
          </a:xfrm>
        </p:grpSpPr>
        <p:sp>
          <p:nvSpPr>
            <p:cNvPr id="50" name="object 50"/>
            <p:cNvSpPr/>
            <p:nvPr/>
          </p:nvSpPr>
          <p:spPr>
            <a:xfrm>
              <a:off x="18600945" y="3873870"/>
              <a:ext cx="111760" cy="490855"/>
            </a:xfrm>
            <a:custGeom>
              <a:avLst/>
              <a:gdLst/>
              <a:ahLst/>
              <a:cxnLst/>
              <a:rect l="l" t="t" r="r" b="b"/>
              <a:pathLst>
                <a:path w="111759" h="490854">
                  <a:moveTo>
                    <a:pt x="0" y="490735"/>
                  </a:moveTo>
                  <a:lnTo>
                    <a:pt x="111611" y="490735"/>
                  </a:lnTo>
                  <a:lnTo>
                    <a:pt x="111611" y="0"/>
                  </a:lnTo>
                  <a:lnTo>
                    <a:pt x="0" y="0"/>
                  </a:lnTo>
                  <a:lnTo>
                    <a:pt x="0" y="49073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8600945" y="275756"/>
              <a:ext cx="111760" cy="297180"/>
            </a:xfrm>
            <a:custGeom>
              <a:avLst/>
              <a:gdLst/>
              <a:ahLst/>
              <a:cxnLst/>
              <a:rect l="l" t="t" r="r" b="b"/>
              <a:pathLst>
                <a:path w="111759" h="297180">
                  <a:moveTo>
                    <a:pt x="0" y="296985"/>
                  </a:moveTo>
                  <a:lnTo>
                    <a:pt x="111611" y="296985"/>
                  </a:lnTo>
                  <a:lnTo>
                    <a:pt x="111611" y="0"/>
                  </a:lnTo>
                  <a:lnTo>
                    <a:pt x="0" y="0"/>
                  </a:lnTo>
                  <a:lnTo>
                    <a:pt x="0" y="29698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18596748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8600946" y="572773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21"/>
                </a:moveTo>
                <a:lnTo>
                  <a:pt x="111611" y="3301121"/>
                </a:lnTo>
                <a:lnTo>
                  <a:pt x="111611" y="0"/>
                </a:lnTo>
                <a:lnTo>
                  <a:pt x="0" y="0"/>
                </a:lnTo>
                <a:lnTo>
                  <a:pt x="0" y="330112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8596671" y="3472736"/>
            <a:ext cx="120014" cy="868044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16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UPDATED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8596818" y="4362115"/>
            <a:ext cx="120014" cy="333375"/>
            <a:chOff x="18596818" y="4362115"/>
            <a:chExt cx="120014" cy="333375"/>
          </a:xfrm>
        </p:grpSpPr>
        <p:sp>
          <p:nvSpPr>
            <p:cNvPr id="56" name="object 56"/>
            <p:cNvSpPr/>
            <p:nvPr/>
          </p:nvSpPr>
          <p:spPr>
            <a:xfrm>
              <a:off x="18608004" y="4488752"/>
              <a:ext cx="95885" cy="110489"/>
            </a:xfrm>
            <a:custGeom>
              <a:avLst/>
              <a:gdLst/>
              <a:ahLst/>
              <a:cxnLst/>
              <a:rect l="l" t="t" r="r" b="b"/>
              <a:pathLst>
                <a:path w="95884" h="110489">
                  <a:moveTo>
                    <a:pt x="0" y="54789"/>
                  </a:moveTo>
                  <a:lnTo>
                    <a:pt x="95789" y="0"/>
                  </a:lnTo>
                  <a:lnTo>
                    <a:pt x="95393" y="110378"/>
                  </a:lnTo>
                  <a:lnTo>
                    <a:pt x="0" y="54789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8600945" y="4366243"/>
              <a:ext cx="111760" cy="325120"/>
            </a:xfrm>
            <a:custGeom>
              <a:avLst/>
              <a:gdLst/>
              <a:ahLst/>
              <a:cxnLst/>
              <a:rect l="l" t="t" r="r" b="b"/>
              <a:pathLst>
                <a:path w="111759" h="325120">
                  <a:moveTo>
                    <a:pt x="0" y="324830"/>
                  </a:moveTo>
                  <a:lnTo>
                    <a:pt x="111611" y="324830"/>
                  </a:lnTo>
                  <a:lnTo>
                    <a:pt x="111611" y="0"/>
                  </a:lnTo>
                  <a:lnTo>
                    <a:pt x="0" y="0"/>
                  </a:lnTo>
                  <a:lnTo>
                    <a:pt x="0" y="32483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18596748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9194994" y="12145219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345"/>
                </a:lnTo>
                <a:lnTo>
                  <a:pt x="0" y="247345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8640225" y="10153953"/>
            <a:ext cx="1083945" cy="92646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43180">
              <a:lnSpc>
                <a:spcPts val="1989"/>
              </a:lnSpc>
            </a:pPr>
            <a:r>
              <a:rPr dirty="0" sz="1700" spc="-680" b="1">
                <a:latin typeface="Arial"/>
                <a:cs typeface="Arial"/>
              </a:rPr>
              <a:t>a</a:t>
            </a:r>
            <a:r>
              <a:rPr dirty="0" sz="1700" spc="-484" b="1">
                <a:latin typeface="Arial"/>
                <a:cs typeface="Arial"/>
              </a:rPr>
              <a:t>P</a:t>
            </a:r>
            <a:r>
              <a:rPr dirty="0" sz="1700" spc="-204" b="1">
                <a:latin typeface="Arial"/>
                <a:cs typeface="Arial"/>
              </a:rPr>
              <a:t>r</a:t>
            </a:r>
            <a:r>
              <a:rPr dirty="0" sz="1700" spc="-1055" b="1">
                <a:latin typeface="Arial"/>
                <a:cs typeface="Arial"/>
              </a:rPr>
              <a:t>N</a:t>
            </a:r>
            <a:r>
              <a:rPr dirty="0" sz="1700" spc="-10" b="1">
                <a:latin typeface="Arial"/>
                <a:cs typeface="Arial"/>
              </a:rPr>
              <a:t>emont</a:t>
            </a:r>
            <a:endParaRPr sz="1700">
              <a:latin typeface="Arial"/>
              <a:cs typeface="Arial"/>
            </a:endParaRPr>
          </a:p>
          <a:p>
            <a:pPr marL="79375" marR="127635" indent="-38100">
              <a:lnSpc>
                <a:spcPct val="134400"/>
              </a:lnSpc>
              <a:spcBef>
                <a:spcPts val="5"/>
              </a:spcBef>
            </a:pPr>
            <a:r>
              <a:rPr dirty="0" sz="1350" spc="-90">
                <a:latin typeface="Arial"/>
                <a:cs typeface="Arial"/>
              </a:rPr>
              <a:t>u4n1nel </a:t>
            </a:r>
            <a:r>
              <a:rPr dirty="0" sz="1350" spc="-10">
                <a:latin typeface="Arial"/>
                <a:cs typeface="Arial"/>
              </a:rPr>
              <a:t>{{CITY_STATE}}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350" spc="-310">
                <a:latin typeface="Arial"/>
                <a:cs typeface="Arial"/>
              </a:rPr>
              <a:t>HA-</a:t>
            </a:r>
            <a:r>
              <a:rPr dirty="0" sz="1350" spc="-765">
                <a:latin typeface="Arial"/>
                <a:cs typeface="Arial"/>
              </a:rPr>
              <a:t>7</a:t>
            </a:r>
            <a:r>
              <a:rPr dirty="0" sz="1350" spc="-160">
                <a:latin typeface="Arial"/>
                <a:cs typeface="Arial"/>
              </a:rPr>
              <a:t>P</a:t>
            </a:r>
            <a:r>
              <a:rPr dirty="0" sz="1350" spc="-615">
                <a:latin typeface="Arial"/>
                <a:cs typeface="Arial"/>
              </a:rPr>
              <a:t>6</a:t>
            </a:r>
            <a:r>
              <a:rPr dirty="0" sz="1350" spc="-385">
                <a:latin typeface="Arial"/>
                <a:cs typeface="Arial"/>
              </a:rPr>
              <a:t>N7</a:t>
            </a:r>
            <a:r>
              <a:rPr dirty="0" sz="1350" spc="-5">
                <a:latin typeface="Arial"/>
                <a:cs typeface="Arial"/>
              </a:rPr>
              <a:t>:0-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7635281" y="12210121"/>
            <a:ext cx="810260" cy="810260"/>
            <a:chOff x="17635281" y="12210121"/>
            <a:chExt cx="810260" cy="810260"/>
          </a:xfrm>
        </p:grpSpPr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8" y="12214248"/>
              <a:ext cx="801837" cy="80191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7639409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48"/>
                  </a:lnTo>
                  <a:lnTo>
                    <a:pt x="791237" y="492802"/>
                  </a:lnTo>
                  <a:lnTo>
                    <a:pt x="778440" y="536077"/>
                  </a:lnTo>
                  <a:lnTo>
                    <a:pt x="761049" y="577172"/>
                  </a:lnTo>
                  <a:lnTo>
                    <a:pt x="739366" y="615785"/>
                  </a:lnTo>
                  <a:lnTo>
                    <a:pt x="713692" y="651615"/>
                  </a:lnTo>
                  <a:lnTo>
                    <a:pt x="684330" y="684359"/>
                  </a:lnTo>
                  <a:lnTo>
                    <a:pt x="651582" y="713716"/>
                  </a:lnTo>
                  <a:lnTo>
                    <a:pt x="615751" y="739385"/>
                  </a:lnTo>
                  <a:lnTo>
                    <a:pt x="577138" y="761063"/>
                  </a:lnTo>
                  <a:lnTo>
                    <a:pt x="536046" y="778449"/>
                  </a:lnTo>
                  <a:lnTo>
                    <a:pt x="492778" y="791241"/>
                  </a:lnTo>
                  <a:lnTo>
                    <a:pt x="447634" y="799137"/>
                  </a:lnTo>
                  <a:lnTo>
                    <a:pt x="400918" y="801837"/>
                  </a:lnTo>
                  <a:lnTo>
                    <a:pt x="354202" y="799137"/>
                  </a:lnTo>
                  <a:lnTo>
                    <a:pt x="309059" y="791241"/>
                  </a:lnTo>
                  <a:lnTo>
                    <a:pt x="265790" y="778449"/>
                  </a:lnTo>
                  <a:lnTo>
                    <a:pt x="224698" y="761063"/>
                  </a:lnTo>
                  <a:lnTo>
                    <a:pt x="186085" y="739385"/>
                  </a:lnTo>
                  <a:lnTo>
                    <a:pt x="150254" y="713716"/>
                  </a:lnTo>
                  <a:lnTo>
                    <a:pt x="117506" y="684359"/>
                  </a:lnTo>
                  <a:lnTo>
                    <a:pt x="88144" y="651615"/>
                  </a:lnTo>
                  <a:lnTo>
                    <a:pt x="62470" y="615785"/>
                  </a:lnTo>
                  <a:lnTo>
                    <a:pt x="40787" y="577172"/>
                  </a:lnTo>
                  <a:lnTo>
                    <a:pt x="23396" y="536077"/>
                  </a:lnTo>
                  <a:lnTo>
                    <a:pt x="10599" y="492802"/>
                  </a:lnTo>
                  <a:lnTo>
                    <a:pt x="2700" y="447648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17892583" y="12823907"/>
            <a:ext cx="120014" cy="72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" spc="-55">
                <a:latin typeface="Calibri"/>
                <a:cs typeface="Calibri"/>
              </a:rPr>
              <a:t>31E/X2P1.</a:t>
            </a:r>
            <a:endParaRPr sz="300">
              <a:latin typeface="Calibri"/>
              <a:cs typeface="Calibri"/>
            </a:endParaRPr>
          </a:p>
        </p:txBody>
      </p:sp>
      <p:pic>
        <p:nvPicPr>
          <p:cNvPr id="66" name="object 6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25035" y="12562425"/>
            <a:ext cx="697748" cy="225938"/>
          </a:xfrm>
          <a:prstGeom prst="rect">
            <a:avLst/>
          </a:prstGeom>
        </p:spPr>
      </p:pic>
      <p:sp>
        <p:nvSpPr>
          <p:cNvPr id="67" name="object 67"/>
          <p:cNvSpPr txBox="1"/>
          <p:nvPr/>
        </p:nvSpPr>
        <p:spPr>
          <a:xfrm>
            <a:off x="18682019" y="11405839"/>
            <a:ext cx="828040" cy="437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E1.2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850" spc="-10">
                <a:latin typeface="Verdana"/>
                <a:cs typeface="Verdana"/>
              </a:rPr>
              <a:t>DEMOLITION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966657" y="12083732"/>
            <a:ext cx="5727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latin typeface="Calibri"/>
                <a:cs typeface="Calibri"/>
              </a:rPr>
              <a:t>ENLARGED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657727" y="12122357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580165" y="12273604"/>
            <a:ext cx="243204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E1.1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633621" y="1665103"/>
            <a:ext cx="13898244" cy="11045190"/>
            <a:chOff x="1633621" y="1665103"/>
            <a:chExt cx="13898244" cy="11045190"/>
          </a:xfrm>
        </p:grpSpPr>
        <p:sp>
          <p:nvSpPr>
            <p:cNvPr id="72" name="object 72"/>
            <p:cNvSpPr/>
            <p:nvPr/>
          </p:nvSpPr>
          <p:spPr>
            <a:xfrm>
              <a:off x="7482743" y="12292508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42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0347236" y="12364521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112712" y="329991"/>
                  </a:moveTo>
                  <a:lnTo>
                    <a:pt x="72149" y="309104"/>
                  </a:lnTo>
                  <a:lnTo>
                    <a:pt x="39614" y="279317"/>
                  </a:lnTo>
                  <a:lnTo>
                    <a:pt x="16089" y="242705"/>
                  </a:lnTo>
                  <a:lnTo>
                    <a:pt x="2557" y="201341"/>
                  </a:lnTo>
                  <a:lnTo>
                    <a:pt x="0" y="157302"/>
                  </a:lnTo>
                  <a:lnTo>
                    <a:pt x="9400" y="112662"/>
                  </a:lnTo>
                  <a:lnTo>
                    <a:pt x="30287" y="72127"/>
                  </a:lnTo>
                  <a:lnTo>
                    <a:pt x="60076" y="39601"/>
                  </a:lnTo>
                  <a:lnTo>
                    <a:pt x="96696" y="16078"/>
                  </a:lnTo>
                  <a:lnTo>
                    <a:pt x="138072" y="2547"/>
                  </a:lnTo>
                  <a:lnTo>
                    <a:pt x="182133" y="0"/>
                  </a:lnTo>
                  <a:lnTo>
                    <a:pt x="226806" y="9427"/>
                  </a:lnTo>
                  <a:lnTo>
                    <a:pt x="267342" y="30287"/>
                  </a:lnTo>
                  <a:lnTo>
                    <a:pt x="299867" y="60066"/>
                  </a:lnTo>
                  <a:lnTo>
                    <a:pt x="323390" y="96684"/>
                  </a:lnTo>
                  <a:lnTo>
                    <a:pt x="336921" y="138059"/>
                  </a:lnTo>
                  <a:lnTo>
                    <a:pt x="339469" y="182110"/>
                  </a:lnTo>
                  <a:lnTo>
                    <a:pt x="330041" y="226756"/>
                  </a:lnTo>
                  <a:lnTo>
                    <a:pt x="309144" y="267291"/>
                  </a:lnTo>
                  <a:lnTo>
                    <a:pt x="279333" y="299817"/>
                  </a:lnTo>
                  <a:lnTo>
                    <a:pt x="242697" y="323340"/>
                  </a:lnTo>
                  <a:lnTo>
                    <a:pt x="201323" y="336871"/>
                  </a:lnTo>
                  <a:lnTo>
                    <a:pt x="157299" y="339418"/>
                  </a:lnTo>
                  <a:lnTo>
                    <a:pt x="112712" y="329991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0356636" y="12373949"/>
              <a:ext cx="320675" cy="320675"/>
            </a:xfrm>
            <a:custGeom>
              <a:avLst/>
              <a:gdLst/>
              <a:ahLst/>
              <a:cxnLst/>
              <a:rect l="l" t="t" r="r" b="b"/>
              <a:pathLst>
                <a:path w="320675" h="320675">
                  <a:moveTo>
                    <a:pt x="320641" y="217329"/>
                  </a:moveTo>
                  <a:lnTo>
                    <a:pt x="0" y="103235"/>
                  </a:lnTo>
                  <a:lnTo>
                    <a:pt x="125688" y="43552"/>
                  </a:lnTo>
                  <a:lnTo>
                    <a:pt x="190230" y="12904"/>
                  </a:lnTo>
                  <a:lnTo>
                    <a:pt x="214009" y="1613"/>
                  </a:lnTo>
                  <a:lnTo>
                    <a:pt x="217406" y="0"/>
                  </a:lnTo>
                  <a:lnTo>
                    <a:pt x="151446" y="185326"/>
                  </a:lnTo>
                  <a:lnTo>
                    <a:pt x="117574" y="280493"/>
                  </a:lnTo>
                  <a:lnTo>
                    <a:pt x="105095" y="315555"/>
                  </a:lnTo>
                  <a:lnTo>
                    <a:pt x="103312" y="320564"/>
                  </a:lnTo>
                  <a:lnTo>
                    <a:pt x="0" y="103235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7482750" y="12075878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15" y="166972"/>
                  </a:lnTo>
                  <a:lnTo>
                    <a:pt x="21998" y="121380"/>
                  </a:lnTo>
                  <a:lnTo>
                    <a:pt x="47555" y="81156"/>
                  </a:lnTo>
                  <a:lnTo>
                    <a:pt x="81091" y="47604"/>
                  </a:lnTo>
                  <a:lnTo>
                    <a:pt x="121312" y="22025"/>
                  </a:lnTo>
                  <a:lnTo>
                    <a:pt x="166923" y="5723"/>
                  </a:lnTo>
                  <a:lnTo>
                    <a:pt x="216630" y="0"/>
                  </a:lnTo>
                  <a:lnTo>
                    <a:pt x="266313" y="5723"/>
                  </a:lnTo>
                  <a:lnTo>
                    <a:pt x="311915" y="22025"/>
                  </a:lnTo>
                  <a:lnTo>
                    <a:pt x="352137" y="47604"/>
                  </a:lnTo>
                  <a:lnTo>
                    <a:pt x="385682" y="81156"/>
                  </a:lnTo>
                  <a:lnTo>
                    <a:pt x="411249" y="121380"/>
                  </a:lnTo>
                  <a:lnTo>
                    <a:pt x="427542" y="166972"/>
                  </a:lnTo>
                  <a:lnTo>
                    <a:pt x="433261" y="216630"/>
                  </a:lnTo>
                  <a:lnTo>
                    <a:pt x="427542" y="266313"/>
                  </a:lnTo>
                  <a:lnTo>
                    <a:pt x="411249" y="311915"/>
                  </a:lnTo>
                  <a:lnTo>
                    <a:pt x="385682" y="352137"/>
                  </a:lnTo>
                  <a:lnTo>
                    <a:pt x="352137" y="385682"/>
                  </a:lnTo>
                  <a:lnTo>
                    <a:pt x="311915" y="411249"/>
                  </a:lnTo>
                  <a:lnTo>
                    <a:pt x="266313" y="427542"/>
                  </a:lnTo>
                  <a:lnTo>
                    <a:pt x="216630" y="433261"/>
                  </a:lnTo>
                  <a:lnTo>
                    <a:pt x="166923" y="427542"/>
                  </a:lnTo>
                  <a:lnTo>
                    <a:pt x="121312" y="411249"/>
                  </a:lnTo>
                  <a:lnTo>
                    <a:pt x="81091" y="385682"/>
                  </a:lnTo>
                  <a:lnTo>
                    <a:pt x="47555" y="352137"/>
                  </a:lnTo>
                  <a:lnTo>
                    <a:pt x="21998" y="311915"/>
                  </a:lnTo>
                  <a:lnTo>
                    <a:pt x="5715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3621" y="1665103"/>
              <a:ext cx="13897812" cy="9964172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8410292" y="6662058"/>
              <a:ext cx="55880" cy="6350"/>
            </a:xfrm>
            <a:custGeom>
              <a:avLst/>
              <a:gdLst/>
              <a:ahLst/>
              <a:cxnLst/>
              <a:rect l="l" t="t" r="r" b="b"/>
              <a:pathLst>
                <a:path w="55879" h="6350">
                  <a:moveTo>
                    <a:pt x="0" y="0"/>
                  </a:moveTo>
                  <a:lnTo>
                    <a:pt x="55534" y="5817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8020465" y="6796163"/>
              <a:ext cx="6350" cy="55880"/>
            </a:xfrm>
            <a:custGeom>
              <a:avLst/>
              <a:gdLst/>
              <a:ahLst/>
              <a:cxnLst/>
              <a:rect l="l" t="t" r="r" b="b"/>
              <a:pathLst>
                <a:path w="6350" h="55879">
                  <a:moveTo>
                    <a:pt x="0" y="55534"/>
                  </a:moveTo>
                  <a:lnTo>
                    <a:pt x="5817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8887842" y="7061441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0" y="0"/>
                  </a:moveTo>
                  <a:lnTo>
                    <a:pt x="4421" y="473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7996188" y="6816468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0" y="2171"/>
                  </a:moveTo>
                  <a:lnTo>
                    <a:pt x="1163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7998980" y="6813505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1240"/>
                  </a:moveTo>
                  <a:lnTo>
                    <a:pt x="2094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8012399" y="6825318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1163" y="0"/>
                  </a:moveTo>
                  <a:lnTo>
                    <a:pt x="0" y="2094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995567" y="6818640"/>
              <a:ext cx="635" cy="2540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0" y="2365"/>
                  </a:moveTo>
                  <a:lnTo>
                    <a:pt x="62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8005806" y="6812722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0" y="0"/>
                  </a:moveTo>
                  <a:lnTo>
                    <a:pt x="2404" y="573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7996343" y="6825745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318" y="209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7997351" y="6814723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1783"/>
                  </a:moveTo>
                  <a:lnTo>
                    <a:pt x="1628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8013562" y="6822952"/>
              <a:ext cx="635" cy="2540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542" y="0"/>
                  </a:moveTo>
                  <a:lnTo>
                    <a:pt x="0" y="2365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8010692" y="6827451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706" y="0"/>
                  </a:moveTo>
                  <a:lnTo>
                    <a:pt x="0" y="1783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8003868" y="6831174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2481" y="0"/>
                  </a:moveTo>
                  <a:lnTo>
                    <a:pt x="0" y="62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8001074" y="6812792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682"/>
                  </a:moveTo>
                  <a:lnTo>
                    <a:pt x="2319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7995568" y="6821006"/>
              <a:ext cx="1270" cy="5080"/>
            </a:xfrm>
            <a:custGeom>
              <a:avLst/>
              <a:gdLst/>
              <a:ahLst/>
              <a:cxnLst/>
              <a:rect l="l" t="t" r="r" b="b"/>
              <a:pathLst>
                <a:path w="1270" h="5079">
                  <a:moveTo>
                    <a:pt x="774" y="4762"/>
                  </a:moveTo>
                  <a:lnTo>
                    <a:pt x="76" y="2427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8013329" y="6818198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0" y="0"/>
                  </a:moveTo>
                  <a:lnTo>
                    <a:pt x="698" y="2319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8010305" y="6814452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0"/>
                  </a:moveTo>
                  <a:lnTo>
                    <a:pt x="1783" y="1706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7997662" y="6827800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706" y="1706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8012088" y="6816127"/>
              <a:ext cx="1270" cy="2540"/>
            </a:xfrm>
            <a:custGeom>
              <a:avLst/>
              <a:gdLst/>
              <a:ahLst/>
              <a:cxnLst/>
              <a:rect l="l" t="t" r="r" b="b"/>
              <a:pathLst>
                <a:path w="1270" h="2540">
                  <a:moveTo>
                    <a:pt x="0" y="0"/>
                  </a:moveTo>
                  <a:lnTo>
                    <a:pt x="1240" y="2094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999368" y="6829506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2171" y="116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8014028" y="6820525"/>
              <a:ext cx="635" cy="2540"/>
            </a:xfrm>
            <a:custGeom>
              <a:avLst/>
              <a:gdLst/>
              <a:ahLst/>
              <a:cxnLst/>
              <a:rect l="l" t="t" r="r" b="b"/>
              <a:pathLst>
                <a:path w="634" h="2540">
                  <a:moveTo>
                    <a:pt x="0" y="0"/>
                  </a:moveTo>
                  <a:lnTo>
                    <a:pt x="77" y="2427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8006349" y="6829219"/>
              <a:ext cx="4445" cy="2540"/>
            </a:xfrm>
            <a:custGeom>
              <a:avLst/>
              <a:gdLst/>
              <a:ahLst/>
              <a:cxnLst/>
              <a:rect l="l" t="t" r="r" b="b"/>
              <a:pathLst>
                <a:path w="4445" h="2540">
                  <a:moveTo>
                    <a:pt x="4343" y="0"/>
                  </a:moveTo>
                  <a:lnTo>
                    <a:pt x="2326" y="1264"/>
                  </a:lnTo>
                  <a:lnTo>
                    <a:pt x="0" y="1954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8001548" y="6830670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2319" y="566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003401" y="6812722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0" y="69"/>
                  </a:moveTo>
                  <a:lnTo>
                    <a:pt x="2403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8008210" y="6813296"/>
              <a:ext cx="2540" cy="1270"/>
            </a:xfrm>
            <a:custGeom>
              <a:avLst/>
              <a:gdLst/>
              <a:ahLst/>
              <a:cxnLst/>
              <a:rect l="l" t="t" r="r" b="b"/>
              <a:pathLst>
                <a:path w="2540" h="1270">
                  <a:moveTo>
                    <a:pt x="0" y="0"/>
                  </a:moveTo>
                  <a:lnTo>
                    <a:pt x="2094" y="1163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8430768" y="6637215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77" y="10711"/>
                  </a:moveTo>
                  <a:lnTo>
                    <a:pt x="10237" y="0"/>
                  </a:lnTo>
                  <a:lnTo>
                    <a:pt x="12565" y="566"/>
                  </a:lnTo>
                  <a:lnTo>
                    <a:pt x="14736" y="1729"/>
                  </a:lnTo>
                  <a:lnTo>
                    <a:pt x="16443" y="3404"/>
                  </a:lnTo>
                  <a:lnTo>
                    <a:pt x="17761" y="5476"/>
                  </a:lnTo>
                  <a:lnTo>
                    <a:pt x="18460" y="7803"/>
                  </a:lnTo>
                  <a:lnTo>
                    <a:pt x="18460" y="10230"/>
                  </a:lnTo>
                  <a:lnTo>
                    <a:pt x="8299" y="18514"/>
                  </a:lnTo>
                  <a:lnTo>
                    <a:pt x="5894" y="17947"/>
                  </a:lnTo>
                  <a:lnTo>
                    <a:pt x="3801" y="16784"/>
                  </a:lnTo>
                  <a:lnTo>
                    <a:pt x="2016" y="15116"/>
                  </a:lnTo>
                  <a:lnTo>
                    <a:pt x="698" y="13037"/>
                  </a:lnTo>
                  <a:lnTo>
                    <a:pt x="77" y="10711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8384619" y="7075037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77" y="10711"/>
                  </a:moveTo>
                  <a:lnTo>
                    <a:pt x="10238" y="0"/>
                  </a:lnTo>
                  <a:lnTo>
                    <a:pt x="12642" y="566"/>
                  </a:lnTo>
                  <a:lnTo>
                    <a:pt x="18537" y="10230"/>
                  </a:lnTo>
                  <a:lnTo>
                    <a:pt x="17995" y="12596"/>
                  </a:lnTo>
                  <a:lnTo>
                    <a:pt x="8298" y="18514"/>
                  </a:lnTo>
                  <a:lnTo>
                    <a:pt x="5971" y="17947"/>
                  </a:lnTo>
                  <a:lnTo>
                    <a:pt x="3800" y="16784"/>
                  </a:lnTo>
                  <a:lnTo>
                    <a:pt x="2015" y="15109"/>
                  </a:lnTo>
                  <a:lnTo>
                    <a:pt x="775" y="13037"/>
                  </a:lnTo>
                  <a:lnTo>
                    <a:pt x="77" y="10711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8819742" y="6899529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0" y="8284"/>
                  </a:moveTo>
                  <a:lnTo>
                    <a:pt x="10238" y="0"/>
                  </a:lnTo>
                  <a:lnTo>
                    <a:pt x="12642" y="566"/>
                  </a:lnTo>
                  <a:lnTo>
                    <a:pt x="18537" y="10231"/>
                  </a:lnTo>
                  <a:lnTo>
                    <a:pt x="17995" y="12589"/>
                  </a:lnTo>
                  <a:lnTo>
                    <a:pt x="8298" y="18514"/>
                  </a:lnTo>
                  <a:lnTo>
                    <a:pt x="5972" y="17940"/>
                  </a:lnTo>
                  <a:lnTo>
                    <a:pt x="0" y="8284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8831066" y="6706439"/>
              <a:ext cx="635" cy="5715"/>
            </a:xfrm>
            <a:custGeom>
              <a:avLst/>
              <a:gdLst/>
              <a:ahLst/>
              <a:cxnLst/>
              <a:rect l="l" t="t" r="r" b="b"/>
              <a:pathLst>
                <a:path w="634" h="5715">
                  <a:moveTo>
                    <a:pt x="542" y="0"/>
                  </a:moveTo>
                  <a:lnTo>
                    <a:pt x="0" y="5196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8002238" y="6851674"/>
              <a:ext cx="18415" cy="172720"/>
            </a:xfrm>
            <a:custGeom>
              <a:avLst/>
              <a:gdLst/>
              <a:ahLst/>
              <a:cxnLst/>
              <a:rect l="l" t="t" r="r" b="b"/>
              <a:pathLst>
                <a:path w="18415" h="172720">
                  <a:moveTo>
                    <a:pt x="0" y="172653"/>
                  </a:moveTo>
                  <a:lnTo>
                    <a:pt x="18227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8044509" y="6623532"/>
              <a:ext cx="366395" cy="38735"/>
            </a:xfrm>
            <a:custGeom>
              <a:avLst/>
              <a:gdLst/>
              <a:ahLst/>
              <a:cxnLst/>
              <a:rect l="l" t="t" r="r" b="b"/>
              <a:pathLst>
                <a:path w="366395" h="38734">
                  <a:moveTo>
                    <a:pt x="0" y="0"/>
                  </a:moveTo>
                  <a:lnTo>
                    <a:pt x="365782" y="3854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8364143" y="7069941"/>
              <a:ext cx="59055" cy="36195"/>
            </a:xfrm>
            <a:custGeom>
              <a:avLst/>
              <a:gdLst/>
              <a:ahLst/>
              <a:cxnLst/>
              <a:rect l="l" t="t" r="r" b="b"/>
              <a:pathLst>
                <a:path w="59054" h="36195">
                  <a:moveTo>
                    <a:pt x="58714" y="5817"/>
                  </a:moveTo>
                  <a:lnTo>
                    <a:pt x="55534" y="35756"/>
                  </a:lnTo>
                  <a:lnTo>
                    <a:pt x="0" y="29938"/>
                  </a:lnTo>
                  <a:lnTo>
                    <a:pt x="318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8002238" y="7024327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4343" y="45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8410292" y="6625061"/>
              <a:ext cx="3810" cy="37465"/>
            </a:xfrm>
            <a:custGeom>
              <a:avLst/>
              <a:gdLst/>
              <a:ahLst/>
              <a:cxnLst/>
              <a:rect l="l" t="t" r="r" b="b"/>
              <a:pathLst>
                <a:path w="3809" h="37465">
                  <a:moveTo>
                    <a:pt x="0" y="36997"/>
                  </a:moveTo>
                  <a:lnTo>
                    <a:pt x="380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8414170" y="6625037"/>
              <a:ext cx="55880" cy="43180"/>
            </a:xfrm>
            <a:custGeom>
              <a:avLst/>
              <a:gdLst/>
              <a:ahLst/>
              <a:cxnLst/>
              <a:rect l="l" t="t" r="r" b="b"/>
              <a:pathLst>
                <a:path w="55879" h="43179">
                  <a:moveTo>
                    <a:pt x="0" y="0"/>
                  </a:moveTo>
                  <a:lnTo>
                    <a:pt x="55534" y="5817"/>
                  </a:lnTo>
                  <a:lnTo>
                    <a:pt x="51656" y="42891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8465827" y="6667906"/>
              <a:ext cx="366395" cy="38735"/>
            </a:xfrm>
            <a:custGeom>
              <a:avLst/>
              <a:gdLst/>
              <a:ahLst/>
              <a:cxnLst/>
              <a:rect l="l" t="t" r="r" b="b"/>
              <a:pathLst>
                <a:path w="366395" h="38734">
                  <a:moveTo>
                    <a:pt x="0" y="0"/>
                  </a:moveTo>
                  <a:lnTo>
                    <a:pt x="365782" y="3854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7989285" y="6792261"/>
              <a:ext cx="37465" cy="3810"/>
            </a:xfrm>
            <a:custGeom>
              <a:avLst/>
              <a:gdLst/>
              <a:ahLst/>
              <a:cxnLst/>
              <a:rect l="l" t="t" r="r" b="b"/>
              <a:pathLst>
                <a:path w="37465" h="3809">
                  <a:moveTo>
                    <a:pt x="0" y="0"/>
                  </a:moveTo>
                  <a:lnTo>
                    <a:pt x="36997" y="380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7983390" y="6792285"/>
              <a:ext cx="37465" cy="59690"/>
            </a:xfrm>
            <a:custGeom>
              <a:avLst/>
              <a:gdLst/>
              <a:ahLst/>
              <a:cxnLst/>
              <a:rect l="l" t="t" r="r" b="b"/>
              <a:pathLst>
                <a:path w="37465" h="59690">
                  <a:moveTo>
                    <a:pt x="37074" y="59412"/>
                  </a:moveTo>
                  <a:lnTo>
                    <a:pt x="0" y="55612"/>
                  </a:lnTo>
                  <a:lnTo>
                    <a:pt x="5894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8026282" y="6623509"/>
              <a:ext cx="18415" cy="172720"/>
            </a:xfrm>
            <a:custGeom>
              <a:avLst/>
              <a:gdLst/>
              <a:ahLst/>
              <a:cxnLst/>
              <a:rect l="l" t="t" r="r" b="b"/>
              <a:pathLst>
                <a:path w="18415" h="172720">
                  <a:moveTo>
                    <a:pt x="0" y="172653"/>
                  </a:moveTo>
                  <a:lnTo>
                    <a:pt x="18227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8811521" y="6935014"/>
              <a:ext cx="33655" cy="3810"/>
            </a:xfrm>
            <a:custGeom>
              <a:avLst/>
              <a:gdLst/>
              <a:ahLst/>
              <a:cxnLst/>
              <a:rect l="l" t="t" r="r" b="b"/>
              <a:pathLst>
                <a:path w="33654" h="3809">
                  <a:moveTo>
                    <a:pt x="33119" y="3490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8817338" y="6879480"/>
              <a:ext cx="33655" cy="59055"/>
            </a:xfrm>
            <a:custGeom>
              <a:avLst/>
              <a:gdLst/>
              <a:ahLst/>
              <a:cxnLst/>
              <a:rect l="l" t="t" r="r" b="b"/>
              <a:pathLst>
                <a:path w="33654" h="59054">
                  <a:moveTo>
                    <a:pt x="0" y="0"/>
                  </a:moveTo>
                  <a:lnTo>
                    <a:pt x="33119" y="3490"/>
                  </a:lnTo>
                  <a:lnTo>
                    <a:pt x="27301" y="59024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9939662" y="6928996"/>
              <a:ext cx="1270" cy="9525"/>
            </a:xfrm>
            <a:custGeom>
              <a:avLst/>
              <a:gdLst/>
              <a:ahLst/>
              <a:cxnLst/>
              <a:rect l="l" t="t" r="r" b="b"/>
              <a:pathLst>
                <a:path w="1270" h="9525">
                  <a:moveTo>
                    <a:pt x="930" y="0"/>
                  </a:moveTo>
                  <a:lnTo>
                    <a:pt x="0" y="9229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9572328" y="7227121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4421" y="465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9572328" y="6893914"/>
              <a:ext cx="368300" cy="333375"/>
            </a:xfrm>
            <a:custGeom>
              <a:avLst/>
              <a:gdLst/>
              <a:ahLst/>
              <a:cxnLst/>
              <a:rect l="l" t="t" r="r" b="b"/>
              <a:pathLst>
                <a:path w="368300" h="333375">
                  <a:moveTo>
                    <a:pt x="0" y="333206"/>
                  </a:moveTo>
                  <a:lnTo>
                    <a:pt x="35058" y="0"/>
                  </a:lnTo>
                  <a:lnTo>
                    <a:pt x="368264" y="3505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8878069" y="6589374"/>
              <a:ext cx="59690" cy="565150"/>
            </a:xfrm>
            <a:custGeom>
              <a:avLst/>
              <a:gdLst/>
              <a:ahLst/>
              <a:cxnLst/>
              <a:rect l="l" t="t" r="r" b="b"/>
              <a:pathLst>
                <a:path w="59690" h="565150">
                  <a:moveTo>
                    <a:pt x="59490" y="0"/>
                  </a:moveTo>
                  <a:lnTo>
                    <a:pt x="9772" y="472043"/>
                  </a:lnTo>
                  <a:lnTo>
                    <a:pt x="0" y="564574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8937559" y="6589374"/>
              <a:ext cx="601980" cy="64135"/>
            </a:xfrm>
            <a:custGeom>
              <a:avLst/>
              <a:gdLst/>
              <a:ahLst/>
              <a:cxnLst/>
              <a:rect l="l" t="t" r="r" b="b"/>
              <a:pathLst>
                <a:path w="601979" h="64134">
                  <a:moveTo>
                    <a:pt x="601649" y="63701"/>
                  </a:moveTo>
                  <a:lnTo>
                    <a:pt x="601649" y="63368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8878069" y="7154003"/>
              <a:ext cx="5080" cy="635"/>
            </a:xfrm>
            <a:custGeom>
              <a:avLst/>
              <a:gdLst/>
              <a:ahLst/>
              <a:cxnLst/>
              <a:rect l="l" t="t" r="r" b="b"/>
              <a:pathLst>
                <a:path w="5079" h="634">
                  <a:moveTo>
                    <a:pt x="4498" y="47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8248032" y="6438686"/>
              <a:ext cx="1832610" cy="194945"/>
            </a:xfrm>
            <a:custGeom>
              <a:avLst/>
              <a:gdLst/>
              <a:ahLst/>
              <a:cxnLst/>
              <a:rect l="l" t="t" r="r" b="b"/>
              <a:pathLst>
                <a:path w="1832609" h="194945">
                  <a:moveTo>
                    <a:pt x="0" y="0"/>
                  </a:moveTo>
                  <a:lnTo>
                    <a:pt x="1832559" y="194758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8248032" y="3495476"/>
              <a:ext cx="2145665" cy="3138170"/>
            </a:xfrm>
            <a:custGeom>
              <a:avLst/>
              <a:gdLst/>
              <a:ahLst/>
              <a:cxnLst/>
              <a:rect l="l" t="t" r="r" b="b"/>
              <a:pathLst>
                <a:path w="2145665" h="3138170">
                  <a:moveTo>
                    <a:pt x="1832559" y="3137930"/>
                  </a:moveTo>
                  <a:lnTo>
                    <a:pt x="2145290" y="194758"/>
                  </a:lnTo>
                  <a:lnTo>
                    <a:pt x="312730" y="0"/>
                  </a:lnTo>
                  <a:lnTo>
                    <a:pt x="0" y="2943171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8658646" y="6106915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5">
                  <a:moveTo>
                    <a:pt x="0" y="0"/>
                  </a:moveTo>
                  <a:lnTo>
                    <a:pt x="2249" y="232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9547198" y="6136551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0" y="64764"/>
                  </a:moveTo>
                  <a:lnTo>
                    <a:pt x="6903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8658646" y="6042127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6903" y="0"/>
                  </a:moveTo>
                  <a:lnTo>
                    <a:pt x="0" y="64764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8885593" y="3906144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6903" y="0"/>
                  </a:moveTo>
                  <a:lnTo>
                    <a:pt x="0" y="64764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9772205" y="4065131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5">
                  <a:moveTo>
                    <a:pt x="0" y="0"/>
                  </a:moveTo>
                  <a:lnTo>
                    <a:pt x="1939" y="209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9554023" y="6136528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4" h="0">
                  <a:moveTo>
                    <a:pt x="77" y="0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9779031" y="4000343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5">
                  <a:moveTo>
                    <a:pt x="2016" y="209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8665549" y="6042127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5">
                  <a:moveTo>
                    <a:pt x="2171" y="22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9774145" y="4000576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0" y="64764"/>
                  </a:moveTo>
                  <a:lnTo>
                    <a:pt x="6903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8885593" y="3970932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0" y="0"/>
                  </a:moveTo>
                  <a:lnTo>
                    <a:pt x="310" y="31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8892496" y="390614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232" y="2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7975712" y="6448048"/>
              <a:ext cx="2110740" cy="229870"/>
            </a:xfrm>
            <a:custGeom>
              <a:avLst/>
              <a:gdLst/>
              <a:ahLst/>
              <a:cxnLst/>
              <a:rect l="l" t="t" r="r" b="b"/>
              <a:pathLst>
                <a:path w="2110740" h="229870">
                  <a:moveTo>
                    <a:pt x="2110232" y="22973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7903191" y="6448087"/>
              <a:ext cx="2183130" cy="895985"/>
            </a:xfrm>
            <a:custGeom>
              <a:avLst/>
              <a:gdLst/>
              <a:ahLst/>
              <a:cxnLst/>
              <a:rect l="l" t="t" r="r" b="b"/>
              <a:pathLst>
                <a:path w="2183129" h="895984">
                  <a:moveTo>
                    <a:pt x="72520" y="0"/>
                  </a:moveTo>
                  <a:lnTo>
                    <a:pt x="0" y="666180"/>
                  </a:lnTo>
                  <a:lnTo>
                    <a:pt x="2110232" y="895919"/>
                  </a:lnTo>
                  <a:lnTo>
                    <a:pt x="2182752" y="229738"/>
                  </a:lnTo>
                </a:path>
              </a:pathLst>
            </a:custGeom>
            <a:ln w="3878">
              <a:solidFill>
                <a:srgbClr val="79787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9576749" y="6903648"/>
              <a:ext cx="363220" cy="358775"/>
            </a:xfrm>
            <a:custGeom>
              <a:avLst/>
              <a:gdLst/>
              <a:ahLst/>
              <a:cxnLst/>
              <a:rect l="l" t="t" r="r" b="b"/>
              <a:pathLst>
                <a:path w="363220" h="358775">
                  <a:moveTo>
                    <a:pt x="328785" y="358569"/>
                  </a:moveTo>
                  <a:lnTo>
                    <a:pt x="362835" y="34592"/>
                  </a:lnTo>
                  <a:lnTo>
                    <a:pt x="34127" y="0"/>
                  </a:lnTo>
                  <a:lnTo>
                    <a:pt x="0" y="323899"/>
                  </a:lnTo>
                  <a:lnTo>
                    <a:pt x="328785" y="358569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8660818" y="6107962"/>
              <a:ext cx="886460" cy="93980"/>
            </a:xfrm>
            <a:custGeom>
              <a:avLst/>
              <a:gdLst/>
              <a:ahLst/>
              <a:cxnLst/>
              <a:rect l="l" t="t" r="r" b="b"/>
              <a:pathLst>
                <a:path w="886459" h="93979">
                  <a:moveTo>
                    <a:pt x="0" y="0"/>
                  </a:moveTo>
                  <a:lnTo>
                    <a:pt x="886379" y="93384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8892806" y="3904973"/>
              <a:ext cx="886460" cy="93980"/>
            </a:xfrm>
            <a:custGeom>
              <a:avLst/>
              <a:gdLst/>
              <a:ahLst/>
              <a:cxnLst/>
              <a:rect l="l" t="t" r="r" b="b"/>
              <a:pathLst>
                <a:path w="886459" h="93979">
                  <a:moveTo>
                    <a:pt x="0" y="0"/>
                  </a:moveTo>
                  <a:lnTo>
                    <a:pt x="886379" y="93384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8882180" y="6653541"/>
              <a:ext cx="661670" cy="567690"/>
            </a:xfrm>
            <a:custGeom>
              <a:avLst/>
              <a:gdLst/>
              <a:ahLst/>
              <a:cxnLst/>
              <a:rect l="l" t="t" r="r" b="b"/>
              <a:pathLst>
                <a:path w="661670" h="567690">
                  <a:moveTo>
                    <a:pt x="661449" y="0"/>
                  </a:moveTo>
                  <a:lnTo>
                    <a:pt x="601649" y="567444"/>
                  </a:lnTo>
                  <a:lnTo>
                    <a:pt x="0" y="504076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3" name="object 1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30365" y="7557528"/>
              <a:ext cx="167921" cy="167921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86519" y="7001896"/>
              <a:ext cx="167921" cy="167921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45312" y="6446559"/>
              <a:ext cx="167921" cy="167921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04104" y="5891222"/>
              <a:ext cx="167999" cy="167921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62974" y="5335877"/>
              <a:ext cx="167921" cy="167921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21766" y="4780540"/>
              <a:ext cx="167921" cy="167921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80558" y="4225196"/>
              <a:ext cx="167999" cy="167921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39427" y="3669859"/>
              <a:ext cx="167921" cy="167921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75020" y="7498705"/>
              <a:ext cx="167921" cy="167921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19675" y="7439889"/>
              <a:ext cx="167921" cy="167921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64331" y="7381074"/>
              <a:ext cx="167921" cy="167921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9547198" y="6136551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0" y="64764"/>
                  </a:moveTo>
                  <a:lnTo>
                    <a:pt x="6825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8660818" y="6107147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4" h="1270">
                  <a:moveTo>
                    <a:pt x="77" y="0"/>
                  </a:moveTo>
                  <a:lnTo>
                    <a:pt x="0" y="814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8005806" y="6629187"/>
              <a:ext cx="829310" cy="403225"/>
            </a:xfrm>
            <a:custGeom>
              <a:avLst/>
              <a:gdLst/>
              <a:ahLst/>
              <a:cxnLst/>
              <a:rect l="l" t="t" r="r" b="b"/>
              <a:pathLst>
                <a:path w="829309" h="403225">
                  <a:moveTo>
                    <a:pt x="0" y="402648"/>
                  </a:moveTo>
                  <a:lnTo>
                    <a:pt x="767" y="395597"/>
                  </a:lnTo>
                  <a:lnTo>
                    <a:pt x="42426" y="0"/>
                  </a:lnTo>
                  <a:lnTo>
                    <a:pt x="825253" y="82448"/>
                  </a:lnTo>
                  <a:lnTo>
                    <a:pt x="829216" y="82867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8792596" y="6935014"/>
              <a:ext cx="19050" cy="180340"/>
            </a:xfrm>
            <a:custGeom>
              <a:avLst/>
              <a:gdLst/>
              <a:ahLst/>
              <a:cxnLst/>
              <a:rect l="l" t="t" r="r" b="b"/>
              <a:pathLst>
                <a:path w="19050" h="180340">
                  <a:moveTo>
                    <a:pt x="18925" y="0"/>
                  </a:moveTo>
                  <a:lnTo>
                    <a:pt x="0" y="179711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8005806" y="7031827"/>
              <a:ext cx="361950" cy="38100"/>
            </a:xfrm>
            <a:custGeom>
              <a:avLst/>
              <a:gdLst/>
              <a:ahLst/>
              <a:cxnLst/>
              <a:rect l="l" t="t" r="r" b="b"/>
              <a:pathLst>
                <a:path w="361950" h="38100">
                  <a:moveTo>
                    <a:pt x="361516" y="38082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8941981" y="6590173"/>
              <a:ext cx="601980" cy="63500"/>
            </a:xfrm>
            <a:custGeom>
              <a:avLst/>
              <a:gdLst/>
              <a:ahLst/>
              <a:cxnLst/>
              <a:rect l="l" t="t" r="r" b="b"/>
              <a:pathLst>
                <a:path w="601979" h="63500">
                  <a:moveTo>
                    <a:pt x="0" y="0"/>
                  </a:moveTo>
                  <a:lnTo>
                    <a:pt x="597228" y="62902"/>
                  </a:lnTo>
                  <a:lnTo>
                    <a:pt x="601649" y="63368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8882180" y="7154476"/>
              <a:ext cx="635" cy="3175"/>
            </a:xfrm>
            <a:custGeom>
              <a:avLst/>
              <a:gdLst/>
              <a:ahLst/>
              <a:cxnLst/>
              <a:rect l="l" t="t" r="r" b="b"/>
              <a:pathLst>
                <a:path w="634" h="3175">
                  <a:moveTo>
                    <a:pt x="0" y="3110"/>
                  </a:moveTo>
                  <a:lnTo>
                    <a:pt x="387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10299163" y="7627706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6" y="3412"/>
                  </a:moveTo>
                  <a:lnTo>
                    <a:pt x="3334" y="0"/>
                  </a:lnTo>
                </a:path>
                <a:path w="3809" h="3809">
                  <a:moveTo>
                    <a:pt x="76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0329257" y="7648904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0355318" y="7072082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7" y="3412"/>
                  </a:moveTo>
                  <a:lnTo>
                    <a:pt x="3335" y="0"/>
                  </a:lnTo>
                </a:path>
                <a:path w="3809" h="3809">
                  <a:moveTo>
                    <a:pt x="77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10385334" y="7093280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403" y="0"/>
                  </a:moveTo>
                  <a:lnTo>
                    <a:pt x="77" y="4250"/>
                  </a:lnTo>
                  <a:lnTo>
                    <a:pt x="0" y="42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10414109" y="6516668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7" y="3490"/>
                  </a:moveTo>
                  <a:lnTo>
                    <a:pt x="3412" y="0"/>
                  </a:lnTo>
                </a:path>
                <a:path w="3809" h="3809">
                  <a:moveTo>
                    <a:pt x="77" y="3490"/>
                  </a:moveTo>
                  <a:lnTo>
                    <a:pt x="0" y="35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0444203" y="653793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7" y="0"/>
                  </a:moveTo>
                  <a:lnTo>
                    <a:pt x="0" y="4258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0472979" y="5961400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0" y="3412"/>
                  </a:moveTo>
                  <a:lnTo>
                    <a:pt x="3335" y="0"/>
                  </a:lnTo>
                </a:path>
                <a:path w="3809" h="3810">
                  <a:moveTo>
                    <a:pt x="0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10502996" y="5982598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0531771" y="5405986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77" y="3490"/>
                  </a:moveTo>
                  <a:lnTo>
                    <a:pt x="3335" y="0"/>
                  </a:lnTo>
                </a:path>
                <a:path w="3809" h="3810">
                  <a:moveTo>
                    <a:pt x="77" y="3490"/>
                  </a:moveTo>
                  <a:lnTo>
                    <a:pt x="0" y="35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10561787" y="5427253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405" y="0"/>
                  </a:moveTo>
                  <a:lnTo>
                    <a:pt x="79" y="4258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10590563" y="4850719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77" y="3412"/>
                  </a:moveTo>
                  <a:lnTo>
                    <a:pt x="3412" y="0"/>
                  </a:lnTo>
                </a:path>
                <a:path w="3809" h="3810">
                  <a:moveTo>
                    <a:pt x="77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10620658" y="4871916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10649433" y="4295382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0" y="3412"/>
                  </a:moveTo>
                  <a:lnTo>
                    <a:pt x="3335" y="0"/>
                  </a:lnTo>
                </a:path>
                <a:path w="3809" h="3810">
                  <a:moveTo>
                    <a:pt x="0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10679450" y="4316571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8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10708225" y="3740037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10">
                  <a:moveTo>
                    <a:pt x="77" y="3412"/>
                  </a:moveTo>
                  <a:lnTo>
                    <a:pt x="3335" y="0"/>
                  </a:lnTo>
                </a:path>
                <a:path w="3809" h="3810">
                  <a:moveTo>
                    <a:pt x="77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10738242" y="376123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403" y="0"/>
                  </a:moveTo>
                  <a:lnTo>
                    <a:pt x="77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9743819" y="7568891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6" y="3412"/>
                  </a:moveTo>
                  <a:lnTo>
                    <a:pt x="3334" y="0"/>
                  </a:lnTo>
                </a:path>
                <a:path w="3809" h="3809">
                  <a:moveTo>
                    <a:pt x="76" y="3412"/>
                  </a:moveTo>
                  <a:lnTo>
                    <a:pt x="0" y="34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9773911" y="7590088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7" y="0"/>
                  </a:moveTo>
                  <a:lnTo>
                    <a:pt x="0" y="4250"/>
                  </a:lnTo>
                  <a:lnTo>
                    <a:pt x="0" y="4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9188473" y="7509998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6" y="3490"/>
                  </a:moveTo>
                  <a:lnTo>
                    <a:pt x="3334" y="0"/>
                  </a:lnTo>
                </a:path>
                <a:path w="3809" h="3809">
                  <a:moveTo>
                    <a:pt x="76" y="3490"/>
                  </a:moveTo>
                  <a:lnTo>
                    <a:pt x="0" y="35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9218567" y="753126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7" y="0"/>
                  </a:moveTo>
                  <a:lnTo>
                    <a:pt x="0" y="4257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8633129" y="7451252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09" h="3809">
                  <a:moveTo>
                    <a:pt x="76" y="3412"/>
                  </a:moveTo>
                  <a:lnTo>
                    <a:pt x="3334" y="0"/>
                  </a:lnTo>
                </a:path>
                <a:path w="3809" h="3809">
                  <a:moveTo>
                    <a:pt x="76" y="3412"/>
                  </a:moveTo>
                  <a:lnTo>
                    <a:pt x="0" y="34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8663223" y="7472450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326" y="0"/>
                  </a:moveTo>
                  <a:lnTo>
                    <a:pt x="0" y="4250"/>
                  </a:lnTo>
                  <a:lnTo>
                    <a:pt x="0" y="426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8665549" y="3970908"/>
              <a:ext cx="220345" cy="2071370"/>
            </a:xfrm>
            <a:custGeom>
              <a:avLst/>
              <a:gdLst/>
              <a:ahLst/>
              <a:cxnLst/>
              <a:rect l="l" t="t" r="r" b="b"/>
              <a:pathLst>
                <a:path w="220345" h="2071370">
                  <a:moveTo>
                    <a:pt x="0" y="2071218"/>
                  </a:moveTo>
                  <a:lnTo>
                    <a:pt x="220043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9554101" y="4065340"/>
              <a:ext cx="220345" cy="2071370"/>
            </a:xfrm>
            <a:custGeom>
              <a:avLst/>
              <a:gdLst/>
              <a:ahLst/>
              <a:cxnLst/>
              <a:rect l="l" t="t" r="r" b="b"/>
              <a:pathLst>
                <a:path w="220345" h="2071370">
                  <a:moveTo>
                    <a:pt x="220043" y="0"/>
                  </a:moveTo>
                  <a:lnTo>
                    <a:pt x="0" y="207121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9554023" y="4065154"/>
              <a:ext cx="218440" cy="2071370"/>
            </a:xfrm>
            <a:custGeom>
              <a:avLst/>
              <a:gdLst/>
              <a:ahLst/>
              <a:cxnLst/>
              <a:rect l="l" t="t" r="r" b="b"/>
              <a:pathLst>
                <a:path w="218440" h="2071370">
                  <a:moveTo>
                    <a:pt x="0" y="2071373"/>
                  </a:moveTo>
                  <a:lnTo>
                    <a:pt x="218182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8660895" y="6042352"/>
              <a:ext cx="6985" cy="64769"/>
            </a:xfrm>
            <a:custGeom>
              <a:avLst/>
              <a:gdLst/>
              <a:ahLst/>
              <a:cxnLst/>
              <a:rect l="l" t="t" r="r" b="b"/>
              <a:pathLst>
                <a:path w="6984" h="64770">
                  <a:moveTo>
                    <a:pt x="6825" y="0"/>
                  </a:moveTo>
                  <a:lnTo>
                    <a:pt x="0" y="64764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8811521" y="6712054"/>
              <a:ext cx="23495" cy="223520"/>
            </a:xfrm>
            <a:custGeom>
              <a:avLst/>
              <a:gdLst/>
              <a:ahLst/>
              <a:cxnLst/>
              <a:rect l="l" t="t" r="r" b="b"/>
              <a:pathLst>
                <a:path w="23495" h="223520">
                  <a:moveTo>
                    <a:pt x="23501" y="0"/>
                  </a:moveTo>
                  <a:lnTo>
                    <a:pt x="5817" y="167456"/>
                  </a:lnTo>
                  <a:lnTo>
                    <a:pt x="0" y="222991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8367323" y="7069941"/>
              <a:ext cx="425450" cy="45085"/>
            </a:xfrm>
            <a:custGeom>
              <a:avLst/>
              <a:gdLst/>
              <a:ahLst/>
              <a:cxnLst/>
              <a:rect l="l" t="t" r="r" b="b"/>
              <a:pathLst>
                <a:path w="425450" h="45084">
                  <a:moveTo>
                    <a:pt x="425273" y="44753"/>
                  </a:moveTo>
                  <a:lnTo>
                    <a:pt x="55534" y="5817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8882568" y="6590134"/>
              <a:ext cx="59690" cy="564515"/>
            </a:xfrm>
            <a:custGeom>
              <a:avLst/>
              <a:gdLst/>
              <a:ahLst/>
              <a:cxnLst/>
              <a:rect l="l" t="t" r="r" b="b"/>
              <a:pathLst>
                <a:path w="59690" h="564515">
                  <a:moveTo>
                    <a:pt x="0" y="564341"/>
                  </a:moveTo>
                  <a:lnTo>
                    <a:pt x="9695" y="471810"/>
                  </a:lnTo>
                  <a:lnTo>
                    <a:pt x="59412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9772205" y="3998326"/>
              <a:ext cx="6985" cy="67310"/>
            </a:xfrm>
            <a:custGeom>
              <a:avLst/>
              <a:gdLst/>
              <a:ahLst/>
              <a:cxnLst/>
              <a:rect l="l" t="t" r="r" b="b"/>
              <a:pathLst>
                <a:path w="6984" h="67310">
                  <a:moveTo>
                    <a:pt x="0" y="66804"/>
                  </a:moveTo>
                  <a:lnTo>
                    <a:pt x="6825" y="2016"/>
                  </a:lnTo>
                  <a:lnTo>
                    <a:pt x="6972" y="0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8667721" y="3970963"/>
              <a:ext cx="218440" cy="2071370"/>
            </a:xfrm>
            <a:custGeom>
              <a:avLst/>
              <a:gdLst/>
              <a:ahLst/>
              <a:cxnLst/>
              <a:rect l="l" t="t" r="r" b="b"/>
              <a:pathLst>
                <a:path w="218440" h="2071370">
                  <a:moveTo>
                    <a:pt x="218182" y="0"/>
                  </a:moveTo>
                  <a:lnTo>
                    <a:pt x="0" y="2071373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8885903" y="3904973"/>
              <a:ext cx="6985" cy="66040"/>
            </a:xfrm>
            <a:custGeom>
              <a:avLst/>
              <a:gdLst/>
              <a:ahLst/>
              <a:cxnLst/>
              <a:rect l="l" t="t" r="r" b="b"/>
              <a:pathLst>
                <a:path w="6984" h="66039">
                  <a:moveTo>
                    <a:pt x="6903" y="0"/>
                  </a:moveTo>
                  <a:lnTo>
                    <a:pt x="6825" y="1194"/>
                  </a:lnTo>
                  <a:lnTo>
                    <a:pt x="0" y="65989"/>
                  </a:lnTo>
                </a:path>
              </a:pathLst>
            </a:custGeom>
            <a:ln w="3878">
              <a:solidFill>
                <a:srgbClr val="83838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2063121" y="9547430"/>
              <a:ext cx="415290" cy="2082164"/>
            </a:xfrm>
            <a:custGeom>
              <a:avLst/>
              <a:gdLst/>
              <a:ahLst/>
              <a:cxnLst/>
              <a:rect l="l" t="t" r="r" b="b"/>
              <a:pathLst>
                <a:path w="415289" h="2082165">
                  <a:moveTo>
                    <a:pt x="0" y="2081844"/>
                  </a:moveTo>
                  <a:lnTo>
                    <a:pt x="41526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163457" y="9698366"/>
              <a:ext cx="240665" cy="1931035"/>
            </a:xfrm>
            <a:custGeom>
              <a:avLst/>
              <a:gdLst/>
              <a:ahLst/>
              <a:cxnLst/>
              <a:rect l="l" t="t" r="r" b="b"/>
              <a:pathLst>
                <a:path w="240664" h="1931034">
                  <a:moveTo>
                    <a:pt x="240364" y="0"/>
                  </a:moveTo>
                  <a:lnTo>
                    <a:pt x="0" y="19309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2478357" y="1844117"/>
              <a:ext cx="786765" cy="7703820"/>
            </a:xfrm>
            <a:custGeom>
              <a:avLst/>
              <a:gdLst/>
              <a:ahLst/>
              <a:cxnLst/>
              <a:rect l="l" t="t" r="r" b="b"/>
              <a:pathLst>
                <a:path w="786764" h="7703820">
                  <a:moveTo>
                    <a:pt x="0" y="7703313"/>
                  </a:moveTo>
                  <a:lnTo>
                    <a:pt x="396187" y="3823734"/>
                  </a:lnTo>
                  <a:lnTo>
                    <a:pt x="78663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4952035" y="11597630"/>
              <a:ext cx="0" cy="31750"/>
            </a:xfrm>
            <a:custGeom>
              <a:avLst/>
              <a:gdLst/>
              <a:ahLst/>
              <a:cxnLst/>
              <a:rect l="l" t="t" r="r" b="b"/>
              <a:pathLst>
                <a:path w="0" h="31750">
                  <a:moveTo>
                    <a:pt x="0" y="0"/>
                  </a:moveTo>
                  <a:lnTo>
                    <a:pt x="0" y="316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5403806" y="1844132"/>
              <a:ext cx="630555" cy="7854315"/>
            </a:xfrm>
            <a:custGeom>
              <a:avLst/>
              <a:gdLst/>
              <a:ahLst/>
              <a:cxnLst/>
              <a:rect l="l" t="t" r="r" b="b"/>
              <a:pathLst>
                <a:path w="630554" h="7854315">
                  <a:moveTo>
                    <a:pt x="630424" y="0"/>
                  </a:moveTo>
                  <a:lnTo>
                    <a:pt x="464209" y="3547070"/>
                  </a:lnTo>
                  <a:lnTo>
                    <a:pt x="0" y="785424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14952035" y="9596527"/>
              <a:ext cx="0" cy="2001520"/>
            </a:xfrm>
            <a:custGeom>
              <a:avLst/>
              <a:gdLst/>
              <a:ahLst/>
              <a:cxnLst/>
              <a:rect l="l" t="t" r="r" b="b"/>
              <a:pathLst>
                <a:path w="0" h="2001520">
                  <a:moveTo>
                    <a:pt x="0" y="0"/>
                  </a:moveTo>
                  <a:lnTo>
                    <a:pt x="0" y="995819"/>
                  </a:lnTo>
                  <a:lnTo>
                    <a:pt x="0" y="20011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8117883" y="7140794"/>
              <a:ext cx="29209" cy="308610"/>
            </a:xfrm>
            <a:custGeom>
              <a:avLst/>
              <a:gdLst/>
              <a:ahLst/>
              <a:cxnLst/>
              <a:rect l="l" t="t" r="r" b="b"/>
              <a:pathLst>
                <a:path w="29209" h="308609">
                  <a:moveTo>
                    <a:pt x="28853" y="0"/>
                  </a:moveTo>
                  <a:lnTo>
                    <a:pt x="0" y="30838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12998557" y="7635547"/>
              <a:ext cx="1953895" cy="968375"/>
            </a:xfrm>
            <a:custGeom>
              <a:avLst/>
              <a:gdLst/>
              <a:ahLst/>
              <a:cxnLst/>
              <a:rect l="l" t="t" r="r" b="b"/>
              <a:pathLst>
                <a:path w="1953894" h="968375">
                  <a:moveTo>
                    <a:pt x="1953479" y="0"/>
                  </a:moveTo>
                  <a:lnTo>
                    <a:pt x="1953479" y="967897"/>
                  </a:lnTo>
                  <a:lnTo>
                    <a:pt x="0" y="90414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12998557" y="10528591"/>
              <a:ext cx="1953895" cy="64135"/>
            </a:xfrm>
            <a:custGeom>
              <a:avLst/>
              <a:gdLst/>
              <a:ahLst/>
              <a:cxnLst/>
              <a:rect l="l" t="t" r="r" b="b"/>
              <a:pathLst>
                <a:path w="1953894" h="64134">
                  <a:moveTo>
                    <a:pt x="1953479" y="6383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14952035" y="6518653"/>
              <a:ext cx="0" cy="1116965"/>
            </a:xfrm>
            <a:custGeom>
              <a:avLst/>
              <a:gdLst/>
              <a:ahLst/>
              <a:cxnLst/>
              <a:rect l="l" t="t" r="r" b="b"/>
              <a:pathLst>
                <a:path w="0" h="1116965">
                  <a:moveTo>
                    <a:pt x="0" y="0"/>
                  </a:moveTo>
                  <a:lnTo>
                    <a:pt x="0" y="111689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12998557" y="8603500"/>
              <a:ext cx="1953895" cy="993140"/>
            </a:xfrm>
            <a:custGeom>
              <a:avLst/>
              <a:gdLst/>
              <a:ahLst/>
              <a:cxnLst/>
              <a:rect l="l" t="t" r="r" b="b"/>
              <a:pathLst>
                <a:path w="1953894" h="993140">
                  <a:moveTo>
                    <a:pt x="1953479" y="0"/>
                  </a:moveTo>
                  <a:lnTo>
                    <a:pt x="1953479" y="993027"/>
                  </a:lnTo>
                  <a:lnTo>
                    <a:pt x="0" y="9291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2998557" y="11533796"/>
              <a:ext cx="1953895" cy="64135"/>
            </a:xfrm>
            <a:custGeom>
              <a:avLst/>
              <a:gdLst/>
              <a:ahLst/>
              <a:cxnLst/>
              <a:rect l="l" t="t" r="r" b="b"/>
              <a:pathLst>
                <a:path w="1953894" h="64134">
                  <a:moveTo>
                    <a:pt x="1953479" y="6383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2998557" y="6454742"/>
              <a:ext cx="1953895" cy="64135"/>
            </a:xfrm>
            <a:custGeom>
              <a:avLst/>
              <a:gdLst/>
              <a:ahLst/>
              <a:cxnLst/>
              <a:rect l="l" t="t" r="r" b="b"/>
              <a:pathLst>
                <a:path w="1953894" h="64134">
                  <a:moveTo>
                    <a:pt x="1953479" y="63911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2998557" y="7571636"/>
              <a:ext cx="1953895" cy="64135"/>
            </a:xfrm>
            <a:custGeom>
              <a:avLst/>
              <a:gdLst/>
              <a:ahLst/>
              <a:cxnLst/>
              <a:rect l="l" t="t" r="r" b="b"/>
              <a:pathLst>
                <a:path w="1953894" h="64134">
                  <a:moveTo>
                    <a:pt x="1953479" y="63911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8850147" y="3153179"/>
              <a:ext cx="2195830" cy="347345"/>
            </a:xfrm>
            <a:custGeom>
              <a:avLst/>
              <a:gdLst/>
              <a:ahLst/>
              <a:cxnLst/>
              <a:rect l="l" t="t" r="r" b="b"/>
              <a:pathLst>
                <a:path w="2195829" h="347345">
                  <a:moveTo>
                    <a:pt x="0" y="0"/>
                  </a:moveTo>
                  <a:lnTo>
                    <a:pt x="2195550" y="34678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6686273" y="1844117"/>
              <a:ext cx="572135" cy="9785350"/>
            </a:xfrm>
            <a:custGeom>
              <a:avLst/>
              <a:gdLst/>
              <a:ahLst/>
              <a:cxnLst/>
              <a:rect l="l" t="t" r="r" b="b"/>
              <a:pathLst>
                <a:path w="572134" h="9785350">
                  <a:moveTo>
                    <a:pt x="0" y="9785158"/>
                  </a:moveTo>
                  <a:lnTo>
                    <a:pt x="134260" y="8276963"/>
                  </a:lnTo>
                  <a:lnTo>
                    <a:pt x="266968" y="6336203"/>
                  </a:lnTo>
                  <a:lnTo>
                    <a:pt x="472275" y="3999722"/>
                  </a:lnTo>
                  <a:lnTo>
                    <a:pt x="529516" y="1701557"/>
                  </a:lnTo>
                  <a:lnTo>
                    <a:pt x="57178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7715646" y="11374794"/>
              <a:ext cx="1452245" cy="254635"/>
            </a:xfrm>
            <a:custGeom>
              <a:avLst/>
              <a:gdLst/>
              <a:ahLst/>
              <a:cxnLst/>
              <a:rect l="l" t="t" r="r" b="b"/>
              <a:pathLst>
                <a:path w="1452245" h="254634">
                  <a:moveTo>
                    <a:pt x="1452117" y="254481"/>
                  </a:moveTo>
                  <a:lnTo>
                    <a:pt x="20243" y="0"/>
                  </a:lnTo>
                  <a:lnTo>
                    <a:pt x="0" y="25448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7735890" y="10422951"/>
              <a:ext cx="2139315" cy="951865"/>
            </a:xfrm>
            <a:custGeom>
              <a:avLst/>
              <a:gdLst/>
              <a:ahLst/>
              <a:cxnLst/>
              <a:rect l="l" t="t" r="r" b="b"/>
              <a:pathLst>
                <a:path w="2139315" h="951865">
                  <a:moveTo>
                    <a:pt x="2139240" y="305517"/>
                  </a:moveTo>
                  <a:lnTo>
                    <a:pt x="94780" y="0"/>
                  </a:lnTo>
                  <a:lnTo>
                    <a:pt x="0" y="95184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7830671" y="9422400"/>
              <a:ext cx="2140585" cy="1000760"/>
            </a:xfrm>
            <a:custGeom>
              <a:avLst/>
              <a:gdLst/>
              <a:ahLst/>
              <a:cxnLst/>
              <a:rect l="l" t="t" r="r" b="b"/>
              <a:pathLst>
                <a:path w="2140584" h="1000759">
                  <a:moveTo>
                    <a:pt x="2140093" y="309317"/>
                  </a:moveTo>
                  <a:lnTo>
                    <a:pt x="98116" y="0"/>
                  </a:lnTo>
                  <a:lnTo>
                    <a:pt x="0" y="100055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7928787" y="8422237"/>
              <a:ext cx="2125980" cy="1000760"/>
            </a:xfrm>
            <a:custGeom>
              <a:avLst/>
              <a:gdLst/>
              <a:ahLst/>
              <a:cxnLst/>
              <a:rect l="l" t="t" r="r" b="b"/>
              <a:pathLst>
                <a:path w="2125979" h="1000759">
                  <a:moveTo>
                    <a:pt x="2125589" y="311334"/>
                  </a:moveTo>
                  <a:lnTo>
                    <a:pt x="98193" y="0"/>
                  </a:lnTo>
                  <a:lnTo>
                    <a:pt x="0" y="100016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8575034" y="3108348"/>
              <a:ext cx="275590" cy="45085"/>
            </a:xfrm>
            <a:custGeom>
              <a:avLst/>
              <a:gdLst/>
              <a:ahLst/>
              <a:cxnLst/>
              <a:rect l="l" t="t" r="r" b="b"/>
              <a:pathLst>
                <a:path w="275590" h="45085">
                  <a:moveTo>
                    <a:pt x="0" y="0"/>
                  </a:moveTo>
                  <a:lnTo>
                    <a:pt x="275112" y="4483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8026903" y="7449220"/>
              <a:ext cx="2118995" cy="973455"/>
            </a:xfrm>
            <a:custGeom>
              <a:avLst/>
              <a:gdLst/>
              <a:ahLst/>
              <a:cxnLst/>
              <a:rect l="l" t="t" r="r" b="b"/>
              <a:pathLst>
                <a:path w="2118995" h="973454">
                  <a:moveTo>
                    <a:pt x="2118453" y="311334"/>
                  </a:moveTo>
                  <a:lnTo>
                    <a:pt x="91057" y="0"/>
                  </a:lnTo>
                  <a:lnTo>
                    <a:pt x="0" y="973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8213905" y="3108348"/>
              <a:ext cx="361315" cy="3366135"/>
            </a:xfrm>
            <a:custGeom>
              <a:avLst/>
              <a:gdLst/>
              <a:ahLst/>
              <a:cxnLst/>
              <a:rect l="l" t="t" r="r" b="b"/>
              <a:pathLst>
                <a:path w="361315" h="3366135">
                  <a:moveTo>
                    <a:pt x="361129" y="0"/>
                  </a:moveTo>
                  <a:lnTo>
                    <a:pt x="0" y="336565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1045698" y="3499928"/>
              <a:ext cx="3906520" cy="3018790"/>
            </a:xfrm>
            <a:custGeom>
              <a:avLst/>
              <a:gdLst/>
              <a:ahLst/>
              <a:cxnLst/>
              <a:rect l="l" t="t" r="r" b="b"/>
              <a:pathLst>
                <a:path w="3906519" h="3018790">
                  <a:moveTo>
                    <a:pt x="0" y="0"/>
                  </a:moveTo>
                  <a:lnTo>
                    <a:pt x="79811" y="14193"/>
                  </a:lnTo>
                  <a:lnTo>
                    <a:pt x="158924" y="31567"/>
                  </a:lnTo>
                  <a:lnTo>
                    <a:pt x="237495" y="52121"/>
                  </a:lnTo>
                  <a:lnTo>
                    <a:pt x="315057" y="75623"/>
                  </a:lnTo>
                  <a:lnTo>
                    <a:pt x="391611" y="102304"/>
                  </a:lnTo>
                  <a:lnTo>
                    <a:pt x="467156" y="131933"/>
                  </a:lnTo>
                  <a:lnTo>
                    <a:pt x="541461" y="164509"/>
                  </a:lnTo>
                  <a:lnTo>
                    <a:pt x="614369" y="199955"/>
                  </a:lnTo>
                  <a:lnTo>
                    <a:pt x="685804" y="238270"/>
                  </a:lnTo>
                  <a:lnTo>
                    <a:pt x="755765" y="279456"/>
                  </a:lnTo>
                  <a:lnTo>
                    <a:pt x="823942" y="323278"/>
                  </a:lnTo>
                  <a:lnTo>
                    <a:pt x="890335" y="369816"/>
                  </a:lnTo>
                  <a:lnTo>
                    <a:pt x="2641377" y="1648272"/>
                  </a:lnTo>
                  <a:lnTo>
                    <a:pt x="2766175" y="1742587"/>
                  </a:lnTo>
                  <a:lnTo>
                    <a:pt x="2887870" y="1840859"/>
                  </a:lnTo>
                  <a:lnTo>
                    <a:pt x="3006229" y="1943008"/>
                  </a:lnTo>
                  <a:lnTo>
                    <a:pt x="3121332" y="2048958"/>
                  </a:lnTo>
                  <a:lnTo>
                    <a:pt x="3232866" y="2158475"/>
                  </a:lnTo>
                  <a:lnTo>
                    <a:pt x="3340832" y="2271716"/>
                  </a:lnTo>
                  <a:lnTo>
                    <a:pt x="3444998" y="2388370"/>
                  </a:lnTo>
                  <a:lnTo>
                    <a:pt x="3545286" y="2508281"/>
                  </a:lnTo>
                  <a:lnTo>
                    <a:pt x="3641773" y="2631449"/>
                  </a:lnTo>
                  <a:lnTo>
                    <a:pt x="3734150" y="2757643"/>
                  </a:lnTo>
                  <a:lnTo>
                    <a:pt x="3822338" y="2886784"/>
                  </a:lnTo>
                  <a:lnTo>
                    <a:pt x="3906338" y="301863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0314132" y="7641256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45"/>
                  </a:moveTo>
                  <a:lnTo>
                    <a:pt x="77" y="922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0313279" y="7642078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8254005" y="6439772"/>
              <a:ext cx="4445" cy="38735"/>
            </a:xfrm>
            <a:custGeom>
              <a:avLst/>
              <a:gdLst/>
              <a:ahLst/>
              <a:cxnLst/>
              <a:rect l="l" t="t" r="r" b="b"/>
              <a:pathLst>
                <a:path w="4445" h="38735">
                  <a:moveTo>
                    <a:pt x="4188" y="0"/>
                  </a:moveTo>
                  <a:lnTo>
                    <a:pt x="0" y="3862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0370209" y="7085624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155" y="930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0369434" y="7086454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0429079" y="6530287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7" y="922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0428226" y="6531109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0487871" y="5974943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7" y="930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0487096" y="5975772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783" y="201"/>
                  </a:moveTo>
                  <a:lnTo>
                    <a:pt x="853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0546663" y="5419606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155" y="922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0545887" y="5420428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0605533" y="4864261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6" y="930"/>
                  </a:lnTo>
                  <a:lnTo>
                    <a:pt x="15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0604680" y="4865091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0664325" y="4308924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7" y="922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0663472" y="4309746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0723117" y="3753579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155" y="930"/>
                  </a:lnTo>
                  <a:lnTo>
                    <a:pt x="23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0722341" y="3754409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5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9758787" y="7582433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53"/>
                  </a:moveTo>
                  <a:lnTo>
                    <a:pt x="77" y="930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9757934" y="7583263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193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9203442" y="7523617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45"/>
                  </a:moveTo>
                  <a:lnTo>
                    <a:pt x="77" y="922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9202590" y="7524440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8648098" y="7464802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4" h="1904">
                  <a:moveTo>
                    <a:pt x="0" y="1845"/>
                  </a:moveTo>
                  <a:lnTo>
                    <a:pt x="77" y="922"/>
                  </a:lnTo>
                  <a:lnTo>
                    <a:pt x="15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8647244" y="7465624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861" y="201"/>
                  </a:moveTo>
                  <a:lnTo>
                    <a:pt x="930" y="10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6481772" y="9891030"/>
              <a:ext cx="78740" cy="1139190"/>
            </a:xfrm>
            <a:custGeom>
              <a:avLst/>
              <a:gdLst/>
              <a:ahLst/>
              <a:cxnLst/>
              <a:rect l="l" t="t" r="r" b="b"/>
              <a:pathLst>
                <a:path w="78740" h="1139190">
                  <a:moveTo>
                    <a:pt x="0" y="1139077"/>
                  </a:moveTo>
                  <a:lnTo>
                    <a:pt x="7826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6859771" y="4194528"/>
              <a:ext cx="71755" cy="1139825"/>
            </a:xfrm>
            <a:custGeom>
              <a:avLst/>
              <a:gdLst/>
              <a:ahLst/>
              <a:cxnLst/>
              <a:rect l="l" t="t" r="r" b="b"/>
              <a:pathLst>
                <a:path w="71754" h="1139825">
                  <a:moveTo>
                    <a:pt x="0" y="1139464"/>
                  </a:moveTo>
                  <a:lnTo>
                    <a:pt x="71589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7001563" y="1915334"/>
              <a:ext cx="69215" cy="1139825"/>
            </a:xfrm>
            <a:custGeom>
              <a:avLst/>
              <a:gdLst/>
              <a:ahLst/>
              <a:cxnLst/>
              <a:rect l="l" t="t" r="r" b="b"/>
              <a:pathLst>
                <a:path w="69215" h="1139825">
                  <a:moveTo>
                    <a:pt x="0" y="1139620"/>
                  </a:moveTo>
                  <a:lnTo>
                    <a:pt x="6887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6439873" y="11030108"/>
              <a:ext cx="41910" cy="599440"/>
            </a:xfrm>
            <a:custGeom>
              <a:avLst/>
              <a:gdLst/>
              <a:ahLst/>
              <a:cxnLst/>
              <a:rect l="l" t="t" r="r" b="b"/>
              <a:pathLst>
                <a:path w="41910" h="599440">
                  <a:moveTo>
                    <a:pt x="0" y="599167"/>
                  </a:moveTo>
                  <a:lnTo>
                    <a:pt x="4180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6560056" y="8751876"/>
              <a:ext cx="77470" cy="1139190"/>
            </a:xfrm>
            <a:custGeom>
              <a:avLst/>
              <a:gdLst/>
              <a:ahLst/>
              <a:cxnLst/>
              <a:rect l="l" t="t" r="r" b="b"/>
              <a:pathLst>
                <a:path w="77470" h="1139190">
                  <a:moveTo>
                    <a:pt x="0" y="1139154"/>
                  </a:moveTo>
                  <a:lnTo>
                    <a:pt x="76941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6637005" y="5334024"/>
              <a:ext cx="222885" cy="3418204"/>
            </a:xfrm>
            <a:custGeom>
              <a:avLst/>
              <a:gdLst/>
              <a:ahLst/>
              <a:cxnLst/>
              <a:rect l="l" t="t" r="r" b="b"/>
              <a:pathLst>
                <a:path w="222884" h="3418204">
                  <a:moveTo>
                    <a:pt x="0" y="3417851"/>
                  </a:moveTo>
                  <a:lnTo>
                    <a:pt x="75623" y="2278697"/>
                  </a:lnTo>
                  <a:lnTo>
                    <a:pt x="149849" y="1139387"/>
                  </a:lnTo>
                  <a:lnTo>
                    <a:pt x="222758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6931338" y="3054970"/>
              <a:ext cx="70485" cy="1139825"/>
            </a:xfrm>
            <a:custGeom>
              <a:avLst/>
              <a:gdLst/>
              <a:ahLst/>
              <a:cxnLst/>
              <a:rect l="l" t="t" r="r" b="b"/>
              <a:pathLst>
                <a:path w="70484" h="1139825">
                  <a:moveTo>
                    <a:pt x="0" y="1139542"/>
                  </a:moveTo>
                  <a:lnTo>
                    <a:pt x="70193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3840875" y="7720300"/>
              <a:ext cx="422909" cy="1938020"/>
            </a:xfrm>
            <a:custGeom>
              <a:avLst/>
              <a:gdLst/>
              <a:ahLst/>
              <a:cxnLst/>
              <a:rect l="l" t="t" r="r" b="b"/>
              <a:pathLst>
                <a:path w="422910" h="1938020">
                  <a:moveTo>
                    <a:pt x="205384" y="1937656"/>
                  </a:moveTo>
                  <a:lnTo>
                    <a:pt x="0" y="1914310"/>
                  </a:lnTo>
                  <a:lnTo>
                    <a:pt x="217329" y="0"/>
                  </a:lnTo>
                  <a:lnTo>
                    <a:pt x="422635" y="23268"/>
                  </a:lnTo>
                  <a:lnTo>
                    <a:pt x="205384" y="19376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8" name="object 248"/>
          <p:cNvSpPr txBox="1"/>
          <p:nvPr/>
        </p:nvSpPr>
        <p:spPr>
          <a:xfrm>
            <a:off x="7966657" y="12356672"/>
            <a:ext cx="3708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SCALE: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49" name="object 249"/>
          <p:cNvSpPr txBox="1"/>
          <p:nvPr/>
        </p:nvSpPr>
        <p:spPr>
          <a:xfrm rot="16620000">
            <a:off x="3478827" y="8981518"/>
            <a:ext cx="1084151" cy="171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45"/>
              </a:lnSpc>
            </a:pPr>
            <a:r>
              <a:rPr dirty="0" sz="1350" spc="-10">
                <a:latin typeface="Verdana"/>
                <a:cs typeface="Verdana"/>
              </a:rPr>
              <a:t>CLAREMONT</a:t>
            </a:r>
            <a:endParaRPr sz="1350">
              <a:latin typeface="Verdana"/>
              <a:cs typeface="Verdana"/>
            </a:endParaRPr>
          </a:p>
        </p:txBody>
      </p:sp>
      <p:graphicFrame>
        <p:nvGraphicFramePr>
          <p:cNvPr id="250" name="object 250"/>
          <p:cNvGraphicFramePr>
            <a:graphicFrameLocks noGrp="1"/>
          </p:cNvGraphicFramePr>
          <p:nvPr/>
        </p:nvGraphicFramePr>
        <p:xfrm>
          <a:off x="463992" y="498832"/>
          <a:ext cx="4627880" cy="565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250"/>
                <a:gridCol w="3167379"/>
                <a:gridCol w="772795"/>
              </a:tblGrid>
              <a:tr h="131445">
                <a:tc gridSpan="3">
                  <a:txBody>
                    <a:bodyPr/>
                    <a:lstStyle/>
                    <a:p>
                      <a:pPr algn="ctr" marL="635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LEGEND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1445">
                <a:tc>
                  <a:txBody>
                    <a:bodyPr/>
                    <a:lstStyle/>
                    <a:p>
                      <a:pPr marL="1524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SYMBOL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DESCRIPTION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55600">
                        <a:lnSpc>
                          <a:spcPts val="930"/>
                        </a:lnSpc>
                        <a:spcBef>
                          <a:spcPts val="5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TOTAL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650" spc="-10">
                          <a:latin typeface="Verdana"/>
                          <a:cs typeface="Verdana"/>
                        </a:rPr>
                        <a:t>TREES/BUSHES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B="0" marT="266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492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00" spc="-50">
                          <a:latin typeface="Verdana"/>
                          <a:cs typeface="Verdana"/>
                        </a:rPr>
                        <a:t>1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234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1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650" spc="-75">
                          <a:latin typeface="Verdana"/>
                          <a:cs typeface="Verdana"/>
                        </a:rPr>
                        <a:t>MTRPSEE</a:t>
                      </a:r>
                      <a:endParaRPr sz="650">
                        <a:latin typeface="Verdana"/>
                        <a:cs typeface="Verdana"/>
                      </a:endParaRPr>
                    </a:p>
                  </a:txBody>
                  <a:tcPr marL="0" marR="0" marB="0" marT="266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492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700" spc="-50">
                          <a:latin typeface="Verdana"/>
                          <a:cs typeface="Verdana"/>
                        </a:rPr>
                        <a:t>2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234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51" name="object 251"/>
          <p:cNvGrpSpPr/>
          <p:nvPr/>
        </p:nvGrpSpPr>
        <p:grpSpPr>
          <a:xfrm>
            <a:off x="6427934" y="1357956"/>
            <a:ext cx="4331970" cy="10311130"/>
            <a:chOff x="6427934" y="1357956"/>
            <a:chExt cx="4331970" cy="10311130"/>
          </a:xfrm>
        </p:grpSpPr>
        <p:sp>
          <p:nvSpPr>
            <p:cNvPr id="252" name="object 252"/>
            <p:cNvSpPr/>
            <p:nvPr/>
          </p:nvSpPr>
          <p:spPr>
            <a:xfrm>
              <a:off x="6435871" y="2483934"/>
              <a:ext cx="595630" cy="9177020"/>
            </a:xfrm>
            <a:custGeom>
              <a:avLst/>
              <a:gdLst/>
              <a:ahLst/>
              <a:cxnLst/>
              <a:rect l="l" t="t" r="r" b="b"/>
              <a:pathLst>
                <a:path w="595629" h="9177020">
                  <a:moveTo>
                    <a:pt x="595444" y="0"/>
                  </a:moveTo>
                  <a:lnTo>
                    <a:pt x="592410" y="50749"/>
                  </a:lnTo>
                  <a:lnTo>
                    <a:pt x="589373" y="101498"/>
                  </a:lnTo>
                  <a:lnTo>
                    <a:pt x="586333" y="152246"/>
                  </a:lnTo>
                  <a:lnTo>
                    <a:pt x="583291" y="202993"/>
                  </a:lnTo>
                  <a:lnTo>
                    <a:pt x="580245" y="253739"/>
                  </a:lnTo>
                  <a:lnTo>
                    <a:pt x="577197" y="304484"/>
                  </a:lnTo>
                  <a:lnTo>
                    <a:pt x="574146" y="355228"/>
                  </a:lnTo>
                  <a:lnTo>
                    <a:pt x="571092" y="405972"/>
                  </a:lnTo>
                  <a:lnTo>
                    <a:pt x="568035" y="456714"/>
                  </a:lnTo>
                  <a:lnTo>
                    <a:pt x="564975" y="507456"/>
                  </a:lnTo>
                  <a:lnTo>
                    <a:pt x="561913" y="558197"/>
                  </a:lnTo>
                  <a:lnTo>
                    <a:pt x="558848" y="608937"/>
                  </a:lnTo>
                  <a:lnTo>
                    <a:pt x="555779" y="659677"/>
                  </a:lnTo>
                  <a:lnTo>
                    <a:pt x="552709" y="710415"/>
                  </a:lnTo>
                  <a:lnTo>
                    <a:pt x="549635" y="761153"/>
                  </a:lnTo>
                  <a:lnTo>
                    <a:pt x="546558" y="811890"/>
                  </a:lnTo>
                  <a:lnTo>
                    <a:pt x="543478" y="862626"/>
                  </a:lnTo>
                  <a:lnTo>
                    <a:pt x="540396" y="913361"/>
                  </a:lnTo>
                  <a:lnTo>
                    <a:pt x="537311" y="964095"/>
                  </a:lnTo>
                  <a:lnTo>
                    <a:pt x="534223" y="1014829"/>
                  </a:lnTo>
                  <a:lnTo>
                    <a:pt x="531132" y="1065562"/>
                  </a:lnTo>
                  <a:lnTo>
                    <a:pt x="528038" y="1116294"/>
                  </a:lnTo>
                  <a:lnTo>
                    <a:pt x="524942" y="1167026"/>
                  </a:lnTo>
                  <a:lnTo>
                    <a:pt x="521842" y="1217756"/>
                  </a:lnTo>
                  <a:lnTo>
                    <a:pt x="518740" y="1268486"/>
                  </a:lnTo>
                  <a:lnTo>
                    <a:pt x="515635" y="1319215"/>
                  </a:lnTo>
                  <a:lnTo>
                    <a:pt x="512527" y="1369944"/>
                  </a:lnTo>
                  <a:lnTo>
                    <a:pt x="509416" y="1420671"/>
                  </a:lnTo>
                  <a:lnTo>
                    <a:pt x="506303" y="1471398"/>
                  </a:lnTo>
                  <a:lnTo>
                    <a:pt x="503186" y="1522124"/>
                  </a:lnTo>
                  <a:lnTo>
                    <a:pt x="500067" y="1572850"/>
                  </a:lnTo>
                  <a:lnTo>
                    <a:pt x="496945" y="1623574"/>
                  </a:lnTo>
                  <a:lnTo>
                    <a:pt x="493820" y="1674299"/>
                  </a:lnTo>
                  <a:lnTo>
                    <a:pt x="490692" y="1725022"/>
                  </a:lnTo>
                  <a:lnTo>
                    <a:pt x="487561" y="1775744"/>
                  </a:lnTo>
                  <a:lnTo>
                    <a:pt x="484428" y="1826466"/>
                  </a:lnTo>
                  <a:lnTo>
                    <a:pt x="481292" y="1877188"/>
                  </a:lnTo>
                  <a:lnTo>
                    <a:pt x="478152" y="1927908"/>
                  </a:lnTo>
                  <a:lnTo>
                    <a:pt x="475010" y="1978628"/>
                  </a:lnTo>
                  <a:lnTo>
                    <a:pt x="471866" y="2029347"/>
                  </a:lnTo>
                  <a:lnTo>
                    <a:pt x="468718" y="2080066"/>
                  </a:lnTo>
                  <a:lnTo>
                    <a:pt x="465567" y="2130784"/>
                  </a:lnTo>
                  <a:lnTo>
                    <a:pt x="462414" y="2181501"/>
                  </a:lnTo>
                  <a:lnTo>
                    <a:pt x="459258" y="2232218"/>
                  </a:lnTo>
                  <a:lnTo>
                    <a:pt x="456099" y="2282934"/>
                  </a:lnTo>
                  <a:lnTo>
                    <a:pt x="452937" y="2333649"/>
                  </a:lnTo>
                  <a:lnTo>
                    <a:pt x="449772" y="2384364"/>
                  </a:lnTo>
                  <a:lnTo>
                    <a:pt x="446604" y="2435078"/>
                  </a:lnTo>
                  <a:lnTo>
                    <a:pt x="443434" y="2485791"/>
                  </a:lnTo>
                  <a:lnTo>
                    <a:pt x="440261" y="2536504"/>
                  </a:lnTo>
                  <a:lnTo>
                    <a:pt x="437085" y="2587216"/>
                  </a:lnTo>
                  <a:lnTo>
                    <a:pt x="433906" y="2637928"/>
                  </a:lnTo>
                  <a:lnTo>
                    <a:pt x="430724" y="2688639"/>
                  </a:lnTo>
                  <a:lnTo>
                    <a:pt x="427539" y="2739350"/>
                  </a:lnTo>
                  <a:lnTo>
                    <a:pt x="424352" y="2790060"/>
                  </a:lnTo>
                  <a:lnTo>
                    <a:pt x="421162" y="2840769"/>
                  </a:lnTo>
                  <a:lnTo>
                    <a:pt x="417968" y="2891478"/>
                  </a:lnTo>
                  <a:lnTo>
                    <a:pt x="414772" y="2942186"/>
                  </a:lnTo>
                  <a:lnTo>
                    <a:pt x="411574" y="2992893"/>
                  </a:lnTo>
                  <a:lnTo>
                    <a:pt x="408372" y="3043600"/>
                  </a:lnTo>
                  <a:lnTo>
                    <a:pt x="405167" y="3094307"/>
                  </a:lnTo>
                  <a:lnTo>
                    <a:pt x="401960" y="3145013"/>
                  </a:lnTo>
                  <a:lnTo>
                    <a:pt x="398750" y="3195718"/>
                  </a:lnTo>
                  <a:lnTo>
                    <a:pt x="395537" y="3246423"/>
                  </a:lnTo>
                  <a:lnTo>
                    <a:pt x="392321" y="3297128"/>
                  </a:lnTo>
                  <a:lnTo>
                    <a:pt x="389102" y="3347832"/>
                  </a:lnTo>
                  <a:lnTo>
                    <a:pt x="385881" y="3398535"/>
                  </a:lnTo>
                  <a:lnTo>
                    <a:pt x="382656" y="3449238"/>
                  </a:lnTo>
                  <a:lnTo>
                    <a:pt x="379429" y="3499940"/>
                  </a:lnTo>
                  <a:lnTo>
                    <a:pt x="376199" y="3550642"/>
                  </a:lnTo>
                  <a:lnTo>
                    <a:pt x="372966" y="3601344"/>
                  </a:lnTo>
                  <a:lnTo>
                    <a:pt x="369730" y="3652044"/>
                  </a:lnTo>
                  <a:lnTo>
                    <a:pt x="366492" y="3702745"/>
                  </a:lnTo>
                  <a:lnTo>
                    <a:pt x="363250" y="3753445"/>
                  </a:lnTo>
                  <a:lnTo>
                    <a:pt x="360006" y="3804144"/>
                  </a:lnTo>
                  <a:lnTo>
                    <a:pt x="356759" y="3854843"/>
                  </a:lnTo>
                  <a:lnTo>
                    <a:pt x="353509" y="3905542"/>
                  </a:lnTo>
                  <a:lnTo>
                    <a:pt x="350256" y="3956240"/>
                  </a:lnTo>
                  <a:lnTo>
                    <a:pt x="347000" y="4006938"/>
                  </a:lnTo>
                  <a:lnTo>
                    <a:pt x="343742" y="4057635"/>
                  </a:lnTo>
                  <a:lnTo>
                    <a:pt x="340480" y="4108332"/>
                  </a:lnTo>
                  <a:lnTo>
                    <a:pt x="337216" y="4159028"/>
                  </a:lnTo>
                  <a:lnTo>
                    <a:pt x="333949" y="4209724"/>
                  </a:lnTo>
                  <a:lnTo>
                    <a:pt x="330679" y="4260420"/>
                  </a:lnTo>
                  <a:lnTo>
                    <a:pt x="327407" y="4311115"/>
                  </a:lnTo>
                  <a:lnTo>
                    <a:pt x="324131" y="4361810"/>
                  </a:lnTo>
                  <a:lnTo>
                    <a:pt x="320853" y="4412504"/>
                  </a:lnTo>
                  <a:lnTo>
                    <a:pt x="317571" y="4463198"/>
                  </a:lnTo>
                  <a:lnTo>
                    <a:pt x="314287" y="4513892"/>
                  </a:lnTo>
                  <a:lnTo>
                    <a:pt x="311000" y="4564585"/>
                  </a:lnTo>
                  <a:lnTo>
                    <a:pt x="307711" y="4615278"/>
                  </a:lnTo>
                  <a:lnTo>
                    <a:pt x="304418" y="4665970"/>
                  </a:lnTo>
                  <a:lnTo>
                    <a:pt x="301123" y="4716662"/>
                  </a:lnTo>
                  <a:lnTo>
                    <a:pt x="297824" y="4767354"/>
                  </a:lnTo>
                  <a:lnTo>
                    <a:pt x="294523" y="4818045"/>
                  </a:lnTo>
                  <a:lnTo>
                    <a:pt x="291219" y="4868737"/>
                  </a:lnTo>
                  <a:lnTo>
                    <a:pt x="287913" y="4919427"/>
                  </a:lnTo>
                  <a:lnTo>
                    <a:pt x="284603" y="4970118"/>
                  </a:lnTo>
                  <a:lnTo>
                    <a:pt x="281290" y="5020808"/>
                  </a:lnTo>
                  <a:lnTo>
                    <a:pt x="277975" y="5071497"/>
                  </a:lnTo>
                  <a:lnTo>
                    <a:pt x="274657" y="5122187"/>
                  </a:lnTo>
                  <a:lnTo>
                    <a:pt x="271336" y="5172876"/>
                  </a:lnTo>
                  <a:lnTo>
                    <a:pt x="268012" y="5223565"/>
                  </a:lnTo>
                  <a:lnTo>
                    <a:pt x="264685" y="5274253"/>
                  </a:lnTo>
                  <a:lnTo>
                    <a:pt x="261356" y="5324942"/>
                  </a:lnTo>
                  <a:lnTo>
                    <a:pt x="258024" y="5375630"/>
                  </a:lnTo>
                  <a:lnTo>
                    <a:pt x="254688" y="5426317"/>
                  </a:lnTo>
                  <a:lnTo>
                    <a:pt x="251350" y="5477005"/>
                  </a:lnTo>
                  <a:lnTo>
                    <a:pt x="248009" y="5527692"/>
                  </a:lnTo>
                  <a:lnTo>
                    <a:pt x="244666" y="5578379"/>
                  </a:lnTo>
                  <a:lnTo>
                    <a:pt x="241319" y="5629065"/>
                  </a:lnTo>
                  <a:lnTo>
                    <a:pt x="237970" y="5679752"/>
                  </a:lnTo>
                  <a:lnTo>
                    <a:pt x="234618" y="5730438"/>
                  </a:lnTo>
                  <a:lnTo>
                    <a:pt x="231262" y="5781124"/>
                  </a:lnTo>
                  <a:lnTo>
                    <a:pt x="227905" y="5831809"/>
                  </a:lnTo>
                  <a:lnTo>
                    <a:pt x="224544" y="5882495"/>
                  </a:lnTo>
                  <a:lnTo>
                    <a:pt x="221180" y="5933180"/>
                  </a:lnTo>
                  <a:lnTo>
                    <a:pt x="217814" y="5983865"/>
                  </a:lnTo>
                  <a:lnTo>
                    <a:pt x="214444" y="6034550"/>
                  </a:lnTo>
                  <a:lnTo>
                    <a:pt x="211072" y="6085234"/>
                  </a:lnTo>
                  <a:lnTo>
                    <a:pt x="207697" y="6135919"/>
                  </a:lnTo>
                  <a:lnTo>
                    <a:pt x="204319" y="6186603"/>
                  </a:lnTo>
                  <a:lnTo>
                    <a:pt x="200939" y="6237287"/>
                  </a:lnTo>
                  <a:lnTo>
                    <a:pt x="197555" y="6287971"/>
                  </a:lnTo>
                  <a:lnTo>
                    <a:pt x="194169" y="6338654"/>
                  </a:lnTo>
                  <a:lnTo>
                    <a:pt x="190780" y="6389338"/>
                  </a:lnTo>
                  <a:lnTo>
                    <a:pt x="187388" y="6440021"/>
                  </a:lnTo>
                  <a:lnTo>
                    <a:pt x="183993" y="6490704"/>
                  </a:lnTo>
                  <a:lnTo>
                    <a:pt x="180595" y="6541387"/>
                  </a:lnTo>
                  <a:lnTo>
                    <a:pt x="177195" y="6592070"/>
                  </a:lnTo>
                  <a:lnTo>
                    <a:pt x="173791" y="6642753"/>
                  </a:lnTo>
                  <a:lnTo>
                    <a:pt x="170385" y="6693435"/>
                  </a:lnTo>
                  <a:lnTo>
                    <a:pt x="166976" y="6744118"/>
                  </a:lnTo>
                  <a:lnTo>
                    <a:pt x="163564" y="6794800"/>
                  </a:lnTo>
                  <a:lnTo>
                    <a:pt x="160149" y="6845482"/>
                  </a:lnTo>
                  <a:lnTo>
                    <a:pt x="156732" y="6896164"/>
                  </a:lnTo>
                  <a:lnTo>
                    <a:pt x="153311" y="6946846"/>
                  </a:lnTo>
                  <a:lnTo>
                    <a:pt x="149888" y="6997528"/>
                  </a:lnTo>
                  <a:lnTo>
                    <a:pt x="146462" y="7048210"/>
                  </a:lnTo>
                  <a:lnTo>
                    <a:pt x="143033" y="7098892"/>
                  </a:lnTo>
                  <a:lnTo>
                    <a:pt x="139601" y="7149573"/>
                  </a:lnTo>
                  <a:lnTo>
                    <a:pt x="136166" y="7200255"/>
                  </a:lnTo>
                  <a:lnTo>
                    <a:pt x="132729" y="7250936"/>
                  </a:lnTo>
                  <a:lnTo>
                    <a:pt x="129289" y="7301618"/>
                  </a:lnTo>
                  <a:lnTo>
                    <a:pt x="125845" y="7352299"/>
                  </a:lnTo>
                  <a:lnTo>
                    <a:pt x="122399" y="7402981"/>
                  </a:lnTo>
                  <a:lnTo>
                    <a:pt x="118951" y="7453662"/>
                  </a:lnTo>
                  <a:lnTo>
                    <a:pt x="115499" y="7504343"/>
                  </a:lnTo>
                  <a:lnTo>
                    <a:pt x="112044" y="7555024"/>
                  </a:lnTo>
                  <a:lnTo>
                    <a:pt x="108587" y="7605705"/>
                  </a:lnTo>
                  <a:lnTo>
                    <a:pt x="105127" y="7656386"/>
                  </a:lnTo>
                  <a:lnTo>
                    <a:pt x="101664" y="7707068"/>
                  </a:lnTo>
                  <a:lnTo>
                    <a:pt x="98198" y="7757749"/>
                  </a:lnTo>
                  <a:lnTo>
                    <a:pt x="94729" y="7808430"/>
                  </a:lnTo>
                  <a:lnTo>
                    <a:pt x="91258" y="7859111"/>
                  </a:lnTo>
                  <a:lnTo>
                    <a:pt x="87783" y="7909792"/>
                  </a:lnTo>
                  <a:lnTo>
                    <a:pt x="84306" y="7960473"/>
                  </a:lnTo>
                  <a:lnTo>
                    <a:pt x="80826" y="8011154"/>
                  </a:lnTo>
                  <a:lnTo>
                    <a:pt x="77343" y="8061835"/>
                  </a:lnTo>
                  <a:lnTo>
                    <a:pt x="73857" y="8112517"/>
                  </a:lnTo>
                  <a:lnTo>
                    <a:pt x="70368" y="8163198"/>
                  </a:lnTo>
                  <a:lnTo>
                    <a:pt x="66877" y="8213879"/>
                  </a:lnTo>
                  <a:lnTo>
                    <a:pt x="63383" y="8264560"/>
                  </a:lnTo>
                  <a:lnTo>
                    <a:pt x="59886" y="8315242"/>
                  </a:lnTo>
                  <a:lnTo>
                    <a:pt x="56386" y="8365923"/>
                  </a:lnTo>
                  <a:lnTo>
                    <a:pt x="52883" y="8416605"/>
                  </a:lnTo>
                  <a:lnTo>
                    <a:pt x="49377" y="8467286"/>
                  </a:lnTo>
                  <a:lnTo>
                    <a:pt x="45869" y="8517968"/>
                  </a:lnTo>
                  <a:lnTo>
                    <a:pt x="42357" y="8568649"/>
                  </a:lnTo>
                  <a:lnTo>
                    <a:pt x="38843" y="8619331"/>
                  </a:lnTo>
                  <a:lnTo>
                    <a:pt x="35326" y="8670013"/>
                  </a:lnTo>
                  <a:lnTo>
                    <a:pt x="31806" y="8720695"/>
                  </a:lnTo>
                  <a:lnTo>
                    <a:pt x="28283" y="8771377"/>
                  </a:lnTo>
                  <a:lnTo>
                    <a:pt x="24758" y="8822059"/>
                  </a:lnTo>
                  <a:lnTo>
                    <a:pt x="21230" y="8872742"/>
                  </a:lnTo>
                  <a:lnTo>
                    <a:pt x="17698" y="8923424"/>
                  </a:lnTo>
                  <a:lnTo>
                    <a:pt x="14164" y="8974107"/>
                  </a:lnTo>
                  <a:lnTo>
                    <a:pt x="10627" y="9024789"/>
                  </a:lnTo>
                  <a:lnTo>
                    <a:pt x="7088" y="9075472"/>
                  </a:lnTo>
                  <a:lnTo>
                    <a:pt x="3545" y="9126155"/>
                  </a:lnTo>
                  <a:lnTo>
                    <a:pt x="0" y="9176838"/>
                  </a:lnTo>
                </a:path>
              </a:pathLst>
            </a:custGeom>
            <a:ln w="15512">
              <a:solidFill>
                <a:srgbClr val="000000"/>
              </a:solidFill>
              <a:prstDash val="lgDash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3" name="object 25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334220" y="7049574"/>
              <a:ext cx="74149" cy="74149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276980" y="7606028"/>
              <a:ext cx="74226" cy="74149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721867" y="7545358"/>
              <a:ext cx="74149" cy="74149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66368" y="7488389"/>
              <a:ext cx="74149" cy="7414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14978" y="7428682"/>
              <a:ext cx="74149" cy="74149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451262" y="5938837"/>
              <a:ext cx="74149" cy="74149"/>
            </a:xfrm>
            <a:prstGeom prst="rect">
              <a:avLst/>
            </a:prstGeom>
          </p:spPr>
        </p:pic>
        <p:pic>
          <p:nvPicPr>
            <p:cNvPr id="259" name="object 25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509821" y="5382531"/>
              <a:ext cx="74149" cy="74149"/>
            </a:xfrm>
            <a:prstGeom prst="rect">
              <a:avLst/>
            </a:prstGeom>
          </p:spPr>
        </p:pic>
        <p:pic>
          <p:nvPicPr>
            <p:cNvPr id="260" name="object 26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568613" y="4827186"/>
              <a:ext cx="74149" cy="74149"/>
            </a:xfrm>
            <a:prstGeom prst="rect">
              <a:avLst/>
            </a:prstGeom>
          </p:spPr>
        </p:pic>
        <p:pic>
          <p:nvPicPr>
            <p:cNvPr id="261" name="object 26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627483" y="4271842"/>
              <a:ext cx="74149" cy="74149"/>
            </a:xfrm>
            <a:prstGeom prst="rect">
              <a:avLst/>
            </a:prstGeom>
          </p:spPr>
        </p:pic>
        <p:pic>
          <p:nvPicPr>
            <p:cNvPr id="262" name="object 26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685267" y="3717335"/>
              <a:ext cx="74149" cy="74149"/>
            </a:xfrm>
            <a:prstGeom prst="rect">
              <a:avLst/>
            </a:prstGeom>
          </p:spPr>
        </p:pic>
        <p:pic>
          <p:nvPicPr>
            <p:cNvPr id="263" name="object 26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392159" y="6493213"/>
              <a:ext cx="74149" cy="74149"/>
            </a:xfrm>
            <a:prstGeom prst="rect">
              <a:avLst/>
            </a:prstGeom>
          </p:spPr>
        </p:pic>
        <p:sp>
          <p:nvSpPr>
            <p:cNvPr id="264" name="object 264"/>
            <p:cNvSpPr/>
            <p:nvPr/>
          </p:nvSpPr>
          <p:spPr>
            <a:xfrm>
              <a:off x="7502722" y="1362083"/>
              <a:ext cx="2424430" cy="2424430"/>
            </a:xfrm>
            <a:custGeom>
              <a:avLst/>
              <a:gdLst/>
              <a:ahLst/>
              <a:cxnLst/>
              <a:rect l="l" t="t" r="r" b="b"/>
              <a:pathLst>
                <a:path w="2424429" h="2424429">
                  <a:moveTo>
                    <a:pt x="1212063" y="2424126"/>
                  </a:moveTo>
                  <a:lnTo>
                    <a:pt x="1163366" y="2423162"/>
                  </a:lnTo>
                  <a:lnTo>
                    <a:pt x="1115152" y="2420296"/>
                  </a:lnTo>
                  <a:lnTo>
                    <a:pt x="1067459" y="2415564"/>
                  </a:lnTo>
                  <a:lnTo>
                    <a:pt x="1020321" y="2409002"/>
                  </a:lnTo>
                  <a:lnTo>
                    <a:pt x="973777" y="2400646"/>
                  </a:lnTo>
                  <a:lnTo>
                    <a:pt x="927862" y="2390533"/>
                  </a:lnTo>
                  <a:lnTo>
                    <a:pt x="882612" y="2378699"/>
                  </a:lnTo>
                  <a:lnTo>
                    <a:pt x="838064" y="2365180"/>
                  </a:lnTo>
                  <a:lnTo>
                    <a:pt x="794254" y="2350014"/>
                  </a:lnTo>
                  <a:lnTo>
                    <a:pt x="751219" y="2333236"/>
                  </a:lnTo>
                  <a:lnTo>
                    <a:pt x="708995" y="2314882"/>
                  </a:lnTo>
                  <a:lnTo>
                    <a:pt x="667619" y="2294989"/>
                  </a:lnTo>
                  <a:lnTo>
                    <a:pt x="627126" y="2273594"/>
                  </a:lnTo>
                  <a:lnTo>
                    <a:pt x="587554" y="2250732"/>
                  </a:lnTo>
                  <a:lnTo>
                    <a:pt x="548939" y="2226440"/>
                  </a:lnTo>
                  <a:lnTo>
                    <a:pt x="511317" y="2200755"/>
                  </a:lnTo>
                  <a:lnTo>
                    <a:pt x="474724" y="2173713"/>
                  </a:lnTo>
                  <a:lnTo>
                    <a:pt x="439197" y="2145349"/>
                  </a:lnTo>
                  <a:lnTo>
                    <a:pt x="404773" y="2115702"/>
                  </a:lnTo>
                  <a:lnTo>
                    <a:pt x="371487" y="2084806"/>
                  </a:lnTo>
                  <a:lnTo>
                    <a:pt x="339376" y="2052698"/>
                  </a:lnTo>
                  <a:lnTo>
                    <a:pt x="308477" y="2019415"/>
                  </a:lnTo>
                  <a:lnTo>
                    <a:pt x="278826" y="1984992"/>
                  </a:lnTo>
                  <a:lnTo>
                    <a:pt x="250459" y="1949467"/>
                  </a:lnTo>
                  <a:lnTo>
                    <a:pt x="223413" y="1912876"/>
                  </a:lnTo>
                  <a:lnTo>
                    <a:pt x="197724" y="1875255"/>
                  </a:lnTo>
                  <a:lnTo>
                    <a:pt x="173429" y="1836640"/>
                  </a:lnTo>
                  <a:lnTo>
                    <a:pt x="150563" y="1797068"/>
                  </a:lnTo>
                  <a:lnTo>
                    <a:pt x="129164" y="1756575"/>
                  </a:lnTo>
                  <a:lnTo>
                    <a:pt x="109268" y="1715197"/>
                  </a:lnTo>
                  <a:lnTo>
                    <a:pt x="90911" y="1672971"/>
                  </a:lnTo>
                  <a:lnTo>
                    <a:pt x="74129" y="1629933"/>
                  </a:lnTo>
                  <a:lnTo>
                    <a:pt x="58959" y="1586120"/>
                  </a:lnTo>
                  <a:lnTo>
                    <a:pt x="45438" y="1541568"/>
                  </a:lnTo>
                  <a:lnTo>
                    <a:pt x="33601" y="1496313"/>
                  </a:lnTo>
                  <a:lnTo>
                    <a:pt x="23486" y="1450392"/>
                  </a:lnTo>
                  <a:lnTo>
                    <a:pt x="15128" y="1403841"/>
                  </a:lnTo>
                  <a:lnTo>
                    <a:pt x="8564" y="1356696"/>
                  </a:lnTo>
                  <a:lnTo>
                    <a:pt x="3830" y="1308994"/>
                  </a:lnTo>
                  <a:lnTo>
                    <a:pt x="963" y="1260770"/>
                  </a:lnTo>
                  <a:lnTo>
                    <a:pt x="0" y="1212063"/>
                  </a:lnTo>
                  <a:lnTo>
                    <a:pt x="963" y="1163360"/>
                  </a:lnTo>
                  <a:lnTo>
                    <a:pt x="3830" y="1115142"/>
                  </a:lnTo>
                  <a:lnTo>
                    <a:pt x="8564" y="1067444"/>
                  </a:lnTo>
                  <a:lnTo>
                    <a:pt x="15128" y="1020303"/>
                  </a:lnTo>
                  <a:lnTo>
                    <a:pt x="23486" y="973755"/>
                  </a:lnTo>
                  <a:lnTo>
                    <a:pt x="33601" y="927837"/>
                  </a:lnTo>
                  <a:lnTo>
                    <a:pt x="45438" y="882584"/>
                  </a:lnTo>
                  <a:lnTo>
                    <a:pt x="58959" y="838034"/>
                  </a:lnTo>
                  <a:lnTo>
                    <a:pt x="74129" y="794223"/>
                  </a:lnTo>
                  <a:lnTo>
                    <a:pt x="90911" y="751187"/>
                  </a:lnTo>
                  <a:lnTo>
                    <a:pt x="109268" y="708962"/>
                  </a:lnTo>
                  <a:lnTo>
                    <a:pt x="129164" y="667585"/>
                  </a:lnTo>
                  <a:lnTo>
                    <a:pt x="150563" y="627092"/>
                  </a:lnTo>
                  <a:lnTo>
                    <a:pt x="173429" y="587520"/>
                  </a:lnTo>
                  <a:lnTo>
                    <a:pt x="197724" y="548905"/>
                  </a:lnTo>
                  <a:lnTo>
                    <a:pt x="223413" y="511283"/>
                  </a:lnTo>
                  <a:lnTo>
                    <a:pt x="250459" y="474691"/>
                  </a:lnTo>
                  <a:lnTo>
                    <a:pt x="278826" y="439165"/>
                  </a:lnTo>
                  <a:lnTo>
                    <a:pt x="308477" y="404742"/>
                  </a:lnTo>
                  <a:lnTo>
                    <a:pt x="339376" y="371457"/>
                  </a:lnTo>
                  <a:lnTo>
                    <a:pt x="371487" y="339348"/>
                  </a:lnTo>
                  <a:lnTo>
                    <a:pt x="404773" y="308450"/>
                  </a:lnTo>
                  <a:lnTo>
                    <a:pt x="439197" y="278801"/>
                  </a:lnTo>
                  <a:lnTo>
                    <a:pt x="474724" y="250436"/>
                  </a:lnTo>
                  <a:lnTo>
                    <a:pt x="511317" y="223392"/>
                  </a:lnTo>
                  <a:lnTo>
                    <a:pt x="548939" y="197704"/>
                  </a:lnTo>
                  <a:lnTo>
                    <a:pt x="587554" y="173411"/>
                  </a:lnTo>
                  <a:lnTo>
                    <a:pt x="627126" y="150547"/>
                  </a:lnTo>
                  <a:lnTo>
                    <a:pt x="667619" y="129150"/>
                  </a:lnTo>
                  <a:lnTo>
                    <a:pt x="708995" y="109256"/>
                  </a:lnTo>
                  <a:lnTo>
                    <a:pt x="751219" y="90900"/>
                  </a:lnTo>
                  <a:lnTo>
                    <a:pt x="794254" y="74120"/>
                  </a:lnTo>
                  <a:lnTo>
                    <a:pt x="838064" y="58952"/>
                  </a:lnTo>
                  <a:lnTo>
                    <a:pt x="882612" y="45432"/>
                  </a:lnTo>
                  <a:lnTo>
                    <a:pt x="927862" y="33597"/>
                  </a:lnTo>
                  <a:lnTo>
                    <a:pt x="973777" y="23483"/>
                  </a:lnTo>
                  <a:lnTo>
                    <a:pt x="1020321" y="15126"/>
                  </a:lnTo>
                  <a:lnTo>
                    <a:pt x="1067459" y="8563"/>
                  </a:lnTo>
                  <a:lnTo>
                    <a:pt x="1115152" y="3830"/>
                  </a:lnTo>
                  <a:lnTo>
                    <a:pt x="1163366" y="963"/>
                  </a:lnTo>
                  <a:lnTo>
                    <a:pt x="1212063" y="0"/>
                  </a:lnTo>
                  <a:lnTo>
                    <a:pt x="1260765" y="963"/>
                  </a:lnTo>
                  <a:lnTo>
                    <a:pt x="1308984" y="3830"/>
                  </a:lnTo>
                  <a:lnTo>
                    <a:pt x="1356682" y="8563"/>
                  </a:lnTo>
                  <a:lnTo>
                    <a:pt x="1403824" y="15126"/>
                  </a:lnTo>
                  <a:lnTo>
                    <a:pt x="1450373" y="23483"/>
                  </a:lnTo>
                  <a:lnTo>
                    <a:pt x="1496293" y="33597"/>
                  </a:lnTo>
                  <a:lnTo>
                    <a:pt x="1541547" y="45432"/>
                  </a:lnTo>
                  <a:lnTo>
                    <a:pt x="1586099" y="58952"/>
                  </a:lnTo>
                  <a:lnTo>
                    <a:pt x="1629912" y="74120"/>
                  </a:lnTo>
                  <a:lnTo>
                    <a:pt x="1672950" y="90900"/>
                  </a:lnTo>
                  <a:lnTo>
                    <a:pt x="1715177" y="109256"/>
                  </a:lnTo>
                  <a:lnTo>
                    <a:pt x="1756557" y="129150"/>
                  </a:lnTo>
                  <a:lnTo>
                    <a:pt x="1797052" y="150547"/>
                  </a:lnTo>
                  <a:lnTo>
                    <a:pt x="1836626" y="173411"/>
                  </a:lnTo>
                  <a:lnTo>
                    <a:pt x="1875244" y="197704"/>
                  </a:lnTo>
                  <a:lnTo>
                    <a:pt x="1912869" y="223392"/>
                  </a:lnTo>
                  <a:lnTo>
                    <a:pt x="1949463" y="250436"/>
                  </a:lnTo>
                  <a:lnTo>
                    <a:pt x="1984992" y="278801"/>
                  </a:lnTo>
                  <a:lnTo>
                    <a:pt x="2019418" y="308450"/>
                  </a:lnTo>
                  <a:lnTo>
                    <a:pt x="2052705" y="339348"/>
                  </a:lnTo>
                  <a:lnTo>
                    <a:pt x="2084817" y="371457"/>
                  </a:lnTo>
                  <a:lnTo>
                    <a:pt x="2115718" y="404742"/>
                  </a:lnTo>
                  <a:lnTo>
                    <a:pt x="2145370" y="439165"/>
                  </a:lnTo>
                  <a:lnTo>
                    <a:pt x="2173738" y="474691"/>
                  </a:lnTo>
                  <a:lnTo>
                    <a:pt x="2200785" y="511283"/>
                  </a:lnTo>
                  <a:lnTo>
                    <a:pt x="2226475" y="548905"/>
                  </a:lnTo>
                  <a:lnTo>
                    <a:pt x="2250771" y="587520"/>
                  </a:lnTo>
                  <a:lnTo>
                    <a:pt x="2273637" y="627092"/>
                  </a:lnTo>
                  <a:lnTo>
                    <a:pt x="2295037" y="667585"/>
                  </a:lnTo>
                  <a:lnTo>
                    <a:pt x="2314933" y="708962"/>
                  </a:lnTo>
                  <a:lnTo>
                    <a:pt x="2333291" y="751187"/>
                  </a:lnTo>
                  <a:lnTo>
                    <a:pt x="2350073" y="794223"/>
                  </a:lnTo>
                  <a:lnTo>
                    <a:pt x="2365243" y="838034"/>
                  </a:lnTo>
                  <a:lnTo>
                    <a:pt x="2378765" y="882584"/>
                  </a:lnTo>
                  <a:lnTo>
                    <a:pt x="2390601" y="927837"/>
                  </a:lnTo>
                  <a:lnTo>
                    <a:pt x="2400717" y="973755"/>
                  </a:lnTo>
                  <a:lnTo>
                    <a:pt x="2409075" y="1020303"/>
                  </a:lnTo>
                  <a:lnTo>
                    <a:pt x="2415639" y="1067444"/>
                  </a:lnTo>
                  <a:lnTo>
                    <a:pt x="2420373" y="1115142"/>
                  </a:lnTo>
                  <a:lnTo>
                    <a:pt x="2423240" y="1163360"/>
                  </a:lnTo>
                  <a:lnTo>
                    <a:pt x="2424203" y="1212063"/>
                  </a:lnTo>
                  <a:lnTo>
                    <a:pt x="2423240" y="1260770"/>
                  </a:lnTo>
                  <a:lnTo>
                    <a:pt x="2420373" y="1308994"/>
                  </a:lnTo>
                  <a:lnTo>
                    <a:pt x="2415639" y="1356696"/>
                  </a:lnTo>
                  <a:lnTo>
                    <a:pt x="2409075" y="1403841"/>
                  </a:lnTo>
                  <a:lnTo>
                    <a:pt x="2400717" y="1450392"/>
                  </a:lnTo>
                  <a:lnTo>
                    <a:pt x="2390601" y="1496313"/>
                  </a:lnTo>
                  <a:lnTo>
                    <a:pt x="2378765" y="1541568"/>
                  </a:lnTo>
                  <a:lnTo>
                    <a:pt x="2365243" y="1586120"/>
                  </a:lnTo>
                  <a:lnTo>
                    <a:pt x="2350073" y="1629933"/>
                  </a:lnTo>
                  <a:lnTo>
                    <a:pt x="2333291" y="1672971"/>
                  </a:lnTo>
                  <a:lnTo>
                    <a:pt x="2314933" y="1715197"/>
                  </a:lnTo>
                  <a:lnTo>
                    <a:pt x="2295037" y="1756575"/>
                  </a:lnTo>
                  <a:lnTo>
                    <a:pt x="2273637" y="1797068"/>
                  </a:lnTo>
                  <a:lnTo>
                    <a:pt x="2250771" y="1836640"/>
                  </a:lnTo>
                  <a:lnTo>
                    <a:pt x="2226475" y="1875255"/>
                  </a:lnTo>
                  <a:lnTo>
                    <a:pt x="2200785" y="1912876"/>
                  </a:lnTo>
                  <a:lnTo>
                    <a:pt x="2173738" y="1949467"/>
                  </a:lnTo>
                  <a:lnTo>
                    <a:pt x="2145370" y="1984992"/>
                  </a:lnTo>
                  <a:lnTo>
                    <a:pt x="2115718" y="2019415"/>
                  </a:lnTo>
                  <a:lnTo>
                    <a:pt x="2084817" y="2052698"/>
                  </a:lnTo>
                  <a:lnTo>
                    <a:pt x="2052705" y="2084806"/>
                  </a:lnTo>
                  <a:lnTo>
                    <a:pt x="2019418" y="2115702"/>
                  </a:lnTo>
                  <a:lnTo>
                    <a:pt x="1984992" y="2145349"/>
                  </a:lnTo>
                  <a:lnTo>
                    <a:pt x="1949463" y="2173713"/>
                  </a:lnTo>
                  <a:lnTo>
                    <a:pt x="1912869" y="2200755"/>
                  </a:lnTo>
                  <a:lnTo>
                    <a:pt x="1875244" y="2226440"/>
                  </a:lnTo>
                  <a:lnTo>
                    <a:pt x="1836626" y="2250732"/>
                  </a:lnTo>
                  <a:lnTo>
                    <a:pt x="1797052" y="2273594"/>
                  </a:lnTo>
                  <a:lnTo>
                    <a:pt x="1756557" y="2294989"/>
                  </a:lnTo>
                  <a:lnTo>
                    <a:pt x="1715177" y="2314882"/>
                  </a:lnTo>
                  <a:lnTo>
                    <a:pt x="1672950" y="2333236"/>
                  </a:lnTo>
                  <a:lnTo>
                    <a:pt x="1629912" y="2350014"/>
                  </a:lnTo>
                  <a:lnTo>
                    <a:pt x="1586099" y="2365180"/>
                  </a:lnTo>
                  <a:lnTo>
                    <a:pt x="1541547" y="2378699"/>
                  </a:lnTo>
                  <a:lnTo>
                    <a:pt x="1496293" y="2390533"/>
                  </a:lnTo>
                  <a:lnTo>
                    <a:pt x="1450373" y="2400646"/>
                  </a:lnTo>
                  <a:lnTo>
                    <a:pt x="1403824" y="2409002"/>
                  </a:lnTo>
                  <a:lnTo>
                    <a:pt x="1356682" y="2415564"/>
                  </a:lnTo>
                  <a:lnTo>
                    <a:pt x="1308984" y="2420296"/>
                  </a:lnTo>
                  <a:lnTo>
                    <a:pt x="1260765" y="2423162"/>
                  </a:lnTo>
                  <a:lnTo>
                    <a:pt x="1212063" y="2424126"/>
                  </a:lnTo>
                  <a:close/>
                </a:path>
              </a:pathLst>
            </a:custGeom>
            <a:solidFill>
              <a:srgbClr val="00FF00">
                <a:alpha val="297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5" name="object 26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502722" y="1362083"/>
              <a:ext cx="2424203" cy="2424126"/>
            </a:xfrm>
            <a:prstGeom prst="rect">
              <a:avLst/>
            </a:prstGeom>
          </p:spPr>
        </p:pic>
        <p:sp>
          <p:nvSpPr>
            <p:cNvPr id="266" name="object 266"/>
            <p:cNvSpPr/>
            <p:nvPr/>
          </p:nvSpPr>
          <p:spPr>
            <a:xfrm>
              <a:off x="7502722" y="1362083"/>
              <a:ext cx="2424430" cy="2424430"/>
            </a:xfrm>
            <a:custGeom>
              <a:avLst/>
              <a:gdLst/>
              <a:ahLst/>
              <a:cxnLst/>
              <a:rect l="l" t="t" r="r" b="b"/>
              <a:pathLst>
                <a:path w="2424429" h="2424429">
                  <a:moveTo>
                    <a:pt x="0" y="1212063"/>
                  </a:moveTo>
                  <a:lnTo>
                    <a:pt x="963" y="1163360"/>
                  </a:lnTo>
                  <a:lnTo>
                    <a:pt x="3830" y="1115142"/>
                  </a:lnTo>
                  <a:lnTo>
                    <a:pt x="8564" y="1067444"/>
                  </a:lnTo>
                  <a:lnTo>
                    <a:pt x="15128" y="1020303"/>
                  </a:lnTo>
                  <a:lnTo>
                    <a:pt x="23486" y="973755"/>
                  </a:lnTo>
                  <a:lnTo>
                    <a:pt x="33601" y="927837"/>
                  </a:lnTo>
                  <a:lnTo>
                    <a:pt x="45438" y="882584"/>
                  </a:lnTo>
                  <a:lnTo>
                    <a:pt x="58959" y="838034"/>
                  </a:lnTo>
                  <a:lnTo>
                    <a:pt x="74129" y="794223"/>
                  </a:lnTo>
                  <a:lnTo>
                    <a:pt x="90911" y="751187"/>
                  </a:lnTo>
                  <a:lnTo>
                    <a:pt x="109268" y="708962"/>
                  </a:lnTo>
                  <a:lnTo>
                    <a:pt x="129164" y="667585"/>
                  </a:lnTo>
                  <a:lnTo>
                    <a:pt x="150563" y="627092"/>
                  </a:lnTo>
                  <a:lnTo>
                    <a:pt x="173429" y="587520"/>
                  </a:lnTo>
                  <a:lnTo>
                    <a:pt x="197724" y="548905"/>
                  </a:lnTo>
                  <a:lnTo>
                    <a:pt x="223413" y="511283"/>
                  </a:lnTo>
                  <a:lnTo>
                    <a:pt x="250459" y="474691"/>
                  </a:lnTo>
                  <a:lnTo>
                    <a:pt x="278826" y="439165"/>
                  </a:lnTo>
                  <a:lnTo>
                    <a:pt x="308477" y="404742"/>
                  </a:lnTo>
                  <a:lnTo>
                    <a:pt x="339376" y="371457"/>
                  </a:lnTo>
                  <a:lnTo>
                    <a:pt x="371487" y="339348"/>
                  </a:lnTo>
                  <a:lnTo>
                    <a:pt x="404773" y="308450"/>
                  </a:lnTo>
                  <a:lnTo>
                    <a:pt x="439197" y="278801"/>
                  </a:lnTo>
                  <a:lnTo>
                    <a:pt x="474724" y="250436"/>
                  </a:lnTo>
                  <a:lnTo>
                    <a:pt x="511317" y="223392"/>
                  </a:lnTo>
                  <a:lnTo>
                    <a:pt x="548939" y="197704"/>
                  </a:lnTo>
                  <a:lnTo>
                    <a:pt x="587554" y="173411"/>
                  </a:lnTo>
                  <a:lnTo>
                    <a:pt x="627126" y="150547"/>
                  </a:lnTo>
                  <a:lnTo>
                    <a:pt x="667619" y="129150"/>
                  </a:lnTo>
                  <a:lnTo>
                    <a:pt x="708995" y="109256"/>
                  </a:lnTo>
                  <a:lnTo>
                    <a:pt x="751219" y="90900"/>
                  </a:lnTo>
                  <a:lnTo>
                    <a:pt x="794254" y="74120"/>
                  </a:lnTo>
                  <a:lnTo>
                    <a:pt x="838064" y="58952"/>
                  </a:lnTo>
                  <a:lnTo>
                    <a:pt x="882612" y="45432"/>
                  </a:lnTo>
                  <a:lnTo>
                    <a:pt x="927862" y="33597"/>
                  </a:lnTo>
                  <a:lnTo>
                    <a:pt x="973777" y="23483"/>
                  </a:lnTo>
                  <a:lnTo>
                    <a:pt x="1020321" y="15126"/>
                  </a:lnTo>
                  <a:lnTo>
                    <a:pt x="1067459" y="8563"/>
                  </a:lnTo>
                  <a:lnTo>
                    <a:pt x="1115152" y="3830"/>
                  </a:lnTo>
                  <a:lnTo>
                    <a:pt x="1163366" y="963"/>
                  </a:lnTo>
                  <a:lnTo>
                    <a:pt x="1212063" y="0"/>
                  </a:lnTo>
                  <a:lnTo>
                    <a:pt x="1260765" y="963"/>
                  </a:lnTo>
                  <a:lnTo>
                    <a:pt x="1308984" y="3830"/>
                  </a:lnTo>
                  <a:lnTo>
                    <a:pt x="1356682" y="8563"/>
                  </a:lnTo>
                  <a:lnTo>
                    <a:pt x="1403824" y="15126"/>
                  </a:lnTo>
                  <a:lnTo>
                    <a:pt x="1450373" y="23483"/>
                  </a:lnTo>
                  <a:lnTo>
                    <a:pt x="1496293" y="33597"/>
                  </a:lnTo>
                  <a:lnTo>
                    <a:pt x="1541547" y="45432"/>
                  </a:lnTo>
                  <a:lnTo>
                    <a:pt x="1586099" y="58952"/>
                  </a:lnTo>
                  <a:lnTo>
                    <a:pt x="1629912" y="74120"/>
                  </a:lnTo>
                  <a:lnTo>
                    <a:pt x="1672950" y="90900"/>
                  </a:lnTo>
                  <a:lnTo>
                    <a:pt x="1715177" y="109256"/>
                  </a:lnTo>
                  <a:lnTo>
                    <a:pt x="1756557" y="129150"/>
                  </a:lnTo>
                  <a:lnTo>
                    <a:pt x="1797052" y="150547"/>
                  </a:lnTo>
                  <a:lnTo>
                    <a:pt x="1836626" y="173411"/>
                  </a:lnTo>
                  <a:lnTo>
                    <a:pt x="1875244" y="197704"/>
                  </a:lnTo>
                  <a:lnTo>
                    <a:pt x="1912869" y="223392"/>
                  </a:lnTo>
                  <a:lnTo>
                    <a:pt x="1949463" y="250436"/>
                  </a:lnTo>
                  <a:lnTo>
                    <a:pt x="1984992" y="278801"/>
                  </a:lnTo>
                  <a:lnTo>
                    <a:pt x="2019418" y="308450"/>
                  </a:lnTo>
                  <a:lnTo>
                    <a:pt x="2052705" y="339348"/>
                  </a:lnTo>
                  <a:lnTo>
                    <a:pt x="2084817" y="371457"/>
                  </a:lnTo>
                  <a:lnTo>
                    <a:pt x="2115718" y="404742"/>
                  </a:lnTo>
                  <a:lnTo>
                    <a:pt x="2145370" y="439165"/>
                  </a:lnTo>
                  <a:lnTo>
                    <a:pt x="2173738" y="474691"/>
                  </a:lnTo>
                  <a:lnTo>
                    <a:pt x="2200785" y="511283"/>
                  </a:lnTo>
                  <a:lnTo>
                    <a:pt x="2226475" y="548905"/>
                  </a:lnTo>
                  <a:lnTo>
                    <a:pt x="2250771" y="587520"/>
                  </a:lnTo>
                  <a:lnTo>
                    <a:pt x="2273637" y="627092"/>
                  </a:lnTo>
                  <a:lnTo>
                    <a:pt x="2295037" y="667585"/>
                  </a:lnTo>
                  <a:lnTo>
                    <a:pt x="2314933" y="708962"/>
                  </a:lnTo>
                  <a:lnTo>
                    <a:pt x="2333291" y="751187"/>
                  </a:lnTo>
                  <a:lnTo>
                    <a:pt x="2350073" y="794223"/>
                  </a:lnTo>
                  <a:lnTo>
                    <a:pt x="2365243" y="838034"/>
                  </a:lnTo>
                  <a:lnTo>
                    <a:pt x="2378765" y="882584"/>
                  </a:lnTo>
                  <a:lnTo>
                    <a:pt x="2390601" y="927837"/>
                  </a:lnTo>
                  <a:lnTo>
                    <a:pt x="2400717" y="973755"/>
                  </a:lnTo>
                  <a:lnTo>
                    <a:pt x="2409075" y="1020303"/>
                  </a:lnTo>
                  <a:lnTo>
                    <a:pt x="2415639" y="1067444"/>
                  </a:lnTo>
                  <a:lnTo>
                    <a:pt x="2420373" y="1115142"/>
                  </a:lnTo>
                  <a:lnTo>
                    <a:pt x="2423240" y="1163360"/>
                  </a:lnTo>
                  <a:lnTo>
                    <a:pt x="2424203" y="1212063"/>
                  </a:lnTo>
                  <a:lnTo>
                    <a:pt x="2423240" y="1260770"/>
                  </a:lnTo>
                  <a:lnTo>
                    <a:pt x="2420373" y="1308994"/>
                  </a:lnTo>
                  <a:lnTo>
                    <a:pt x="2415639" y="1356696"/>
                  </a:lnTo>
                  <a:lnTo>
                    <a:pt x="2409075" y="1403841"/>
                  </a:lnTo>
                  <a:lnTo>
                    <a:pt x="2400717" y="1450392"/>
                  </a:lnTo>
                  <a:lnTo>
                    <a:pt x="2390601" y="1496313"/>
                  </a:lnTo>
                  <a:lnTo>
                    <a:pt x="2378765" y="1541568"/>
                  </a:lnTo>
                  <a:lnTo>
                    <a:pt x="2365243" y="1586120"/>
                  </a:lnTo>
                  <a:lnTo>
                    <a:pt x="2350073" y="1629933"/>
                  </a:lnTo>
                  <a:lnTo>
                    <a:pt x="2333291" y="1672971"/>
                  </a:lnTo>
                  <a:lnTo>
                    <a:pt x="2314933" y="1715197"/>
                  </a:lnTo>
                  <a:lnTo>
                    <a:pt x="2295037" y="1756575"/>
                  </a:lnTo>
                  <a:lnTo>
                    <a:pt x="2273637" y="1797068"/>
                  </a:lnTo>
                  <a:lnTo>
                    <a:pt x="2250771" y="1836640"/>
                  </a:lnTo>
                  <a:lnTo>
                    <a:pt x="2226475" y="1875255"/>
                  </a:lnTo>
                  <a:lnTo>
                    <a:pt x="2200785" y="1912876"/>
                  </a:lnTo>
                  <a:lnTo>
                    <a:pt x="2173738" y="1949467"/>
                  </a:lnTo>
                  <a:lnTo>
                    <a:pt x="2145370" y="1984992"/>
                  </a:lnTo>
                  <a:lnTo>
                    <a:pt x="2115718" y="2019415"/>
                  </a:lnTo>
                  <a:lnTo>
                    <a:pt x="2084817" y="2052698"/>
                  </a:lnTo>
                  <a:lnTo>
                    <a:pt x="2052705" y="2084806"/>
                  </a:lnTo>
                  <a:lnTo>
                    <a:pt x="2019418" y="2115702"/>
                  </a:lnTo>
                  <a:lnTo>
                    <a:pt x="1984992" y="2145349"/>
                  </a:lnTo>
                  <a:lnTo>
                    <a:pt x="1949463" y="2173713"/>
                  </a:lnTo>
                  <a:lnTo>
                    <a:pt x="1912869" y="2200755"/>
                  </a:lnTo>
                  <a:lnTo>
                    <a:pt x="1875244" y="2226440"/>
                  </a:lnTo>
                  <a:lnTo>
                    <a:pt x="1836626" y="2250732"/>
                  </a:lnTo>
                  <a:lnTo>
                    <a:pt x="1797052" y="2273594"/>
                  </a:lnTo>
                  <a:lnTo>
                    <a:pt x="1756557" y="2294989"/>
                  </a:lnTo>
                  <a:lnTo>
                    <a:pt x="1715177" y="2314882"/>
                  </a:lnTo>
                  <a:lnTo>
                    <a:pt x="1672950" y="2333236"/>
                  </a:lnTo>
                  <a:lnTo>
                    <a:pt x="1629912" y="2350014"/>
                  </a:lnTo>
                  <a:lnTo>
                    <a:pt x="1586099" y="2365180"/>
                  </a:lnTo>
                  <a:lnTo>
                    <a:pt x="1541547" y="2378699"/>
                  </a:lnTo>
                  <a:lnTo>
                    <a:pt x="1496293" y="2390533"/>
                  </a:lnTo>
                  <a:lnTo>
                    <a:pt x="1450373" y="2400646"/>
                  </a:lnTo>
                  <a:lnTo>
                    <a:pt x="1403824" y="2409002"/>
                  </a:lnTo>
                  <a:lnTo>
                    <a:pt x="1356682" y="2415564"/>
                  </a:lnTo>
                  <a:lnTo>
                    <a:pt x="1308984" y="2420296"/>
                  </a:lnTo>
                  <a:lnTo>
                    <a:pt x="1260765" y="2423162"/>
                  </a:lnTo>
                  <a:lnTo>
                    <a:pt x="1212063" y="2424126"/>
                  </a:lnTo>
                  <a:lnTo>
                    <a:pt x="1163366" y="2423162"/>
                  </a:lnTo>
                  <a:lnTo>
                    <a:pt x="1115152" y="2420296"/>
                  </a:lnTo>
                  <a:lnTo>
                    <a:pt x="1067459" y="2415564"/>
                  </a:lnTo>
                  <a:lnTo>
                    <a:pt x="1020321" y="2409002"/>
                  </a:lnTo>
                  <a:lnTo>
                    <a:pt x="973777" y="2400646"/>
                  </a:lnTo>
                  <a:lnTo>
                    <a:pt x="927862" y="2390533"/>
                  </a:lnTo>
                  <a:lnTo>
                    <a:pt x="882612" y="2378699"/>
                  </a:lnTo>
                  <a:lnTo>
                    <a:pt x="838064" y="2365180"/>
                  </a:lnTo>
                  <a:lnTo>
                    <a:pt x="794254" y="2350014"/>
                  </a:lnTo>
                  <a:lnTo>
                    <a:pt x="751219" y="2333236"/>
                  </a:lnTo>
                  <a:lnTo>
                    <a:pt x="708995" y="2314882"/>
                  </a:lnTo>
                  <a:lnTo>
                    <a:pt x="667619" y="2294989"/>
                  </a:lnTo>
                  <a:lnTo>
                    <a:pt x="627126" y="2273594"/>
                  </a:lnTo>
                  <a:lnTo>
                    <a:pt x="587554" y="2250732"/>
                  </a:lnTo>
                  <a:lnTo>
                    <a:pt x="548939" y="2226440"/>
                  </a:lnTo>
                  <a:lnTo>
                    <a:pt x="511317" y="2200755"/>
                  </a:lnTo>
                  <a:lnTo>
                    <a:pt x="474724" y="2173713"/>
                  </a:lnTo>
                  <a:lnTo>
                    <a:pt x="439197" y="2145349"/>
                  </a:lnTo>
                  <a:lnTo>
                    <a:pt x="404773" y="2115702"/>
                  </a:lnTo>
                  <a:lnTo>
                    <a:pt x="371487" y="2084806"/>
                  </a:lnTo>
                  <a:lnTo>
                    <a:pt x="339376" y="2052698"/>
                  </a:lnTo>
                  <a:lnTo>
                    <a:pt x="308477" y="2019415"/>
                  </a:lnTo>
                  <a:lnTo>
                    <a:pt x="278826" y="1984992"/>
                  </a:lnTo>
                  <a:lnTo>
                    <a:pt x="250459" y="1949467"/>
                  </a:lnTo>
                  <a:lnTo>
                    <a:pt x="223413" y="1912876"/>
                  </a:lnTo>
                  <a:lnTo>
                    <a:pt x="197724" y="1875255"/>
                  </a:lnTo>
                  <a:lnTo>
                    <a:pt x="173429" y="1836640"/>
                  </a:lnTo>
                  <a:lnTo>
                    <a:pt x="150563" y="1797068"/>
                  </a:lnTo>
                  <a:lnTo>
                    <a:pt x="129164" y="1756575"/>
                  </a:lnTo>
                  <a:lnTo>
                    <a:pt x="109268" y="1715197"/>
                  </a:lnTo>
                  <a:lnTo>
                    <a:pt x="90911" y="1672971"/>
                  </a:lnTo>
                  <a:lnTo>
                    <a:pt x="74129" y="1629933"/>
                  </a:lnTo>
                  <a:lnTo>
                    <a:pt x="58959" y="1586120"/>
                  </a:lnTo>
                  <a:lnTo>
                    <a:pt x="45438" y="1541568"/>
                  </a:lnTo>
                  <a:lnTo>
                    <a:pt x="33601" y="1496313"/>
                  </a:lnTo>
                  <a:lnTo>
                    <a:pt x="23486" y="1450392"/>
                  </a:lnTo>
                  <a:lnTo>
                    <a:pt x="15128" y="1403841"/>
                  </a:lnTo>
                  <a:lnTo>
                    <a:pt x="8564" y="1356696"/>
                  </a:lnTo>
                  <a:lnTo>
                    <a:pt x="3830" y="1308994"/>
                  </a:lnTo>
                  <a:lnTo>
                    <a:pt x="963" y="1260770"/>
                  </a:lnTo>
                  <a:lnTo>
                    <a:pt x="0" y="121206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8078559" y="2109332"/>
              <a:ext cx="344170" cy="344170"/>
            </a:xfrm>
            <a:custGeom>
              <a:avLst/>
              <a:gdLst/>
              <a:ahLst/>
              <a:cxnLst/>
              <a:rect l="l" t="t" r="r" b="b"/>
              <a:pathLst>
                <a:path w="344170" h="344169">
                  <a:moveTo>
                    <a:pt x="172110" y="344143"/>
                  </a:moveTo>
                  <a:lnTo>
                    <a:pt x="126397" y="337986"/>
                  </a:lnTo>
                  <a:lnTo>
                    <a:pt x="85295" y="320618"/>
                  </a:lnTo>
                  <a:lnTo>
                    <a:pt x="50454" y="293688"/>
                  </a:lnTo>
                  <a:lnTo>
                    <a:pt x="23524" y="258847"/>
                  </a:lnTo>
                  <a:lnTo>
                    <a:pt x="6156" y="217745"/>
                  </a:lnTo>
                  <a:lnTo>
                    <a:pt x="0" y="172032"/>
                  </a:lnTo>
                  <a:lnTo>
                    <a:pt x="6156" y="126325"/>
                  </a:lnTo>
                  <a:lnTo>
                    <a:pt x="23524" y="85237"/>
                  </a:lnTo>
                  <a:lnTo>
                    <a:pt x="50454" y="50415"/>
                  </a:lnTo>
                  <a:lnTo>
                    <a:pt x="85295" y="23504"/>
                  </a:lnTo>
                  <a:lnTo>
                    <a:pt x="126397" y="6150"/>
                  </a:lnTo>
                  <a:lnTo>
                    <a:pt x="172110" y="0"/>
                  </a:lnTo>
                  <a:lnTo>
                    <a:pt x="217817" y="6150"/>
                  </a:lnTo>
                  <a:lnTo>
                    <a:pt x="258905" y="23504"/>
                  </a:lnTo>
                  <a:lnTo>
                    <a:pt x="293727" y="50415"/>
                  </a:lnTo>
                  <a:lnTo>
                    <a:pt x="320638" y="85237"/>
                  </a:lnTo>
                  <a:lnTo>
                    <a:pt x="337992" y="126325"/>
                  </a:lnTo>
                  <a:lnTo>
                    <a:pt x="344143" y="172032"/>
                  </a:lnTo>
                  <a:lnTo>
                    <a:pt x="337992" y="217745"/>
                  </a:lnTo>
                  <a:lnTo>
                    <a:pt x="320638" y="258847"/>
                  </a:lnTo>
                  <a:lnTo>
                    <a:pt x="293727" y="293688"/>
                  </a:lnTo>
                  <a:lnTo>
                    <a:pt x="258905" y="320618"/>
                  </a:lnTo>
                  <a:lnTo>
                    <a:pt x="217817" y="337986"/>
                  </a:lnTo>
                  <a:lnTo>
                    <a:pt x="172110" y="344143"/>
                  </a:lnTo>
                  <a:close/>
                </a:path>
              </a:pathLst>
            </a:custGeom>
            <a:solidFill>
              <a:srgbClr val="A580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8" name="object 26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078559" y="2109332"/>
              <a:ext cx="344143" cy="344143"/>
            </a:xfrm>
            <a:prstGeom prst="rect">
              <a:avLst/>
            </a:prstGeom>
          </p:spPr>
        </p:pic>
        <p:sp>
          <p:nvSpPr>
            <p:cNvPr id="269" name="object 269"/>
            <p:cNvSpPr/>
            <p:nvPr/>
          </p:nvSpPr>
          <p:spPr>
            <a:xfrm>
              <a:off x="8078559" y="2109332"/>
              <a:ext cx="344170" cy="344170"/>
            </a:xfrm>
            <a:custGeom>
              <a:avLst/>
              <a:gdLst/>
              <a:ahLst/>
              <a:cxnLst/>
              <a:rect l="l" t="t" r="r" b="b"/>
              <a:pathLst>
                <a:path w="344170" h="344169">
                  <a:moveTo>
                    <a:pt x="0" y="172032"/>
                  </a:moveTo>
                  <a:lnTo>
                    <a:pt x="6156" y="126325"/>
                  </a:lnTo>
                  <a:lnTo>
                    <a:pt x="23524" y="85237"/>
                  </a:lnTo>
                  <a:lnTo>
                    <a:pt x="50454" y="50415"/>
                  </a:lnTo>
                  <a:lnTo>
                    <a:pt x="85295" y="23504"/>
                  </a:lnTo>
                  <a:lnTo>
                    <a:pt x="126397" y="6150"/>
                  </a:lnTo>
                  <a:lnTo>
                    <a:pt x="172110" y="0"/>
                  </a:lnTo>
                  <a:lnTo>
                    <a:pt x="217817" y="6150"/>
                  </a:lnTo>
                  <a:lnTo>
                    <a:pt x="258905" y="23504"/>
                  </a:lnTo>
                  <a:lnTo>
                    <a:pt x="293727" y="50415"/>
                  </a:lnTo>
                  <a:lnTo>
                    <a:pt x="320638" y="85237"/>
                  </a:lnTo>
                  <a:lnTo>
                    <a:pt x="337992" y="126325"/>
                  </a:lnTo>
                  <a:lnTo>
                    <a:pt x="344143" y="172032"/>
                  </a:lnTo>
                  <a:lnTo>
                    <a:pt x="337992" y="217745"/>
                  </a:lnTo>
                  <a:lnTo>
                    <a:pt x="320638" y="258847"/>
                  </a:lnTo>
                  <a:lnTo>
                    <a:pt x="293727" y="293688"/>
                  </a:lnTo>
                  <a:lnTo>
                    <a:pt x="258905" y="320618"/>
                  </a:lnTo>
                  <a:lnTo>
                    <a:pt x="217817" y="337986"/>
                  </a:lnTo>
                  <a:lnTo>
                    <a:pt x="172110" y="344143"/>
                  </a:lnTo>
                  <a:lnTo>
                    <a:pt x="126397" y="337986"/>
                  </a:lnTo>
                  <a:lnTo>
                    <a:pt x="85295" y="320618"/>
                  </a:lnTo>
                  <a:lnTo>
                    <a:pt x="50454" y="293688"/>
                  </a:lnTo>
                  <a:lnTo>
                    <a:pt x="23524" y="258847"/>
                  </a:lnTo>
                  <a:lnTo>
                    <a:pt x="6156" y="217745"/>
                  </a:lnTo>
                  <a:lnTo>
                    <a:pt x="0" y="17203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0" name="object 270"/>
          <p:cNvGrpSpPr/>
          <p:nvPr/>
        </p:nvGrpSpPr>
        <p:grpSpPr>
          <a:xfrm>
            <a:off x="711655" y="770153"/>
            <a:ext cx="140335" cy="292735"/>
            <a:chOff x="711655" y="770153"/>
            <a:chExt cx="140335" cy="292735"/>
          </a:xfrm>
        </p:grpSpPr>
        <p:sp>
          <p:nvSpPr>
            <p:cNvPr id="271" name="object 271"/>
            <p:cNvSpPr/>
            <p:nvPr/>
          </p:nvSpPr>
          <p:spPr>
            <a:xfrm>
              <a:off x="715533" y="774031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5" h="132715">
                  <a:moveTo>
                    <a:pt x="66315" y="132631"/>
                  </a:moveTo>
                  <a:lnTo>
                    <a:pt x="40509" y="127417"/>
                  </a:lnTo>
                  <a:lnTo>
                    <a:pt x="19429" y="113201"/>
                  </a:lnTo>
                  <a:lnTo>
                    <a:pt x="5213" y="92121"/>
                  </a:lnTo>
                  <a:lnTo>
                    <a:pt x="0" y="66315"/>
                  </a:lnTo>
                  <a:lnTo>
                    <a:pt x="5213" y="40509"/>
                  </a:lnTo>
                  <a:lnTo>
                    <a:pt x="19429" y="19429"/>
                  </a:lnTo>
                  <a:lnTo>
                    <a:pt x="40509" y="5213"/>
                  </a:lnTo>
                  <a:lnTo>
                    <a:pt x="66315" y="0"/>
                  </a:lnTo>
                  <a:lnTo>
                    <a:pt x="92077" y="5213"/>
                  </a:lnTo>
                  <a:lnTo>
                    <a:pt x="113134" y="19429"/>
                  </a:lnTo>
                  <a:lnTo>
                    <a:pt x="127341" y="40509"/>
                  </a:lnTo>
                  <a:lnTo>
                    <a:pt x="132553" y="66315"/>
                  </a:lnTo>
                  <a:lnTo>
                    <a:pt x="127341" y="92121"/>
                  </a:lnTo>
                  <a:lnTo>
                    <a:pt x="113134" y="113201"/>
                  </a:lnTo>
                  <a:lnTo>
                    <a:pt x="92077" y="127417"/>
                  </a:lnTo>
                  <a:lnTo>
                    <a:pt x="66315" y="132631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2" name="object 27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15533" y="774031"/>
              <a:ext cx="132553" cy="132631"/>
            </a:xfrm>
            <a:prstGeom prst="rect">
              <a:avLst/>
            </a:prstGeom>
          </p:spPr>
        </p:pic>
        <p:sp>
          <p:nvSpPr>
            <p:cNvPr id="273" name="object 273"/>
            <p:cNvSpPr/>
            <p:nvPr/>
          </p:nvSpPr>
          <p:spPr>
            <a:xfrm>
              <a:off x="715533" y="774031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5" h="132715">
                  <a:moveTo>
                    <a:pt x="0" y="66315"/>
                  </a:moveTo>
                  <a:lnTo>
                    <a:pt x="5213" y="40509"/>
                  </a:lnTo>
                  <a:lnTo>
                    <a:pt x="19429" y="19429"/>
                  </a:lnTo>
                  <a:lnTo>
                    <a:pt x="40509" y="5213"/>
                  </a:lnTo>
                  <a:lnTo>
                    <a:pt x="66315" y="0"/>
                  </a:lnTo>
                  <a:lnTo>
                    <a:pt x="92077" y="5213"/>
                  </a:lnTo>
                  <a:lnTo>
                    <a:pt x="113134" y="19429"/>
                  </a:lnTo>
                  <a:lnTo>
                    <a:pt x="127341" y="40509"/>
                  </a:lnTo>
                  <a:lnTo>
                    <a:pt x="132553" y="66315"/>
                  </a:lnTo>
                  <a:lnTo>
                    <a:pt x="127341" y="92121"/>
                  </a:lnTo>
                  <a:lnTo>
                    <a:pt x="113134" y="113201"/>
                  </a:lnTo>
                  <a:lnTo>
                    <a:pt x="92077" y="127417"/>
                  </a:lnTo>
                  <a:lnTo>
                    <a:pt x="66315" y="132631"/>
                  </a:lnTo>
                  <a:lnTo>
                    <a:pt x="40509" y="127417"/>
                  </a:lnTo>
                  <a:lnTo>
                    <a:pt x="19429" y="113201"/>
                  </a:lnTo>
                  <a:lnTo>
                    <a:pt x="5213" y="92121"/>
                  </a:lnTo>
                  <a:lnTo>
                    <a:pt x="0" y="6631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715533" y="926037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5" h="132715">
                  <a:moveTo>
                    <a:pt x="66315" y="132631"/>
                  </a:moveTo>
                  <a:lnTo>
                    <a:pt x="40509" y="127417"/>
                  </a:lnTo>
                  <a:lnTo>
                    <a:pt x="19429" y="113201"/>
                  </a:lnTo>
                  <a:lnTo>
                    <a:pt x="5213" y="92121"/>
                  </a:lnTo>
                  <a:lnTo>
                    <a:pt x="0" y="66315"/>
                  </a:lnTo>
                  <a:lnTo>
                    <a:pt x="5213" y="40509"/>
                  </a:lnTo>
                  <a:lnTo>
                    <a:pt x="19429" y="19429"/>
                  </a:lnTo>
                  <a:lnTo>
                    <a:pt x="40509" y="5213"/>
                  </a:lnTo>
                  <a:lnTo>
                    <a:pt x="66315" y="0"/>
                  </a:lnTo>
                  <a:lnTo>
                    <a:pt x="92077" y="5213"/>
                  </a:lnTo>
                  <a:lnTo>
                    <a:pt x="113134" y="19429"/>
                  </a:lnTo>
                  <a:lnTo>
                    <a:pt x="127341" y="40509"/>
                  </a:lnTo>
                  <a:lnTo>
                    <a:pt x="132553" y="66315"/>
                  </a:lnTo>
                  <a:lnTo>
                    <a:pt x="127341" y="92121"/>
                  </a:lnTo>
                  <a:lnTo>
                    <a:pt x="113134" y="113201"/>
                  </a:lnTo>
                  <a:lnTo>
                    <a:pt x="92077" y="127417"/>
                  </a:lnTo>
                  <a:lnTo>
                    <a:pt x="66315" y="132631"/>
                  </a:lnTo>
                  <a:close/>
                </a:path>
              </a:pathLst>
            </a:custGeom>
            <a:solidFill>
              <a:srgbClr val="A580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5" name="object 27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15533" y="926037"/>
              <a:ext cx="132553" cy="132631"/>
            </a:xfrm>
            <a:prstGeom prst="rect">
              <a:avLst/>
            </a:prstGeom>
          </p:spPr>
        </p:pic>
        <p:sp>
          <p:nvSpPr>
            <p:cNvPr id="276" name="object 276"/>
            <p:cNvSpPr/>
            <p:nvPr/>
          </p:nvSpPr>
          <p:spPr>
            <a:xfrm>
              <a:off x="715533" y="926037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5" h="132715">
                  <a:moveTo>
                    <a:pt x="0" y="66315"/>
                  </a:moveTo>
                  <a:lnTo>
                    <a:pt x="5213" y="40509"/>
                  </a:lnTo>
                  <a:lnTo>
                    <a:pt x="19429" y="19429"/>
                  </a:lnTo>
                  <a:lnTo>
                    <a:pt x="40509" y="5213"/>
                  </a:lnTo>
                  <a:lnTo>
                    <a:pt x="66315" y="0"/>
                  </a:lnTo>
                  <a:lnTo>
                    <a:pt x="92077" y="5213"/>
                  </a:lnTo>
                  <a:lnTo>
                    <a:pt x="113134" y="19429"/>
                  </a:lnTo>
                  <a:lnTo>
                    <a:pt x="127341" y="40509"/>
                  </a:lnTo>
                  <a:lnTo>
                    <a:pt x="132553" y="66315"/>
                  </a:lnTo>
                  <a:lnTo>
                    <a:pt x="127341" y="92121"/>
                  </a:lnTo>
                  <a:lnTo>
                    <a:pt x="113134" y="113201"/>
                  </a:lnTo>
                  <a:lnTo>
                    <a:pt x="92077" y="127417"/>
                  </a:lnTo>
                  <a:lnTo>
                    <a:pt x="66315" y="132631"/>
                  </a:lnTo>
                  <a:lnTo>
                    <a:pt x="40509" y="127417"/>
                  </a:lnTo>
                  <a:lnTo>
                    <a:pt x="19429" y="113201"/>
                  </a:lnTo>
                  <a:lnTo>
                    <a:pt x="5213" y="92121"/>
                  </a:lnTo>
                  <a:lnTo>
                    <a:pt x="0" y="6631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7" name="object 277"/>
          <p:cNvSpPr txBox="1"/>
          <p:nvPr/>
        </p:nvSpPr>
        <p:spPr>
          <a:xfrm>
            <a:off x="10600801" y="1789838"/>
            <a:ext cx="3628390" cy="22415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 marR="3153410" indent="-13335">
              <a:lnSpc>
                <a:spcPts val="880"/>
              </a:lnSpc>
              <a:spcBef>
                <a:spcPts val="5"/>
              </a:spcBef>
            </a:pPr>
            <a:r>
              <a:rPr dirty="0" sz="700" spc="-30">
                <a:latin typeface="Verdana"/>
                <a:cs typeface="Verdana"/>
              </a:rPr>
              <a:t>FTIRL</a:t>
            </a:r>
            <a:r>
              <a:rPr dirty="0" sz="700" spc="-30" b="1">
                <a:latin typeface="Verdana"/>
                <a:cs typeface="Verdana"/>
              </a:rPr>
              <a:t>E</a:t>
            </a:r>
            <a:r>
              <a:rPr dirty="0" sz="700" spc="-30">
                <a:latin typeface="Verdana"/>
                <a:cs typeface="Verdana"/>
              </a:rPr>
              <a:t>E </a:t>
            </a:r>
            <a:r>
              <a:rPr dirty="0" sz="700" spc="-125">
                <a:latin typeface="Verdana"/>
                <a:cs typeface="Verdana"/>
              </a:rPr>
              <a:t>(TTROIMMED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78" name="object 278"/>
          <p:cNvGrpSpPr/>
          <p:nvPr/>
        </p:nvGrpSpPr>
        <p:grpSpPr>
          <a:xfrm>
            <a:off x="6726566" y="1609041"/>
            <a:ext cx="3874770" cy="536575"/>
            <a:chOff x="6726566" y="1609041"/>
            <a:chExt cx="3874770" cy="536575"/>
          </a:xfrm>
        </p:grpSpPr>
        <p:sp>
          <p:nvSpPr>
            <p:cNvPr id="279" name="object 279"/>
            <p:cNvSpPr/>
            <p:nvPr/>
          </p:nvSpPr>
          <p:spPr>
            <a:xfrm>
              <a:off x="9912516" y="1845885"/>
              <a:ext cx="684530" cy="273050"/>
            </a:xfrm>
            <a:custGeom>
              <a:avLst/>
              <a:gdLst/>
              <a:ahLst/>
              <a:cxnLst/>
              <a:rect l="l" t="t" r="r" b="b"/>
              <a:pathLst>
                <a:path w="684529" h="273050">
                  <a:moveTo>
                    <a:pt x="0" y="272475"/>
                  </a:moveTo>
                  <a:lnTo>
                    <a:pt x="485151" y="0"/>
                  </a:lnTo>
                  <a:lnTo>
                    <a:pt x="68440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9872028" y="2111582"/>
              <a:ext cx="44450" cy="29845"/>
            </a:xfrm>
            <a:custGeom>
              <a:avLst/>
              <a:gdLst/>
              <a:ahLst/>
              <a:cxnLst/>
              <a:rect l="l" t="t" r="r" b="b"/>
              <a:pathLst>
                <a:path w="44450" h="29844">
                  <a:moveTo>
                    <a:pt x="0" y="29551"/>
                  </a:moveTo>
                  <a:lnTo>
                    <a:pt x="36764" y="0"/>
                  </a:lnTo>
                  <a:lnTo>
                    <a:pt x="44365" y="13495"/>
                  </a:lnTo>
                  <a:lnTo>
                    <a:pt x="0" y="295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9872028" y="2111582"/>
              <a:ext cx="44450" cy="29845"/>
            </a:xfrm>
            <a:custGeom>
              <a:avLst/>
              <a:gdLst/>
              <a:ahLst/>
              <a:cxnLst/>
              <a:rect l="l" t="t" r="r" b="b"/>
              <a:pathLst>
                <a:path w="44450" h="29844">
                  <a:moveTo>
                    <a:pt x="0" y="29551"/>
                  </a:moveTo>
                  <a:lnTo>
                    <a:pt x="36764" y="0"/>
                  </a:lnTo>
                  <a:lnTo>
                    <a:pt x="44365" y="13495"/>
                  </a:lnTo>
                  <a:lnTo>
                    <a:pt x="0" y="2955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6726566" y="1609041"/>
              <a:ext cx="695325" cy="112395"/>
            </a:xfrm>
            <a:custGeom>
              <a:avLst/>
              <a:gdLst/>
              <a:ahLst/>
              <a:cxnLst/>
              <a:rect l="l" t="t" r="r" b="b"/>
              <a:pathLst>
                <a:path w="695325" h="112394">
                  <a:moveTo>
                    <a:pt x="694878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694878" y="0"/>
                  </a:lnTo>
                  <a:lnTo>
                    <a:pt x="694878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3" name="object 283"/>
          <p:cNvSpPr txBox="1"/>
          <p:nvPr/>
        </p:nvSpPr>
        <p:spPr>
          <a:xfrm>
            <a:off x="6712625" y="1596325"/>
            <a:ext cx="2819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30">
                <a:latin typeface="Verdana"/>
                <a:cs typeface="Verdana"/>
              </a:rPr>
              <a:t>NTKREE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84" name="object 284"/>
          <p:cNvGrpSpPr/>
          <p:nvPr/>
        </p:nvGrpSpPr>
        <p:grpSpPr>
          <a:xfrm>
            <a:off x="7200361" y="1660929"/>
            <a:ext cx="1585595" cy="2235200"/>
            <a:chOff x="7200361" y="1660929"/>
            <a:chExt cx="1585595" cy="2235200"/>
          </a:xfrm>
        </p:grpSpPr>
        <p:sp>
          <p:nvSpPr>
            <p:cNvPr id="285" name="object 285"/>
            <p:cNvSpPr/>
            <p:nvPr/>
          </p:nvSpPr>
          <p:spPr>
            <a:xfrm>
              <a:off x="7378018" y="1665056"/>
              <a:ext cx="699135" cy="448309"/>
            </a:xfrm>
            <a:custGeom>
              <a:avLst/>
              <a:gdLst/>
              <a:ahLst/>
              <a:cxnLst/>
              <a:rect l="l" t="t" r="r" b="b"/>
              <a:pathLst>
                <a:path w="699134" h="448310">
                  <a:moveTo>
                    <a:pt x="698601" y="448076"/>
                  </a:moveTo>
                  <a:lnTo>
                    <a:pt x="213450" y="0"/>
                  </a:lnTo>
                  <a:lnTo>
                    <a:pt x="47390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8071346" y="2107486"/>
              <a:ext cx="40005" cy="37465"/>
            </a:xfrm>
            <a:custGeom>
              <a:avLst/>
              <a:gdLst/>
              <a:ahLst/>
              <a:cxnLst/>
              <a:rect l="l" t="t" r="r" b="b"/>
              <a:pathLst>
                <a:path w="40004" h="37464">
                  <a:moveTo>
                    <a:pt x="39401" y="37152"/>
                  </a:moveTo>
                  <a:lnTo>
                    <a:pt x="0" y="11246"/>
                  </a:lnTo>
                  <a:lnTo>
                    <a:pt x="10470" y="0"/>
                  </a:lnTo>
                  <a:lnTo>
                    <a:pt x="39401" y="37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8071346" y="2107486"/>
              <a:ext cx="40005" cy="37465"/>
            </a:xfrm>
            <a:custGeom>
              <a:avLst/>
              <a:gdLst/>
              <a:ahLst/>
              <a:cxnLst/>
              <a:rect l="l" t="t" r="r" b="b"/>
              <a:pathLst>
                <a:path w="40004" h="37464">
                  <a:moveTo>
                    <a:pt x="39401" y="37152"/>
                  </a:moveTo>
                  <a:lnTo>
                    <a:pt x="0" y="11246"/>
                  </a:lnTo>
                  <a:lnTo>
                    <a:pt x="10470" y="0"/>
                  </a:lnTo>
                  <a:lnTo>
                    <a:pt x="39401" y="3715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7292002" y="3736391"/>
              <a:ext cx="1491615" cy="157480"/>
            </a:xfrm>
            <a:custGeom>
              <a:avLst/>
              <a:gdLst/>
              <a:ahLst/>
              <a:cxnLst/>
              <a:rect l="l" t="t" r="r" b="b"/>
              <a:pathLst>
                <a:path w="1491615" h="157479">
                  <a:moveTo>
                    <a:pt x="1491441" y="157063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7249606" y="3731878"/>
              <a:ext cx="42545" cy="5080"/>
            </a:xfrm>
            <a:custGeom>
              <a:avLst/>
              <a:gdLst/>
              <a:ahLst/>
              <a:cxnLst/>
              <a:rect l="l" t="t" r="r" b="b"/>
              <a:pathLst>
                <a:path w="42545" h="5079">
                  <a:moveTo>
                    <a:pt x="42426" y="449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7436189" y="2367684"/>
              <a:ext cx="578485" cy="60960"/>
            </a:xfrm>
            <a:custGeom>
              <a:avLst/>
              <a:gdLst/>
              <a:ahLst/>
              <a:cxnLst/>
              <a:rect l="l" t="t" r="r" b="b"/>
              <a:pathLst>
                <a:path w="578484" h="60960">
                  <a:moveTo>
                    <a:pt x="578225" y="60886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7393763" y="2363169"/>
              <a:ext cx="42545" cy="5080"/>
            </a:xfrm>
            <a:custGeom>
              <a:avLst/>
              <a:gdLst/>
              <a:ahLst/>
              <a:cxnLst/>
              <a:rect l="l" t="t" r="r" b="b"/>
              <a:pathLst>
                <a:path w="42545" h="5080">
                  <a:moveTo>
                    <a:pt x="42426" y="4498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7292033" y="2367638"/>
              <a:ext cx="144780" cy="1369060"/>
            </a:xfrm>
            <a:custGeom>
              <a:avLst/>
              <a:gdLst/>
              <a:ahLst/>
              <a:cxnLst/>
              <a:rect l="l" t="t" r="r" b="b"/>
              <a:pathLst>
                <a:path w="144779" h="1369060">
                  <a:moveTo>
                    <a:pt x="0" y="1368738"/>
                  </a:moveTo>
                  <a:lnTo>
                    <a:pt x="52110" y="874071"/>
                  </a:lnTo>
                </a:path>
                <a:path w="144779" h="1369060">
                  <a:moveTo>
                    <a:pt x="93935" y="477030"/>
                  </a:moveTo>
                  <a:lnTo>
                    <a:pt x="144187" y="0"/>
                  </a:lnTo>
                </a:path>
                <a:path w="144779" h="1369060">
                  <a:moveTo>
                    <a:pt x="52110" y="874071"/>
                  </a:moveTo>
                  <a:lnTo>
                    <a:pt x="93935" y="47703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7281678" y="3723587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0" y="0"/>
                  </a:moveTo>
                  <a:lnTo>
                    <a:pt x="20709" y="2551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7289551" y="3736376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5">
                  <a:moveTo>
                    <a:pt x="2481" y="0"/>
                  </a:moveTo>
                  <a:lnTo>
                    <a:pt x="0" y="2311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7425827" y="2354940"/>
              <a:ext cx="20955" cy="26034"/>
            </a:xfrm>
            <a:custGeom>
              <a:avLst/>
              <a:gdLst/>
              <a:ahLst/>
              <a:cxnLst/>
              <a:rect l="l" t="t" r="r" b="b"/>
              <a:pathLst>
                <a:path w="20954" h="26035">
                  <a:moveTo>
                    <a:pt x="20709" y="25517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7436189" y="2344555"/>
              <a:ext cx="2540" cy="23495"/>
            </a:xfrm>
            <a:custGeom>
              <a:avLst/>
              <a:gdLst/>
              <a:ahLst/>
              <a:cxnLst/>
              <a:rect l="l" t="t" r="r" b="b"/>
              <a:pathLst>
                <a:path w="2540" h="23494">
                  <a:moveTo>
                    <a:pt x="0" y="23113"/>
                  </a:moveTo>
                  <a:lnTo>
                    <a:pt x="2404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7204488" y="2844737"/>
              <a:ext cx="152400" cy="397510"/>
            </a:xfrm>
            <a:custGeom>
              <a:avLst/>
              <a:gdLst/>
              <a:ahLst/>
              <a:cxnLst/>
              <a:rect l="l" t="t" r="r" b="b"/>
              <a:pathLst>
                <a:path w="152400" h="397510">
                  <a:moveTo>
                    <a:pt x="111456" y="396962"/>
                  </a:moveTo>
                  <a:lnTo>
                    <a:pt x="0" y="385251"/>
                  </a:lnTo>
                  <a:lnTo>
                    <a:pt x="40564" y="0"/>
                  </a:lnTo>
                  <a:lnTo>
                    <a:pt x="151944" y="11711"/>
                  </a:lnTo>
                  <a:lnTo>
                    <a:pt x="111456" y="3969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7204488" y="2844737"/>
              <a:ext cx="152400" cy="397510"/>
            </a:xfrm>
            <a:custGeom>
              <a:avLst/>
              <a:gdLst/>
              <a:ahLst/>
              <a:cxnLst/>
              <a:rect l="l" t="t" r="r" b="b"/>
              <a:pathLst>
                <a:path w="152400" h="397510">
                  <a:moveTo>
                    <a:pt x="0" y="385251"/>
                  </a:moveTo>
                  <a:lnTo>
                    <a:pt x="40564" y="0"/>
                  </a:lnTo>
                  <a:lnTo>
                    <a:pt x="151944" y="11711"/>
                  </a:lnTo>
                  <a:lnTo>
                    <a:pt x="111456" y="396962"/>
                  </a:lnTo>
                  <a:lnTo>
                    <a:pt x="0" y="38525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9" name="object 299"/>
          <p:cNvSpPr txBox="1"/>
          <p:nvPr/>
        </p:nvSpPr>
        <p:spPr>
          <a:xfrm rot="16620000">
            <a:off x="7134791" y="2997034"/>
            <a:ext cx="30423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12'-</a:t>
            </a:r>
            <a:r>
              <a:rPr dirty="0" sz="700" spc="-25">
                <a:latin typeface="Verdana"/>
                <a:cs typeface="Verdana"/>
              </a:rPr>
              <a:t>4"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00" name="object 300"/>
          <p:cNvGrpSpPr/>
          <p:nvPr/>
        </p:nvGrpSpPr>
        <p:grpSpPr>
          <a:xfrm>
            <a:off x="7378250" y="3877390"/>
            <a:ext cx="628650" cy="601980"/>
            <a:chOff x="7378250" y="3877390"/>
            <a:chExt cx="628650" cy="601980"/>
          </a:xfrm>
        </p:grpSpPr>
        <p:sp>
          <p:nvSpPr>
            <p:cNvPr id="301" name="object 301"/>
            <p:cNvSpPr/>
            <p:nvPr/>
          </p:nvSpPr>
          <p:spPr>
            <a:xfrm>
              <a:off x="7382377" y="3881518"/>
              <a:ext cx="344170" cy="344170"/>
            </a:xfrm>
            <a:custGeom>
              <a:avLst/>
              <a:gdLst/>
              <a:ahLst/>
              <a:cxnLst/>
              <a:rect l="l" t="t" r="r" b="b"/>
              <a:pathLst>
                <a:path w="344170" h="344170">
                  <a:moveTo>
                    <a:pt x="172032" y="344143"/>
                  </a:moveTo>
                  <a:lnTo>
                    <a:pt x="126352" y="337992"/>
                  </a:lnTo>
                  <a:lnTo>
                    <a:pt x="85272" y="320638"/>
                  </a:lnTo>
                  <a:lnTo>
                    <a:pt x="50444" y="293727"/>
                  </a:lnTo>
                  <a:lnTo>
                    <a:pt x="23521" y="258905"/>
                  </a:lnTo>
                  <a:lnTo>
                    <a:pt x="6155" y="217817"/>
                  </a:lnTo>
                  <a:lnTo>
                    <a:pt x="0" y="172110"/>
                  </a:lnTo>
                  <a:lnTo>
                    <a:pt x="6155" y="126397"/>
                  </a:lnTo>
                  <a:lnTo>
                    <a:pt x="23521" y="85295"/>
                  </a:lnTo>
                  <a:lnTo>
                    <a:pt x="50444" y="50454"/>
                  </a:lnTo>
                  <a:lnTo>
                    <a:pt x="85272" y="23524"/>
                  </a:lnTo>
                  <a:lnTo>
                    <a:pt x="126352" y="6156"/>
                  </a:lnTo>
                  <a:lnTo>
                    <a:pt x="172032" y="0"/>
                  </a:lnTo>
                  <a:lnTo>
                    <a:pt x="217772" y="6156"/>
                  </a:lnTo>
                  <a:lnTo>
                    <a:pt x="258882" y="23524"/>
                  </a:lnTo>
                  <a:lnTo>
                    <a:pt x="293718" y="50454"/>
                  </a:lnTo>
                  <a:lnTo>
                    <a:pt x="320636" y="85295"/>
                  </a:lnTo>
                  <a:lnTo>
                    <a:pt x="337992" y="126397"/>
                  </a:lnTo>
                  <a:lnTo>
                    <a:pt x="344143" y="172110"/>
                  </a:lnTo>
                  <a:lnTo>
                    <a:pt x="337992" y="217817"/>
                  </a:lnTo>
                  <a:lnTo>
                    <a:pt x="320636" y="258905"/>
                  </a:lnTo>
                  <a:lnTo>
                    <a:pt x="293718" y="293727"/>
                  </a:lnTo>
                  <a:lnTo>
                    <a:pt x="258882" y="320638"/>
                  </a:lnTo>
                  <a:lnTo>
                    <a:pt x="217772" y="337992"/>
                  </a:lnTo>
                  <a:lnTo>
                    <a:pt x="172032" y="344143"/>
                  </a:lnTo>
                  <a:close/>
                </a:path>
              </a:pathLst>
            </a:custGeom>
            <a:solidFill>
              <a:srgbClr val="A580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2" name="object 30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382377" y="3881518"/>
              <a:ext cx="344143" cy="344143"/>
            </a:xfrm>
            <a:prstGeom prst="rect">
              <a:avLst/>
            </a:prstGeom>
          </p:spPr>
        </p:pic>
        <p:sp>
          <p:nvSpPr>
            <p:cNvPr id="303" name="object 303"/>
            <p:cNvSpPr/>
            <p:nvPr/>
          </p:nvSpPr>
          <p:spPr>
            <a:xfrm>
              <a:off x="7382377" y="3881518"/>
              <a:ext cx="344170" cy="344170"/>
            </a:xfrm>
            <a:custGeom>
              <a:avLst/>
              <a:gdLst/>
              <a:ahLst/>
              <a:cxnLst/>
              <a:rect l="l" t="t" r="r" b="b"/>
              <a:pathLst>
                <a:path w="344170" h="344170">
                  <a:moveTo>
                    <a:pt x="0" y="172110"/>
                  </a:moveTo>
                  <a:lnTo>
                    <a:pt x="6155" y="126397"/>
                  </a:lnTo>
                  <a:lnTo>
                    <a:pt x="23521" y="85295"/>
                  </a:lnTo>
                  <a:lnTo>
                    <a:pt x="50444" y="50454"/>
                  </a:lnTo>
                  <a:lnTo>
                    <a:pt x="85272" y="23524"/>
                  </a:lnTo>
                  <a:lnTo>
                    <a:pt x="126352" y="6156"/>
                  </a:lnTo>
                  <a:lnTo>
                    <a:pt x="172032" y="0"/>
                  </a:lnTo>
                  <a:lnTo>
                    <a:pt x="217772" y="6156"/>
                  </a:lnTo>
                  <a:lnTo>
                    <a:pt x="258882" y="23524"/>
                  </a:lnTo>
                  <a:lnTo>
                    <a:pt x="293718" y="50454"/>
                  </a:lnTo>
                  <a:lnTo>
                    <a:pt x="320636" y="85295"/>
                  </a:lnTo>
                  <a:lnTo>
                    <a:pt x="337992" y="126397"/>
                  </a:lnTo>
                  <a:lnTo>
                    <a:pt x="344143" y="172110"/>
                  </a:lnTo>
                  <a:lnTo>
                    <a:pt x="337992" y="217817"/>
                  </a:lnTo>
                  <a:lnTo>
                    <a:pt x="320636" y="258905"/>
                  </a:lnTo>
                  <a:lnTo>
                    <a:pt x="293718" y="293727"/>
                  </a:lnTo>
                  <a:lnTo>
                    <a:pt x="258882" y="320638"/>
                  </a:lnTo>
                  <a:lnTo>
                    <a:pt x="217772" y="337992"/>
                  </a:lnTo>
                  <a:lnTo>
                    <a:pt x="172032" y="344143"/>
                  </a:lnTo>
                  <a:lnTo>
                    <a:pt x="126352" y="337992"/>
                  </a:lnTo>
                  <a:lnTo>
                    <a:pt x="85272" y="320638"/>
                  </a:lnTo>
                  <a:lnTo>
                    <a:pt x="50444" y="293727"/>
                  </a:lnTo>
                  <a:lnTo>
                    <a:pt x="23521" y="258905"/>
                  </a:lnTo>
                  <a:lnTo>
                    <a:pt x="6155" y="217817"/>
                  </a:lnTo>
                  <a:lnTo>
                    <a:pt x="0" y="1721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7830361" y="4302610"/>
              <a:ext cx="172720" cy="172085"/>
            </a:xfrm>
            <a:custGeom>
              <a:avLst/>
              <a:gdLst/>
              <a:ahLst/>
              <a:cxnLst/>
              <a:rect l="l" t="t" r="r" b="b"/>
              <a:pathLst>
                <a:path w="172720" h="172085">
                  <a:moveTo>
                    <a:pt x="86016" y="172032"/>
                  </a:moveTo>
                  <a:lnTo>
                    <a:pt x="52583" y="165267"/>
                  </a:lnTo>
                  <a:lnTo>
                    <a:pt x="25236" y="146825"/>
                  </a:lnTo>
                  <a:lnTo>
                    <a:pt x="6775" y="119482"/>
                  </a:lnTo>
                  <a:lnTo>
                    <a:pt x="0" y="86016"/>
                  </a:lnTo>
                  <a:lnTo>
                    <a:pt x="6775" y="52550"/>
                  </a:lnTo>
                  <a:lnTo>
                    <a:pt x="25236" y="25207"/>
                  </a:lnTo>
                  <a:lnTo>
                    <a:pt x="52583" y="6764"/>
                  </a:lnTo>
                  <a:lnTo>
                    <a:pt x="86016" y="0"/>
                  </a:lnTo>
                  <a:lnTo>
                    <a:pt x="119526" y="6764"/>
                  </a:lnTo>
                  <a:lnTo>
                    <a:pt x="146892" y="25207"/>
                  </a:lnTo>
                  <a:lnTo>
                    <a:pt x="165344" y="52550"/>
                  </a:lnTo>
                  <a:lnTo>
                    <a:pt x="172110" y="86016"/>
                  </a:lnTo>
                  <a:lnTo>
                    <a:pt x="165344" y="119482"/>
                  </a:lnTo>
                  <a:lnTo>
                    <a:pt x="146892" y="146825"/>
                  </a:lnTo>
                  <a:lnTo>
                    <a:pt x="119526" y="165267"/>
                  </a:lnTo>
                  <a:lnTo>
                    <a:pt x="86016" y="172032"/>
                  </a:lnTo>
                  <a:close/>
                </a:path>
              </a:pathLst>
            </a:custGeom>
            <a:solidFill>
              <a:srgbClr val="A580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5" name="object 30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830361" y="4302610"/>
              <a:ext cx="172110" cy="172032"/>
            </a:xfrm>
            <a:prstGeom prst="rect">
              <a:avLst/>
            </a:prstGeom>
          </p:spPr>
        </p:pic>
        <p:sp>
          <p:nvSpPr>
            <p:cNvPr id="306" name="object 306"/>
            <p:cNvSpPr/>
            <p:nvPr/>
          </p:nvSpPr>
          <p:spPr>
            <a:xfrm>
              <a:off x="7830361" y="4302610"/>
              <a:ext cx="172720" cy="172085"/>
            </a:xfrm>
            <a:custGeom>
              <a:avLst/>
              <a:gdLst/>
              <a:ahLst/>
              <a:cxnLst/>
              <a:rect l="l" t="t" r="r" b="b"/>
              <a:pathLst>
                <a:path w="172720" h="172085">
                  <a:moveTo>
                    <a:pt x="0" y="86016"/>
                  </a:moveTo>
                  <a:lnTo>
                    <a:pt x="6775" y="52550"/>
                  </a:lnTo>
                  <a:lnTo>
                    <a:pt x="25236" y="25207"/>
                  </a:lnTo>
                  <a:lnTo>
                    <a:pt x="52583" y="6764"/>
                  </a:lnTo>
                  <a:lnTo>
                    <a:pt x="86016" y="0"/>
                  </a:lnTo>
                  <a:lnTo>
                    <a:pt x="119526" y="6764"/>
                  </a:lnTo>
                  <a:lnTo>
                    <a:pt x="146892" y="25207"/>
                  </a:lnTo>
                  <a:lnTo>
                    <a:pt x="165344" y="52550"/>
                  </a:lnTo>
                  <a:lnTo>
                    <a:pt x="172110" y="86016"/>
                  </a:lnTo>
                  <a:lnTo>
                    <a:pt x="165344" y="119482"/>
                  </a:lnTo>
                  <a:lnTo>
                    <a:pt x="146892" y="146825"/>
                  </a:lnTo>
                  <a:lnTo>
                    <a:pt x="119526" y="165267"/>
                  </a:lnTo>
                  <a:lnTo>
                    <a:pt x="86016" y="172032"/>
                  </a:lnTo>
                  <a:lnTo>
                    <a:pt x="52583" y="165267"/>
                  </a:lnTo>
                  <a:lnTo>
                    <a:pt x="25236" y="146825"/>
                  </a:lnTo>
                  <a:lnTo>
                    <a:pt x="6775" y="119482"/>
                  </a:lnTo>
                  <a:lnTo>
                    <a:pt x="0" y="8601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7" name="object 307"/>
          <p:cNvSpPr txBox="1"/>
          <p:nvPr/>
        </p:nvSpPr>
        <p:spPr>
          <a:xfrm>
            <a:off x="4727573" y="4380793"/>
            <a:ext cx="1845310" cy="22415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029335">
              <a:lnSpc>
                <a:spcPct val="100000"/>
              </a:lnSpc>
              <a:spcBef>
                <a:spcPts val="30"/>
              </a:spcBef>
            </a:pPr>
            <a:r>
              <a:rPr dirty="0" sz="700" spc="85">
                <a:latin typeface="Verdana"/>
                <a:cs typeface="Verdana"/>
              </a:rPr>
              <a:t>STU</a:t>
            </a:r>
            <a:r>
              <a:rPr dirty="0" sz="700" spc="-375">
                <a:latin typeface="Verdana"/>
                <a:cs typeface="Verdana"/>
              </a:rPr>
              <a:t>M</a:t>
            </a:r>
            <a:r>
              <a:rPr dirty="0" sz="700" spc="85">
                <a:latin typeface="Verdana"/>
                <a:cs typeface="Verdana"/>
              </a:rPr>
              <a:t>T</a:t>
            </a:r>
            <a:r>
              <a:rPr dirty="0" sz="700" spc="-385">
                <a:latin typeface="Verdana"/>
                <a:cs typeface="Verdana"/>
              </a:rPr>
              <a:t>R</a:t>
            </a:r>
            <a:r>
              <a:rPr dirty="0" sz="700" spc="125">
                <a:latin typeface="Verdana"/>
                <a:cs typeface="Verdana"/>
              </a:rPr>
              <a:t>P</a:t>
            </a:r>
            <a:r>
              <a:rPr dirty="0" sz="700" spc="85">
                <a:latin typeface="Verdana"/>
                <a:cs typeface="Verdana"/>
              </a:rPr>
              <a:t>EE</a:t>
            </a:r>
            <a:endParaRPr sz="700">
              <a:latin typeface="Verdana"/>
              <a:cs typeface="Verdana"/>
            </a:endParaRPr>
          </a:p>
          <a:p>
            <a:pPr marL="635">
              <a:lnSpc>
                <a:spcPct val="100000"/>
              </a:lnSpc>
              <a:spcBef>
                <a:spcPts val="45"/>
              </a:spcBef>
            </a:pPr>
            <a:r>
              <a:rPr dirty="0" sz="700" spc="-10">
                <a:latin typeface="Verdana"/>
                <a:cs typeface="Verdana"/>
              </a:rPr>
              <a:t>EN(HAS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08" name="object 308"/>
          <p:cNvGrpSpPr/>
          <p:nvPr/>
        </p:nvGrpSpPr>
        <p:grpSpPr>
          <a:xfrm>
            <a:off x="6572123" y="4121230"/>
            <a:ext cx="2228215" cy="1275080"/>
            <a:chOff x="6572123" y="4121230"/>
            <a:chExt cx="2228215" cy="1275080"/>
          </a:xfrm>
        </p:grpSpPr>
        <p:sp>
          <p:nvSpPr>
            <p:cNvPr id="309" name="object 309"/>
            <p:cNvSpPr/>
            <p:nvPr/>
          </p:nvSpPr>
          <p:spPr>
            <a:xfrm>
              <a:off x="6576251" y="4151294"/>
              <a:ext cx="758190" cy="398145"/>
            </a:xfrm>
            <a:custGeom>
              <a:avLst/>
              <a:gdLst/>
              <a:ahLst/>
              <a:cxnLst/>
              <a:rect l="l" t="t" r="r" b="b"/>
              <a:pathLst>
                <a:path w="758190" h="398145">
                  <a:moveTo>
                    <a:pt x="758169" y="0"/>
                  </a:moveTo>
                  <a:lnTo>
                    <a:pt x="166060" y="397583"/>
                  </a:lnTo>
                  <a:lnTo>
                    <a:pt x="0" y="39758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7330069" y="4125358"/>
              <a:ext cx="43180" cy="32384"/>
            </a:xfrm>
            <a:custGeom>
              <a:avLst/>
              <a:gdLst/>
              <a:ahLst/>
              <a:cxnLst/>
              <a:rect l="l" t="t" r="r" b="b"/>
              <a:pathLst>
                <a:path w="43179" h="32385">
                  <a:moveTo>
                    <a:pt x="8686" y="32343"/>
                  </a:moveTo>
                  <a:lnTo>
                    <a:pt x="0" y="19545"/>
                  </a:lnTo>
                  <a:lnTo>
                    <a:pt x="42969" y="0"/>
                  </a:lnTo>
                  <a:lnTo>
                    <a:pt x="8686" y="323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7330069" y="4125358"/>
              <a:ext cx="43180" cy="32384"/>
            </a:xfrm>
            <a:custGeom>
              <a:avLst/>
              <a:gdLst/>
              <a:ahLst/>
              <a:cxnLst/>
              <a:rect l="l" t="t" r="r" b="b"/>
              <a:pathLst>
                <a:path w="43179" h="32385">
                  <a:moveTo>
                    <a:pt x="42969" y="0"/>
                  </a:moveTo>
                  <a:lnTo>
                    <a:pt x="8686" y="32343"/>
                  </a:lnTo>
                  <a:lnTo>
                    <a:pt x="0" y="19545"/>
                  </a:lnTo>
                  <a:lnTo>
                    <a:pt x="4296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8747610" y="4804453"/>
              <a:ext cx="50800" cy="479425"/>
            </a:xfrm>
            <a:custGeom>
              <a:avLst/>
              <a:gdLst/>
              <a:ahLst/>
              <a:cxnLst/>
              <a:rect l="l" t="t" r="r" b="b"/>
              <a:pathLst>
                <a:path w="50800" h="479425">
                  <a:moveTo>
                    <a:pt x="50492" y="0"/>
                  </a:moveTo>
                  <a:lnTo>
                    <a:pt x="3951" y="441460"/>
                  </a:lnTo>
                </a:path>
                <a:path w="50800" h="479425">
                  <a:moveTo>
                    <a:pt x="3951" y="441460"/>
                  </a:moveTo>
                  <a:lnTo>
                    <a:pt x="0" y="47894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8743189" y="5283430"/>
              <a:ext cx="4445" cy="42545"/>
            </a:xfrm>
            <a:custGeom>
              <a:avLst/>
              <a:gdLst/>
              <a:ahLst/>
              <a:cxnLst/>
              <a:rect l="l" t="t" r="r" b="b"/>
              <a:pathLst>
                <a:path w="4445" h="42545">
                  <a:moveTo>
                    <a:pt x="4421" y="0"/>
                  </a:moveTo>
                  <a:lnTo>
                    <a:pt x="0" y="4242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7832377" y="4533296"/>
              <a:ext cx="69215" cy="654050"/>
            </a:xfrm>
            <a:custGeom>
              <a:avLst/>
              <a:gdLst/>
              <a:ahLst/>
              <a:cxnLst/>
              <a:rect l="l" t="t" r="r" b="b"/>
              <a:pathLst>
                <a:path w="69215" h="654050">
                  <a:moveTo>
                    <a:pt x="68797" y="0"/>
                  </a:moveTo>
                  <a:lnTo>
                    <a:pt x="0" y="6536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7827877" y="5187028"/>
              <a:ext cx="5080" cy="42545"/>
            </a:xfrm>
            <a:custGeom>
              <a:avLst/>
              <a:gdLst/>
              <a:ahLst/>
              <a:cxnLst/>
              <a:rect l="l" t="t" r="r" b="b"/>
              <a:pathLst>
                <a:path w="5079" h="42545">
                  <a:moveTo>
                    <a:pt x="4498" y="0"/>
                  </a:moveTo>
                  <a:lnTo>
                    <a:pt x="0" y="4242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7832377" y="5187020"/>
              <a:ext cx="915669" cy="96520"/>
            </a:xfrm>
            <a:custGeom>
              <a:avLst/>
              <a:gdLst/>
              <a:ahLst/>
              <a:cxnLst/>
              <a:rect l="l" t="t" r="r" b="b"/>
              <a:pathLst>
                <a:path w="915670" h="96520">
                  <a:moveTo>
                    <a:pt x="559083" y="58893"/>
                  </a:moveTo>
                  <a:lnTo>
                    <a:pt x="0" y="0"/>
                  </a:lnTo>
                </a:path>
                <a:path w="915670" h="96520">
                  <a:moveTo>
                    <a:pt x="915232" y="96409"/>
                  </a:moveTo>
                  <a:lnTo>
                    <a:pt x="559083" y="588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8734890" y="5273076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0" y="20709"/>
                  </a:moveTo>
                  <a:lnTo>
                    <a:pt x="2551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8747610" y="5283430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0" y="0"/>
                  </a:moveTo>
                  <a:lnTo>
                    <a:pt x="23191" y="240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7819578" y="5176673"/>
              <a:ext cx="26034" cy="20955"/>
            </a:xfrm>
            <a:custGeom>
              <a:avLst/>
              <a:gdLst/>
              <a:ahLst/>
              <a:cxnLst/>
              <a:rect l="l" t="t" r="r" b="b"/>
              <a:pathLst>
                <a:path w="26034" h="20954">
                  <a:moveTo>
                    <a:pt x="25517" y="0"/>
                  </a:moveTo>
                  <a:lnTo>
                    <a:pt x="0" y="2070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7809185" y="5184624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39">
                  <a:moveTo>
                    <a:pt x="23191" y="240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8111988" y="5245890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326691" y="145894"/>
                  </a:moveTo>
                  <a:lnTo>
                    <a:pt x="0" y="111456"/>
                  </a:lnTo>
                  <a:lnTo>
                    <a:pt x="11711" y="0"/>
                  </a:lnTo>
                  <a:lnTo>
                    <a:pt x="338403" y="34437"/>
                  </a:lnTo>
                  <a:lnTo>
                    <a:pt x="326691" y="1458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8111988" y="5245890"/>
              <a:ext cx="338455" cy="146050"/>
            </a:xfrm>
            <a:custGeom>
              <a:avLst/>
              <a:gdLst/>
              <a:ahLst/>
              <a:cxnLst/>
              <a:rect l="l" t="t" r="r" b="b"/>
              <a:pathLst>
                <a:path w="338454" h="146050">
                  <a:moveTo>
                    <a:pt x="11711" y="0"/>
                  </a:moveTo>
                  <a:lnTo>
                    <a:pt x="338403" y="34437"/>
                  </a:lnTo>
                  <a:lnTo>
                    <a:pt x="326691" y="145894"/>
                  </a:lnTo>
                  <a:lnTo>
                    <a:pt x="0" y="111456"/>
                  </a:lnTo>
                  <a:lnTo>
                    <a:pt x="1171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3" name="object 323"/>
          <p:cNvSpPr txBox="1"/>
          <p:nvPr/>
        </p:nvSpPr>
        <p:spPr>
          <a:xfrm rot="360000">
            <a:off x="8157661" y="5277319"/>
            <a:ext cx="246923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3"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24" name="object 324"/>
          <p:cNvGrpSpPr/>
          <p:nvPr/>
        </p:nvGrpSpPr>
        <p:grpSpPr>
          <a:xfrm>
            <a:off x="6738191" y="4387005"/>
            <a:ext cx="13053060" cy="7758430"/>
            <a:chOff x="6738191" y="4387005"/>
            <a:chExt cx="13053060" cy="7758430"/>
          </a:xfrm>
        </p:grpSpPr>
        <p:sp>
          <p:nvSpPr>
            <p:cNvPr id="325" name="object 325"/>
            <p:cNvSpPr/>
            <p:nvPr/>
          </p:nvSpPr>
          <p:spPr>
            <a:xfrm>
              <a:off x="6742319" y="4398826"/>
              <a:ext cx="1019175" cy="150495"/>
            </a:xfrm>
            <a:custGeom>
              <a:avLst/>
              <a:gdLst/>
              <a:ahLst/>
              <a:cxnLst/>
              <a:rect l="l" t="t" r="r" b="b"/>
              <a:pathLst>
                <a:path w="1019175" h="150495">
                  <a:moveTo>
                    <a:pt x="0" y="150082"/>
                  </a:moveTo>
                  <a:lnTo>
                    <a:pt x="101877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7759856" y="4391132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2326" y="15357"/>
                  </a:moveTo>
                  <a:lnTo>
                    <a:pt x="0" y="0"/>
                  </a:lnTo>
                  <a:lnTo>
                    <a:pt x="47235" y="930"/>
                  </a:lnTo>
                  <a:lnTo>
                    <a:pt x="2326" y="153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7759856" y="4391132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7235" y="930"/>
                  </a:moveTo>
                  <a:lnTo>
                    <a:pt x="2326" y="15357"/>
                  </a:lnTo>
                  <a:lnTo>
                    <a:pt x="0" y="0"/>
                  </a:lnTo>
                  <a:lnTo>
                    <a:pt x="47235" y="93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8" name="object 32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622818" y="11129543"/>
              <a:ext cx="1168085" cy="1015675"/>
            </a:xfrm>
            <a:prstGeom prst="rect">
              <a:avLst/>
            </a:prstGeom>
          </p:spPr>
        </p:pic>
        <p:pic>
          <p:nvPicPr>
            <p:cNvPr id="329" name="object 32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8546342" y="11041742"/>
              <a:ext cx="175833" cy="153340"/>
            </a:xfrm>
            <a:prstGeom prst="rect">
              <a:avLst/>
            </a:prstGeom>
          </p:spPr>
        </p:pic>
      </p:grpSp>
      <p:sp>
        <p:nvSpPr>
          <p:cNvPr id="330" name="object 330"/>
          <p:cNvSpPr txBox="1"/>
          <p:nvPr/>
        </p:nvSpPr>
        <p:spPr>
          <a:xfrm>
            <a:off x="18597010" y="11075424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31" name="object 331"/>
          <p:cNvGrpSpPr/>
          <p:nvPr/>
        </p:nvGrpSpPr>
        <p:grpSpPr>
          <a:xfrm>
            <a:off x="16527191" y="11920818"/>
            <a:ext cx="772160" cy="1102995"/>
            <a:chOff x="16527191" y="11920818"/>
            <a:chExt cx="772160" cy="1102995"/>
          </a:xfrm>
        </p:grpSpPr>
        <p:sp>
          <p:nvSpPr>
            <p:cNvPr id="332" name="object 332"/>
            <p:cNvSpPr/>
            <p:nvPr/>
          </p:nvSpPr>
          <p:spPr>
            <a:xfrm>
              <a:off x="16706169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6679801" y="12064302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6695000" y="12086638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6711711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6714398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6714482" y="11962531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6689206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6695840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6710787" y="12599440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6710451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6604895" y="12202432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6612033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6540655" y="12185470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560725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573405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559297" y="12451654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582474" y="12451906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645119" y="12544104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666365" y="12564257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6645455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6687862" y="1258273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666701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6665609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6687274" y="12585417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6588436" y="12475081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6572229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605399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587261" y="12505310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6624377" y="1252244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604391" y="12530249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6610186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623370" y="12553761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626897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534180" y="12214608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531501" y="12255669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530410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531753" y="12312264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529751" y="12334768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533937" y="12364745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530002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6527695" y="12304539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6589612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6612033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6636638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6535028" y="12227791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6555854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553251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550732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535448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6541494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6549892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6540235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556610" y="12370455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560557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548632" y="12423440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6563076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6571725" y="12425539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6595490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6656288" y="12092348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6681060" y="12112081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6689206" y="11977058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6665357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6665441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6643104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6643104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6673839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6653265" y="12034325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6603804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6603720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6586925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6586925" y="12078241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6617156" y="12075470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6572145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6572061" y="12103348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6601788" y="12098226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6559465" y="12147516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6559465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6588436" y="1212240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6549052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6548968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6577100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6619255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6655952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6676022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6622530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6622530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7165007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7188520" y="12197226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7165007" y="12204951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7257211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7273502" y="12197730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7249821" y="12196386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7062474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7064909" y="12635631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7064657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6898639" y="12492043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6892425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888142" y="12682066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870088" y="12657526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833139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812313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818695" y="12485913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812313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850102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6850102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6870759" y="12489860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6813405" y="12646715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841032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868996" y="1265763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857995" y="12679967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841788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734888" y="12614303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716078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760165" y="12627150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742698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734888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786365" y="12637982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770409" y="12657127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798961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786785" y="12640753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6979591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6968506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6943481" y="1248708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6934748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6914006" y="12491455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6922908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6981942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6978499" y="1266921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7009486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7007974" y="12660234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7036861" y="12649066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7011417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7038541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6897295" y="12659646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6925679" y="12659562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6918373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6898555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6927106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6953978" y="12657127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6948604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6955574" y="12652509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6763272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6763272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6763272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678359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678359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680719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6865805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6888310" y="1239782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6916442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6938947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6962628" y="1239782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6990759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701326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703577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7058275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769066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801648" y="12295974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832551" y="12320745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880584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880584" y="1230210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880584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6953306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6981186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7010577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7041564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7072551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7254524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7226812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7155602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7165679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7175336" y="12539234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7187260" y="12539234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7158205" y="12541081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7206994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7178023" y="12519165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7224797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7223957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7240668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7212369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7087582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7092033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7111515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7117981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7090017" y="12597173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7114034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7134272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142586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7246714" y="12405974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7254860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7256730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7257211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7182642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7173824" y="12224012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7198177" y="12228211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7173824" y="12232829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249257" y="12392371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266112" y="12405974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275518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7260822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7264601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7287274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7261870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7288114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7264369" y="12308234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7265441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7285595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7264429" y="12279852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7262418" y="1222695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7280808" y="12226951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7262334" y="12251638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7061886" y="12037348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7071459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7061886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6823146" y="11949096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7005035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6991767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6768394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6796778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6795938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6886127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6886463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6849934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6826253" y="11990493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6858835" y="11984195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6861102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6838933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6829276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6760584" y="12012745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6729178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6738835" y="12166913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6741102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6778303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6748828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6743789" y="11973363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6719185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6790395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6808702" y="12022905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6803831" y="12111493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6984125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7009234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7033166" y="12025424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7045679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7008394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7019395" y="12116951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6986393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7000332" y="12124760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7022250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7038625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7048618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7029891" y="12133157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7040808" y="12145165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7061886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7045679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7019059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6913251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6944153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6948856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6929038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6929038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6972285" y="11990913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6970857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6885455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6885539" y="11921322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6855308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6825833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6825833" y="11926508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6856316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6768394" y="11940027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6796778" y="11932218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7005035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6945665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6945749" y="11924549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6915602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6915602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6935756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6975560" y="11929951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6975476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7249821" y="12169096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7252173" y="12141386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7147708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7152243" y="12158180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7240248" y="12141386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7228660" y="1211460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7238233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7228660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7214972" y="1208907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7222194" y="12089073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7214972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7199352" y="1206489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7204307" y="12064890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7181886" y="1204221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7184321" y="12042302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7181970" y="12072867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7162740" y="12021226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7162740" y="12021226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7088758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7088758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7139562" y="12001997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7114958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7114958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7089010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7089010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/>
            <p:cNvSpPr/>
            <p:nvPr/>
          </p:nvSpPr>
          <p:spPr>
            <a:xfrm>
              <a:off x="17110003" y="12086638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/>
            <p:cNvSpPr/>
            <p:nvPr/>
          </p:nvSpPr>
          <p:spPr>
            <a:xfrm>
              <a:off x="17134692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/>
            <p:cNvSpPr/>
            <p:nvPr/>
          </p:nvSpPr>
          <p:spPr>
            <a:xfrm>
              <a:off x="17139562" y="12001997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/>
            <p:cNvSpPr/>
            <p:nvPr/>
          </p:nvSpPr>
          <p:spPr>
            <a:xfrm>
              <a:off x="17141998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/>
            <p:cNvSpPr/>
            <p:nvPr/>
          </p:nvSpPr>
          <p:spPr>
            <a:xfrm>
              <a:off x="17263929" y="12169096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/>
            <p:cNvSpPr/>
            <p:nvPr/>
          </p:nvSpPr>
          <p:spPr>
            <a:xfrm>
              <a:off x="16591954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/>
            <p:cNvSpPr/>
            <p:nvPr/>
          </p:nvSpPr>
          <p:spPr>
            <a:xfrm>
              <a:off x="17124027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/>
            <p:cNvSpPr/>
            <p:nvPr/>
          </p:nvSpPr>
          <p:spPr>
            <a:xfrm>
              <a:off x="17097239" y="12491539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/>
            <p:cNvSpPr/>
            <p:nvPr/>
          </p:nvSpPr>
          <p:spPr>
            <a:xfrm>
              <a:off x="17121760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/>
            <p:cNvSpPr/>
            <p:nvPr/>
          </p:nvSpPr>
          <p:spPr>
            <a:xfrm>
              <a:off x="17071963" y="12519669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/>
            <p:cNvSpPr/>
            <p:nvPr/>
          </p:nvSpPr>
          <p:spPr>
            <a:xfrm>
              <a:off x="17032831" y="12538394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/>
            <p:cNvSpPr/>
            <p:nvPr/>
          </p:nvSpPr>
          <p:spPr>
            <a:xfrm>
              <a:off x="17044251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/>
            <p:cNvSpPr/>
            <p:nvPr/>
          </p:nvSpPr>
          <p:spPr>
            <a:xfrm>
              <a:off x="17012929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/>
            <p:cNvSpPr/>
            <p:nvPr/>
          </p:nvSpPr>
          <p:spPr>
            <a:xfrm>
              <a:off x="16975560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/>
            <p:cNvSpPr/>
            <p:nvPr/>
          </p:nvSpPr>
          <p:spPr>
            <a:xfrm>
              <a:off x="16939703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/>
            <p:cNvSpPr/>
            <p:nvPr/>
          </p:nvSpPr>
          <p:spPr>
            <a:xfrm>
              <a:off x="16942054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/>
            <p:cNvSpPr/>
            <p:nvPr/>
          </p:nvSpPr>
          <p:spPr>
            <a:xfrm>
              <a:off x="16896288" y="12578112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2" name="object 702"/>
            <p:cNvSpPr/>
            <p:nvPr/>
          </p:nvSpPr>
          <p:spPr>
            <a:xfrm>
              <a:off x="16615392" y="12410341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3" name="object 703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4" name="object 704"/>
            <p:cNvSpPr/>
            <p:nvPr/>
          </p:nvSpPr>
          <p:spPr>
            <a:xfrm>
              <a:off x="16669640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/>
            <p:cNvSpPr/>
            <p:nvPr/>
          </p:nvSpPr>
          <p:spPr>
            <a:xfrm>
              <a:off x="16656876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/>
            <p:cNvSpPr/>
            <p:nvPr/>
          </p:nvSpPr>
          <p:spPr>
            <a:xfrm>
              <a:off x="16671907" y="12497669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/>
            <p:cNvSpPr/>
            <p:nvPr/>
          </p:nvSpPr>
          <p:spPr>
            <a:xfrm>
              <a:off x="16697351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9" name="object 709"/>
            <p:cNvSpPr/>
            <p:nvPr/>
          </p:nvSpPr>
          <p:spPr>
            <a:xfrm>
              <a:off x="16711627" y="12519165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0" name="object 710"/>
            <p:cNvSpPr/>
            <p:nvPr/>
          </p:nvSpPr>
          <p:spPr>
            <a:xfrm>
              <a:off x="16725651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1" name="object 711"/>
            <p:cNvSpPr/>
            <p:nvPr/>
          </p:nvSpPr>
          <p:spPr>
            <a:xfrm>
              <a:off x="16711627" y="12558211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2" name="object 712"/>
            <p:cNvSpPr/>
            <p:nvPr/>
          </p:nvSpPr>
          <p:spPr>
            <a:xfrm>
              <a:off x="16781242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/>
            <p:cNvSpPr/>
            <p:nvPr/>
          </p:nvSpPr>
          <p:spPr>
            <a:xfrm>
              <a:off x="16820542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/>
            <p:cNvSpPr/>
            <p:nvPr/>
          </p:nvSpPr>
          <p:spPr>
            <a:xfrm>
              <a:off x="16825917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/>
            <p:cNvSpPr/>
            <p:nvPr/>
          </p:nvSpPr>
          <p:spPr>
            <a:xfrm>
              <a:off x="17157953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/>
            <p:cNvSpPr/>
            <p:nvPr/>
          </p:nvSpPr>
          <p:spPr>
            <a:xfrm>
              <a:off x="17183649" y="12425875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7" name="object 717"/>
            <p:cNvSpPr/>
            <p:nvPr/>
          </p:nvSpPr>
          <p:spPr>
            <a:xfrm>
              <a:off x="16887966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8" name="object 718"/>
            <p:cNvSpPr/>
            <p:nvPr/>
          </p:nvSpPr>
          <p:spPr>
            <a:xfrm>
              <a:off x="16866973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9" name="object 719"/>
            <p:cNvSpPr/>
            <p:nvPr/>
          </p:nvSpPr>
          <p:spPr>
            <a:xfrm>
              <a:off x="16846488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/>
            <p:cNvSpPr/>
            <p:nvPr/>
          </p:nvSpPr>
          <p:spPr>
            <a:xfrm>
              <a:off x="16826841" y="12072534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/>
            <p:cNvSpPr/>
            <p:nvPr/>
          </p:nvSpPr>
          <p:spPr>
            <a:xfrm>
              <a:off x="16807778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/>
            <p:cNvSpPr/>
            <p:nvPr/>
          </p:nvSpPr>
          <p:spPr>
            <a:xfrm>
              <a:off x="16789388" y="1208731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/>
            <p:cNvSpPr/>
            <p:nvPr/>
          </p:nvSpPr>
          <p:spPr>
            <a:xfrm>
              <a:off x="16771748" y="12097147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4" name="object 724"/>
            <p:cNvSpPr/>
            <p:nvPr/>
          </p:nvSpPr>
          <p:spPr>
            <a:xfrm>
              <a:off x="16755124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5" name="object 725"/>
            <p:cNvSpPr/>
            <p:nvPr/>
          </p:nvSpPr>
          <p:spPr>
            <a:xfrm>
              <a:off x="16726574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/>
            <p:cNvSpPr/>
            <p:nvPr/>
          </p:nvSpPr>
          <p:spPr>
            <a:xfrm>
              <a:off x="16712630" y="12143654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7" name="object 727"/>
            <p:cNvSpPr/>
            <p:nvPr/>
          </p:nvSpPr>
          <p:spPr>
            <a:xfrm>
              <a:off x="16700196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/>
            <p:cNvSpPr/>
            <p:nvPr/>
          </p:nvSpPr>
          <p:spPr>
            <a:xfrm>
              <a:off x="16689452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/>
            <p:cNvSpPr/>
            <p:nvPr/>
          </p:nvSpPr>
          <p:spPr>
            <a:xfrm>
              <a:off x="16680473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/>
            <p:cNvSpPr/>
            <p:nvPr/>
          </p:nvSpPr>
          <p:spPr>
            <a:xfrm>
              <a:off x="16673082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/>
            <p:cNvSpPr/>
            <p:nvPr/>
          </p:nvSpPr>
          <p:spPr>
            <a:xfrm>
              <a:off x="16667202" y="12234434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2" name="object 732"/>
            <p:cNvSpPr/>
            <p:nvPr/>
          </p:nvSpPr>
          <p:spPr>
            <a:xfrm>
              <a:off x="16662998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/>
            <p:cNvSpPr/>
            <p:nvPr/>
          </p:nvSpPr>
          <p:spPr>
            <a:xfrm>
              <a:off x="16660483" y="12274909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/>
            <p:cNvSpPr/>
            <p:nvPr/>
          </p:nvSpPr>
          <p:spPr>
            <a:xfrm>
              <a:off x="16659645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5" name="object 735"/>
            <p:cNvSpPr/>
            <p:nvPr/>
          </p:nvSpPr>
          <p:spPr>
            <a:xfrm>
              <a:off x="16660483" y="12332173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/>
            <p:cNvSpPr/>
            <p:nvPr/>
          </p:nvSpPr>
          <p:spPr>
            <a:xfrm>
              <a:off x="16662998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/>
            <p:cNvSpPr/>
            <p:nvPr/>
          </p:nvSpPr>
          <p:spPr>
            <a:xfrm>
              <a:off x="16667202" y="12373905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/>
            <p:cNvSpPr/>
            <p:nvPr/>
          </p:nvSpPr>
          <p:spPr>
            <a:xfrm>
              <a:off x="16673082" y="12394225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9" name="object 739"/>
            <p:cNvSpPr/>
            <p:nvPr/>
          </p:nvSpPr>
          <p:spPr>
            <a:xfrm>
              <a:off x="16680803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0" name="object 740"/>
            <p:cNvSpPr/>
            <p:nvPr/>
          </p:nvSpPr>
          <p:spPr>
            <a:xfrm>
              <a:off x="16690290" y="12433100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/>
            <p:cNvSpPr/>
            <p:nvPr/>
          </p:nvSpPr>
          <p:spPr>
            <a:xfrm>
              <a:off x="16701377" y="12450994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/>
            <p:cNvSpPr/>
            <p:nvPr/>
          </p:nvSpPr>
          <p:spPr>
            <a:xfrm>
              <a:off x="16725063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3" name="object 743"/>
            <p:cNvSpPr/>
            <p:nvPr/>
          </p:nvSpPr>
          <p:spPr>
            <a:xfrm>
              <a:off x="16739503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4" name="object 744"/>
            <p:cNvSpPr/>
            <p:nvPr/>
          </p:nvSpPr>
          <p:spPr>
            <a:xfrm>
              <a:off x="16755124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5" name="object 745"/>
            <p:cNvSpPr/>
            <p:nvPr/>
          </p:nvSpPr>
          <p:spPr>
            <a:xfrm>
              <a:off x="16771748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6" name="object 746"/>
            <p:cNvSpPr/>
            <p:nvPr/>
          </p:nvSpPr>
          <p:spPr>
            <a:xfrm>
              <a:off x="16789465" y="12531766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7" name="object 747"/>
            <p:cNvSpPr/>
            <p:nvPr/>
          </p:nvSpPr>
          <p:spPr>
            <a:xfrm>
              <a:off x="16808108" y="12541418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8" name="object 748"/>
            <p:cNvSpPr/>
            <p:nvPr/>
          </p:nvSpPr>
          <p:spPr>
            <a:xfrm>
              <a:off x="16827679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9" name="object 749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0" name="object 750"/>
            <p:cNvSpPr/>
            <p:nvPr/>
          </p:nvSpPr>
          <p:spPr>
            <a:xfrm>
              <a:off x="16886708" y="12558055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1" name="object 751"/>
            <p:cNvSpPr/>
            <p:nvPr/>
          </p:nvSpPr>
          <p:spPr>
            <a:xfrm>
              <a:off x="16907194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2" name="object 752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3" name="object 753"/>
            <p:cNvSpPr/>
            <p:nvPr/>
          </p:nvSpPr>
          <p:spPr>
            <a:xfrm>
              <a:off x="16947922" y="12551248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4" name="object 754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5" name="object 755"/>
            <p:cNvSpPr/>
            <p:nvPr/>
          </p:nvSpPr>
          <p:spPr>
            <a:xfrm>
              <a:off x="16987902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6" name="object 756"/>
            <p:cNvSpPr/>
            <p:nvPr/>
          </p:nvSpPr>
          <p:spPr>
            <a:xfrm>
              <a:off x="17007460" y="12528909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7" name="object 757"/>
            <p:cNvSpPr/>
            <p:nvPr/>
          </p:nvSpPr>
          <p:spPr>
            <a:xfrm>
              <a:off x="17026447" y="12506582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8" name="object 758"/>
            <p:cNvSpPr/>
            <p:nvPr/>
          </p:nvSpPr>
          <p:spPr>
            <a:xfrm>
              <a:off x="17059276" y="12493387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9" name="object 759"/>
            <p:cNvSpPr/>
            <p:nvPr/>
          </p:nvSpPr>
          <p:spPr>
            <a:xfrm>
              <a:off x="17074808" y="12478871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0" name="object 760"/>
            <p:cNvSpPr/>
            <p:nvPr/>
          </p:nvSpPr>
          <p:spPr>
            <a:xfrm>
              <a:off x="17089337" y="12463326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1" name="object 761"/>
            <p:cNvSpPr/>
            <p:nvPr/>
          </p:nvSpPr>
          <p:spPr>
            <a:xfrm>
              <a:off x="17102520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2" name="object 762"/>
            <p:cNvSpPr/>
            <p:nvPr/>
          </p:nvSpPr>
          <p:spPr>
            <a:xfrm>
              <a:off x="17114445" y="12429074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3" name="object 763"/>
            <p:cNvSpPr/>
            <p:nvPr/>
          </p:nvSpPr>
          <p:spPr>
            <a:xfrm>
              <a:off x="17124948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4" name="object 764"/>
            <p:cNvSpPr/>
            <p:nvPr/>
          </p:nvSpPr>
          <p:spPr>
            <a:xfrm>
              <a:off x="17134016" y="12391622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5" name="object 765"/>
            <p:cNvSpPr/>
            <p:nvPr/>
          </p:nvSpPr>
          <p:spPr>
            <a:xfrm>
              <a:off x="17141826" y="12371975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6" name="object 766"/>
            <p:cNvSpPr/>
            <p:nvPr/>
          </p:nvSpPr>
          <p:spPr>
            <a:xfrm>
              <a:off x="17148379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7" name="object 767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8" name="object 768"/>
            <p:cNvSpPr/>
            <p:nvPr/>
          </p:nvSpPr>
          <p:spPr>
            <a:xfrm>
              <a:off x="17154247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9" name="object 769"/>
            <p:cNvSpPr/>
            <p:nvPr/>
          </p:nvSpPr>
          <p:spPr>
            <a:xfrm>
              <a:off x="17151478" y="12270451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0" name="object 770"/>
            <p:cNvSpPr/>
            <p:nvPr/>
          </p:nvSpPr>
          <p:spPr>
            <a:xfrm>
              <a:off x="17147198" y="12250474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1" name="object 771"/>
            <p:cNvSpPr/>
            <p:nvPr/>
          </p:nvSpPr>
          <p:spPr>
            <a:xfrm>
              <a:off x="17141318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2" name="object 772"/>
            <p:cNvSpPr/>
            <p:nvPr/>
          </p:nvSpPr>
          <p:spPr>
            <a:xfrm>
              <a:off x="17133927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3" name="object 773"/>
            <p:cNvSpPr/>
            <p:nvPr/>
          </p:nvSpPr>
          <p:spPr>
            <a:xfrm>
              <a:off x="17124948" y="12193451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4" name="object 774"/>
            <p:cNvSpPr/>
            <p:nvPr/>
          </p:nvSpPr>
          <p:spPr>
            <a:xfrm>
              <a:off x="17114445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5" name="object 775"/>
            <p:cNvSpPr/>
            <p:nvPr/>
          </p:nvSpPr>
          <p:spPr>
            <a:xfrm>
              <a:off x="17090772" y="12143578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6" name="object 776"/>
            <p:cNvSpPr/>
            <p:nvPr/>
          </p:nvSpPr>
          <p:spPr>
            <a:xfrm>
              <a:off x="17075481" y="12129138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7" name="object 777"/>
            <p:cNvSpPr/>
            <p:nvPr/>
          </p:nvSpPr>
          <p:spPr>
            <a:xfrm>
              <a:off x="17059441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8" name="object 778"/>
            <p:cNvSpPr/>
            <p:nvPr/>
          </p:nvSpPr>
          <p:spPr>
            <a:xfrm>
              <a:off x="17042563" y="12104030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9" name="object 779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0" name="object 780"/>
            <p:cNvSpPr/>
            <p:nvPr/>
          </p:nvSpPr>
          <p:spPr>
            <a:xfrm>
              <a:off x="17006622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1" name="object 781"/>
            <p:cNvSpPr/>
            <p:nvPr/>
          </p:nvSpPr>
          <p:spPr>
            <a:xfrm>
              <a:off x="16987559" y="12077068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2" name="object 782"/>
            <p:cNvSpPr/>
            <p:nvPr/>
          </p:nvSpPr>
          <p:spPr>
            <a:xfrm>
              <a:off x="16968001" y="12071277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3" name="object 783"/>
            <p:cNvSpPr/>
            <p:nvPr/>
          </p:nvSpPr>
          <p:spPr>
            <a:xfrm>
              <a:off x="16929038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4" name="object 784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5" name="object 785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6" name="object 786"/>
            <p:cNvSpPr/>
            <p:nvPr/>
          </p:nvSpPr>
          <p:spPr>
            <a:xfrm>
              <a:off x="16849682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7" name="object 787"/>
            <p:cNvSpPr/>
            <p:nvPr/>
          </p:nvSpPr>
          <p:spPr>
            <a:xfrm>
              <a:off x="165472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8" name="object 788"/>
            <p:cNvSpPr/>
            <p:nvPr/>
          </p:nvSpPr>
          <p:spPr>
            <a:xfrm>
              <a:off x="16589360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9" name="object 789"/>
            <p:cNvSpPr/>
            <p:nvPr/>
          </p:nvSpPr>
          <p:spPr>
            <a:xfrm>
              <a:off x="1657357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0" name="object 790"/>
            <p:cNvSpPr/>
            <p:nvPr/>
          </p:nvSpPr>
          <p:spPr>
            <a:xfrm>
              <a:off x="16601284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1" name="object 791"/>
            <p:cNvSpPr/>
            <p:nvPr/>
          </p:nvSpPr>
          <p:spPr>
            <a:xfrm>
              <a:off x="16597338" y="1273715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2" name="object 792"/>
            <p:cNvSpPr/>
            <p:nvPr/>
          </p:nvSpPr>
          <p:spPr>
            <a:xfrm>
              <a:off x="1661446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3" name="object 793"/>
            <p:cNvSpPr/>
            <p:nvPr/>
          </p:nvSpPr>
          <p:spPr>
            <a:xfrm>
              <a:off x="1666594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4" name="object 794"/>
            <p:cNvSpPr/>
            <p:nvPr/>
          </p:nvSpPr>
          <p:spPr>
            <a:xfrm>
              <a:off x="16692313" y="12723127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5" name="object 795"/>
            <p:cNvSpPr/>
            <p:nvPr/>
          </p:nvSpPr>
          <p:spPr>
            <a:xfrm>
              <a:off x="16693657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6" name="object 796"/>
            <p:cNvSpPr/>
            <p:nvPr/>
          </p:nvSpPr>
          <p:spPr>
            <a:xfrm>
              <a:off x="16706841" y="12737150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7" name="object 797"/>
            <p:cNvSpPr/>
            <p:nvPr/>
          </p:nvSpPr>
          <p:spPr>
            <a:xfrm>
              <a:off x="16702894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8" name="object 798"/>
            <p:cNvSpPr/>
            <p:nvPr/>
          </p:nvSpPr>
          <p:spPr>
            <a:xfrm>
              <a:off x="16729262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9" name="object 799"/>
            <p:cNvSpPr/>
            <p:nvPr/>
          </p:nvSpPr>
          <p:spPr>
            <a:xfrm>
              <a:off x="16729262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0" name="object 800"/>
            <p:cNvSpPr/>
            <p:nvPr/>
          </p:nvSpPr>
          <p:spPr>
            <a:xfrm>
              <a:off x="16753027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1" name="object 801"/>
            <p:cNvSpPr/>
            <p:nvPr/>
          </p:nvSpPr>
          <p:spPr>
            <a:xfrm>
              <a:off x="16792579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2" name="object 802"/>
            <p:cNvSpPr/>
            <p:nvPr/>
          </p:nvSpPr>
          <p:spPr>
            <a:xfrm>
              <a:off x="1677679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3" name="object 803"/>
            <p:cNvSpPr/>
            <p:nvPr/>
          </p:nvSpPr>
          <p:spPr>
            <a:xfrm>
              <a:off x="16803160" y="12737150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4" name="object 804"/>
            <p:cNvSpPr/>
            <p:nvPr/>
          </p:nvSpPr>
          <p:spPr>
            <a:xfrm>
              <a:off x="16803160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5" name="object 805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6" name="object 806"/>
            <p:cNvSpPr/>
            <p:nvPr/>
          </p:nvSpPr>
          <p:spPr>
            <a:xfrm>
              <a:off x="1687042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7" name="object 807"/>
            <p:cNvSpPr/>
            <p:nvPr/>
          </p:nvSpPr>
          <p:spPr>
            <a:xfrm>
              <a:off x="1689418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8" name="object 808"/>
            <p:cNvSpPr/>
            <p:nvPr/>
          </p:nvSpPr>
          <p:spPr>
            <a:xfrm>
              <a:off x="1691795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9" name="object 809"/>
            <p:cNvSpPr/>
            <p:nvPr/>
          </p:nvSpPr>
          <p:spPr>
            <a:xfrm>
              <a:off x="16942978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0" name="object 810"/>
            <p:cNvSpPr/>
            <p:nvPr/>
          </p:nvSpPr>
          <p:spPr>
            <a:xfrm>
              <a:off x="16942978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1" name="object 811"/>
            <p:cNvSpPr/>
            <p:nvPr/>
          </p:nvSpPr>
          <p:spPr>
            <a:xfrm>
              <a:off x="16957505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2" name="object 812"/>
            <p:cNvSpPr/>
            <p:nvPr/>
          </p:nvSpPr>
          <p:spPr>
            <a:xfrm>
              <a:off x="16982614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3" name="object 813"/>
            <p:cNvSpPr/>
            <p:nvPr/>
          </p:nvSpPr>
          <p:spPr>
            <a:xfrm>
              <a:off x="16982614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4" name="object 814"/>
            <p:cNvSpPr/>
            <p:nvPr/>
          </p:nvSpPr>
          <p:spPr>
            <a:xfrm>
              <a:off x="17006379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5" name="object 815"/>
            <p:cNvSpPr/>
            <p:nvPr/>
          </p:nvSpPr>
          <p:spPr>
            <a:xfrm>
              <a:off x="17031403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6" name="object 816"/>
            <p:cNvSpPr/>
            <p:nvPr/>
          </p:nvSpPr>
          <p:spPr>
            <a:xfrm>
              <a:off x="17031403" y="127371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7" name="object 817"/>
            <p:cNvSpPr/>
            <p:nvPr/>
          </p:nvSpPr>
          <p:spPr>
            <a:xfrm>
              <a:off x="1707893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8" name="object 818"/>
            <p:cNvSpPr/>
            <p:nvPr/>
          </p:nvSpPr>
          <p:spPr>
            <a:xfrm>
              <a:off x="17101354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9" name="object 819"/>
            <p:cNvSpPr/>
            <p:nvPr/>
          </p:nvSpPr>
          <p:spPr>
            <a:xfrm>
              <a:off x="17129066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0" name="object 820"/>
            <p:cNvSpPr/>
            <p:nvPr/>
          </p:nvSpPr>
          <p:spPr>
            <a:xfrm>
              <a:off x="17168618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1" name="object 821"/>
            <p:cNvSpPr/>
            <p:nvPr/>
          </p:nvSpPr>
          <p:spPr>
            <a:xfrm>
              <a:off x="17195070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2" name="object 822"/>
            <p:cNvSpPr/>
            <p:nvPr/>
          </p:nvSpPr>
          <p:spPr>
            <a:xfrm>
              <a:off x="17221438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3" name="object 823"/>
            <p:cNvSpPr/>
            <p:nvPr/>
          </p:nvSpPr>
          <p:spPr>
            <a:xfrm>
              <a:off x="17247806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4" name="object 824"/>
          <p:cNvSpPr txBox="1"/>
          <p:nvPr/>
        </p:nvSpPr>
        <p:spPr>
          <a:xfrm>
            <a:off x="16029449" y="9400595"/>
            <a:ext cx="1727835" cy="118935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474345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6553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7715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10"/>
              </a:lnSpc>
              <a:spcBef>
                <a:spcPts val="67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7145" y="4687256"/>
            <a:ext cx="645316" cy="171571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8608003" y="4488752"/>
            <a:ext cx="95885" cy="110489"/>
          </a:xfrm>
          <a:custGeom>
            <a:avLst/>
            <a:gdLst/>
            <a:ahLst/>
            <a:cxnLst/>
            <a:rect l="l" t="t" r="r" b="b"/>
            <a:pathLst>
              <a:path w="95884" h="110489">
                <a:moveTo>
                  <a:pt x="0" y="54789"/>
                </a:moveTo>
                <a:lnTo>
                  <a:pt x="95789" y="0"/>
                </a:lnTo>
                <a:lnTo>
                  <a:pt x="95393" y="110378"/>
                </a:lnTo>
                <a:lnTo>
                  <a:pt x="0" y="54789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7635531" y="12210370"/>
            <a:ext cx="809625" cy="809625"/>
            <a:chOff x="17635531" y="12210370"/>
            <a:chExt cx="809625" cy="8096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8" y="12214249"/>
              <a:ext cx="801837" cy="8019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639409" y="12214249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48"/>
                  </a:lnTo>
                  <a:lnTo>
                    <a:pt x="791237" y="492802"/>
                  </a:lnTo>
                  <a:lnTo>
                    <a:pt x="778440" y="536077"/>
                  </a:lnTo>
                  <a:lnTo>
                    <a:pt x="761049" y="577172"/>
                  </a:lnTo>
                  <a:lnTo>
                    <a:pt x="739366" y="615785"/>
                  </a:lnTo>
                  <a:lnTo>
                    <a:pt x="713692" y="651615"/>
                  </a:lnTo>
                  <a:lnTo>
                    <a:pt x="684330" y="684359"/>
                  </a:lnTo>
                  <a:lnTo>
                    <a:pt x="651582" y="713716"/>
                  </a:lnTo>
                  <a:lnTo>
                    <a:pt x="615751" y="739385"/>
                  </a:lnTo>
                  <a:lnTo>
                    <a:pt x="577138" y="761063"/>
                  </a:lnTo>
                  <a:lnTo>
                    <a:pt x="536046" y="778449"/>
                  </a:lnTo>
                  <a:lnTo>
                    <a:pt x="492778" y="791241"/>
                  </a:lnTo>
                  <a:lnTo>
                    <a:pt x="447634" y="799137"/>
                  </a:lnTo>
                  <a:lnTo>
                    <a:pt x="400918" y="801837"/>
                  </a:lnTo>
                  <a:lnTo>
                    <a:pt x="354202" y="799137"/>
                  </a:lnTo>
                  <a:lnTo>
                    <a:pt x="309059" y="791241"/>
                  </a:lnTo>
                  <a:lnTo>
                    <a:pt x="265790" y="778449"/>
                  </a:lnTo>
                  <a:lnTo>
                    <a:pt x="224698" y="761063"/>
                  </a:lnTo>
                  <a:lnTo>
                    <a:pt x="186085" y="739385"/>
                  </a:lnTo>
                  <a:lnTo>
                    <a:pt x="150254" y="713716"/>
                  </a:lnTo>
                  <a:lnTo>
                    <a:pt x="117506" y="684359"/>
                  </a:lnTo>
                  <a:lnTo>
                    <a:pt x="88144" y="651615"/>
                  </a:lnTo>
                  <a:lnTo>
                    <a:pt x="62470" y="615785"/>
                  </a:lnTo>
                  <a:lnTo>
                    <a:pt x="40787" y="577172"/>
                  </a:lnTo>
                  <a:lnTo>
                    <a:pt x="23396" y="536077"/>
                  </a:lnTo>
                  <a:lnTo>
                    <a:pt x="10599" y="492802"/>
                  </a:lnTo>
                  <a:lnTo>
                    <a:pt x="2700" y="447648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7" y="12562425"/>
              <a:ext cx="697748" cy="225938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77114" y="4181814"/>
            <a:ext cx="16383635" cy="6061075"/>
            <a:chOff x="477114" y="4181814"/>
            <a:chExt cx="16383635" cy="6061075"/>
          </a:xfrm>
        </p:grpSpPr>
        <p:sp>
          <p:nvSpPr>
            <p:cNvPr id="9" name="object 9"/>
            <p:cNvSpPr/>
            <p:nvPr/>
          </p:nvSpPr>
          <p:spPr>
            <a:xfrm>
              <a:off x="1138239" y="5572217"/>
              <a:ext cx="176530" cy="0"/>
            </a:xfrm>
            <a:custGeom>
              <a:avLst/>
              <a:gdLst/>
              <a:ahLst/>
              <a:cxnLst/>
              <a:rect l="l" t="t" r="r" b="b"/>
              <a:pathLst>
                <a:path w="176530" h="0">
                  <a:moveTo>
                    <a:pt x="0" y="0"/>
                  </a:moveTo>
                  <a:lnTo>
                    <a:pt x="17598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16872" y="5476777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390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361843" y="5523865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w="0" h="104775">
                  <a:moveTo>
                    <a:pt x="0" y="0"/>
                  </a:moveTo>
                  <a:lnTo>
                    <a:pt x="0" y="104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641788" y="5574303"/>
              <a:ext cx="165735" cy="0"/>
            </a:xfrm>
            <a:custGeom>
              <a:avLst/>
              <a:gdLst/>
              <a:ahLst/>
              <a:cxnLst/>
              <a:rect l="l" t="t" r="r" b="b"/>
              <a:pathLst>
                <a:path w="165735" h="0">
                  <a:moveTo>
                    <a:pt x="0" y="0"/>
                  </a:moveTo>
                  <a:lnTo>
                    <a:pt x="16543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10730" y="5476311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390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456709" y="5523632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w="0" h="104775">
                  <a:moveTo>
                    <a:pt x="0" y="0"/>
                  </a:moveTo>
                  <a:lnTo>
                    <a:pt x="0" y="104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00431" y="5476242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382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545394" y="5523330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w="0" h="104775">
                  <a:moveTo>
                    <a:pt x="0" y="0"/>
                  </a:moveTo>
                  <a:lnTo>
                    <a:pt x="0" y="104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594281" y="5475784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382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640260" y="5523105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w="0" h="104775">
                  <a:moveTo>
                    <a:pt x="0" y="0"/>
                  </a:moveTo>
                  <a:lnTo>
                    <a:pt x="0" y="10463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61724" y="5437119"/>
              <a:ext cx="878205" cy="276860"/>
            </a:xfrm>
            <a:custGeom>
              <a:avLst/>
              <a:gdLst/>
              <a:ahLst/>
              <a:cxnLst/>
              <a:rect l="l" t="t" r="r" b="b"/>
              <a:pathLst>
                <a:path w="878205" h="276860">
                  <a:moveTo>
                    <a:pt x="0" y="0"/>
                  </a:moveTo>
                  <a:lnTo>
                    <a:pt x="877925" y="0"/>
                  </a:lnTo>
                  <a:lnTo>
                    <a:pt x="877925" y="276276"/>
                  </a:lnTo>
                  <a:lnTo>
                    <a:pt x="0" y="27627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61724" y="5713031"/>
              <a:ext cx="878205" cy="122555"/>
            </a:xfrm>
            <a:custGeom>
              <a:avLst/>
              <a:gdLst/>
              <a:ahLst/>
              <a:cxnLst/>
              <a:rect l="l" t="t" r="r" b="b"/>
              <a:pathLst>
                <a:path w="878205" h="122554">
                  <a:moveTo>
                    <a:pt x="0" y="729"/>
                  </a:moveTo>
                  <a:lnTo>
                    <a:pt x="0" y="122369"/>
                  </a:lnTo>
                  <a:lnTo>
                    <a:pt x="204537" y="122369"/>
                  </a:lnTo>
                  <a:lnTo>
                    <a:pt x="498864" y="122369"/>
                  </a:lnTo>
                  <a:lnTo>
                    <a:pt x="763258" y="122369"/>
                  </a:lnTo>
                  <a:lnTo>
                    <a:pt x="877995" y="122369"/>
                  </a:lnTo>
                  <a:lnTo>
                    <a:pt x="8779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138224" y="5436282"/>
              <a:ext cx="0" cy="137160"/>
            </a:xfrm>
            <a:custGeom>
              <a:avLst/>
              <a:gdLst/>
              <a:ahLst/>
              <a:cxnLst/>
              <a:rect l="l" t="t" r="r" b="b"/>
              <a:pathLst>
                <a:path w="0" h="137160">
                  <a:moveTo>
                    <a:pt x="0" y="136974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807259" y="5439151"/>
              <a:ext cx="0" cy="136525"/>
            </a:xfrm>
            <a:custGeom>
              <a:avLst/>
              <a:gdLst/>
              <a:ahLst/>
              <a:cxnLst/>
              <a:rect l="l" t="t" r="r" b="b"/>
              <a:pathLst>
                <a:path w="0" h="136525">
                  <a:moveTo>
                    <a:pt x="0" y="136276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939781" y="5575265"/>
              <a:ext cx="1403350" cy="0"/>
            </a:xfrm>
            <a:custGeom>
              <a:avLst/>
              <a:gdLst/>
              <a:ahLst/>
              <a:cxnLst/>
              <a:rect l="l" t="t" r="r" b="b"/>
              <a:pathLst>
                <a:path w="1403350" h="0">
                  <a:moveTo>
                    <a:pt x="1403021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342361" y="5282228"/>
              <a:ext cx="879475" cy="468630"/>
            </a:xfrm>
            <a:custGeom>
              <a:avLst/>
              <a:gdLst/>
              <a:ahLst/>
              <a:cxnLst/>
              <a:rect l="l" t="t" r="r" b="b"/>
              <a:pathLst>
                <a:path w="879475" h="468629">
                  <a:moveTo>
                    <a:pt x="0" y="0"/>
                  </a:moveTo>
                  <a:lnTo>
                    <a:pt x="879166" y="0"/>
                  </a:lnTo>
                  <a:lnTo>
                    <a:pt x="879166" y="468630"/>
                  </a:lnTo>
                  <a:lnTo>
                    <a:pt x="0" y="46863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913373" y="5628380"/>
              <a:ext cx="89535" cy="10795"/>
            </a:xfrm>
            <a:custGeom>
              <a:avLst/>
              <a:gdLst/>
              <a:ahLst/>
              <a:cxnLst/>
              <a:rect l="l" t="t" r="r" b="b"/>
              <a:pathLst>
                <a:path w="89535" h="10795">
                  <a:moveTo>
                    <a:pt x="0" y="10315"/>
                  </a:moveTo>
                  <a:lnTo>
                    <a:pt x="9478" y="5922"/>
                  </a:lnTo>
                  <a:lnTo>
                    <a:pt x="20330" y="2685"/>
                  </a:lnTo>
                  <a:lnTo>
                    <a:pt x="32187" y="684"/>
                  </a:lnTo>
                  <a:lnTo>
                    <a:pt x="44675" y="0"/>
                  </a:lnTo>
                  <a:lnTo>
                    <a:pt x="57119" y="684"/>
                  </a:lnTo>
                  <a:lnTo>
                    <a:pt x="68952" y="2685"/>
                  </a:lnTo>
                  <a:lnTo>
                    <a:pt x="79796" y="5922"/>
                  </a:lnTo>
                  <a:lnTo>
                    <a:pt x="89273" y="1031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002662" y="5638695"/>
              <a:ext cx="89535" cy="11430"/>
            </a:xfrm>
            <a:custGeom>
              <a:avLst/>
              <a:gdLst/>
              <a:ahLst/>
              <a:cxnLst/>
              <a:rect l="l" t="t" r="r" b="b"/>
              <a:pathLst>
                <a:path w="89535" h="11429">
                  <a:moveTo>
                    <a:pt x="0" y="0"/>
                  </a:moveTo>
                  <a:lnTo>
                    <a:pt x="9271" y="4633"/>
                  </a:lnTo>
                  <a:lnTo>
                    <a:pt x="20069" y="8095"/>
                  </a:lnTo>
                  <a:lnTo>
                    <a:pt x="32001" y="10263"/>
                  </a:lnTo>
                  <a:lnTo>
                    <a:pt x="44675" y="11013"/>
                  </a:lnTo>
                  <a:lnTo>
                    <a:pt x="57305" y="10263"/>
                  </a:lnTo>
                  <a:lnTo>
                    <a:pt x="69214" y="8095"/>
                  </a:lnTo>
                  <a:lnTo>
                    <a:pt x="80004" y="4633"/>
                  </a:lnTo>
                  <a:lnTo>
                    <a:pt x="8927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482414" y="5383656"/>
              <a:ext cx="215900" cy="0"/>
            </a:xfrm>
            <a:custGeom>
              <a:avLst/>
              <a:gdLst/>
              <a:ahLst/>
              <a:cxnLst/>
              <a:rect l="l" t="t" r="r" b="b"/>
              <a:pathLst>
                <a:path w="215900" h="0">
                  <a:moveTo>
                    <a:pt x="0" y="0"/>
                  </a:moveTo>
                  <a:lnTo>
                    <a:pt x="21538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342213" y="5283841"/>
              <a:ext cx="876300" cy="467359"/>
            </a:xfrm>
            <a:custGeom>
              <a:avLst/>
              <a:gdLst/>
              <a:ahLst/>
              <a:cxnLst/>
              <a:rect l="l" t="t" r="r" b="b"/>
              <a:pathLst>
                <a:path w="876300" h="467360">
                  <a:moveTo>
                    <a:pt x="0" y="467311"/>
                  </a:moveTo>
                  <a:lnTo>
                    <a:pt x="87598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342361" y="5750842"/>
              <a:ext cx="879475" cy="122555"/>
            </a:xfrm>
            <a:custGeom>
              <a:avLst/>
              <a:gdLst/>
              <a:ahLst/>
              <a:cxnLst/>
              <a:rect l="l" t="t" r="r" b="b"/>
              <a:pathLst>
                <a:path w="879475" h="122554">
                  <a:moveTo>
                    <a:pt x="879189" y="0"/>
                  </a:moveTo>
                  <a:lnTo>
                    <a:pt x="879189" y="122369"/>
                  </a:lnTo>
                  <a:lnTo>
                    <a:pt x="460530" y="122369"/>
                  </a:lnTo>
                  <a:lnTo>
                    <a:pt x="229394" y="122369"/>
                  </a:lnTo>
                  <a:lnTo>
                    <a:pt x="103359" y="122369"/>
                  </a:lnTo>
                  <a:lnTo>
                    <a:pt x="0" y="122369"/>
                  </a:lnTo>
                  <a:lnTo>
                    <a:pt x="0" y="72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221566" y="5539036"/>
              <a:ext cx="1228090" cy="0"/>
            </a:xfrm>
            <a:custGeom>
              <a:avLst/>
              <a:gdLst/>
              <a:ahLst/>
              <a:cxnLst/>
              <a:rect l="l" t="t" r="r" b="b"/>
              <a:pathLst>
                <a:path w="1228089" h="0">
                  <a:moveTo>
                    <a:pt x="1227575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1241" y="4185942"/>
              <a:ext cx="8778240" cy="6052820"/>
            </a:xfrm>
            <a:custGeom>
              <a:avLst/>
              <a:gdLst/>
              <a:ahLst/>
              <a:cxnLst/>
              <a:rect l="l" t="t" r="r" b="b"/>
              <a:pathLst>
                <a:path w="8778240" h="6052820">
                  <a:moveTo>
                    <a:pt x="0" y="0"/>
                  </a:moveTo>
                  <a:lnTo>
                    <a:pt x="8777859" y="0"/>
                  </a:lnTo>
                  <a:lnTo>
                    <a:pt x="8777859" y="6052481"/>
                  </a:lnTo>
                  <a:lnTo>
                    <a:pt x="0" y="605248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459102" y="5539377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90" h="0">
                  <a:moveTo>
                    <a:pt x="0" y="0"/>
                  </a:moveTo>
                  <a:lnTo>
                    <a:pt x="59102" y="0"/>
                  </a:lnTo>
                  <a:lnTo>
                    <a:pt x="13557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605795" y="5539408"/>
              <a:ext cx="292100" cy="67310"/>
            </a:xfrm>
            <a:custGeom>
              <a:avLst/>
              <a:gdLst/>
              <a:ahLst/>
              <a:cxnLst/>
              <a:rect l="l" t="t" r="r" b="b"/>
              <a:pathLst>
                <a:path w="292100" h="67310">
                  <a:moveTo>
                    <a:pt x="0" y="66780"/>
                  </a:moveTo>
                  <a:lnTo>
                    <a:pt x="169240" y="0"/>
                  </a:lnTo>
                  <a:lnTo>
                    <a:pt x="29155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7139717" y="5344913"/>
              <a:ext cx="758190" cy="389255"/>
            </a:xfrm>
            <a:custGeom>
              <a:avLst/>
              <a:gdLst/>
              <a:ahLst/>
              <a:cxnLst/>
              <a:rect l="l" t="t" r="r" b="b"/>
              <a:pathLst>
                <a:path w="758190" h="389254">
                  <a:moveTo>
                    <a:pt x="0" y="388896"/>
                  </a:moveTo>
                  <a:lnTo>
                    <a:pt x="757704" y="388896"/>
                  </a:lnTo>
                  <a:lnTo>
                    <a:pt x="757704" y="0"/>
                  </a:lnTo>
                  <a:lnTo>
                    <a:pt x="0" y="0"/>
                  </a:lnTo>
                  <a:lnTo>
                    <a:pt x="0" y="388896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139717" y="5539377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 h="0">
                  <a:moveTo>
                    <a:pt x="0" y="0"/>
                  </a:moveTo>
                  <a:lnTo>
                    <a:pt x="31940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897452" y="5539377"/>
              <a:ext cx="3957320" cy="0"/>
            </a:xfrm>
            <a:custGeom>
              <a:avLst/>
              <a:gdLst/>
              <a:ahLst/>
              <a:cxnLst/>
              <a:rect l="l" t="t" r="r" b="b"/>
              <a:pathLst>
                <a:path w="3957320" h="0">
                  <a:moveTo>
                    <a:pt x="0" y="0"/>
                  </a:moveTo>
                  <a:lnTo>
                    <a:pt x="395714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596610" y="5391815"/>
              <a:ext cx="37465" cy="74295"/>
            </a:xfrm>
            <a:custGeom>
              <a:avLst/>
              <a:gdLst/>
              <a:ahLst/>
              <a:cxnLst/>
              <a:rect l="l" t="t" r="r" b="b"/>
              <a:pathLst>
                <a:path w="37464" h="74295">
                  <a:moveTo>
                    <a:pt x="36872" y="0"/>
                  </a:moveTo>
                  <a:lnTo>
                    <a:pt x="22512" y="2902"/>
                  </a:lnTo>
                  <a:lnTo>
                    <a:pt x="10787" y="10816"/>
                  </a:lnTo>
                  <a:lnTo>
                    <a:pt x="2886" y="22552"/>
                  </a:lnTo>
                  <a:lnTo>
                    <a:pt x="0" y="36920"/>
                  </a:lnTo>
                  <a:lnTo>
                    <a:pt x="2900" y="51278"/>
                  </a:lnTo>
                  <a:lnTo>
                    <a:pt x="10810" y="63000"/>
                  </a:lnTo>
                  <a:lnTo>
                    <a:pt x="22545" y="70899"/>
                  </a:lnTo>
                  <a:lnTo>
                    <a:pt x="36919" y="7379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596672" y="5539377"/>
              <a:ext cx="121285" cy="147955"/>
            </a:xfrm>
            <a:custGeom>
              <a:avLst/>
              <a:gdLst/>
              <a:ahLst/>
              <a:cxnLst/>
              <a:rect l="l" t="t" r="r" b="b"/>
              <a:pathLst>
                <a:path w="121285" h="147954">
                  <a:moveTo>
                    <a:pt x="36935" y="73847"/>
                  </a:moveTo>
                  <a:lnTo>
                    <a:pt x="22565" y="70949"/>
                  </a:lnTo>
                  <a:lnTo>
                    <a:pt x="10832" y="63047"/>
                  </a:lnTo>
                  <a:lnTo>
                    <a:pt x="2916" y="51324"/>
                  </a:lnTo>
                  <a:lnTo>
                    <a:pt x="0" y="36966"/>
                  </a:lnTo>
                  <a:lnTo>
                    <a:pt x="2895" y="22599"/>
                  </a:lnTo>
                  <a:lnTo>
                    <a:pt x="10800" y="10865"/>
                  </a:lnTo>
                  <a:lnTo>
                    <a:pt x="22527" y="2952"/>
                  </a:lnTo>
                  <a:lnTo>
                    <a:pt x="36888" y="46"/>
                  </a:lnTo>
                  <a:lnTo>
                    <a:pt x="121213" y="0"/>
                  </a:lnTo>
                </a:path>
                <a:path w="121285" h="147954">
                  <a:moveTo>
                    <a:pt x="36935" y="73847"/>
                  </a:moveTo>
                  <a:lnTo>
                    <a:pt x="22568" y="76751"/>
                  </a:lnTo>
                  <a:lnTo>
                    <a:pt x="10845" y="84669"/>
                  </a:lnTo>
                  <a:lnTo>
                    <a:pt x="2946" y="96408"/>
                  </a:lnTo>
                  <a:lnTo>
                    <a:pt x="54" y="110774"/>
                  </a:lnTo>
                  <a:lnTo>
                    <a:pt x="2958" y="125131"/>
                  </a:lnTo>
                  <a:lnTo>
                    <a:pt x="10868" y="136856"/>
                  </a:lnTo>
                  <a:lnTo>
                    <a:pt x="22597" y="144760"/>
                  </a:lnTo>
                  <a:lnTo>
                    <a:pt x="36958" y="14765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600783" y="5732266"/>
              <a:ext cx="45720" cy="77470"/>
            </a:xfrm>
            <a:custGeom>
              <a:avLst/>
              <a:gdLst/>
              <a:ahLst/>
              <a:cxnLst/>
              <a:rect l="l" t="t" r="r" b="b"/>
              <a:pathLst>
                <a:path w="45720" h="77470">
                  <a:moveTo>
                    <a:pt x="0" y="0"/>
                  </a:moveTo>
                  <a:lnTo>
                    <a:pt x="31" y="77322"/>
                  </a:lnTo>
                  <a:lnTo>
                    <a:pt x="45708" y="38633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533343" y="5612813"/>
              <a:ext cx="37465" cy="74295"/>
            </a:xfrm>
            <a:custGeom>
              <a:avLst/>
              <a:gdLst/>
              <a:ahLst/>
              <a:cxnLst/>
              <a:rect l="l" t="t" r="r" b="b"/>
              <a:pathLst>
                <a:path w="37464" h="74295">
                  <a:moveTo>
                    <a:pt x="38" y="73800"/>
                  </a:moveTo>
                  <a:lnTo>
                    <a:pt x="14402" y="70889"/>
                  </a:lnTo>
                  <a:lnTo>
                    <a:pt x="26129" y="62972"/>
                  </a:lnTo>
                  <a:lnTo>
                    <a:pt x="34032" y="51237"/>
                  </a:lnTo>
                  <a:lnTo>
                    <a:pt x="36926" y="36873"/>
                  </a:lnTo>
                  <a:lnTo>
                    <a:pt x="34024" y="22508"/>
                  </a:lnTo>
                  <a:lnTo>
                    <a:pt x="26109" y="10781"/>
                  </a:lnTo>
                  <a:lnTo>
                    <a:pt x="14372" y="2882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533304" y="5538997"/>
              <a:ext cx="37465" cy="74295"/>
            </a:xfrm>
            <a:custGeom>
              <a:avLst/>
              <a:gdLst/>
              <a:ahLst/>
              <a:cxnLst/>
              <a:rect l="l" t="t" r="r" b="b"/>
              <a:pathLst>
                <a:path w="37464" h="74295">
                  <a:moveTo>
                    <a:pt x="38" y="73815"/>
                  </a:moveTo>
                  <a:lnTo>
                    <a:pt x="14406" y="70897"/>
                  </a:lnTo>
                  <a:lnTo>
                    <a:pt x="26132" y="62981"/>
                  </a:lnTo>
                  <a:lnTo>
                    <a:pt x="34034" y="51249"/>
                  </a:lnTo>
                  <a:lnTo>
                    <a:pt x="36927" y="36888"/>
                  </a:lnTo>
                  <a:lnTo>
                    <a:pt x="34014" y="22524"/>
                  </a:lnTo>
                  <a:lnTo>
                    <a:pt x="26101" y="10797"/>
                  </a:lnTo>
                  <a:lnTo>
                    <a:pt x="14369" y="2894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449141" y="5391389"/>
              <a:ext cx="121285" cy="147955"/>
            </a:xfrm>
            <a:custGeom>
              <a:avLst/>
              <a:gdLst/>
              <a:ahLst/>
              <a:cxnLst/>
              <a:rect l="l" t="t" r="r" b="b"/>
              <a:pathLst>
                <a:path w="121285" h="147954">
                  <a:moveTo>
                    <a:pt x="84116" y="73800"/>
                  </a:moveTo>
                  <a:lnTo>
                    <a:pt x="98499" y="76697"/>
                  </a:lnTo>
                  <a:lnTo>
                    <a:pt x="110239" y="84599"/>
                  </a:lnTo>
                  <a:lnTo>
                    <a:pt x="118153" y="96322"/>
                  </a:lnTo>
                  <a:lnTo>
                    <a:pt x="121058" y="110681"/>
                  </a:lnTo>
                  <a:lnTo>
                    <a:pt x="118164" y="125049"/>
                  </a:lnTo>
                  <a:lnTo>
                    <a:pt x="110260" y="136785"/>
                  </a:lnTo>
                  <a:lnTo>
                    <a:pt x="98531" y="144701"/>
                  </a:lnTo>
                  <a:lnTo>
                    <a:pt x="84162" y="147608"/>
                  </a:lnTo>
                  <a:lnTo>
                    <a:pt x="0" y="147647"/>
                  </a:lnTo>
                </a:path>
                <a:path w="121285" h="147954">
                  <a:moveTo>
                    <a:pt x="84116" y="73800"/>
                  </a:moveTo>
                  <a:lnTo>
                    <a:pt x="98496" y="70898"/>
                  </a:lnTo>
                  <a:lnTo>
                    <a:pt x="110228" y="62985"/>
                  </a:lnTo>
                  <a:lnTo>
                    <a:pt x="118127" y="51251"/>
                  </a:lnTo>
                  <a:lnTo>
                    <a:pt x="121012" y="36888"/>
                  </a:lnTo>
                  <a:lnTo>
                    <a:pt x="118104" y="22523"/>
                  </a:lnTo>
                  <a:lnTo>
                    <a:pt x="110193" y="10794"/>
                  </a:lnTo>
                  <a:lnTo>
                    <a:pt x="98461" y="2890"/>
                  </a:lnTo>
                  <a:lnTo>
                    <a:pt x="8409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596649" y="5465608"/>
              <a:ext cx="37465" cy="74295"/>
            </a:xfrm>
            <a:custGeom>
              <a:avLst/>
              <a:gdLst/>
              <a:ahLst/>
              <a:cxnLst/>
              <a:rect l="l" t="t" r="r" b="b"/>
              <a:pathLst>
                <a:path w="37464" h="74295">
                  <a:moveTo>
                    <a:pt x="36880" y="0"/>
                  </a:moveTo>
                  <a:lnTo>
                    <a:pt x="22510" y="2906"/>
                  </a:lnTo>
                  <a:lnTo>
                    <a:pt x="10784" y="10821"/>
                  </a:lnTo>
                  <a:lnTo>
                    <a:pt x="2887" y="22556"/>
                  </a:lnTo>
                  <a:lnTo>
                    <a:pt x="0" y="36920"/>
                  </a:lnTo>
                  <a:lnTo>
                    <a:pt x="2902" y="51285"/>
                  </a:lnTo>
                  <a:lnTo>
                    <a:pt x="10815" y="63014"/>
                  </a:lnTo>
                  <a:lnTo>
                    <a:pt x="22548" y="70920"/>
                  </a:lnTo>
                  <a:lnTo>
                    <a:pt x="36911" y="738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545698" y="5737672"/>
              <a:ext cx="33020" cy="65405"/>
            </a:xfrm>
            <a:custGeom>
              <a:avLst/>
              <a:gdLst/>
              <a:ahLst/>
              <a:cxnLst/>
              <a:rect l="l" t="t" r="r" b="b"/>
              <a:pathLst>
                <a:path w="33020" h="65404">
                  <a:moveTo>
                    <a:pt x="29706" y="0"/>
                  </a:moveTo>
                  <a:lnTo>
                    <a:pt x="0" y="31645"/>
                  </a:lnTo>
                  <a:lnTo>
                    <a:pt x="32576" y="6507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502116" y="5769287"/>
              <a:ext cx="43815" cy="635"/>
            </a:xfrm>
            <a:custGeom>
              <a:avLst/>
              <a:gdLst/>
              <a:ahLst/>
              <a:cxnLst/>
              <a:rect l="l" t="t" r="r" b="b"/>
              <a:pathLst>
                <a:path w="43814" h="635">
                  <a:moveTo>
                    <a:pt x="43582" y="0"/>
                  </a:moveTo>
                  <a:lnTo>
                    <a:pt x="0" y="2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449025" y="5315005"/>
              <a:ext cx="269240" cy="554990"/>
            </a:xfrm>
            <a:custGeom>
              <a:avLst/>
              <a:gdLst/>
              <a:ahLst/>
              <a:cxnLst/>
              <a:rect l="l" t="t" r="r" b="b"/>
              <a:pathLst>
                <a:path w="269239" h="554989">
                  <a:moveTo>
                    <a:pt x="268752" y="0"/>
                  </a:moveTo>
                  <a:lnTo>
                    <a:pt x="269047" y="554724"/>
                  </a:lnTo>
                  <a:lnTo>
                    <a:pt x="294" y="554871"/>
                  </a:lnTo>
                  <a:lnTo>
                    <a:pt x="0" y="147"/>
                  </a:lnTo>
                  <a:lnTo>
                    <a:pt x="268752" y="0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518699" y="5981629"/>
              <a:ext cx="129539" cy="55880"/>
            </a:xfrm>
            <a:custGeom>
              <a:avLst/>
              <a:gdLst/>
              <a:ahLst/>
              <a:cxnLst/>
              <a:rect l="l" t="t" r="r" b="b"/>
              <a:pathLst>
                <a:path w="129539" h="55879">
                  <a:moveTo>
                    <a:pt x="0" y="27534"/>
                  </a:moveTo>
                  <a:lnTo>
                    <a:pt x="87722" y="27534"/>
                  </a:lnTo>
                  <a:lnTo>
                    <a:pt x="87722" y="0"/>
                  </a:lnTo>
                  <a:lnTo>
                    <a:pt x="129373" y="27534"/>
                  </a:lnTo>
                  <a:lnTo>
                    <a:pt x="87722" y="5553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5717886" y="5539377"/>
              <a:ext cx="1422400" cy="0"/>
            </a:xfrm>
            <a:custGeom>
              <a:avLst/>
              <a:gdLst/>
              <a:ahLst/>
              <a:cxnLst/>
              <a:rect l="l" t="t" r="r" b="b"/>
              <a:pathLst>
                <a:path w="1422400" h="0">
                  <a:moveTo>
                    <a:pt x="0" y="0"/>
                  </a:moveTo>
                  <a:lnTo>
                    <a:pt x="1421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4794352" y="6160440"/>
              <a:ext cx="170815" cy="0"/>
            </a:xfrm>
            <a:custGeom>
              <a:avLst/>
              <a:gdLst/>
              <a:ahLst/>
              <a:cxnLst/>
              <a:rect l="l" t="t" r="r" b="b"/>
              <a:pathLst>
                <a:path w="170815" h="0">
                  <a:moveTo>
                    <a:pt x="0" y="0"/>
                  </a:moveTo>
                  <a:lnTo>
                    <a:pt x="17071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4385290" y="7644196"/>
              <a:ext cx="2377440" cy="217170"/>
            </a:xfrm>
            <a:custGeom>
              <a:avLst/>
              <a:gdLst/>
              <a:ahLst/>
              <a:cxnLst/>
              <a:rect l="l" t="t" r="r" b="b"/>
              <a:pathLst>
                <a:path w="2377440" h="217170">
                  <a:moveTo>
                    <a:pt x="0" y="0"/>
                  </a:moveTo>
                  <a:lnTo>
                    <a:pt x="2377123" y="0"/>
                  </a:lnTo>
                  <a:lnTo>
                    <a:pt x="2377123" y="217018"/>
                  </a:lnTo>
                  <a:lnTo>
                    <a:pt x="0" y="21701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5471625" y="5348357"/>
              <a:ext cx="0" cy="2296160"/>
            </a:xfrm>
            <a:custGeom>
              <a:avLst/>
              <a:gdLst/>
              <a:ahLst/>
              <a:cxnLst/>
              <a:rect l="l" t="t" r="r" b="b"/>
              <a:pathLst>
                <a:path w="0" h="2296159">
                  <a:moveTo>
                    <a:pt x="0" y="0"/>
                  </a:moveTo>
                  <a:lnTo>
                    <a:pt x="0" y="2295838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5958405" y="7309787"/>
              <a:ext cx="873125" cy="0"/>
            </a:xfrm>
            <a:custGeom>
              <a:avLst/>
              <a:gdLst/>
              <a:ahLst/>
              <a:cxnLst/>
              <a:rect l="l" t="t" r="r" b="b"/>
              <a:pathLst>
                <a:path w="873125" h="0">
                  <a:moveTo>
                    <a:pt x="0" y="0"/>
                  </a:moveTo>
                  <a:lnTo>
                    <a:pt x="87272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6800651" y="7238127"/>
              <a:ext cx="55880" cy="142875"/>
            </a:xfrm>
            <a:custGeom>
              <a:avLst/>
              <a:gdLst/>
              <a:ahLst/>
              <a:cxnLst/>
              <a:rect l="l" t="t" r="r" b="b"/>
              <a:pathLst>
                <a:path w="55880" h="142875">
                  <a:moveTo>
                    <a:pt x="30481" y="71659"/>
                  </a:moveTo>
                  <a:lnTo>
                    <a:pt x="41682" y="77570"/>
                  </a:lnTo>
                  <a:lnTo>
                    <a:pt x="49988" y="86658"/>
                  </a:lnTo>
                  <a:lnTo>
                    <a:pt x="54804" y="98000"/>
                  </a:lnTo>
                  <a:lnTo>
                    <a:pt x="55534" y="110673"/>
                  </a:lnTo>
                  <a:lnTo>
                    <a:pt x="51872" y="122792"/>
                  </a:lnTo>
                  <a:lnTo>
                    <a:pt x="44559" y="132701"/>
                  </a:lnTo>
                  <a:lnTo>
                    <a:pt x="34396" y="139642"/>
                  </a:lnTo>
                  <a:lnTo>
                    <a:pt x="22182" y="142861"/>
                  </a:lnTo>
                </a:path>
                <a:path w="55880" h="142875">
                  <a:moveTo>
                    <a:pt x="30481" y="71659"/>
                  </a:moveTo>
                  <a:lnTo>
                    <a:pt x="18574" y="67446"/>
                  </a:lnTo>
                  <a:lnTo>
                    <a:pt x="9045" y="59678"/>
                  </a:lnTo>
                  <a:lnTo>
                    <a:pt x="2614" y="49184"/>
                  </a:lnTo>
                  <a:lnTo>
                    <a:pt x="0" y="36795"/>
                  </a:lnTo>
                  <a:lnTo>
                    <a:pt x="1792" y="24257"/>
                  </a:lnTo>
                  <a:lnTo>
                    <a:pt x="7534" y="13360"/>
                  </a:lnTo>
                  <a:lnTo>
                    <a:pt x="16549" y="4981"/>
                  </a:lnTo>
                  <a:lnTo>
                    <a:pt x="2816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5932654" y="5823278"/>
              <a:ext cx="45720" cy="38735"/>
            </a:xfrm>
            <a:custGeom>
              <a:avLst/>
              <a:gdLst/>
              <a:ahLst/>
              <a:cxnLst/>
              <a:rect l="l" t="t" r="r" b="b"/>
              <a:pathLst>
                <a:path w="45719" h="38735">
                  <a:moveTo>
                    <a:pt x="23035" y="0"/>
                  </a:moveTo>
                  <a:lnTo>
                    <a:pt x="31827" y="1631"/>
                  </a:lnTo>
                  <a:lnTo>
                    <a:pt x="38974" y="5849"/>
                  </a:lnTo>
                  <a:lnTo>
                    <a:pt x="43737" y="12022"/>
                  </a:lnTo>
                  <a:lnTo>
                    <a:pt x="45373" y="19522"/>
                  </a:lnTo>
                  <a:lnTo>
                    <a:pt x="43465" y="26984"/>
                  </a:lnTo>
                  <a:lnTo>
                    <a:pt x="38480" y="33035"/>
                  </a:lnTo>
                  <a:lnTo>
                    <a:pt x="31183" y="37065"/>
                  </a:lnTo>
                  <a:lnTo>
                    <a:pt x="22337" y="38463"/>
                  </a:lnTo>
                  <a:lnTo>
                    <a:pt x="13549" y="36830"/>
                  </a:lnTo>
                  <a:lnTo>
                    <a:pt x="6401" y="32610"/>
                  </a:lnTo>
                  <a:lnTo>
                    <a:pt x="1637" y="26433"/>
                  </a:lnTo>
                  <a:lnTo>
                    <a:pt x="0" y="18932"/>
                  </a:lnTo>
                  <a:lnTo>
                    <a:pt x="1908" y="11472"/>
                  </a:lnTo>
                  <a:lnTo>
                    <a:pt x="6893" y="5423"/>
                  </a:lnTo>
                  <a:lnTo>
                    <a:pt x="14190" y="1396"/>
                  </a:lnTo>
                  <a:lnTo>
                    <a:pt x="23035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5933197" y="5741706"/>
              <a:ext cx="45085" cy="635"/>
            </a:xfrm>
            <a:custGeom>
              <a:avLst/>
              <a:gdLst/>
              <a:ahLst/>
              <a:cxnLst/>
              <a:rect l="l" t="t" r="r" b="b"/>
              <a:pathLst>
                <a:path w="45084" h="635">
                  <a:moveTo>
                    <a:pt x="44830" y="597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5936066" y="5928615"/>
              <a:ext cx="45720" cy="38735"/>
            </a:xfrm>
            <a:custGeom>
              <a:avLst/>
              <a:gdLst/>
              <a:ahLst/>
              <a:cxnLst/>
              <a:rect l="l" t="t" r="r" b="b"/>
              <a:pathLst>
                <a:path w="45719" h="38735">
                  <a:moveTo>
                    <a:pt x="22337" y="38455"/>
                  </a:moveTo>
                  <a:lnTo>
                    <a:pt x="13513" y="36822"/>
                  </a:lnTo>
                  <a:lnTo>
                    <a:pt x="6369" y="32602"/>
                  </a:lnTo>
                  <a:lnTo>
                    <a:pt x="1625" y="26425"/>
                  </a:lnTo>
                  <a:lnTo>
                    <a:pt x="0" y="18925"/>
                  </a:lnTo>
                  <a:lnTo>
                    <a:pt x="1908" y="11468"/>
                  </a:lnTo>
                  <a:lnTo>
                    <a:pt x="6893" y="5422"/>
                  </a:lnTo>
                  <a:lnTo>
                    <a:pt x="14190" y="1396"/>
                  </a:lnTo>
                  <a:lnTo>
                    <a:pt x="23035" y="0"/>
                  </a:lnTo>
                  <a:lnTo>
                    <a:pt x="31859" y="1631"/>
                  </a:lnTo>
                  <a:lnTo>
                    <a:pt x="39004" y="5849"/>
                  </a:lnTo>
                  <a:lnTo>
                    <a:pt x="43748" y="12022"/>
                  </a:lnTo>
                  <a:lnTo>
                    <a:pt x="45373" y="19522"/>
                  </a:lnTo>
                  <a:lnTo>
                    <a:pt x="43465" y="26975"/>
                  </a:lnTo>
                  <a:lnTo>
                    <a:pt x="38480" y="33023"/>
                  </a:lnTo>
                  <a:lnTo>
                    <a:pt x="31183" y="37053"/>
                  </a:lnTo>
                  <a:lnTo>
                    <a:pt x="22337" y="3845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5937386" y="6045338"/>
              <a:ext cx="45085" cy="635"/>
            </a:xfrm>
            <a:custGeom>
              <a:avLst/>
              <a:gdLst/>
              <a:ahLst/>
              <a:cxnLst/>
              <a:rect l="l" t="t" r="r" b="b"/>
              <a:pathLst>
                <a:path w="45084" h="635">
                  <a:moveTo>
                    <a:pt x="0" y="0"/>
                  </a:moveTo>
                  <a:lnTo>
                    <a:pt x="44830" y="58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5996643" y="5842994"/>
              <a:ext cx="39370" cy="105410"/>
            </a:xfrm>
            <a:custGeom>
              <a:avLst/>
              <a:gdLst/>
              <a:ahLst/>
              <a:cxnLst/>
              <a:rect l="l" t="t" r="r" b="b"/>
              <a:pathLst>
                <a:path w="39369" h="105410">
                  <a:moveTo>
                    <a:pt x="0" y="0"/>
                  </a:moveTo>
                  <a:lnTo>
                    <a:pt x="16130" y="9163"/>
                  </a:lnTo>
                  <a:lnTo>
                    <a:pt x="28407" y="21509"/>
                  </a:lnTo>
                  <a:lnTo>
                    <a:pt x="36233" y="36227"/>
                  </a:lnTo>
                  <a:lnTo>
                    <a:pt x="39013" y="52501"/>
                  </a:lnTo>
                  <a:lnTo>
                    <a:pt x="36348" y="68798"/>
                  </a:lnTo>
                  <a:lnTo>
                    <a:pt x="28630" y="83558"/>
                  </a:lnTo>
                  <a:lnTo>
                    <a:pt x="16446" y="95970"/>
                  </a:lnTo>
                  <a:lnTo>
                    <a:pt x="387" y="10522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61196" y="6046145"/>
              <a:ext cx="228567" cy="22859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4744170" y="6032719"/>
              <a:ext cx="51435" cy="128905"/>
            </a:xfrm>
            <a:custGeom>
              <a:avLst/>
              <a:gdLst/>
              <a:ahLst/>
              <a:cxnLst/>
              <a:rect l="l" t="t" r="r" b="b"/>
              <a:pathLst>
                <a:path w="51434" h="128904">
                  <a:moveTo>
                    <a:pt x="50958" y="128908"/>
                  </a:moveTo>
                  <a:lnTo>
                    <a:pt x="30245" y="122394"/>
                  </a:lnTo>
                  <a:lnTo>
                    <a:pt x="14804" y="109197"/>
                  </a:lnTo>
                  <a:lnTo>
                    <a:pt x="4700" y="90809"/>
                  </a:lnTo>
                  <a:lnTo>
                    <a:pt x="0" y="68720"/>
                  </a:lnTo>
                  <a:lnTo>
                    <a:pt x="2023" y="46060"/>
                  </a:lnTo>
                  <a:lnTo>
                    <a:pt x="11304" y="25954"/>
                  </a:lnTo>
                  <a:lnTo>
                    <a:pt x="26722" y="10050"/>
                  </a:lnTo>
                  <a:lnTo>
                    <a:pt x="4715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4747117" y="6160401"/>
              <a:ext cx="51435" cy="128905"/>
            </a:xfrm>
            <a:custGeom>
              <a:avLst/>
              <a:gdLst/>
              <a:ahLst/>
              <a:cxnLst/>
              <a:rect l="l" t="t" r="r" b="b"/>
              <a:pathLst>
                <a:path w="51434" h="128904">
                  <a:moveTo>
                    <a:pt x="51035" y="128908"/>
                  </a:moveTo>
                  <a:lnTo>
                    <a:pt x="30289" y="122394"/>
                  </a:lnTo>
                  <a:lnTo>
                    <a:pt x="14843" y="109197"/>
                  </a:lnTo>
                  <a:lnTo>
                    <a:pt x="4734" y="90809"/>
                  </a:lnTo>
                  <a:lnTo>
                    <a:pt x="0" y="68720"/>
                  </a:lnTo>
                  <a:lnTo>
                    <a:pt x="2036" y="46060"/>
                  </a:lnTo>
                  <a:lnTo>
                    <a:pt x="11343" y="25954"/>
                  </a:lnTo>
                  <a:lnTo>
                    <a:pt x="26788" y="10050"/>
                  </a:lnTo>
                  <a:lnTo>
                    <a:pt x="4723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4720435" y="5539486"/>
              <a:ext cx="140335" cy="2812415"/>
            </a:xfrm>
            <a:custGeom>
              <a:avLst/>
              <a:gdLst/>
              <a:ahLst/>
              <a:cxnLst/>
              <a:rect l="l" t="t" r="r" b="b"/>
              <a:pathLst>
                <a:path w="140334" h="2812415">
                  <a:moveTo>
                    <a:pt x="68797" y="2792934"/>
                  </a:moveTo>
                  <a:lnTo>
                    <a:pt x="68797" y="0"/>
                  </a:lnTo>
                </a:path>
                <a:path w="140334" h="2812415">
                  <a:moveTo>
                    <a:pt x="68797" y="2792934"/>
                  </a:moveTo>
                  <a:lnTo>
                    <a:pt x="61040" y="2802956"/>
                  </a:lnTo>
                  <a:lnTo>
                    <a:pt x="50657" y="2809590"/>
                  </a:lnTo>
                  <a:lnTo>
                    <a:pt x="38661" y="2812414"/>
                  </a:lnTo>
                  <a:lnTo>
                    <a:pt x="26060" y="2811006"/>
                  </a:lnTo>
                  <a:lnTo>
                    <a:pt x="14735" y="2805357"/>
                  </a:lnTo>
                  <a:lnTo>
                    <a:pt x="6195" y="2796472"/>
                  </a:lnTo>
                  <a:lnTo>
                    <a:pt x="1072" y="2785276"/>
                  </a:lnTo>
                  <a:lnTo>
                    <a:pt x="0" y="2772690"/>
                  </a:lnTo>
                </a:path>
                <a:path w="140334" h="2812415">
                  <a:moveTo>
                    <a:pt x="68797" y="2792934"/>
                  </a:moveTo>
                  <a:lnTo>
                    <a:pt x="74966" y="2781889"/>
                  </a:lnTo>
                  <a:lnTo>
                    <a:pt x="84232" y="2773805"/>
                  </a:lnTo>
                  <a:lnTo>
                    <a:pt x="95651" y="2769254"/>
                  </a:lnTo>
                  <a:lnTo>
                    <a:pt x="108276" y="2768812"/>
                  </a:lnTo>
                  <a:lnTo>
                    <a:pt x="120353" y="2772724"/>
                  </a:lnTo>
                  <a:lnTo>
                    <a:pt x="130139" y="2780213"/>
                  </a:lnTo>
                  <a:lnTo>
                    <a:pt x="136886" y="2790495"/>
                  </a:lnTo>
                  <a:lnTo>
                    <a:pt x="139844" y="280278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14736259" y="7296725"/>
              <a:ext cx="107314" cy="127000"/>
            </a:xfrm>
            <a:custGeom>
              <a:avLst/>
              <a:gdLst/>
              <a:ahLst/>
              <a:cxnLst/>
              <a:rect l="l" t="t" r="r" b="b"/>
              <a:pathLst>
                <a:path w="107315" h="127000">
                  <a:moveTo>
                    <a:pt x="106880" y="126969"/>
                  </a:moveTo>
                  <a:lnTo>
                    <a:pt x="0" y="125495"/>
                  </a:lnTo>
                  <a:lnTo>
                    <a:pt x="52974" y="0"/>
                  </a:lnTo>
                  <a:lnTo>
                    <a:pt x="106880" y="126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4736259" y="7296725"/>
              <a:ext cx="107314" cy="127000"/>
            </a:xfrm>
            <a:custGeom>
              <a:avLst/>
              <a:gdLst/>
              <a:ahLst/>
              <a:cxnLst/>
              <a:rect l="l" t="t" r="r" b="b"/>
              <a:pathLst>
                <a:path w="107315" h="127000">
                  <a:moveTo>
                    <a:pt x="0" y="125495"/>
                  </a:moveTo>
                  <a:lnTo>
                    <a:pt x="52974" y="0"/>
                  </a:lnTo>
                  <a:lnTo>
                    <a:pt x="106880" y="1269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16028385" y="5760635"/>
            <a:ext cx="118745" cy="27051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90"/>
              </a:lnSpc>
            </a:pPr>
            <a:r>
              <a:rPr dirty="0" sz="700" spc="-10" b="1">
                <a:latin typeface="Calibri"/>
                <a:cs typeface="Calibri"/>
              </a:rPr>
              <a:t>2000A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1740112" y="453738"/>
            <a:ext cx="2176145" cy="492759"/>
          </a:xfrm>
          <a:custGeom>
            <a:avLst/>
            <a:gdLst/>
            <a:ahLst/>
            <a:cxnLst/>
            <a:rect l="l" t="t" r="r" b="b"/>
            <a:pathLst>
              <a:path w="2176144" h="492759">
                <a:moveTo>
                  <a:pt x="0" y="0"/>
                </a:moveTo>
                <a:lnTo>
                  <a:pt x="2175772" y="0"/>
                </a:lnTo>
                <a:lnTo>
                  <a:pt x="2175772" y="492441"/>
                </a:lnTo>
                <a:lnTo>
                  <a:pt x="0" y="492441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811581" y="453738"/>
            <a:ext cx="6547484" cy="1383665"/>
          </a:xfrm>
          <a:custGeom>
            <a:avLst/>
            <a:gdLst/>
            <a:ahLst/>
            <a:cxnLst/>
            <a:rect l="l" t="t" r="r" b="b"/>
            <a:pathLst>
              <a:path w="6547484" h="1383664">
                <a:moveTo>
                  <a:pt x="0" y="0"/>
                </a:moveTo>
                <a:lnTo>
                  <a:pt x="6547172" y="0"/>
                </a:lnTo>
                <a:lnTo>
                  <a:pt x="6547172" y="1383087"/>
                </a:lnTo>
                <a:lnTo>
                  <a:pt x="0" y="1383087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54421" y="453738"/>
            <a:ext cx="4097654" cy="1457325"/>
          </a:xfrm>
          <a:custGeom>
            <a:avLst/>
            <a:gdLst/>
            <a:ahLst/>
            <a:cxnLst/>
            <a:rect l="l" t="t" r="r" b="b"/>
            <a:pathLst>
              <a:path w="4097654" h="1457325">
                <a:moveTo>
                  <a:pt x="0" y="0"/>
                </a:moveTo>
                <a:lnTo>
                  <a:pt x="4097140" y="0"/>
                </a:lnTo>
                <a:lnTo>
                  <a:pt x="4097140" y="1457004"/>
                </a:lnTo>
                <a:lnTo>
                  <a:pt x="0" y="1457004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4500780" y="3600696"/>
            <a:ext cx="3546475" cy="263525"/>
          </a:xfrm>
          <a:custGeom>
            <a:avLst/>
            <a:gdLst/>
            <a:ahLst/>
            <a:cxnLst/>
            <a:rect l="l" t="t" r="r" b="b"/>
            <a:pathLst>
              <a:path w="3546475" h="263525">
                <a:moveTo>
                  <a:pt x="0" y="0"/>
                </a:moveTo>
                <a:lnTo>
                  <a:pt x="3546062" y="0"/>
                </a:lnTo>
                <a:lnTo>
                  <a:pt x="3546062" y="263323"/>
                </a:lnTo>
                <a:lnTo>
                  <a:pt x="0" y="2633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1740112" y="1104406"/>
            <a:ext cx="2762885" cy="1315085"/>
          </a:xfrm>
          <a:custGeom>
            <a:avLst/>
            <a:gdLst/>
            <a:ahLst/>
            <a:cxnLst/>
            <a:rect l="l" t="t" r="r" b="b"/>
            <a:pathLst>
              <a:path w="2762884" h="1315085">
                <a:moveTo>
                  <a:pt x="0" y="0"/>
                </a:moveTo>
                <a:lnTo>
                  <a:pt x="2762529" y="0"/>
                </a:lnTo>
                <a:lnTo>
                  <a:pt x="2762529" y="1314600"/>
                </a:lnTo>
                <a:lnTo>
                  <a:pt x="0" y="1314600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1" name="object 71"/>
          <p:cNvGrpSpPr/>
          <p:nvPr/>
        </p:nvGrpSpPr>
        <p:grpSpPr>
          <a:xfrm>
            <a:off x="622699" y="4190743"/>
            <a:ext cx="17285335" cy="6046470"/>
            <a:chOff x="622699" y="4190743"/>
            <a:chExt cx="17285335" cy="6046470"/>
          </a:xfrm>
        </p:grpSpPr>
        <p:sp>
          <p:nvSpPr>
            <p:cNvPr id="72" name="object 72"/>
            <p:cNvSpPr/>
            <p:nvPr/>
          </p:nvSpPr>
          <p:spPr>
            <a:xfrm>
              <a:off x="15958405" y="5967070"/>
              <a:ext cx="0" cy="1343025"/>
            </a:xfrm>
            <a:custGeom>
              <a:avLst/>
              <a:gdLst/>
              <a:ahLst/>
              <a:cxnLst/>
              <a:rect l="l" t="t" r="r" b="b"/>
              <a:pathLst>
                <a:path w="0" h="1343025">
                  <a:moveTo>
                    <a:pt x="0" y="0"/>
                  </a:moveTo>
                  <a:lnTo>
                    <a:pt x="0" y="249207"/>
                  </a:lnTo>
                  <a:lnTo>
                    <a:pt x="0" y="134267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4763870" y="5514007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62" y="50725"/>
                  </a:moveTo>
                  <a:lnTo>
                    <a:pt x="15477" y="48736"/>
                  </a:lnTo>
                  <a:lnTo>
                    <a:pt x="7416" y="43308"/>
                  </a:lnTo>
                  <a:lnTo>
                    <a:pt x="1988" y="35248"/>
                  </a:lnTo>
                  <a:lnTo>
                    <a:pt x="0" y="25362"/>
                  </a:lnTo>
                  <a:lnTo>
                    <a:pt x="1988" y="15542"/>
                  </a:lnTo>
                  <a:lnTo>
                    <a:pt x="7416" y="7475"/>
                  </a:lnTo>
                  <a:lnTo>
                    <a:pt x="15477" y="2010"/>
                  </a:lnTo>
                  <a:lnTo>
                    <a:pt x="25362" y="0"/>
                  </a:lnTo>
                  <a:lnTo>
                    <a:pt x="35215" y="2010"/>
                  </a:lnTo>
                  <a:lnTo>
                    <a:pt x="43279" y="7475"/>
                  </a:lnTo>
                  <a:lnTo>
                    <a:pt x="48725" y="15542"/>
                  </a:lnTo>
                  <a:lnTo>
                    <a:pt x="50725" y="25362"/>
                  </a:lnTo>
                  <a:lnTo>
                    <a:pt x="48725" y="35248"/>
                  </a:lnTo>
                  <a:lnTo>
                    <a:pt x="43279" y="43308"/>
                  </a:lnTo>
                  <a:lnTo>
                    <a:pt x="35215" y="48736"/>
                  </a:lnTo>
                  <a:lnTo>
                    <a:pt x="25362" y="50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4763870" y="5514007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25362"/>
                  </a:moveTo>
                  <a:lnTo>
                    <a:pt x="1988" y="15542"/>
                  </a:lnTo>
                  <a:lnTo>
                    <a:pt x="7416" y="7475"/>
                  </a:lnTo>
                  <a:lnTo>
                    <a:pt x="15477" y="2010"/>
                  </a:lnTo>
                  <a:lnTo>
                    <a:pt x="25362" y="0"/>
                  </a:lnTo>
                  <a:lnTo>
                    <a:pt x="35215" y="2010"/>
                  </a:lnTo>
                  <a:lnTo>
                    <a:pt x="43279" y="7475"/>
                  </a:lnTo>
                  <a:lnTo>
                    <a:pt x="48725" y="15542"/>
                  </a:lnTo>
                  <a:lnTo>
                    <a:pt x="50725" y="25362"/>
                  </a:lnTo>
                  <a:lnTo>
                    <a:pt x="48725" y="35248"/>
                  </a:lnTo>
                  <a:lnTo>
                    <a:pt x="43279" y="43308"/>
                  </a:lnTo>
                  <a:lnTo>
                    <a:pt x="35215" y="48736"/>
                  </a:lnTo>
                  <a:lnTo>
                    <a:pt x="25362" y="50725"/>
                  </a:lnTo>
                  <a:lnTo>
                    <a:pt x="15477" y="48736"/>
                  </a:lnTo>
                  <a:lnTo>
                    <a:pt x="7416" y="43308"/>
                  </a:lnTo>
                  <a:lnTo>
                    <a:pt x="1988" y="35248"/>
                  </a:lnTo>
                  <a:lnTo>
                    <a:pt x="0" y="2536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4518618" y="6353996"/>
              <a:ext cx="2126615" cy="0"/>
            </a:xfrm>
            <a:custGeom>
              <a:avLst/>
              <a:gdLst/>
              <a:ahLst/>
              <a:cxnLst/>
              <a:rect l="l" t="t" r="r" b="b"/>
              <a:pathLst>
                <a:path w="2126615" h="0">
                  <a:moveTo>
                    <a:pt x="2126287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4518618" y="5719306"/>
              <a:ext cx="953135" cy="0"/>
            </a:xfrm>
            <a:custGeom>
              <a:avLst/>
              <a:gdLst/>
              <a:ahLst/>
              <a:cxnLst/>
              <a:rect l="l" t="t" r="r" b="b"/>
              <a:pathLst>
                <a:path w="953134" h="0">
                  <a:moveTo>
                    <a:pt x="953005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4518618" y="6353996"/>
              <a:ext cx="2126615" cy="0"/>
            </a:xfrm>
            <a:custGeom>
              <a:avLst/>
              <a:gdLst/>
              <a:ahLst/>
              <a:cxnLst/>
              <a:rect l="l" t="t" r="r" b="b"/>
              <a:pathLst>
                <a:path w="2126615" h="0">
                  <a:moveTo>
                    <a:pt x="2126287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4515671" y="5343005"/>
              <a:ext cx="2129790" cy="2301240"/>
            </a:xfrm>
            <a:custGeom>
              <a:avLst/>
              <a:gdLst/>
              <a:ahLst/>
              <a:cxnLst/>
              <a:rect l="l" t="t" r="r" b="b"/>
              <a:pathLst>
                <a:path w="2129790" h="2301240">
                  <a:moveTo>
                    <a:pt x="0" y="2301190"/>
                  </a:moveTo>
                  <a:lnTo>
                    <a:pt x="0" y="0"/>
                  </a:lnTo>
                  <a:lnTo>
                    <a:pt x="2129235" y="0"/>
                  </a:lnTo>
                  <a:lnTo>
                    <a:pt x="2129235" y="2301190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5955690" y="5539377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w="0" h="283845">
                  <a:moveTo>
                    <a:pt x="0" y="0"/>
                  </a:moveTo>
                  <a:lnTo>
                    <a:pt x="0" y="28379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2174072" y="5539377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90" h="0">
                  <a:moveTo>
                    <a:pt x="0" y="0"/>
                  </a:moveTo>
                  <a:lnTo>
                    <a:pt x="59102" y="0"/>
                  </a:lnTo>
                  <a:lnTo>
                    <a:pt x="13557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2320741" y="5539408"/>
              <a:ext cx="292100" cy="67310"/>
            </a:xfrm>
            <a:custGeom>
              <a:avLst/>
              <a:gdLst/>
              <a:ahLst/>
              <a:cxnLst/>
              <a:rect l="l" t="t" r="r" b="b"/>
              <a:pathLst>
                <a:path w="292100" h="67310">
                  <a:moveTo>
                    <a:pt x="0" y="66780"/>
                  </a:moveTo>
                  <a:lnTo>
                    <a:pt x="169240" y="0"/>
                  </a:lnTo>
                  <a:lnTo>
                    <a:pt x="29171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1854671" y="5344913"/>
              <a:ext cx="758190" cy="389255"/>
            </a:xfrm>
            <a:custGeom>
              <a:avLst/>
              <a:gdLst/>
              <a:ahLst/>
              <a:cxnLst/>
              <a:rect l="l" t="t" r="r" b="b"/>
              <a:pathLst>
                <a:path w="758190" h="389254">
                  <a:moveTo>
                    <a:pt x="0" y="388896"/>
                  </a:moveTo>
                  <a:lnTo>
                    <a:pt x="757704" y="388896"/>
                  </a:lnTo>
                  <a:lnTo>
                    <a:pt x="757704" y="0"/>
                  </a:lnTo>
                  <a:lnTo>
                    <a:pt x="0" y="0"/>
                  </a:lnTo>
                  <a:lnTo>
                    <a:pt x="0" y="388896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1854671" y="5539377"/>
              <a:ext cx="157480" cy="0"/>
            </a:xfrm>
            <a:custGeom>
              <a:avLst/>
              <a:gdLst/>
              <a:ahLst/>
              <a:cxnLst/>
              <a:rect l="l" t="t" r="r" b="b"/>
              <a:pathLst>
                <a:path w="157479" h="0">
                  <a:moveTo>
                    <a:pt x="0" y="0"/>
                  </a:moveTo>
                  <a:lnTo>
                    <a:pt x="15729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2011967" y="5510408"/>
              <a:ext cx="162560" cy="58419"/>
            </a:xfrm>
            <a:custGeom>
              <a:avLst/>
              <a:gdLst/>
              <a:ahLst/>
              <a:cxnLst/>
              <a:rect l="l" t="t" r="r" b="b"/>
              <a:pathLst>
                <a:path w="162559" h="58420">
                  <a:moveTo>
                    <a:pt x="0" y="57938"/>
                  </a:moveTo>
                  <a:lnTo>
                    <a:pt x="162027" y="57938"/>
                  </a:lnTo>
                  <a:lnTo>
                    <a:pt x="162027" y="0"/>
                  </a:lnTo>
                  <a:lnTo>
                    <a:pt x="0" y="0"/>
                  </a:lnTo>
                  <a:lnTo>
                    <a:pt x="0" y="5793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2039889" y="5510400"/>
              <a:ext cx="0" cy="58419"/>
            </a:xfrm>
            <a:custGeom>
              <a:avLst/>
              <a:gdLst/>
              <a:ahLst/>
              <a:cxnLst/>
              <a:rect l="l" t="t" r="r" b="b"/>
              <a:pathLst>
                <a:path w="0" h="58420">
                  <a:moveTo>
                    <a:pt x="0" y="5793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2146149" y="5510408"/>
              <a:ext cx="0" cy="58419"/>
            </a:xfrm>
            <a:custGeom>
              <a:avLst/>
              <a:gdLst/>
              <a:ahLst/>
              <a:cxnLst/>
              <a:rect l="l" t="t" r="r" b="b"/>
              <a:pathLst>
                <a:path w="0" h="58420">
                  <a:moveTo>
                    <a:pt x="0" y="0"/>
                  </a:moveTo>
                  <a:lnTo>
                    <a:pt x="0" y="5793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2612453" y="5539377"/>
              <a:ext cx="3343275" cy="0"/>
            </a:xfrm>
            <a:custGeom>
              <a:avLst/>
              <a:gdLst/>
              <a:ahLst/>
              <a:cxnLst/>
              <a:rect l="l" t="t" r="r" b="b"/>
              <a:pathLst>
                <a:path w="3343275" h="0">
                  <a:moveTo>
                    <a:pt x="0" y="0"/>
                  </a:moveTo>
                  <a:lnTo>
                    <a:pt x="334323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6262603" y="7070965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0" y="22345"/>
                  </a:moveTo>
                  <a:lnTo>
                    <a:pt x="1657" y="13536"/>
                  </a:lnTo>
                  <a:lnTo>
                    <a:pt x="5875" y="6394"/>
                  </a:lnTo>
                  <a:lnTo>
                    <a:pt x="12041" y="1640"/>
                  </a:lnTo>
                  <a:lnTo>
                    <a:pt x="19545" y="0"/>
                  </a:lnTo>
                  <a:lnTo>
                    <a:pt x="27007" y="1908"/>
                  </a:lnTo>
                  <a:lnTo>
                    <a:pt x="33051" y="6889"/>
                  </a:lnTo>
                  <a:lnTo>
                    <a:pt x="37073" y="14188"/>
                  </a:lnTo>
                  <a:lnTo>
                    <a:pt x="38470" y="23051"/>
                  </a:lnTo>
                  <a:lnTo>
                    <a:pt x="36846" y="31850"/>
                  </a:lnTo>
                  <a:lnTo>
                    <a:pt x="32634" y="38994"/>
                  </a:lnTo>
                  <a:lnTo>
                    <a:pt x="26472" y="43753"/>
                  </a:lnTo>
                  <a:lnTo>
                    <a:pt x="19002" y="45397"/>
                  </a:lnTo>
                  <a:lnTo>
                    <a:pt x="11528" y="43481"/>
                  </a:lnTo>
                  <a:lnTo>
                    <a:pt x="5458" y="38501"/>
                  </a:lnTo>
                  <a:lnTo>
                    <a:pt x="1409" y="31206"/>
                  </a:lnTo>
                  <a:lnTo>
                    <a:pt x="0" y="2234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6181086" y="7070965"/>
              <a:ext cx="635" cy="45085"/>
            </a:xfrm>
            <a:custGeom>
              <a:avLst/>
              <a:gdLst/>
              <a:ahLst/>
              <a:cxnLst/>
              <a:rect l="l" t="t" r="r" b="b"/>
              <a:pathLst>
                <a:path w="634" h="45084">
                  <a:moveTo>
                    <a:pt x="542" y="0"/>
                  </a:moveTo>
                  <a:lnTo>
                    <a:pt x="0" y="4485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6368009" y="7067552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93" y="23043"/>
                  </a:moveTo>
                  <a:lnTo>
                    <a:pt x="36769" y="31852"/>
                  </a:lnTo>
                  <a:lnTo>
                    <a:pt x="32556" y="38996"/>
                  </a:lnTo>
                  <a:lnTo>
                    <a:pt x="26395" y="43752"/>
                  </a:lnTo>
                  <a:lnTo>
                    <a:pt x="18925" y="45397"/>
                  </a:lnTo>
                  <a:lnTo>
                    <a:pt x="11452" y="43477"/>
                  </a:lnTo>
                  <a:lnTo>
                    <a:pt x="5390" y="38496"/>
                  </a:lnTo>
                  <a:lnTo>
                    <a:pt x="1364" y="31202"/>
                  </a:lnTo>
                  <a:lnTo>
                    <a:pt x="0" y="22345"/>
                  </a:lnTo>
                  <a:lnTo>
                    <a:pt x="1625" y="13543"/>
                  </a:lnTo>
                  <a:lnTo>
                    <a:pt x="5839" y="6405"/>
                  </a:lnTo>
                  <a:lnTo>
                    <a:pt x="12001" y="1651"/>
                  </a:lnTo>
                  <a:lnTo>
                    <a:pt x="19468" y="0"/>
                  </a:lnTo>
                  <a:lnTo>
                    <a:pt x="26929" y="1909"/>
                  </a:lnTo>
                  <a:lnTo>
                    <a:pt x="32973" y="6891"/>
                  </a:lnTo>
                  <a:lnTo>
                    <a:pt x="36995" y="14188"/>
                  </a:lnTo>
                  <a:lnTo>
                    <a:pt x="38393" y="2304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6484663" y="7066784"/>
              <a:ext cx="635" cy="45085"/>
            </a:xfrm>
            <a:custGeom>
              <a:avLst/>
              <a:gdLst/>
              <a:ahLst/>
              <a:cxnLst/>
              <a:rect l="l" t="t" r="r" b="b"/>
              <a:pathLst>
                <a:path w="634" h="45084">
                  <a:moveTo>
                    <a:pt x="0" y="44846"/>
                  </a:moveTo>
                  <a:lnTo>
                    <a:pt x="62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16282382" y="7013321"/>
              <a:ext cx="105410" cy="39370"/>
            </a:xfrm>
            <a:custGeom>
              <a:avLst/>
              <a:gdLst/>
              <a:ahLst/>
              <a:cxnLst/>
              <a:rect l="l" t="t" r="r" b="b"/>
              <a:pathLst>
                <a:path w="105409" h="39370">
                  <a:moveTo>
                    <a:pt x="0" y="39037"/>
                  </a:moveTo>
                  <a:lnTo>
                    <a:pt x="9142" y="22908"/>
                  </a:lnTo>
                  <a:lnTo>
                    <a:pt x="21484" y="10621"/>
                  </a:lnTo>
                  <a:lnTo>
                    <a:pt x="36212" y="2782"/>
                  </a:lnTo>
                  <a:lnTo>
                    <a:pt x="52509" y="0"/>
                  </a:lnTo>
                  <a:lnTo>
                    <a:pt x="68776" y="2670"/>
                  </a:lnTo>
                  <a:lnTo>
                    <a:pt x="83524" y="10401"/>
                  </a:lnTo>
                  <a:lnTo>
                    <a:pt x="95931" y="22599"/>
                  </a:lnTo>
                  <a:lnTo>
                    <a:pt x="105174" y="3867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5933042" y="706794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62" y="50725"/>
                  </a:moveTo>
                  <a:lnTo>
                    <a:pt x="15477" y="48715"/>
                  </a:lnTo>
                  <a:lnTo>
                    <a:pt x="7416" y="43250"/>
                  </a:lnTo>
                  <a:lnTo>
                    <a:pt x="1988" y="35182"/>
                  </a:lnTo>
                  <a:lnTo>
                    <a:pt x="0" y="25362"/>
                  </a:lnTo>
                  <a:lnTo>
                    <a:pt x="1988" y="15542"/>
                  </a:lnTo>
                  <a:lnTo>
                    <a:pt x="7416" y="7475"/>
                  </a:lnTo>
                  <a:lnTo>
                    <a:pt x="15477" y="2010"/>
                  </a:lnTo>
                  <a:lnTo>
                    <a:pt x="25362" y="0"/>
                  </a:lnTo>
                  <a:lnTo>
                    <a:pt x="35215" y="2010"/>
                  </a:lnTo>
                  <a:lnTo>
                    <a:pt x="43279" y="7475"/>
                  </a:lnTo>
                  <a:lnTo>
                    <a:pt x="48725" y="15542"/>
                  </a:lnTo>
                  <a:lnTo>
                    <a:pt x="50725" y="25362"/>
                  </a:lnTo>
                  <a:lnTo>
                    <a:pt x="48725" y="35182"/>
                  </a:lnTo>
                  <a:lnTo>
                    <a:pt x="43279" y="43250"/>
                  </a:lnTo>
                  <a:lnTo>
                    <a:pt x="35215" y="48715"/>
                  </a:lnTo>
                  <a:lnTo>
                    <a:pt x="25362" y="507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5933042" y="706794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25362"/>
                  </a:moveTo>
                  <a:lnTo>
                    <a:pt x="1988" y="15542"/>
                  </a:lnTo>
                  <a:lnTo>
                    <a:pt x="7416" y="7475"/>
                  </a:lnTo>
                  <a:lnTo>
                    <a:pt x="15477" y="2010"/>
                  </a:lnTo>
                  <a:lnTo>
                    <a:pt x="25362" y="0"/>
                  </a:lnTo>
                  <a:lnTo>
                    <a:pt x="35215" y="2010"/>
                  </a:lnTo>
                  <a:lnTo>
                    <a:pt x="43279" y="7475"/>
                  </a:lnTo>
                  <a:lnTo>
                    <a:pt x="48725" y="15542"/>
                  </a:lnTo>
                  <a:lnTo>
                    <a:pt x="50725" y="25362"/>
                  </a:lnTo>
                  <a:lnTo>
                    <a:pt x="48725" y="35182"/>
                  </a:lnTo>
                  <a:lnTo>
                    <a:pt x="43279" y="43250"/>
                  </a:lnTo>
                  <a:lnTo>
                    <a:pt x="35215" y="48715"/>
                  </a:lnTo>
                  <a:lnTo>
                    <a:pt x="25362" y="50725"/>
                  </a:lnTo>
                  <a:lnTo>
                    <a:pt x="15477" y="48715"/>
                  </a:lnTo>
                  <a:lnTo>
                    <a:pt x="7416" y="43250"/>
                  </a:lnTo>
                  <a:lnTo>
                    <a:pt x="1988" y="35182"/>
                  </a:lnTo>
                  <a:lnTo>
                    <a:pt x="0" y="2536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14168581" y="4516713"/>
              <a:ext cx="411480" cy="904875"/>
            </a:xfrm>
            <a:custGeom>
              <a:avLst/>
              <a:gdLst/>
              <a:ahLst/>
              <a:cxnLst/>
              <a:rect l="l" t="t" r="r" b="b"/>
              <a:pathLst>
                <a:path w="411480" h="904875">
                  <a:moveTo>
                    <a:pt x="0" y="904839"/>
                  </a:moveTo>
                  <a:lnTo>
                    <a:pt x="299467" y="0"/>
                  </a:lnTo>
                  <a:lnTo>
                    <a:pt x="41115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40161" y="5415208"/>
              <a:ext cx="264564" cy="285420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15323636" y="9390677"/>
              <a:ext cx="925194" cy="302895"/>
            </a:xfrm>
            <a:custGeom>
              <a:avLst/>
              <a:gdLst/>
              <a:ahLst/>
              <a:cxnLst/>
              <a:rect l="l" t="t" r="r" b="b"/>
              <a:pathLst>
                <a:path w="925194" h="302895">
                  <a:moveTo>
                    <a:pt x="0" y="0"/>
                  </a:moveTo>
                  <a:lnTo>
                    <a:pt x="925160" y="0"/>
                  </a:lnTo>
                  <a:lnTo>
                    <a:pt x="925160" y="302492"/>
                  </a:lnTo>
                  <a:lnTo>
                    <a:pt x="0" y="30249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2747255" y="9390677"/>
              <a:ext cx="925194" cy="302895"/>
            </a:xfrm>
            <a:custGeom>
              <a:avLst/>
              <a:gdLst/>
              <a:ahLst/>
              <a:cxnLst/>
              <a:rect l="l" t="t" r="r" b="b"/>
              <a:pathLst>
                <a:path w="925194" h="302895">
                  <a:moveTo>
                    <a:pt x="0" y="0"/>
                  </a:moveTo>
                  <a:lnTo>
                    <a:pt x="925160" y="0"/>
                  </a:lnTo>
                  <a:lnTo>
                    <a:pt x="925160" y="302492"/>
                  </a:lnTo>
                  <a:lnTo>
                    <a:pt x="0" y="302492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4071863" y="5864533"/>
              <a:ext cx="9196070" cy="3526154"/>
            </a:xfrm>
            <a:custGeom>
              <a:avLst/>
              <a:gdLst/>
              <a:ahLst/>
              <a:cxnLst/>
              <a:rect l="l" t="t" r="r" b="b"/>
              <a:pathLst>
                <a:path w="9196069" h="3526154">
                  <a:moveTo>
                    <a:pt x="0" y="0"/>
                  </a:moveTo>
                  <a:lnTo>
                    <a:pt x="0" y="982495"/>
                  </a:lnTo>
                  <a:lnTo>
                    <a:pt x="9195601" y="982487"/>
                  </a:lnTo>
                  <a:lnTo>
                    <a:pt x="9195601" y="3526144"/>
                  </a:lnTo>
                </a:path>
              </a:pathLst>
            </a:custGeom>
            <a:ln w="7756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351675" y="6201013"/>
              <a:ext cx="8675370" cy="2254885"/>
            </a:xfrm>
            <a:custGeom>
              <a:avLst/>
              <a:gdLst/>
              <a:ahLst/>
              <a:cxnLst/>
              <a:rect l="l" t="t" r="r" b="b"/>
              <a:pathLst>
                <a:path w="8675370" h="2254884">
                  <a:moveTo>
                    <a:pt x="8675244" y="2251783"/>
                  </a:moveTo>
                  <a:lnTo>
                    <a:pt x="0" y="2254265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1351706" y="5835401"/>
              <a:ext cx="0" cy="257175"/>
            </a:xfrm>
            <a:custGeom>
              <a:avLst/>
              <a:gdLst/>
              <a:ahLst/>
              <a:cxnLst/>
              <a:rect l="l" t="t" r="r" b="b"/>
              <a:pathLst>
                <a:path w="0" h="257175">
                  <a:moveTo>
                    <a:pt x="0" y="25711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626577" y="6092519"/>
              <a:ext cx="1735455" cy="108585"/>
            </a:xfrm>
            <a:custGeom>
              <a:avLst/>
              <a:gdLst/>
              <a:ahLst/>
              <a:cxnLst/>
              <a:rect l="l" t="t" r="r" b="b"/>
              <a:pathLst>
                <a:path w="1735455" h="108585">
                  <a:moveTo>
                    <a:pt x="69418" y="0"/>
                  </a:moveTo>
                  <a:lnTo>
                    <a:pt x="0" y="0"/>
                  </a:lnTo>
                  <a:lnTo>
                    <a:pt x="0" y="108509"/>
                  </a:lnTo>
                  <a:lnTo>
                    <a:pt x="725128" y="108509"/>
                  </a:lnTo>
                  <a:lnTo>
                    <a:pt x="1023897" y="108509"/>
                  </a:lnTo>
                  <a:lnTo>
                    <a:pt x="1734909" y="108509"/>
                  </a:lnTo>
                  <a:lnTo>
                    <a:pt x="1734909" y="0"/>
                  </a:lnTo>
                  <a:lnTo>
                    <a:pt x="1665413" y="0"/>
                  </a:lnTo>
                  <a:lnTo>
                    <a:pt x="1023897" y="0"/>
                  </a:lnTo>
                  <a:lnTo>
                    <a:pt x="725128" y="0"/>
                  </a:lnTo>
                  <a:lnTo>
                    <a:pt x="69418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695995" y="4994938"/>
              <a:ext cx="1596390" cy="1097915"/>
            </a:xfrm>
            <a:custGeom>
              <a:avLst/>
              <a:gdLst/>
              <a:ahLst/>
              <a:cxnLst/>
              <a:rect l="l" t="t" r="r" b="b"/>
              <a:pathLst>
                <a:path w="1596389" h="1097914">
                  <a:moveTo>
                    <a:pt x="0" y="1097581"/>
                  </a:moveTo>
                  <a:lnTo>
                    <a:pt x="0" y="0"/>
                  </a:lnTo>
                  <a:lnTo>
                    <a:pt x="1595995" y="0"/>
                  </a:lnTo>
                  <a:lnTo>
                    <a:pt x="1595995" y="1097581"/>
                  </a:lnTo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2808917" y="8148132"/>
              <a:ext cx="0" cy="361315"/>
            </a:xfrm>
            <a:custGeom>
              <a:avLst/>
              <a:gdLst/>
              <a:ahLst/>
              <a:cxnLst/>
              <a:rect l="l" t="t" r="r" b="b"/>
              <a:pathLst>
                <a:path w="0" h="361315">
                  <a:moveTo>
                    <a:pt x="0" y="0"/>
                  </a:moveTo>
                  <a:lnTo>
                    <a:pt x="0" y="36089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11883757" y="7839357"/>
              <a:ext cx="925194" cy="866775"/>
            </a:xfrm>
            <a:custGeom>
              <a:avLst/>
              <a:gdLst/>
              <a:ahLst/>
              <a:cxnLst/>
              <a:rect l="l" t="t" r="r" b="b"/>
              <a:pathLst>
                <a:path w="925195" h="866775">
                  <a:moveTo>
                    <a:pt x="925160" y="669671"/>
                  </a:moveTo>
                  <a:lnTo>
                    <a:pt x="925160" y="866601"/>
                  </a:lnTo>
                  <a:lnTo>
                    <a:pt x="0" y="866601"/>
                  </a:lnTo>
                  <a:lnTo>
                    <a:pt x="0" y="0"/>
                  </a:lnTo>
                  <a:lnTo>
                    <a:pt x="925160" y="0"/>
                  </a:lnTo>
                  <a:lnTo>
                    <a:pt x="925160" y="30877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15958405" y="7093311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 h="0">
                  <a:moveTo>
                    <a:pt x="304198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4072481" y="9541923"/>
              <a:ext cx="1251585" cy="0"/>
            </a:xfrm>
            <a:custGeom>
              <a:avLst/>
              <a:gdLst/>
              <a:ahLst/>
              <a:cxnLst/>
              <a:rect l="l" t="t" r="r" b="b"/>
              <a:pathLst>
                <a:path w="1251584" h="0">
                  <a:moveTo>
                    <a:pt x="0" y="0"/>
                  </a:moveTo>
                  <a:lnTo>
                    <a:pt x="1251154" y="0"/>
                  </a:lnTo>
                </a:path>
              </a:pathLst>
            </a:custGeom>
            <a:ln w="7756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9490267" y="4194621"/>
              <a:ext cx="8414385" cy="6038850"/>
            </a:xfrm>
            <a:custGeom>
              <a:avLst/>
              <a:gdLst/>
              <a:ahLst/>
              <a:cxnLst/>
              <a:rect l="l" t="t" r="r" b="b"/>
              <a:pathLst>
                <a:path w="8414385" h="6038850">
                  <a:moveTo>
                    <a:pt x="0" y="0"/>
                  </a:moveTo>
                  <a:lnTo>
                    <a:pt x="8413860" y="0"/>
                  </a:lnTo>
                  <a:lnTo>
                    <a:pt x="8413860" y="6038520"/>
                  </a:lnTo>
                  <a:lnTo>
                    <a:pt x="0" y="603852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650459" y="5835401"/>
              <a:ext cx="0" cy="257175"/>
            </a:xfrm>
            <a:custGeom>
              <a:avLst/>
              <a:gdLst/>
              <a:ahLst/>
              <a:cxnLst/>
              <a:rect l="l" t="t" r="r" b="b"/>
              <a:pathLst>
                <a:path w="0" h="257175">
                  <a:moveTo>
                    <a:pt x="0" y="0"/>
                  </a:moveTo>
                  <a:lnTo>
                    <a:pt x="0" y="25711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061724" y="5713411"/>
              <a:ext cx="0" cy="122555"/>
            </a:xfrm>
            <a:custGeom>
              <a:avLst/>
              <a:gdLst/>
              <a:ahLst/>
              <a:cxnLst/>
              <a:rect l="l" t="t" r="r" b="b"/>
              <a:pathLst>
                <a:path w="0" h="122554">
                  <a:moveTo>
                    <a:pt x="0" y="0"/>
                  </a:moveTo>
                  <a:lnTo>
                    <a:pt x="0" y="12200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650459" y="6201021"/>
              <a:ext cx="8363584" cy="1553845"/>
            </a:xfrm>
            <a:custGeom>
              <a:avLst/>
              <a:gdLst/>
              <a:ahLst/>
              <a:cxnLst/>
              <a:rect l="l" t="t" r="r" b="b"/>
              <a:pathLst>
                <a:path w="8363584" h="1553845">
                  <a:moveTo>
                    <a:pt x="0" y="0"/>
                  </a:moveTo>
                  <a:lnTo>
                    <a:pt x="0" y="1553646"/>
                  </a:lnTo>
                  <a:lnTo>
                    <a:pt x="8363444" y="155364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0159860" y="7463871"/>
              <a:ext cx="775335" cy="2017395"/>
            </a:xfrm>
            <a:custGeom>
              <a:avLst/>
              <a:gdLst/>
              <a:ahLst/>
              <a:cxnLst/>
              <a:rect l="l" t="t" r="r" b="b"/>
              <a:pathLst>
                <a:path w="775334" h="2017395">
                  <a:moveTo>
                    <a:pt x="0" y="0"/>
                  </a:moveTo>
                  <a:lnTo>
                    <a:pt x="775078" y="0"/>
                  </a:lnTo>
                  <a:lnTo>
                    <a:pt x="775078" y="2017235"/>
                  </a:lnTo>
                  <a:lnTo>
                    <a:pt x="0" y="201723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10514397" y="8451943"/>
              <a:ext cx="230504" cy="0"/>
            </a:xfrm>
            <a:custGeom>
              <a:avLst/>
              <a:gdLst/>
              <a:ahLst/>
              <a:cxnLst/>
              <a:rect l="l" t="t" r="r" b="b"/>
              <a:pathLst>
                <a:path w="230504" h="0">
                  <a:moveTo>
                    <a:pt x="0" y="0"/>
                  </a:moveTo>
                  <a:lnTo>
                    <a:pt x="23020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10225091" y="8436508"/>
              <a:ext cx="116839" cy="33020"/>
            </a:xfrm>
            <a:custGeom>
              <a:avLst/>
              <a:gdLst/>
              <a:ahLst/>
              <a:cxnLst/>
              <a:rect l="l" t="t" r="r" b="b"/>
              <a:pathLst>
                <a:path w="116840" h="33020">
                  <a:moveTo>
                    <a:pt x="83689" y="16210"/>
                  </a:moveTo>
                  <a:lnTo>
                    <a:pt x="83689" y="7213"/>
                  </a:lnTo>
                  <a:lnTo>
                    <a:pt x="90980" y="0"/>
                  </a:lnTo>
                  <a:lnTo>
                    <a:pt x="99899" y="0"/>
                  </a:lnTo>
                  <a:lnTo>
                    <a:pt x="108974" y="0"/>
                  </a:lnTo>
                  <a:lnTo>
                    <a:pt x="116343" y="7213"/>
                  </a:lnTo>
                  <a:lnTo>
                    <a:pt x="116343" y="16210"/>
                  </a:lnTo>
                  <a:lnTo>
                    <a:pt x="116343" y="25207"/>
                  </a:lnTo>
                  <a:lnTo>
                    <a:pt x="108974" y="32420"/>
                  </a:lnTo>
                  <a:lnTo>
                    <a:pt x="99899" y="32420"/>
                  </a:lnTo>
                  <a:lnTo>
                    <a:pt x="90980" y="32420"/>
                  </a:lnTo>
                  <a:lnTo>
                    <a:pt x="83689" y="25207"/>
                  </a:lnTo>
                  <a:lnTo>
                    <a:pt x="83689" y="16210"/>
                  </a:lnTo>
                  <a:close/>
                </a:path>
                <a:path w="116840" h="33020">
                  <a:moveTo>
                    <a:pt x="83689" y="16210"/>
                  </a:moveTo>
                  <a:lnTo>
                    <a:pt x="0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0242154" y="8436741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0308780" y="8436508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85" y="32420"/>
                  </a:moveTo>
                  <a:lnTo>
                    <a:pt x="7290" y="32420"/>
                  </a:lnTo>
                  <a:lnTo>
                    <a:pt x="0" y="25207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9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25207"/>
                  </a:lnTo>
                  <a:lnTo>
                    <a:pt x="25285" y="3242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0308780" y="8436508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0" y="16210"/>
                  </a:moveTo>
                  <a:lnTo>
                    <a:pt x="0" y="7213"/>
                  </a:lnTo>
                  <a:lnTo>
                    <a:pt x="7290" y="0"/>
                  </a:lnTo>
                  <a:lnTo>
                    <a:pt x="1621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16210"/>
                  </a:lnTo>
                  <a:lnTo>
                    <a:pt x="32653" y="25207"/>
                  </a:lnTo>
                  <a:lnTo>
                    <a:pt x="25285" y="32420"/>
                  </a:lnTo>
                  <a:lnTo>
                    <a:pt x="16210" y="32420"/>
                  </a:lnTo>
                  <a:lnTo>
                    <a:pt x="7290" y="32420"/>
                  </a:lnTo>
                  <a:lnTo>
                    <a:pt x="0" y="25207"/>
                  </a:lnTo>
                  <a:lnTo>
                    <a:pt x="0" y="162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0242154" y="8436741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0398209" y="8435810"/>
              <a:ext cx="116205" cy="33020"/>
            </a:xfrm>
            <a:custGeom>
              <a:avLst/>
              <a:gdLst/>
              <a:ahLst/>
              <a:cxnLst/>
              <a:rect l="l" t="t" r="r" b="b"/>
              <a:pathLst>
                <a:path w="116204" h="33020">
                  <a:moveTo>
                    <a:pt x="32498" y="16365"/>
                  </a:moveTo>
                  <a:lnTo>
                    <a:pt x="32498" y="25362"/>
                  </a:lnTo>
                  <a:lnTo>
                    <a:pt x="25207" y="32576"/>
                  </a:lnTo>
                  <a:lnTo>
                    <a:pt x="16288" y="32576"/>
                  </a:lnTo>
                  <a:lnTo>
                    <a:pt x="7213" y="32576"/>
                  </a:lnTo>
                  <a:lnTo>
                    <a:pt x="0" y="25362"/>
                  </a:lnTo>
                  <a:lnTo>
                    <a:pt x="0" y="16365"/>
                  </a:lnTo>
                  <a:lnTo>
                    <a:pt x="0" y="7368"/>
                  </a:lnTo>
                  <a:lnTo>
                    <a:pt x="7213" y="0"/>
                  </a:lnTo>
                  <a:lnTo>
                    <a:pt x="16288" y="0"/>
                  </a:lnTo>
                  <a:lnTo>
                    <a:pt x="25207" y="0"/>
                  </a:lnTo>
                  <a:lnTo>
                    <a:pt x="32498" y="7368"/>
                  </a:lnTo>
                  <a:lnTo>
                    <a:pt x="32498" y="16365"/>
                  </a:lnTo>
                  <a:close/>
                </a:path>
                <a:path w="116204" h="33020">
                  <a:moveTo>
                    <a:pt x="32498" y="16365"/>
                  </a:moveTo>
                  <a:lnTo>
                    <a:pt x="116188" y="16365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0497334" y="8435888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3218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10325068" y="8397572"/>
              <a:ext cx="89535" cy="29209"/>
            </a:xfrm>
            <a:custGeom>
              <a:avLst/>
              <a:gdLst/>
              <a:ahLst/>
              <a:cxnLst/>
              <a:rect l="l" t="t" r="r" b="b"/>
              <a:pathLst>
                <a:path w="89534" h="29209">
                  <a:moveTo>
                    <a:pt x="0" y="28775"/>
                  </a:moveTo>
                  <a:lnTo>
                    <a:pt x="7593" y="17037"/>
                  </a:lnTo>
                  <a:lnTo>
                    <a:pt x="17936" y="8047"/>
                  </a:lnTo>
                  <a:lnTo>
                    <a:pt x="30343" y="2227"/>
                  </a:lnTo>
                  <a:lnTo>
                    <a:pt x="44132" y="0"/>
                  </a:lnTo>
                  <a:lnTo>
                    <a:pt x="57981" y="1722"/>
                  </a:lnTo>
                  <a:lnTo>
                    <a:pt x="70571" y="7080"/>
                  </a:lnTo>
                  <a:lnTo>
                    <a:pt x="81228" y="15665"/>
                  </a:lnTo>
                  <a:lnTo>
                    <a:pt x="89273" y="270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10720170" y="8426968"/>
              <a:ext cx="48895" cy="48895"/>
            </a:xfrm>
            <a:custGeom>
              <a:avLst/>
              <a:gdLst/>
              <a:ahLst/>
              <a:cxnLst/>
              <a:rect l="l" t="t" r="r" b="b"/>
              <a:pathLst>
                <a:path w="48895" h="48895">
                  <a:moveTo>
                    <a:pt x="24199" y="48321"/>
                  </a:moveTo>
                  <a:lnTo>
                    <a:pt x="14757" y="46416"/>
                  </a:lnTo>
                  <a:lnTo>
                    <a:pt x="7067" y="41224"/>
                  </a:lnTo>
                  <a:lnTo>
                    <a:pt x="1894" y="33531"/>
                  </a:lnTo>
                  <a:lnTo>
                    <a:pt x="0" y="24121"/>
                  </a:lnTo>
                  <a:lnTo>
                    <a:pt x="1894" y="14757"/>
                  </a:lnTo>
                  <a:lnTo>
                    <a:pt x="7067" y="7087"/>
                  </a:lnTo>
                  <a:lnTo>
                    <a:pt x="14757" y="1903"/>
                  </a:lnTo>
                  <a:lnTo>
                    <a:pt x="24199" y="0"/>
                  </a:lnTo>
                  <a:lnTo>
                    <a:pt x="33563" y="1903"/>
                  </a:lnTo>
                  <a:lnTo>
                    <a:pt x="41233" y="7087"/>
                  </a:lnTo>
                  <a:lnTo>
                    <a:pt x="46417" y="14757"/>
                  </a:lnTo>
                  <a:lnTo>
                    <a:pt x="48321" y="24121"/>
                  </a:lnTo>
                  <a:lnTo>
                    <a:pt x="46417" y="33531"/>
                  </a:lnTo>
                  <a:lnTo>
                    <a:pt x="41233" y="41224"/>
                  </a:lnTo>
                  <a:lnTo>
                    <a:pt x="33563" y="46416"/>
                  </a:lnTo>
                  <a:lnTo>
                    <a:pt x="24199" y="483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0720170" y="8426968"/>
              <a:ext cx="48895" cy="48895"/>
            </a:xfrm>
            <a:custGeom>
              <a:avLst/>
              <a:gdLst/>
              <a:ahLst/>
              <a:cxnLst/>
              <a:rect l="l" t="t" r="r" b="b"/>
              <a:pathLst>
                <a:path w="48895" h="48895">
                  <a:moveTo>
                    <a:pt x="0" y="24121"/>
                  </a:moveTo>
                  <a:lnTo>
                    <a:pt x="1894" y="14757"/>
                  </a:lnTo>
                  <a:lnTo>
                    <a:pt x="7067" y="7087"/>
                  </a:lnTo>
                  <a:lnTo>
                    <a:pt x="14757" y="1903"/>
                  </a:lnTo>
                  <a:lnTo>
                    <a:pt x="24199" y="0"/>
                  </a:lnTo>
                  <a:lnTo>
                    <a:pt x="33563" y="1903"/>
                  </a:lnTo>
                  <a:lnTo>
                    <a:pt x="41233" y="7087"/>
                  </a:lnTo>
                  <a:lnTo>
                    <a:pt x="46417" y="14757"/>
                  </a:lnTo>
                  <a:lnTo>
                    <a:pt x="48321" y="24121"/>
                  </a:lnTo>
                  <a:lnTo>
                    <a:pt x="46417" y="33531"/>
                  </a:lnTo>
                  <a:lnTo>
                    <a:pt x="41233" y="41224"/>
                  </a:lnTo>
                  <a:lnTo>
                    <a:pt x="33563" y="46416"/>
                  </a:lnTo>
                  <a:lnTo>
                    <a:pt x="24199" y="48321"/>
                  </a:lnTo>
                  <a:lnTo>
                    <a:pt x="14757" y="46416"/>
                  </a:lnTo>
                  <a:lnTo>
                    <a:pt x="7067" y="41224"/>
                  </a:lnTo>
                  <a:lnTo>
                    <a:pt x="1894" y="33531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0514397" y="7753899"/>
              <a:ext cx="230504" cy="0"/>
            </a:xfrm>
            <a:custGeom>
              <a:avLst/>
              <a:gdLst/>
              <a:ahLst/>
              <a:cxnLst/>
              <a:rect l="l" t="t" r="r" b="b"/>
              <a:pathLst>
                <a:path w="230504" h="0">
                  <a:moveTo>
                    <a:pt x="0" y="0"/>
                  </a:moveTo>
                  <a:lnTo>
                    <a:pt x="23020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0225091" y="7738441"/>
              <a:ext cx="116839" cy="33020"/>
            </a:xfrm>
            <a:custGeom>
              <a:avLst/>
              <a:gdLst/>
              <a:ahLst/>
              <a:cxnLst/>
              <a:rect l="l" t="t" r="r" b="b"/>
              <a:pathLst>
                <a:path w="116840" h="33020">
                  <a:moveTo>
                    <a:pt x="83689" y="16210"/>
                  </a:moveTo>
                  <a:lnTo>
                    <a:pt x="83689" y="7213"/>
                  </a:lnTo>
                  <a:lnTo>
                    <a:pt x="90980" y="0"/>
                  </a:lnTo>
                  <a:lnTo>
                    <a:pt x="99899" y="0"/>
                  </a:lnTo>
                  <a:lnTo>
                    <a:pt x="108974" y="0"/>
                  </a:lnTo>
                  <a:lnTo>
                    <a:pt x="116343" y="7213"/>
                  </a:lnTo>
                  <a:lnTo>
                    <a:pt x="116343" y="16210"/>
                  </a:lnTo>
                  <a:lnTo>
                    <a:pt x="116343" y="25207"/>
                  </a:lnTo>
                  <a:lnTo>
                    <a:pt x="108974" y="32420"/>
                  </a:lnTo>
                  <a:lnTo>
                    <a:pt x="99899" y="32420"/>
                  </a:lnTo>
                  <a:lnTo>
                    <a:pt x="90980" y="32420"/>
                  </a:lnTo>
                  <a:lnTo>
                    <a:pt x="83689" y="25207"/>
                  </a:lnTo>
                  <a:lnTo>
                    <a:pt x="83689" y="16210"/>
                  </a:lnTo>
                  <a:close/>
                </a:path>
                <a:path w="116840" h="33020">
                  <a:moveTo>
                    <a:pt x="83689" y="16210"/>
                  </a:moveTo>
                  <a:lnTo>
                    <a:pt x="0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0242154" y="7738705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10308780" y="7738441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85" y="32420"/>
                  </a:moveTo>
                  <a:lnTo>
                    <a:pt x="7290" y="32420"/>
                  </a:lnTo>
                  <a:lnTo>
                    <a:pt x="0" y="25207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9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25207"/>
                  </a:lnTo>
                  <a:lnTo>
                    <a:pt x="25285" y="3242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0308780" y="7738441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0" y="16210"/>
                  </a:moveTo>
                  <a:lnTo>
                    <a:pt x="0" y="7213"/>
                  </a:lnTo>
                  <a:lnTo>
                    <a:pt x="7290" y="0"/>
                  </a:lnTo>
                  <a:lnTo>
                    <a:pt x="1621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16210"/>
                  </a:lnTo>
                  <a:lnTo>
                    <a:pt x="32653" y="25207"/>
                  </a:lnTo>
                  <a:lnTo>
                    <a:pt x="25285" y="32420"/>
                  </a:lnTo>
                  <a:lnTo>
                    <a:pt x="16210" y="32420"/>
                  </a:lnTo>
                  <a:lnTo>
                    <a:pt x="7290" y="32420"/>
                  </a:lnTo>
                  <a:lnTo>
                    <a:pt x="0" y="25207"/>
                  </a:lnTo>
                  <a:lnTo>
                    <a:pt x="0" y="162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0242154" y="7738705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0398209" y="7737867"/>
              <a:ext cx="116205" cy="33020"/>
            </a:xfrm>
            <a:custGeom>
              <a:avLst/>
              <a:gdLst/>
              <a:ahLst/>
              <a:cxnLst/>
              <a:rect l="l" t="t" r="r" b="b"/>
              <a:pathLst>
                <a:path w="116204" h="33020">
                  <a:moveTo>
                    <a:pt x="32498" y="16210"/>
                  </a:moveTo>
                  <a:lnTo>
                    <a:pt x="32498" y="25207"/>
                  </a:lnTo>
                  <a:lnTo>
                    <a:pt x="25207" y="32420"/>
                  </a:lnTo>
                  <a:lnTo>
                    <a:pt x="16288" y="32420"/>
                  </a:lnTo>
                  <a:lnTo>
                    <a:pt x="7213" y="32420"/>
                  </a:lnTo>
                  <a:lnTo>
                    <a:pt x="0" y="25207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13" y="0"/>
                  </a:lnTo>
                  <a:lnTo>
                    <a:pt x="16288" y="0"/>
                  </a:lnTo>
                  <a:lnTo>
                    <a:pt x="25207" y="0"/>
                  </a:lnTo>
                  <a:lnTo>
                    <a:pt x="32498" y="7213"/>
                  </a:lnTo>
                  <a:lnTo>
                    <a:pt x="32498" y="16210"/>
                  </a:lnTo>
                  <a:close/>
                </a:path>
                <a:path w="116204" h="33020">
                  <a:moveTo>
                    <a:pt x="32498" y="16210"/>
                  </a:moveTo>
                  <a:lnTo>
                    <a:pt x="116188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0497334" y="7737829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3218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0325068" y="7699536"/>
              <a:ext cx="89535" cy="29209"/>
            </a:xfrm>
            <a:custGeom>
              <a:avLst/>
              <a:gdLst/>
              <a:ahLst/>
              <a:cxnLst/>
              <a:rect l="l" t="t" r="r" b="b"/>
              <a:pathLst>
                <a:path w="89534" h="29209">
                  <a:moveTo>
                    <a:pt x="0" y="28713"/>
                  </a:moveTo>
                  <a:lnTo>
                    <a:pt x="7593" y="17011"/>
                  </a:lnTo>
                  <a:lnTo>
                    <a:pt x="17936" y="8030"/>
                  </a:lnTo>
                  <a:lnTo>
                    <a:pt x="30343" y="2212"/>
                  </a:lnTo>
                  <a:lnTo>
                    <a:pt x="44132" y="0"/>
                  </a:lnTo>
                  <a:lnTo>
                    <a:pt x="57981" y="1704"/>
                  </a:lnTo>
                  <a:lnTo>
                    <a:pt x="70571" y="7062"/>
                  </a:lnTo>
                  <a:lnTo>
                    <a:pt x="81228" y="15657"/>
                  </a:lnTo>
                  <a:lnTo>
                    <a:pt x="89273" y="270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0720170" y="7728948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24199" y="48243"/>
                  </a:moveTo>
                  <a:lnTo>
                    <a:pt x="14757" y="46339"/>
                  </a:lnTo>
                  <a:lnTo>
                    <a:pt x="7067" y="41156"/>
                  </a:lnTo>
                  <a:lnTo>
                    <a:pt x="1894" y="33486"/>
                  </a:lnTo>
                  <a:lnTo>
                    <a:pt x="0" y="24121"/>
                  </a:ln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486"/>
                  </a:lnTo>
                  <a:lnTo>
                    <a:pt x="41233" y="41156"/>
                  </a:lnTo>
                  <a:lnTo>
                    <a:pt x="33563" y="46339"/>
                  </a:lnTo>
                  <a:lnTo>
                    <a:pt x="24199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10720170" y="7728948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0" y="24121"/>
                  </a:move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486"/>
                  </a:lnTo>
                  <a:lnTo>
                    <a:pt x="41233" y="41156"/>
                  </a:lnTo>
                  <a:lnTo>
                    <a:pt x="33563" y="46339"/>
                  </a:lnTo>
                  <a:lnTo>
                    <a:pt x="24199" y="48243"/>
                  </a:lnTo>
                  <a:lnTo>
                    <a:pt x="14757" y="46339"/>
                  </a:lnTo>
                  <a:lnTo>
                    <a:pt x="7067" y="41156"/>
                  </a:lnTo>
                  <a:lnTo>
                    <a:pt x="1894" y="33486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0001169" y="8452719"/>
              <a:ext cx="224154" cy="0"/>
            </a:xfrm>
            <a:custGeom>
              <a:avLst/>
              <a:gdLst/>
              <a:ahLst/>
              <a:cxnLst/>
              <a:rect l="l" t="t" r="r" b="b"/>
              <a:pathLst>
                <a:path w="224154" h="0">
                  <a:moveTo>
                    <a:pt x="0" y="0"/>
                  </a:moveTo>
                  <a:lnTo>
                    <a:pt x="22392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0001169" y="7754652"/>
              <a:ext cx="224154" cy="635"/>
            </a:xfrm>
            <a:custGeom>
              <a:avLst/>
              <a:gdLst/>
              <a:ahLst/>
              <a:cxnLst/>
              <a:rect l="l" t="t" r="r" b="b"/>
              <a:pathLst>
                <a:path w="224154" h="634">
                  <a:moveTo>
                    <a:pt x="0" y="7"/>
                  </a:moveTo>
                  <a:lnTo>
                    <a:pt x="22392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10744369" y="8405095"/>
              <a:ext cx="1602105" cy="579755"/>
            </a:xfrm>
            <a:custGeom>
              <a:avLst/>
              <a:gdLst/>
              <a:ahLst/>
              <a:cxnLst/>
              <a:rect l="l" t="t" r="r" b="b"/>
              <a:pathLst>
                <a:path w="1602104" h="579754">
                  <a:moveTo>
                    <a:pt x="0" y="577372"/>
                  </a:moveTo>
                  <a:lnTo>
                    <a:pt x="974800" y="579621"/>
                  </a:lnTo>
                  <a:lnTo>
                    <a:pt x="973792" y="0"/>
                  </a:lnTo>
                  <a:lnTo>
                    <a:pt x="160196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12346337" y="7090573"/>
              <a:ext cx="5320665" cy="1050290"/>
            </a:xfrm>
            <a:custGeom>
              <a:avLst/>
              <a:gdLst/>
              <a:ahLst/>
              <a:cxnLst/>
              <a:rect l="l" t="t" r="r" b="b"/>
              <a:pathLst>
                <a:path w="5320665" h="1050290">
                  <a:moveTo>
                    <a:pt x="0" y="1049260"/>
                  </a:moveTo>
                  <a:lnTo>
                    <a:pt x="5320450" y="1050268"/>
                  </a:lnTo>
                  <a:lnTo>
                    <a:pt x="5320450" y="0"/>
                  </a:lnTo>
                  <a:lnTo>
                    <a:pt x="406006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10720170" y="8958346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24199" y="48243"/>
                  </a:moveTo>
                  <a:lnTo>
                    <a:pt x="14757" y="46350"/>
                  </a:lnTo>
                  <a:lnTo>
                    <a:pt x="7067" y="41185"/>
                  </a:lnTo>
                  <a:lnTo>
                    <a:pt x="1894" y="33518"/>
                  </a:lnTo>
                  <a:lnTo>
                    <a:pt x="0" y="24121"/>
                  </a:ln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518"/>
                  </a:lnTo>
                  <a:lnTo>
                    <a:pt x="41233" y="41185"/>
                  </a:lnTo>
                  <a:lnTo>
                    <a:pt x="33563" y="46350"/>
                  </a:lnTo>
                  <a:lnTo>
                    <a:pt x="24199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10720170" y="8958346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0" y="24121"/>
                  </a:move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518"/>
                  </a:lnTo>
                  <a:lnTo>
                    <a:pt x="41233" y="41185"/>
                  </a:lnTo>
                  <a:lnTo>
                    <a:pt x="33563" y="46350"/>
                  </a:lnTo>
                  <a:lnTo>
                    <a:pt x="24199" y="48243"/>
                  </a:lnTo>
                  <a:lnTo>
                    <a:pt x="14757" y="46350"/>
                  </a:lnTo>
                  <a:lnTo>
                    <a:pt x="7067" y="41185"/>
                  </a:lnTo>
                  <a:lnTo>
                    <a:pt x="1894" y="33518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10744369" y="7613365"/>
              <a:ext cx="0" cy="1772285"/>
            </a:xfrm>
            <a:custGeom>
              <a:avLst/>
              <a:gdLst/>
              <a:ahLst/>
              <a:cxnLst/>
              <a:rect l="l" t="t" r="r" b="b"/>
              <a:pathLst>
                <a:path w="0" h="1772284">
                  <a:moveTo>
                    <a:pt x="0" y="0"/>
                  </a:moveTo>
                  <a:lnTo>
                    <a:pt x="0" y="1772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12346337" y="7904820"/>
              <a:ext cx="0" cy="744220"/>
            </a:xfrm>
            <a:custGeom>
              <a:avLst/>
              <a:gdLst/>
              <a:ahLst/>
              <a:cxnLst/>
              <a:rect l="l" t="t" r="r" b="b"/>
              <a:pathLst>
                <a:path w="0" h="744220">
                  <a:moveTo>
                    <a:pt x="0" y="0"/>
                  </a:moveTo>
                  <a:lnTo>
                    <a:pt x="0" y="544951"/>
                  </a:lnTo>
                  <a:lnTo>
                    <a:pt x="0" y="74374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12322215" y="8115711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59">
                  <a:moveTo>
                    <a:pt x="24121" y="48243"/>
                  </a:moveTo>
                  <a:lnTo>
                    <a:pt x="14724" y="46350"/>
                  </a:lnTo>
                  <a:lnTo>
                    <a:pt x="7058" y="41185"/>
                  </a:lnTo>
                  <a:lnTo>
                    <a:pt x="1893" y="33518"/>
                  </a:lnTo>
                  <a:lnTo>
                    <a:pt x="0" y="24121"/>
                  </a:lnTo>
                  <a:lnTo>
                    <a:pt x="1893" y="14724"/>
                  </a:lnTo>
                  <a:lnTo>
                    <a:pt x="7058" y="7058"/>
                  </a:lnTo>
                  <a:lnTo>
                    <a:pt x="14724" y="1893"/>
                  </a:lnTo>
                  <a:lnTo>
                    <a:pt x="24121" y="0"/>
                  </a:lnTo>
                  <a:lnTo>
                    <a:pt x="33518" y="1893"/>
                  </a:lnTo>
                  <a:lnTo>
                    <a:pt x="41185" y="7058"/>
                  </a:lnTo>
                  <a:lnTo>
                    <a:pt x="46350" y="14724"/>
                  </a:lnTo>
                  <a:lnTo>
                    <a:pt x="48243" y="24121"/>
                  </a:lnTo>
                  <a:lnTo>
                    <a:pt x="46350" y="33518"/>
                  </a:lnTo>
                  <a:lnTo>
                    <a:pt x="41185" y="41185"/>
                  </a:lnTo>
                  <a:lnTo>
                    <a:pt x="33518" y="46350"/>
                  </a:lnTo>
                  <a:lnTo>
                    <a:pt x="24121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12322215" y="8115711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59">
                  <a:moveTo>
                    <a:pt x="0" y="24121"/>
                  </a:moveTo>
                  <a:lnTo>
                    <a:pt x="1893" y="14724"/>
                  </a:lnTo>
                  <a:lnTo>
                    <a:pt x="7058" y="7058"/>
                  </a:lnTo>
                  <a:lnTo>
                    <a:pt x="14724" y="1893"/>
                  </a:lnTo>
                  <a:lnTo>
                    <a:pt x="24121" y="0"/>
                  </a:lnTo>
                  <a:lnTo>
                    <a:pt x="33518" y="1893"/>
                  </a:lnTo>
                  <a:lnTo>
                    <a:pt x="41185" y="7058"/>
                  </a:lnTo>
                  <a:lnTo>
                    <a:pt x="46350" y="14724"/>
                  </a:lnTo>
                  <a:lnTo>
                    <a:pt x="48243" y="24121"/>
                  </a:lnTo>
                  <a:lnTo>
                    <a:pt x="46350" y="33518"/>
                  </a:lnTo>
                  <a:lnTo>
                    <a:pt x="41185" y="41185"/>
                  </a:lnTo>
                  <a:lnTo>
                    <a:pt x="33518" y="46350"/>
                  </a:lnTo>
                  <a:lnTo>
                    <a:pt x="24121" y="48243"/>
                  </a:lnTo>
                  <a:lnTo>
                    <a:pt x="14724" y="46350"/>
                  </a:lnTo>
                  <a:lnTo>
                    <a:pt x="7058" y="41185"/>
                  </a:lnTo>
                  <a:lnTo>
                    <a:pt x="1893" y="33518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5210002" y="6023458"/>
              <a:ext cx="86360" cy="497840"/>
            </a:xfrm>
            <a:custGeom>
              <a:avLst/>
              <a:gdLst/>
              <a:ahLst/>
              <a:cxnLst/>
              <a:rect l="l" t="t" r="r" b="b"/>
              <a:pathLst>
                <a:path w="86360" h="497840">
                  <a:moveTo>
                    <a:pt x="86171" y="0"/>
                  </a:moveTo>
                  <a:lnTo>
                    <a:pt x="67479" y="497483"/>
                  </a:lnTo>
                  <a:lnTo>
                    <a:pt x="0" y="49748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5288417" y="5977037"/>
              <a:ext cx="15875" cy="46990"/>
            </a:xfrm>
            <a:custGeom>
              <a:avLst/>
              <a:gdLst/>
              <a:ahLst/>
              <a:cxnLst/>
              <a:rect l="l" t="t" r="r" b="b"/>
              <a:pathLst>
                <a:path w="15875" h="46989">
                  <a:moveTo>
                    <a:pt x="15504" y="46800"/>
                  </a:moveTo>
                  <a:lnTo>
                    <a:pt x="0" y="46211"/>
                  </a:lnTo>
                  <a:lnTo>
                    <a:pt x="9501" y="0"/>
                  </a:lnTo>
                  <a:lnTo>
                    <a:pt x="15504" y="46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288417" y="5977037"/>
              <a:ext cx="15875" cy="46990"/>
            </a:xfrm>
            <a:custGeom>
              <a:avLst/>
              <a:gdLst/>
              <a:ahLst/>
              <a:cxnLst/>
              <a:rect l="l" t="t" r="r" b="b"/>
              <a:pathLst>
                <a:path w="15875" h="46989">
                  <a:moveTo>
                    <a:pt x="9501" y="0"/>
                  </a:moveTo>
                  <a:lnTo>
                    <a:pt x="15504" y="46800"/>
                  </a:lnTo>
                  <a:lnTo>
                    <a:pt x="0" y="46211"/>
                  </a:lnTo>
                  <a:lnTo>
                    <a:pt x="950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16670890" y="7861230"/>
              <a:ext cx="0" cy="107314"/>
            </a:xfrm>
            <a:custGeom>
              <a:avLst/>
              <a:gdLst/>
              <a:ahLst/>
              <a:cxnLst/>
              <a:rect l="l" t="t" r="r" b="b"/>
              <a:pathLst>
                <a:path w="0" h="107315">
                  <a:moveTo>
                    <a:pt x="0" y="0"/>
                  </a:moveTo>
                  <a:lnTo>
                    <a:pt x="0" y="10719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6579367" y="7968421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5" h="0">
                  <a:moveTo>
                    <a:pt x="0" y="0"/>
                  </a:moveTo>
                  <a:lnTo>
                    <a:pt x="18296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16610004" y="8009063"/>
              <a:ext cx="113664" cy="0"/>
            </a:xfrm>
            <a:custGeom>
              <a:avLst/>
              <a:gdLst/>
              <a:ahLst/>
              <a:cxnLst/>
              <a:rect l="l" t="t" r="r" b="b"/>
              <a:pathLst>
                <a:path w="113665" h="0">
                  <a:moveTo>
                    <a:pt x="0" y="0"/>
                  </a:moveTo>
                  <a:lnTo>
                    <a:pt x="11347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6644985" y="8039545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 h="0">
                  <a:moveTo>
                    <a:pt x="0" y="0"/>
                  </a:moveTo>
                  <a:lnTo>
                    <a:pt x="3203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5338321" y="5787452"/>
              <a:ext cx="107314" cy="0"/>
            </a:xfrm>
            <a:custGeom>
              <a:avLst/>
              <a:gdLst/>
              <a:ahLst/>
              <a:cxnLst/>
              <a:rect l="l" t="t" r="r" b="b"/>
              <a:pathLst>
                <a:path w="107314" h="0">
                  <a:moveTo>
                    <a:pt x="107268" y="0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5338359" y="5695905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w="0" h="183514">
                  <a:moveTo>
                    <a:pt x="0" y="0"/>
                  </a:moveTo>
                  <a:lnTo>
                    <a:pt x="0" y="18312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5297694" y="5726558"/>
              <a:ext cx="0" cy="113664"/>
            </a:xfrm>
            <a:custGeom>
              <a:avLst/>
              <a:gdLst/>
              <a:ahLst/>
              <a:cxnLst/>
              <a:rect l="l" t="t" r="r" b="b"/>
              <a:pathLst>
                <a:path w="0" h="113664">
                  <a:moveTo>
                    <a:pt x="0" y="0"/>
                  </a:moveTo>
                  <a:lnTo>
                    <a:pt x="0" y="11347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5267220" y="5761546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5">
                  <a:moveTo>
                    <a:pt x="0" y="0"/>
                  </a:moveTo>
                  <a:lnTo>
                    <a:pt x="0" y="3203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9778255" y="9140540"/>
              <a:ext cx="2969260" cy="439420"/>
            </a:xfrm>
            <a:custGeom>
              <a:avLst/>
              <a:gdLst/>
              <a:ahLst/>
              <a:cxnLst/>
              <a:rect l="l" t="t" r="r" b="b"/>
              <a:pathLst>
                <a:path w="2969259" h="439420">
                  <a:moveTo>
                    <a:pt x="2969000" y="439389"/>
                  </a:moveTo>
                  <a:lnTo>
                    <a:pt x="3567" y="439389"/>
                  </a:lnTo>
                  <a:lnTo>
                    <a:pt x="0" y="0"/>
                  </a:lnTo>
                  <a:lnTo>
                    <a:pt x="24354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0720170" y="9115797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24199" y="48243"/>
                  </a:moveTo>
                  <a:lnTo>
                    <a:pt x="14757" y="46350"/>
                  </a:lnTo>
                  <a:lnTo>
                    <a:pt x="7067" y="41185"/>
                  </a:lnTo>
                  <a:lnTo>
                    <a:pt x="1894" y="33518"/>
                  </a:lnTo>
                  <a:lnTo>
                    <a:pt x="0" y="24121"/>
                  </a:ln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518"/>
                  </a:lnTo>
                  <a:lnTo>
                    <a:pt x="41233" y="41185"/>
                  </a:lnTo>
                  <a:lnTo>
                    <a:pt x="33563" y="46350"/>
                  </a:lnTo>
                  <a:lnTo>
                    <a:pt x="24199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0720170" y="9115797"/>
              <a:ext cx="48895" cy="48260"/>
            </a:xfrm>
            <a:custGeom>
              <a:avLst/>
              <a:gdLst/>
              <a:ahLst/>
              <a:cxnLst/>
              <a:rect l="l" t="t" r="r" b="b"/>
              <a:pathLst>
                <a:path w="48895" h="48259">
                  <a:moveTo>
                    <a:pt x="0" y="24121"/>
                  </a:moveTo>
                  <a:lnTo>
                    <a:pt x="1894" y="14724"/>
                  </a:lnTo>
                  <a:lnTo>
                    <a:pt x="7067" y="7058"/>
                  </a:lnTo>
                  <a:lnTo>
                    <a:pt x="14757" y="1893"/>
                  </a:lnTo>
                  <a:lnTo>
                    <a:pt x="24199" y="0"/>
                  </a:lnTo>
                  <a:lnTo>
                    <a:pt x="33563" y="1893"/>
                  </a:lnTo>
                  <a:lnTo>
                    <a:pt x="41233" y="7058"/>
                  </a:lnTo>
                  <a:lnTo>
                    <a:pt x="46417" y="14724"/>
                  </a:lnTo>
                  <a:lnTo>
                    <a:pt x="48321" y="24121"/>
                  </a:lnTo>
                  <a:lnTo>
                    <a:pt x="46417" y="33518"/>
                  </a:lnTo>
                  <a:lnTo>
                    <a:pt x="41233" y="41185"/>
                  </a:lnTo>
                  <a:lnTo>
                    <a:pt x="33563" y="46350"/>
                  </a:lnTo>
                  <a:lnTo>
                    <a:pt x="24199" y="48243"/>
                  </a:lnTo>
                  <a:lnTo>
                    <a:pt x="14757" y="46350"/>
                  </a:lnTo>
                  <a:lnTo>
                    <a:pt x="7067" y="41185"/>
                  </a:lnTo>
                  <a:lnTo>
                    <a:pt x="1894" y="33518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3670011" y="5700714"/>
              <a:ext cx="402590" cy="3841750"/>
            </a:xfrm>
            <a:custGeom>
              <a:avLst/>
              <a:gdLst/>
              <a:ahLst/>
              <a:cxnLst/>
              <a:rect l="l" t="t" r="r" b="b"/>
              <a:pathLst>
                <a:path w="402590" h="3841750">
                  <a:moveTo>
                    <a:pt x="402469" y="0"/>
                  </a:moveTo>
                  <a:lnTo>
                    <a:pt x="402469" y="3841185"/>
                  </a:lnTo>
                  <a:lnTo>
                    <a:pt x="0" y="3841185"/>
                  </a:lnTo>
                </a:path>
              </a:pathLst>
            </a:custGeom>
            <a:ln w="7756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10514164" y="9139919"/>
              <a:ext cx="230504" cy="0"/>
            </a:xfrm>
            <a:custGeom>
              <a:avLst/>
              <a:gdLst/>
              <a:ahLst/>
              <a:cxnLst/>
              <a:rect l="l" t="t" r="r" b="b"/>
              <a:pathLst>
                <a:path w="230504" h="0">
                  <a:moveTo>
                    <a:pt x="0" y="0"/>
                  </a:moveTo>
                  <a:lnTo>
                    <a:pt x="23020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10308548" y="9124407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85" y="32576"/>
                  </a:moveTo>
                  <a:lnTo>
                    <a:pt x="7290" y="32576"/>
                  </a:lnTo>
                  <a:lnTo>
                    <a:pt x="0" y="25285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9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25285"/>
                  </a:lnTo>
                  <a:lnTo>
                    <a:pt x="25285" y="32576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0224858" y="9124407"/>
              <a:ext cx="116839" cy="33020"/>
            </a:xfrm>
            <a:custGeom>
              <a:avLst/>
              <a:gdLst/>
              <a:ahLst/>
              <a:cxnLst/>
              <a:rect l="l" t="t" r="r" b="b"/>
              <a:pathLst>
                <a:path w="116840" h="33020">
                  <a:moveTo>
                    <a:pt x="83689" y="16210"/>
                  </a:moveTo>
                  <a:lnTo>
                    <a:pt x="83689" y="7213"/>
                  </a:lnTo>
                  <a:lnTo>
                    <a:pt x="90980" y="0"/>
                  </a:lnTo>
                  <a:lnTo>
                    <a:pt x="99899" y="0"/>
                  </a:lnTo>
                  <a:lnTo>
                    <a:pt x="108974" y="0"/>
                  </a:lnTo>
                  <a:lnTo>
                    <a:pt x="116343" y="7213"/>
                  </a:lnTo>
                  <a:lnTo>
                    <a:pt x="116343" y="16210"/>
                  </a:lnTo>
                  <a:lnTo>
                    <a:pt x="116343" y="25285"/>
                  </a:lnTo>
                  <a:lnTo>
                    <a:pt x="108974" y="32576"/>
                  </a:lnTo>
                  <a:lnTo>
                    <a:pt x="99899" y="32576"/>
                  </a:lnTo>
                  <a:lnTo>
                    <a:pt x="90980" y="32576"/>
                  </a:lnTo>
                  <a:lnTo>
                    <a:pt x="83689" y="25285"/>
                  </a:lnTo>
                  <a:lnTo>
                    <a:pt x="83689" y="16210"/>
                  </a:lnTo>
                  <a:close/>
                </a:path>
                <a:path w="116840" h="33020">
                  <a:moveTo>
                    <a:pt x="83689" y="16210"/>
                  </a:moveTo>
                  <a:lnTo>
                    <a:pt x="0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0241921" y="9124717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10308548" y="9124407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85" y="32576"/>
                  </a:moveTo>
                  <a:lnTo>
                    <a:pt x="7290" y="32576"/>
                  </a:lnTo>
                  <a:lnTo>
                    <a:pt x="0" y="25285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9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25285"/>
                  </a:lnTo>
                  <a:lnTo>
                    <a:pt x="25285" y="32576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10308548" y="9124407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0" y="16210"/>
                  </a:moveTo>
                  <a:lnTo>
                    <a:pt x="0" y="7213"/>
                  </a:lnTo>
                  <a:lnTo>
                    <a:pt x="7290" y="0"/>
                  </a:lnTo>
                  <a:lnTo>
                    <a:pt x="16210" y="0"/>
                  </a:lnTo>
                  <a:lnTo>
                    <a:pt x="25285" y="0"/>
                  </a:lnTo>
                  <a:lnTo>
                    <a:pt x="32653" y="7213"/>
                  </a:lnTo>
                  <a:lnTo>
                    <a:pt x="32653" y="16210"/>
                  </a:lnTo>
                  <a:lnTo>
                    <a:pt x="32653" y="25285"/>
                  </a:lnTo>
                  <a:lnTo>
                    <a:pt x="25285" y="32576"/>
                  </a:lnTo>
                  <a:lnTo>
                    <a:pt x="16210" y="32576"/>
                  </a:lnTo>
                  <a:lnTo>
                    <a:pt x="7290" y="32576"/>
                  </a:lnTo>
                  <a:lnTo>
                    <a:pt x="0" y="25285"/>
                  </a:lnTo>
                  <a:lnTo>
                    <a:pt x="0" y="1621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0241921" y="9124717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0"/>
                  </a:moveTo>
                  <a:lnTo>
                    <a:pt x="0" y="3218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0397976" y="9123864"/>
              <a:ext cx="33020" cy="33020"/>
            </a:xfrm>
            <a:custGeom>
              <a:avLst/>
              <a:gdLst/>
              <a:ahLst/>
              <a:cxnLst/>
              <a:rect l="l" t="t" r="r" b="b"/>
              <a:pathLst>
                <a:path w="33020" h="33020">
                  <a:moveTo>
                    <a:pt x="25207" y="32420"/>
                  </a:moveTo>
                  <a:lnTo>
                    <a:pt x="7213" y="32420"/>
                  </a:lnTo>
                  <a:lnTo>
                    <a:pt x="0" y="25207"/>
                  </a:lnTo>
                  <a:lnTo>
                    <a:pt x="0" y="7213"/>
                  </a:lnTo>
                  <a:lnTo>
                    <a:pt x="7213" y="0"/>
                  </a:lnTo>
                  <a:lnTo>
                    <a:pt x="25207" y="0"/>
                  </a:lnTo>
                  <a:lnTo>
                    <a:pt x="32498" y="7213"/>
                  </a:lnTo>
                  <a:lnTo>
                    <a:pt x="32498" y="16210"/>
                  </a:lnTo>
                  <a:lnTo>
                    <a:pt x="32498" y="25207"/>
                  </a:lnTo>
                  <a:lnTo>
                    <a:pt x="25207" y="3242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10397976" y="9123864"/>
              <a:ext cx="116205" cy="33020"/>
            </a:xfrm>
            <a:custGeom>
              <a:avLst/>
              <a:gdLst/>
              <a:ahLst/>
              <a:cxnLst/>
              <a:rect l="l" t="t" r="r" b="b"/>
              <a:pathLst>
                <a:path w="116204" h="33020">
                  <a:moveTo>
                    <a:pt x="32498" y="16210"/>
                  </a:moveTo>
                  <a:lnTo>
                    <a:pt x="32498" y="25207"/>
                  </a:lnTo>
                  <a:lnTo>
                    <a:pt x="25207" y="32420"/>
                  </a:lnTo>
                  <a:lnTo>
                    <a:pt x="16288" y="32420"/>
                  </a:lnTo>
                  <a:lnTo>
                    <a:pt x="7213" y="32420"/>
                  </a:lnTo>
                  <a:lnTo>
                    <a:pt x="0" y="25207"/>
                  </a:lnTo>
                  <a:lnTo>
                    <a:pt x="0" y="16210"/>
                  </a:lnTo>
                  <a:lnTo>
                    <a:pt x="0" y="7213"/>
                  </a:lnTo>
                  <a:lnTo>
                    <a:pt x="7213" y="0"/>
                  </a:lnTo>
                  <a:lnTo>
                    <a:pt x="16288" y="0"/>
                  </a:lnTo>
                  <a:lnTo>
                    <a:pt x="25207" y="0"/>
                  </a:lnTo>
                  <a:lnTo>
                    <a:pt x="32498" y="7213"/>
                  </a:lnTo>
                  <a:lnTo>
                    <a:pt x="32498" y="16210"/>
                  </a:lnTo>
                  <a:close/>
                </a:path>
                <a:path w="116204" h="33020">
                  <a:moveTo>
                    <a:pt x="32498" y="16210"/>
                  </a:moveTo>
                  <a:lnTo>
                    <a:pt x="116188" y="1621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0497101" y="9123864"/>
              <a:ext cx="0" cy="32384"/>
            </a:xfrm>
            <a:custGeom>
              <a:avLst/>
              <a:gdLst/>
              <a:ahLst/>
              <a:cxnLst/>
              <a:rect l="l" t="t" r="r" b="b"/>
              <a:pathLst>
                <a:path w="0" h="32384">
                  <a:moveTo>
                    <a:pt x="0" y="3218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10324836" y="9085556"/>
              <a:ext cx="89535" cy="29209"/>
            </a:xfrm>
            <a:custGeom>
              <a:avLst/>
              <a:gdLst/>
              <a:ahLst/>
              <a:cxnLst/>
              <a:rect l="l" t="t" r="r" b="b"/>
              <a:pathLst>
                <a:path w="89534" h="29209">
                  <a:moveTo>
                    <a:pt x="0" y="28690"/>
                  </a:moveTo>
                  <a:lnTo>
                    <a:pt x="7593" y="16985"/>
                  </a:lnTo>
                  <a:lnTo>
                    <a:pt x="17936" y="8001"/>
                  </a:lnTo>
                  <a:lnTo>
                    <a:pt x="30343" y="2189"/>
                  </a:lnTo>
                  <a:lnTo>
                    <a:pt x="44132" y="0"/>
                  </a:lnTo>
                  <a:lnTo>
                    <a:pt x="57981" y="1683"/>
                  </a:lnTo>
                  <a:lnTo>
                    <a:pt x="70571" y="7041"/>
                  </a:lnTo>
                  <a:lnTo>
                    <a:pt x="81228" y="15644"/>
                  </a:lnTo>
                  <a:lnTo>
                    <a:pt x="89273" y="2706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10000936" y="9140617"/>
              <a:ext cx="224154" cy="635"/>
            </a:xfrm>
            <a:custGeom>
              <a:avLst/>
              <a:gdLst/>
              <a:ahLst/>
              <a:cxnLst/>
              <a:rect l="l" t="t" r="r" b="b"/>
              <a:pathLst>
                <a:path w="224154" h="634">
                  <a:moveTo>
                    <a:pt x="0" y="77"/>
                  </a:moveTo>
                  <a:lnTo>
                    <a:pt x="22392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2097504" y="6201021"/>
              <a:ext cx="0" cy="107314"/>
            </a:xfrm>
            <a:custGeom>
              <a:avLst/>
              <a:gdLst/>
              <a:ahLst/>
              <a:cxnLst/>
              <a:rect l="l" t="t" r="r" b="b"/>
              <a:pathLst>
                <a:path w="0" h="107314">
                  <a:moveTo>
                    <a:pt x="0" y="0"/>
                  </a:moveTo>
                  <a:lnTo>
                    <a:pt x="0" y="10719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2005957" y="6308250"/>
              <a:ext cx="183515" cy="0"/>
            </a:xfrm>
            <a:custGeom>
              <a:avLst/>
              <a:gdLst/>
              <a:ahLst/>
              <a:cxnLst/>
              <a:rect l="l" t="t" r="r" b="b"/>
              <a:pathLst>
                <a:path w="183514" h="0">
                  <a:moveTo>
                    <a:pt x="0" y="0"/>
                  </a:moveTo>
                  <a:lnTo>
                    <a:pt x="18312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2036618" y="6348916"/>
              <a:ext cx="113664" cy="0"/>
            </a:xfrm>
            <a:custGeom>
              <a:avLst/>
              <a:gdLst/>
              <a:ahLst/>
              <a:cxnLst/>
              <a:rect l="l" t="t" r="r" b="b"/>
              <a:pathLst>
                <a:path w="113664" h="0">
                  <a:moveTo>
                    <a:pt x="0" y="0"/>
                  </a:moveTo>
                  <a:lnTo>
                    <a:pt x="11347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2071606" y="6379390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 h="0">
                  <a:moveTo>
                    <a:pt x="0" y="0"/>
                  </a:moveTo>
                  <a:lnTo>
                    <a:pt x="3203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12322215" y="8267655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59">
                  <a:moveTo>
                    <a:pt x="24121" y="48243"/>
                  </a:moveTo>
                  <a:lnTo>
                    <a:pt x="14724" y="46350"/>
                  </a:lnTo>
                  <a:lnTo>
                    <a:pt x="7058" y="41185"/>
                  </a:lnTo>
                  <a:lnTo>
                    <a:pt x="1893" y="33518"/>
                  </a:lnTo>
                  <a:lnTo>
                    <a:pt x="0" y="24121"/>
                  </a:lnTo>
                  <a:lnTo>
                    <a:pt x="1893" y="14724"/>
                  </a:lnTo>
                  <a:lnTo>
                    <a:pt x="7058" y="7058"/>
                  </a:lnTo>
                  <a:lnTo>
                    <a:pt x="14724" y="1893"/>
                  </a:lnTo>
                  <a:lnTo>
                    <a:pt x="24121" y="0"/>
                  </a:lnTo>
                  <a:lnTo>
                    <a:pt x="33486" y="1893"/>
                  </a:lnTo>
                  <a:lnTo>
                    <a:pt x="41156" y="7058"/>
                  </a:lnTo>
                  <a:lnTo>
                    <a:pt x="46339" y="14724"/>
                  </a:lnTo>
                  <a:lnTo>
                    <a:pt x="48243" y="24121"/>
                  </a:lnTo>
                  <a:lnTo>
                    <a:pt x="46339" y="33518"/>
                  </a:lnTo>
                  <a:lnTo>
                    <a:pt x="41156" y="41185"/>
                  </a:lnTo>
                  <a:lnTo>
                    <a:pt x="33486" y="46350"/>
                  </a:lnTo>
                  <a:lnTo>
                    <a:pt x="24121" y="48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12322215" y="8267655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59">
                  <a:moveTo>
                    <a:pt x="0" y="24121"/>
                  </a:moveTo>
                  <a:lnTo>
                    <a:pt x="1893" y="14724"/>
                  </a:lnTo>
                  <a:lnTo>
                    <a:pt x="7058" y="7058"/>
                  </a:lnTo>
                  <a:lnTo>
                    <a:pt x="14724" y="1893"/>
                  </a:lnTo>
                  <a:lnTo>
                    <a:pt x="24121" y="0"/>
                  </a:lnTo>
                  <a:lnTo>
                    <a:pt x="33486" y="1893"/>
                  </a:lnTo>
                  <a:lnTo>
                    <a:pt x="41156" y="7058"/>
                  </a:lnTo>
                  <a:lnTo>
                    <a:pt x="46339" y="14724"/>
                  </a:lnTo>
                  <a:lnTo>
                    <a:pt x="48243" y="24121"/>
                  </a:lnTo>
                  <a:lnTo>
                    <a:pt x="46339" y="33518"/>
                  </a:lnTo>
                  <a:lnTo>
                    <a:pt x="41156" y="41185"/>
                  </a:lnTo>
                  <a:lnTo>
                    <a:pt x="33486" y="46350"/>
                  </a:lnTo>
                  <a:lnTo>
                    <a:pt x="24121" y="48243"/>
                  </a:lnTo>
                  <a:lnTo>
                    <a:pt x="14724" y="46350"/>
                  </a:lnTo>
                  <a:lnTo>
                    <a:pt x="7058" y="41185"/>
                  </a:lnTo>
                  <a:lnTo>
                    <a:pt x="1893" y="33518"/>
                  </a:lnTo>
                  <a:lnTo>
                    <a:pt x="0" y="2412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8" name="object 178"/>
          <p:cNvGrpSpPr/>
          <p:nvPr/>
        </p:nvGrpSpPr>
        <p:grpSpPr>
          <a:xfrm>
            <a:off x="515128" y="10808590"/>
            <a:ext cx="13432155" cy="1727200"/>
            <a:chOff x="515128" y="10808590"/>
            <a:chExt cx="13432155" cy="1727200"/>
          </a:xfrm>
        </p:grpSpPr>
        <p:sp>
          <p:nvSpPr>
            <p:cNvPr id="179" name="object 179"/>
            <p:cNvSpPr/>
            <p:nvPr/>
          </p:nvSpPr>
          <p:spPr>
            <a:xfrm>
              <a:off x="519006" y="11209198"/>
              <a:ext cx="828675" cy="1322705"/>
            </a:xfrm>
            <a:custGeom>
              <a:avLst/>
              <a:gdLst/>
              <a:ahLst/>
              <a:cxnLst/>
              <a:rect l="l" t="t" r="r" b="b"/>
              <a:pathLst>
                <a:path w="828675" h="1322704">
                  <a:moveTo>
                    <a:pt x="0" y="0"/>
                  </a:moveTo>
                  <a:lnTo>
                    <a:pt x="828285" y="0"/>
                  </a:lnTo>
                  <a:lnTo>
                    <a:pt x="828285" y="1322356"/>
                  </a:lnTo>
                  <a:lnTo>
                    <a:pt x="0" y="132235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19006" y="12399389"/>
              <a:ext cx="828675" cy="132715"/>
            </a:xfrm>
            <a:custGeom>
              <a:avLst/>
              <a:gdLst/>
              <a:ahLst/>
              <a:cxnLst/>
              <a:rect l="l" t="t" r="r" b="b"/>
              <a:pathLst>
                <a:path w="828675" h="132715">
                  <a:moveTo>
                    <a:pt x="828285" y="132243"/>
                  </a:moveTo>
                  <a:lnTo>
                    <a:pt x="0" y="132243"/>
                  </a:lnTo>
                  <a:lnTo>
                    <a:pt x="0" y="0"/>
                  </a:lnTo>
                  <a:lnTo>
                    <a:pt x="828285" y="0"/>
                  </a:lnTo>
                  <a:lnTo>
                    <a:pt x="828285" y="1322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519006" y="11341442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519006" y="11473685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519006" y="11605929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19006" y="11738172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19006" y="11870415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519006" y="12002659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519006" y="12134902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519006" y="12267146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19006" y="12399389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28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19006" y="11209198"/>
              <a:ext cx="828675" cy="1322705"/>
            </a:xfrm>
            <a:custGeom>
              <a:avLst/>
              <a:gdLst/>
              <a:ahLst/>
              <a:cxnLst/>
              <a:rect l="l" t="t" r="r" b="b"/>
              <a:pathLst>
                <a:path w="828675" h="1322704">
                  <a:moveTo>
                    <a:pt x="0" y="0"/>
                  </a:moveTo>
                  <a:lnTo>
                    <a:pt x="828285" y="0"/>
                  </a:lnTo>
                  <a:lnTo>
                    <a:pt x="828285" y="1322356"/>
                  </a:lnTo>
                  <a:lnTo>
                    <a:pt x="0" y="132235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347370" y="10812468"/>
              <a:ext cx="2063114" cy="1057910"/>
            </a:xfrm>
            <a:custGeom>
              <a:avLst/>
              <a:gdLst/>
              <a:ahLst/>
              <a:cxnLst/>
              <a:rect l="l" t="t" r="r" b="b"/>
              <a:pathLst>
                <a:path w="2063114" h="1057909">
                  <a:moveTo>
                    <a:pt x="0" y="0"/>
                  </a:moveTo>
                  <a:lnTo>
                    <a:pt x="2063074" y="0"/>
                  </a:lnTo>
                  <a:lnTo>
                    <a:pt x="2063074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347370" y="11209198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347370" y="11341442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1347370" y="11473685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1347370" y="11605929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347370" y="11738172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2092625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2797169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1347370" y="10812468"/>
              <a:ext cx="2063114" cy="1057910"/>
            </a:xfrm>
            <a:custGeom>
              <a:avLst/>
              <a:gdLst/>
              <a:ahLst/>
              <a:cxnLst/>
              <a:rect l="l" t="t" r="r" b="b"/>
              <a:pathLst>
                <a:path w="2063114" h="1057909">
                  <a:moveTo>
                    <a:pt x="0" y="0"/>
                  </a:moveTo>
                  <a:lnTo>
                    <a:pt x="2063074" y="0"/>
                  </a:lnTo>
                  <a:lnTo>
                    <a:pt x="2063074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3410514" y="10812468"/>
              <a:ext cx="5331460" cy="1057910"/>
            </a:xfrm>
            <a:custGeom>
              <a:avLst/>
              <a:gdLst/>
              <a:ahLst/>
              <a:cxnLst/>
              <a:rect l="l" t="t" r="r" b="b"/>
              <a:pathLst>
                <a:path w="5331459" h="1057909">
                  <a:moveTo>
                    <a:pt x="0" y="0"/>
                  </a:moveTo>
                  <a:lnTo>
                    <a:pt x="5331231" y="0"/>
                  </a:lnTo>
                  <a:lnTo>
                    <a:pt x="5331231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3410514" y="11209198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3410514" y="11341442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3410514" y="11473685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3410514" y="11605929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3410514" y="11738172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4155770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4860313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5716521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6240973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6985569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7933363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3410514" y="10812468"/>
              <a:ext cx="5331460" cy="1057910"/>
            </a:xfrm>
            <a:custGeom>
              <a:avLst/>
              <a:gdLst/>
              <a:ahLst/>
              <a:cxnLst/>
              <a:rect l="l" t="t" r="r" b="b"/>
              <a:pathLst>
                <a:path w="5331459" h="1057909">
                  <a:moveTo>
                    <a:pt x="0" y="0"/>
                  </a:moveTo>
                  <a:lnTo>
                    <a:pt x="5331231" y="0"/>
                  </a:lnTo>
                  <a:lnTo>
                    <a:pt x="5331231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8741715" y="10812468"/>
              <a:ext cx="3751579" cy="1057910"/>
            </a:xfrm>
            <a:custGeom>
              <a:avLst/>
              <a:gdLst/>
              <a:ahLst/>
              <a:cxnLst/>
              <a:rect l="l" t="t" r="r" b="b"/>
              <a:pathLst>
                <a:path w="3751579" h="1057909">
                  <a:moveTo>
                    <a:pt x="0" y="0"/>
                  </a:moveTo>
                  <a:lnTo>
                    <a:pt x="3751291" y="0"/>
                  </a:lnTo>
                  <a:lnTo>
                    <a:pt x="3751291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8741715" y="11209198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8741715" y="11341442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8741715" y="11473685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8741715" y="11605929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8741715" y="11738172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9486932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0191506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0804868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1748411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8741715" y="10812468"/>
              <a:ext cx="3751579" cy="1057910"/>
            </a:xfrm>
            <a:custGeom>
              <a:avLst/>
              <a:gdLst/>
              <a:ahLst/>
              <a:cxnLst/>
              <a:rect l="l" t="t" r="r" b="b"/>
              <a:pathLst>
                <a:path w="3751579" h="1057909">
                  <a:moveTo>
                    <a:pt x="0" y="0"/>
                  </a:moveTo>
                  <a:lnTo>
                    <a:pt x="3751291" y="0"/>
                  </a:lnTo>
                  <a:lnTo>
                    <a:pt x="3751291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2493006" y="10812468"/>
              <a:ext cx="1450340" cy="1057910"/>
            </a:xfrm>
            <a:custGeom>
              <a:avLst/>
              <a:gdLst/>
              <a:ahLst/>
              <a:cxnLst/>
              <a:rect l="l" t="t" r="r" b="b"/>
              <a:pathLst>
                <a:path w="1450340" h="1057909">
                  <a:moveTo>
                    <a:pt x="0" y="0"/>
                  </a:moveTo>
                  <a:lnTo>
                    <a:pt x="1449868" y="0"/>
                  </a:lnTo>
                  <a:lnTo>
                    <a:pt x="1449868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2493006" y="11209198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2493006" y="11341442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2493006" y="11473685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2493006" y="11605929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2493006" y="11738172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3238301" y="10812468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w="0" h="1057909">
                  <a:moveTo>
                    <a:pt x="0" y="0"/>
                  </a:moveTo>
                  <a:lnTo>
                    <a:pt x="0" y="0"/>
                  </a:lnTo>
                  <a:lnTo>
                    <a:pt x="0" y="925703"/>
                  </a:lnTo>
                  <a:lnTo>
                    <a:pt x="0" y="10578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2493006" y="10812468"/>
              <a:ext cx="1450340" cy="1057910"/>
            </a:xfrm>
            <a:custGeom>
              <a:avLst/>
              <a:gdLst/>
              <a:ahLst/>
              <a:cxnLst/>
              <a:rect l="l" t="t" r="r" b="b"/>
              <a:pathLst>
                <a:path w="1450340" h="1057909">
                  <a:moveTo>
                    <a:pt x="0" y="0"/>
                  </a:moveTo>
                  <a:lnTo>
                    <a:pt x="1449868" y="0"/>
                  </a:lnTo>
                  <a:lnTo>
                    <a:pt x="1449868" y="1057869"/>
                  </a:lnTo>
                  <a:lnTo>
                    <a:pt x="0" y="105786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347370" y="11870415"/>
              <a:ext cx="2063114" cy="661670"/>
            </a:xfrm>
            <a:custGeom>
              <a:avLst/>
              <a:gdLst/>
              <a:ahLst/>
              <a:cxnLst/>
              <a:rect l="l" t="t" r="r" b="b"/>
              <a:pathLst>
                <a:path w="2063114" h="661670">
                  <a:moveTo>
                    <a:pt x="0" y="0"/>
                  </a:moveTo>
                  <a:lnTo>
                    <a:pt x="2063074" y="0"/>
                  </a:lnTo>
                  <a:lnTo>
                    <a:pt x="2063074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347370" y="12002659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347370" y="12134902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347370" y="12267146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347370" y="12399389"/>
              <a:ext cx="2063114" cy="0"/>
            </a:xfrm>
            <a:custGeom>
              <a:avLst/>
              <a:gdLst/>
              <a:ahLst/>
              <a:cxnLst/>
              <a:rect l="l" t="t" r="r" b="b"/>
              <a:pathLst>
                <a:path w="2063114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07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2092625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2797169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347370" y="11870415"/>
              <a:ext cx="2063114" cy="661670"/>
            </a:xfrm>
            <a:custGeom>
              <a:avLst/>
              <a:gdLst/>
              <a:ahLst/>
              <a:cxnLst/>
              <a:rect l="l" t="t" r="r" b="b"/>
              <a:pathLst>
                <a:path w="2063114" h="661670">
                  <a:moveTo>
                    <a:pt x="0" y="0"/>
                  </a:moveTo>
                  <a:lnTo>
                    <a:pt x="2063074" y="0"/>
                  </a:lnTo>
                  <a:lnTo>
                    <a:pt x="2063074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3410514" y="11870415"/>
              <a:ext cx="5331460" cy="661670"/>
            </a:xfrm>
            <a:custGeom>
              <a:avLst/>
              <a:gdLst/>
              <a:ahLst/>
              <a:cxnLst/>
              <a:rect l="l" t="t" r="r" b="b"/>
              <a:pathLst>
                <a:path w="5331459" h="661670">
                  <a:moveTo>
                    <a:pt x="0" y="0"/>
                  </a:moveTo>
                  <a:lnTo>
                    <a:pt x="5331231" y="0"/>
                  </a:lnTo>
                  <a:lnTo>
                    <a:pt x="5331231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3410514" y="12002659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3410514" y="12134902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3410514" y="12267146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3410514" y="12399389"/>
              <a:ext cx="5331460" cy="0"/>
            </a:xfrm>
            <a:custGeom>
              <a:avLst/>
              <a:gdLst/>
              <a:ahLst/>
              <a:cxnLst/>
              <a:rect l="l" t="t" r="r" b="b"/>
              <a:pathLst>
                <a:path w="5331459" h="0">
                  <a:moveTo>
                    <a:pt x="0" y="0"/>
                  </a:moveTo>
                  <a:lnTo>
                    <a:pt x="0" y="0"/>
                  </a:lnTo>
                  <a:lnTo>
                    <a:pt x="4522879" y="0"/>
                  </a:lnTo>
                  <a:lnTo>
                    <a:pt x="53312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4155770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4860313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5716521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6240973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6985569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7933363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3410514" y="11870415"/>
              <a:ext cx="5331460" cy="661670"/>
            </a:xfrm>
            <a:custGeom>
              <a:avLst/>
              <a:gdLst/>
              <a:ahLst/>
              <a:cxnLst/>
              <a:rect l="l" t="t" r="r" b="b"/>
              <a:pathLst>
                <a:path w="5331459" h="661670">
                  <a:moveTo>
                    <a:pt x="0" y="0"/>
                  </a:moveTo>
                  <a:lnTo>
                    <a:pt x="5331231" y="0"/>
                  </a:lnTo>
                  <a:lnTo>
                    <a:pt x="5331231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8741715" y="11870415"/>
              <a:ext cx="3751579" cy="661670"/>
            </a:xfrm>
            <a:custGeom>
              <a:avLst/>
              <a:gdLst/>
              <a:ahLst/>
              <a:cxnLst/>
              <a:rect l="l" t="t" r="r" b="b"/>
              <a:pathLst>
                <a:path w="3751579" h="661670">
                  <a:moveTo>
                    <a:pt x="0" y="0"/>
                  </a:moveTo>
                  <a:lnTo>
                    <a:pt x="3751291" y="0"/>
                  </a:lnTo>
                  <a:lnTo>
                    <a:pt x="3751291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8741715" y="12002659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8741715" y="12134902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8741715" y="12267146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8741715" y="12399389"/>
              <a:ext cx="3751579" cy="0"/>
            </a:xfrm>
            <a:custGeom>
              <a:avLst/>
              <a:gdLst/>
              <a:ahLst/>
              <a:cxnLst/>
              <a:rect l="l" t="t" r="r" b="b"/>
              <a:pathLst>
                <a:path w="3751579" h="0">
                  <a:moveTo>
                    <a:pt x="0" y="0"/>
                  </a:moveTo>
                  <a:lnTo>
                    <a:pt x="745216" y="0"/>
                  </a:lnTo>
                  <a:lnTo>
                    <a:pt x="1449790" y="0"/>
                  </a:lnTo>
                  <a:lnTo>
                    <a:pt x="2063152" y="0"/>
                  </a:lnTo>
                  <a:lnTo>
                    <a:pt x="3006695" y="0"/>
                  </a:lnTo>
                  <a:lnTo>
                    <a:pt x="37512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9486932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0191506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0804868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1748411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8741715" y="11870415"/>
              <a:ext cx="3751579" cy="661670"/>
            </a:xfrm>
            <a:custGeom>
              <a:avLst/>
              <a:gdLst/>
              <a:ahLst/>
              <a:cxnLst/>
              <a:rect l="l" t="t" r="r" b="b"/>
              <a:pathLst>
                <a:path w="3751579" h="661670">
                  <a:moveTo>
                    <a:pt x="0" y="0"/>
                  </a:moveTo>
                  <a:lnTo>
                    <a:pt x="3751291" y="0"/>
                  </a:lnTo>
                  <a:lnTo>
                    <a:pt x="3751291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2493006" y="11870415"/>
              <a:ext cx="1450340" cy="661670"/>
            </a:xfrm>
            <a:custGeom>
              <a:avLst/>
              <a:gdLst/>
              <a:ahLst/>
              <a:cxnLst/>
              <a:rect l="l" t="t" r="r" b="b"/>
              <a:pathLst>
                <a:path w="1450340" h="661670">
                  <a:moveTo>
                    <a:pt x="0" y="0"/>
                  </a:moveTo>
                  <a:lnTo>
                    <a:pt x="1449868" y="0"/>
                  </a:lnTo>
                  <a:lnTo>
                    <a:pt x="1449868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2493006" y="12002659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2493006" y="12134902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2493006" y="12267146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2493006" y="12399389"/>
              <a:ext cx="1450340" cy="0"/>
            </a:xfrm>
            <a:custGeom>
              <a:avLst/>
              <a:gdLst/>
              <a:ahLst/>
              <a:cxnLst/>
              <a:rect l="l" t="t" r="r" b="b"/>
              <a:pathLst>
                <a:path w="1450340" h="0">
                  <a:moveTo>
                    <a:pt x="0" y="0"/>
                  </a:moveTo>
                  <a:lnTo>
                    <a:pt x="745294" y="0"/>
                  </a:lnTo>
                  <a:lnTo>
                    <a:pt x="14498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3238301" y="11870415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w="0" h="661670">
                  <a:moveTo>
                    <a:pt x="0" y="0"/>
                  </a:moveTo>
                  <a:lnTo>
                    <a:pt x="0" y="132243"/>
                  </a:lnTo>
                  <a:lnTo>
                    <a:pt x="0" y="264409"/>
                  </a:lnTo>
                  <a:lnTo>
                    <a:pt x="0" y="396730"/>
                  </a:lnTo>
                  <a:lnTo>
                    <a:pt x="0" y="528896"/>
                  </a:lnTo>
                  <a:lnTo>
                    <a:pt x="0" y="66121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2493006" y="11870415"/>
              <a:ext cx="1450340" cy="661670"/>
            </a:xfrm>
            <a:custGeom>
              <a:avLst/>
              <a:gdLst/>
              <a:ahLst/>
              <a:cxnLst/>
              <a:rect l="l" t="t" r="r" b="b"/>
              <a:pathLst>
                <a:path w="1450340" h="661670">
                  <a:moveTo>
                    <a:pt x="0" y="0"/>
                  </a:moveTo>
                  <a:lnTo>
                    <a:pt x="1449868" y="0"/>
                  </a:lnTo>
                  <a:lnTo>
                    <a:pt x="1449868" y="661216"/>
                  </a:lnTo>
                  <a:lnTo>
                    <a:pt x="0" y="6612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9" name="object 269"/>
          <p:cNvGrpSpPr/>
          <p:nvPr/>
        </p:nvGrpSpPr>
        <p:grpSpPr>
          <a:xfrm>
            <a:off x="18451996" y="11011182"/>
            <a:ext cx="204470" cy="1095375"/>
            <a:chOff x="18451996" y="11011182"/>
            <a:chExt cx="204470" cy="1095375"/>
          </a:xfrm>
        </p:grpSpPr>
        <p:pic>
          <p:nvPicPr>
            <p:cNvPr id="270" name="object 27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626845" y="11103171"/>
              <a:ext cx="29240" cy="1003110"/>
            </a:xfrm>
            <a:prstGeom prst="rect">
              <a:avLst/>
            </a:prstGeom>
          </p:spPr>
        </p:pic>
        <p:sp>
          <p:nvSpPr>
            <p:cNvPr id="271" name="object 271"/>
            <p:cNvSpPr/>
            <p:nvPr/>
          </p:nvSpPr>
          <p:spPr>
            <a:xfrm>
              <a:off x="18455874" y="11015061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77" y="0"/>
                  </a:moveTo>
                  <a:lnTo>
                    <a:pt x="168077" y="145584"/>
                  </a:lnTo>
                  <a:lnTo>
                    <a:pt x="0" y="145584"/>
                  </a:lnTo>
                  <a:lnTo>
                    <a:pt x="84077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72" name="object 272"/>
          <p:cNvGraphicFramePr>
            <a:graphicFrameLocks noGrp="1"/>
          </p:cNvGraphicFramePr>
          <p:nvPr/>
        </p:nvGraphicFramePr>
        <p:xfrm>
          <a:off x="276873" y="272758"/>
          <a:ext cx="19626580" cy="12836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15940"/>
                <a:gridCol w="111759"/>
                <a:gridCol w="111759"/>
                <a:gridCol w="111759"/>
                <a:gridCol w="111759"/>
                <a:gridCol w="129540"/>
                <a:gridCol w="93980"/>
                <a:gridCol w="111759"/>
                <a:gridCol w="111759"/>
                <a:gridCol w="111759"/>
                <a:gridCol w="111759"/>
                <a:gridCol w="100965"/>
              </a:tblGrid>
              <a:tr h="296545">
                <a:tc rowSpan="11">
                  <a:txBody>
                    <a:bodyPr/>
                    <a:lstStyle/>
                    <a:p>
                      <a:pPr marL="4791075">
                        <a:lnSpc>
                          <a:spcPct val="100000"/>
                        </a:lnSpc>
                        <a:spcBef>
                          <a:spcPts val="535"/>
                        </a:spcBef>
                        <a:tabLst>
                          <a:tab pos="875792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INTERCONNECTION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iAscConnect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83210">
                        <a:lnSpc>
                          <a:spcPct val="100000"/>
                        </a:lnSpc>
                        <a:spcBef>
                          <a:spcPts val="45"/>
                        </a:spcBef>
                        <a:tabLst>
                          <a:tab pos="3025140" algn="l"/>
                          <a:tab pos="4542155" algn="l"/>
                          <a:tab pos="11466830" algn="l"/>
                        </a:tabLst>
                      </a:pPr>
                      <a:r>
                        <a:rPr dirty="0" sz="700" spc="-395">
                          <a:latin typeface="Verdana"/>
                          <a:cs typeface="Verdana"/>
                        </a:rPr>
                        <a:t>O</a:t>
                      </a:r>
                      <a:r>
                        <a:rPr dirty="0" u="sng" sz="700" spc="15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P</a:t>
                      </a:r>
                      <a:r>
                        <a:rPr dirty="0" u="sng" sz="700" spc="-29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u="sng" sz="700" spc="5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u="sng" sz="700" spc="-7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u="sng" sz="700" spc="-17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u="sng" sz="700" spc="-6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u="sng" sz="700" spc="-9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u="sng" sz="700" spc="-55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u="sng" sz="700" spc="15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CTION</a:t>
                      </a:r>
                      <a:r>
                        <a:rPr dirty="0" u="sng" sz="7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none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none" sz="700" spc="-10">
                          <a:latin typeface="Verdana"/>
                          <a:cs typeface="Verdana"/>
                        </a:rPr>
                        <a:t>Terht</a:t>
                      </a:r>
                      <a:r>
                        <a:rPr dirty="0" u="none" sz="700" spc="-10" b="1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u="none" sz="700" spc="-10">
                          <a:latin typeface="Verdana"/>
                          <a:cs typeface="Verdana"/>
                        </a:rPr>
                        <a:t>rs</a:t>
                      </a:r>
                      <a:r>
                        <a:rPr dirty="0" u="none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u="none" sz="700" spc="-575">
                          <a:latin typeface="Verdana"/>
                          <a:cs typeface="Verdana"/>
                        </a:rPr>
                        <a:t>m</a:t>
                      </a:r>
                      <a:r>
                        <a:rPr dirty="0" u="none" sz="700" spc="80">
                          <a:latin typeface="Verdana"/>
                          <a:cs typeface="Verdana"/>
                        </a:rPr>
                        <a:t>S</a:t>
                      </a:r>
                      <a:r>
                        <a:rPr dirty="0" u="none" sz="700" spc="60">
                          <a:latin typeface="Verdana"/>
                          <a:cs typeface="Verdana"/>
                        </a:rPr>
                        <a:t>i</a:t>
                      </a:r>
                      <a:r>
                        <a:rPr dirty="0" u="none" sz="700" spc="-335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u="none" sz="700" spc="35">
                          <a:latin typeface="Verdana"/>
                          <a:cs typeface="Verdana"/>
                        </a:rPr>
                        <a:t>n</a:t>
                      </a:r>
                      <a:r>
                        <a:rPr dirty="0" u="none" sz="700" spc="-165">
                          <a:latin typeface="Verdana"/>
                          <a:cs typeface="Verdana"/>
                        </a:rPr>
                        <a:t>t</a:t>
                      </a:r>
                      <a:r>
                        <a:rPr dirty="0" u="none" sz="700" spc="-125">
                          <a:latin typeface="Verdana"/>
                          <a:cs typeface="Verdana"/>
                        </a:rPr>
                        <a:t>g</a:t>
                      </a:r>
                      <a:r>
                        <a:rPr dirty="0" u="none" sz="700" spc="80">
                          <a:latin typeface="Verdana"/>
                          <a:cs typeface="Verdana"/>
                        </a:rPr>
                        <a:t>i</a:t>
                      </a:r>
                      <a:r>
                        <a:rPr dirty="0" u="none" sz="700" spc="-280">
                          <a:latin typeface="Verdana"/>
                          <a:cs typeface="Verdana"/>
                        </a:rPr>
                        <a:t>c</a:t>
                      </a:r>
                      <a:r>
                        <a:rPr dirty="0" u="none" sz="700" spc="80">
                          <a:latin typeface="Verdana"/>
                          <a:cs typeface="Verdana"/>
                        </a:rPr>
                        <a:t>le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513580">
                        <a:lnSpc>
                          <a:spcPct val="100000"/>
                        </a:lnSpc>
                        <a:spcBef>
                          <a:spcPts val="40"/>
                        </a:spcBef>
                        <a:tabLst>
                          <a:tab pos="1147064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raAsrngde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determined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50190">
                        <a:lnSpc>
                          <a:spcPct val="100000"/>
                        </a:lnSpc>
                        <a:spcBef>
                          <a:spcPts val="45"/>
                        </a:spcBef>
                        <a:tabLst>
                          <a:tab pos="4542155" algn="l"/>
                          <a:tab pos="1144778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ED1RYNA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Photovoltaic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215">
                          <a:latin typeface="Verdana"/>
                          <a:cs typeface="Verdana"/>
                        </a:rPr>
                        <a:t>aAnzlal</a:t>
                      </a:r>
                      <a:r>
                        <a:rPr dirty="0" sz="700" spc="-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rdous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85115">
                        <a:lnSpc>
                          <a:spcPct val="100000"/>
                        </a:lnSpc>
                        <a:spcBef>
                          <a:spcPts val="40"/>
                        </a:spcBef>
                        <a:tabLst>
                          <a:tab pos="1146302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INVERTER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500"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l</a:t>
                      </a:r>
                      <a:r>
                        <a:rPr dirty="0" sz="700" spc="-125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700" spc="-409"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700" spc="-35"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700" spc="-285"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00" spc="-40">
                          <a:latin typeface="Verdana"/>
                          <a:cs typeface="Verdana"/>
                        </a:rPr>
                        <a:t>eEleledc:trical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54215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IEEE-929-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2000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58445">
                        <a:lnSpc>
                          <a:spcPts val="610"/>
                        </a:lnSpc>
                        <a:spcBef>
                          <a:spcPts val="40"/>
                        </a:spcBef>
                        <a:tabLst>
                          <a:tab pos="4542155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G1uangzhou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systems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130">
                        <a:lnSpc>
                          <a:spcPts val="1210"/>
                        </a:lnSpc>
                        <a:tabLst>
                          <a:tab pos="4521835" algn="l"/>
                          <a:tab pos="11470640" algn="l"/>
                        </a:tabLst>
                      </a:pPr>
                      <a:r>
                        <a:rPr dirty="0" sz="700" spc="-235">
                          <a:latin typeface="Verdana"/>
                          <a:cs typeface="Verdana"/>
                        </a:rPr>
                        <a:t>2MSA1XR-</a:t>
                      </a:r>
                      <a:r>
                        <a:rPr dirty="0" sz="700" spc="-240">
                          <a:latin typeface="Verdana"/>
                          <a:cs typeface="Verdana"/>
                        </a:rPr>
                        <a:t>82-</a:t>
                      </a:r>
                      <a:r>
                        <a:rPr dirty="0" sz="700" spc="-220">
                          <a:latin typeface="Verdana"/>
                          <a:cs typeface="Verdana"/>
                        </a:rPr>
                        <a:t>0AH0C1-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)5000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vtehreter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3888" sz="1800" spc="-15" b="1">
                          <a:latin typeface="Verdana"/>
                          <a:cs typeface="Verdana"/>
                        </a:rPr>
                        <a:t>STORAGE</a:t>
                      </a:r>
                      <a:endParaRPr baseline="-13888" sz="1800">
                        <a:latin typeface="Verdana"/>
                        <a:cs typeface="Verdana"/>
                      </a:endParaRPr>
                    </a:p>
                    <a:p>
                      <a:pPr marL="271145">
                        <a:lnSpc>
                          <a:spcPts val="950"/>
                        </a:lnSpc>
                        <a:spcBef>
                          <a:spcPts val="675"/>
                        </a:spcBef>
                        <a:tabLst>
                          <a:tab pos="4502785" algn="l"/>
                          <a:tab pos="1147064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u1a2ngzhou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aIpfplicable,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22875" sz="1275" spc="-15">
                          <a:latin typeface="Verdana"/>
                          <a:cs typeface="Verdana"/>
                        </a:rPr>
                        <a:t>PRODUCERS</a:t>
                      </a:r>
                      <a:endParaRPr baseline="22875" sz="1275">
                        <a:latin typeface="Verdana"/>
                        <a:cs typeface="Verdana"/>
                      </a:endParaRPr>
                    </a:p>
                    <a:p>
                      <a:pPr marL="285115">
                        <a:lnSpc>
                          <a:spcPts val="880"/>
                        </a:lnSpc>
                        <a:tabLst>
                          <a:tab pos="4542155" algn="l"/>
                          <a:tab pos="11470640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RIQRACK-280AH-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1P416S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inverters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13071" sz="1275" spc="-15">
                          <a:latin typeface="Verdana"/>
                          <a:cs typeface="Verdana"/>
                        </a:rPr>
                        <a:t>CAUSE</a:t>
                      </a:r>
                      <a:endParaRPr baseline="13071" sz="1275">
                        <a:latin typeface="Verdana"/>
                        <a:cs typeface="Verdana"/>
                      </a:endParaRPr>
                    </a:p>
                    <a:p>
                      <a:pPr algn="r" marR="6368415">
                        <a:lnSpc>
                          <a:spcPts val="880"/>
                        </a:lnSpc>
                        <a:tabLst>
                          <a:tab pos="692785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exclusively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3267" sz="1275" spc="-15">
                          <a:latin typeface="Verdana"/>
                          <a:cs typeface="Verdana"/>
                        </a:rPr>
                        <a:t>NORMAL</a:t>
                      </a:r>
                      <a:endParaRPr baseline="3267" sz="1275">
                        <a:latin typeface="Verdana"/>
                        <a:cs typeface="Verdana"/>
                      </a:endParaRPr>
                    </a:p>
                    <a:p>
                      <a:pPr algn="r" marR="6424930">
                        <a:lnSpc>
                          <a:spcPts val="880"/>
                        </a:lnSpc>
                        <a:tabLst>
                          <a:tab pos="4232910" algn="l"/>
                          <a:tab pos="11198860" algn="l"/>
                        </a:tabLst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U9A6NGZHOU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eRnetsfer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6535" sz="1275" spc="-15">
                          <a:latin typeface="Verdana"/>
                          <a:cs typeface="Verdana"/>
                        </a:rPr>
                        <a:t>IESFINED</a:t>
                      </a:r>
                      <a:endParaRPr baseline="-6535" sz="1275">
                        <a:latin typeface="Verdana"/>
                        <a:cs typeface="Verdana"/>
                      </a:endParaRPr>
                    </a:p>
                    <a:p>
                      <a:pPr marL="285115">
                        <a:lnSpc>
                          <a:spcPts val="950"/>
                        </a:lnSpc>
                        <a:tabLst>
                          <a:tab pos="1146111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LIQRACK-280AH-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1P52S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9607" sz="1275" spc="-600">
                          <a:latin typeface="Verdana"/>
                          <a:cs typeface="Verdana"/>
                        </a:rPr>
                        <a:t>R</a:t>
                      </a:r>
                      <a:r>
                        <a:rPr dirty="0" baseline="-19607" sz="1275" spc="172">
                          <a:latin typeface="Verdana"/>
                          <a:cs typeface="Verdana"/>
                        </a:rPr>
                        <a:t>P</a:t>
                      </a:r>
                      <a:r>
                        <a:rPr dirty="0" baseline="-19607" sz="1275" spc="-847">
                          <a:latin typeface="Verdana"/>
                          <a:cs typeface="Verdana"/>
                        </a:rPr>
                        <a:t>O</a:t>
                      </a:r>
                      <a:r>
                        <a:rPr dirty="0" baseline="-19607" sz="1275" spc="172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baseline="-19607" sz="1275" spc="-622">
                          <a:latin typeface="Verdana"/>
                          <a:cs typeface="Verdana"/>
                        </a:rPr>
                        <a:t>D</a:t>
                      </a:r>
                      <a:r>
                        <a:rPr dirty="0" baseline="-19607" sz="1275" spc="172">
                          <a:latin typeface="Verdana"/>
                          <a:cs typeface="Verdana"/>
                        </a:rPr>
                        <a:t>WER</a:t>
                      </a:r>
                      <a:endParaRPr baseline="-19607" sz="1275">
                        <a:latin typeface="Verdana"/>
                        <a:cs typeface="Verdana"/>
                      </a:endParaRPr>
                    </a:p>
                    <a:p>
                      <a:pPr marL="11445875" marR="6303645" indent="-17145">
                        <a:lnSpc>
                          <a:spcPct val="101499"/>
                        </a:lnSpc>
                        <a:spcBef>
                          <a:spcPts val="280"/>
                        </a:spcBef>
                      </a:pPr>
                      <a:r>
                        <a:rPr dirty="0" sz="850" spc="-80">
                          <a:latin typeface="Verdana"/>
                          <a:cs typeface="Verdana"/>
                        </a:rPr>
                        <a:t>ESRYSSTEM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WITHOUT </a:t>
                      </a:r>
                      <a:r>
                        <a:rPr dirty="0" sz="850" spc="-65" b="1"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850" spc="-65">
                          <a:latin typeface="Verdana"/>
                          <a:cs typeface="Verdana"/>
                        </a:rPr>
                        <a:t>)T.ORAGE</a:t>
                      </a:r>
                      <a:endParaRPr sz="85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4207490">
                        <a:lnSpc>
                          <a:spcPct val="100000"/>
                        </a:lnSpc>
                      </a:pPr>
                      <a:r>
                        <a:rPr dirty="0" sz="1700" spc="-745" b="1"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1700" spc="-900" b="1"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700" spc="-260" b="1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700" spc="-900" b="1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700" spc="-10" b="1"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700" spc="-670" b="1">
                          <a:latin typeface="Verdana"/>
                          <a:cs typeface="Verdana"/>
                        </a:rPr>
                        <a:t>:</a:t>
                      </a:r>
                      <a:r>
                        <a:rPr dirty="0" sz="1700" spc="-10" b="1">
                          <a:latin typeface="Verdana"/>
                          <a:cs typeface="Verdana"/>
                        </a:rPr>
                        <a:t>ter</a:t>
                      </a:r>
                      <a:endParaRPr sz="1700">
                        <a:latin typeface="Verdana"/>
                        <a:cs typeface="Verdana"/>
                      </a:endParaRPr>
                    </a:p>
                    <a:p>
                      <a:pPr marL="3976370">
                        <a:lnSpc>
                          <a:spcPct val="100000"/>
                        </a:lnSpc>
                        <a:spcBef>
                          <a:spcPts val="685"/>
                        </a:spcBef>
                        <a:tabLst>
                          <a:tab pos="12047855" algn="l"/>
                        </a:tabLst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AINRKING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ELIENCTRICAL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4314169" marR="3810635" indent="-15875">
                        <a:lnSpc>
                          <a:spcPct val="105100"/>
                        </a:lnSpc>
                      </a:pPr>
                      <a:r>
                        <a:rPr dirty="0" sz="700" spc="-595" b="1">
                          <a:latin typeface="Verdana"/>
                          <a:cs typeface="Verdana"/>
                        </a:rPr>
                        <a:t>w</a:t>
                      </a:r>
                      <a:r>
                        <a:rPr dirty="0" sz="700" spc="-490" b="1"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(</a:t>
                      </a:r>
                      <a:r>
                        <a:rPr dirty="0" sz="700" spc="-500" b="1"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700" spc="-405" b="1">
                          <a:latin typeface="Verdana"/>
                          <a:cs typeface="Verdana"/>
                        </a:rPr>
                        <a:t>g</a:t>
                      </a:r>
                      <a:r>
                        <a:rPr dirty="0" sz="700" spc="-65" b="1"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700" spc="-325" b="1">
                          <a:latin typeface="Verdana"/>
                          <a:cs typeface="Verdana"/>
                        </a:rPr>
                        <a:t>)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700" spc="-25" b="1">
                          <a:latin typeface="Verdana"/>
                          <a:cs typeface="Verdana"/>
                        </a:rPr>
                        <a:t> PT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algn="r" marR="6506845">
                        <a:lnSpc>
                          <a:spcPts val="850"/>
                        </a:lnSpc>
                        <a:spcBef>
                          <a:spcPts val="325"/>
                        </a:spcBef>
                        <a:tabLst>
                          <a:tab pos="4588510" algn="l"/>
                          <a:tab pos="6446520" algn="l"/>
                          <a:tab pos="11161395" algn="l"/>
                        </a:tabLst>
                      </a:pPr>
                      <a:r>
                        <a:rPr dirty="0" sz="950" spc="-365" b="1"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950" spc="-254" b="1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950" spc="-355" b="1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950" spc="-710" b="1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950" spc="-240" b="1">
                          <a:latin typeface="Calibri"/>
                          <a:cs typeface="Calibri"/>
                        </a:rPr>
                        <a:t>k</a:t>
                      </a:r>
                      <a:r>
                        <a:rPr dirty="0" sz="950" spc="-455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80" b="1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950" spc="-805" b="1">
                          <a:latin typeface="Calibri"/>
                          <a:cs typeface="Calibri"/>
                        </a:rPr>
                        <a:t>W</a:t>
                      </a:r>
                      <a:r>
                        <a:rPr dirty="0" sz="950" spc="-495" b="1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950" spc="25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145" b="1">
                          <a:latin typeface="Calibri"/>
                          <a:cs typeface="Calibri"/>
                        </a:rPr>
                        <a:t>)</a:t>
                      </a:r>
                      <a:r>
                        <a:rPr dirty="0" sz="950" spc="-5" b="1">
                          <a:latin typeface="Calibri"/>
                          <a:cs typeface="Calibri"/>
                        </a:rPr>
                        <a:t>h)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7543" sz="1425" spc="67" b="1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baseline="-17543" sz="1425" spc="-682" b="1">
                          <a:latin typeface="Calibri"/>
                          <a:cs typeface="Calibri"/>
                        </a:rPr>
                        <a:t>V</a:t>
                      </a:r>
                      <a:r>
                        <a:rPr dirty="0" baseline="-17543" sz="1425" spc="67" b="1">
                          <a:latin typeface="Calibri"/>
                          <a:cs typeface="Calibri"/>
                        </a:rPr>
                        <a:t>1000KVA</a:t>
                      </a:r>
                      <a:r>
                        <a:rPr dirty="0" baseline="-17543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29239" sz="1425" spc="-15" b="1">
                          <a:latin typeface="Calibri"/>
                          <a:cs typeface="Calibri"/>
                        </a:rPr>
                        <a:t>Y/217270V0,A,</a:t>
                      </a:r>
                      <a:r>
                        <a:rPr dirty="0" baseline="29239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8011" sz="1425" spc="-135" b="1">
                          <a:latin typeface="Calibri"/>
                          <a:cs typeface="Calibri"/>
                        </a:rPr>
                        <a:t>Y/217270V0,A,</a:t>
                      </a:r>
                      <a:endParaRPr baseline="38011" sz="1425">
                        <a:latin typeface="Calibri"/>
                        <a:cs typeface="Calibri"/>
                      </a:endParaRPr>
                    </a:p>
                    <a:p>
                      <a:pPr algn="r" marR="6569709">
                        <a:lnSpc>
                          <a:spcPts val="850"/>
                        </a:lnSpc>
                        <a:tabLst>
                          <a:tab pos="1685925" algn="l"/>
                          <a:tab pos="3269615" algn="l"/>
                          <a:tab pos="7984490" algn="l"/>
                        </a:tabLst>
                      </a:pPr>
                      <a:r>
                        <a:rPr dirty="0" baseline="-38011" sz="1425" spc="-15" b="1">
                          <a:latin typeface="Calibri"/>
                          <a:cs typeface="Calibri"/>
                        </a:rPr>
                        <a:t>{{KW}}kW</a:t>
                      </a:r>
                      <a:r>
                        <a:rPr dirty="0" baseline="-38011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55555" sz="1425" spc="-15" b="1">
                          <a:latin typeface="Calibri"/>
                          <a:cs typeface="Calibri"/>
                        </a:rPr>
                        <a:t>ISOLATION</a:t>
                      </a:r>
                      <a:r>
                        <a:rPr dirty="0" baseline="-55555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8771" sz="1425" spc="-179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baseline="-8771" sz="1425" spc="-855" b="1">
                          <a:latin typeface="Calibri"/>
                          <a:cs typeface="Calibri"/>
                        </a:rPr>
                        <a:t>W</a:t>
                      </a:r>
                      <a:r>
                        <a:rPr dirty="0" baseline="-8771" sz="1425" spc="142" b="1">
                          <a:latin typeface="Calibri"/>
                          <a:cs typeface="Calibri"/>
                        </a:rPr>
                        <a:t>IC</a:t>
                      </a:r>
                      <a:r>
                        <a:rPr dirty="0" baseline="-8771" sz="1425" spc="30" b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baseline="-8771" sz="1425" spc="142" b="1">
                          <a:latin typeface="Calibri"/>
                          <a:cs typeface="Calibri"/>
                        </a:rPr>
                        <a:t>3PH,</a:t>
                      </a:r>
                      <a:r>
                        <a:rPr dirty="0" baseline="-8771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120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-570" b="1">
                          <a:latin typeface="Calibri"/>
                          <a:cs typeface="Calibri"/>
                        </a:rPr>
                        <a:t>W</a:t>
                      </a:r>
                      <a:r>
                        <a:rPr dirty="0" sz="950" spc="95" b="1">
                          <a:latin typeface="Calibri"/>
                          <a:cs typeface="Calibri"/>
                        </a:rPr>
                        <a:t>IC</a:t>
                      </a:r>
                      <a:r>
                        <a:rPr dirty="0" sz="950" spc="20" b="1"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950" spc="95" b="1">
                          <a:latin typeface="Calibri"/>
                          <a:cs typeface="Calibri"/>
                        </a:rPr>
                        <a:t>3PH,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970915" marR="3641725" indent="2354580">
                        <a:lnSpc>
                          <a:spcPct val="106700"/>
                        </a:lnSpc>
                        <a:spcBef>
                          <a:spcPts val="220"/>
                        </a:spcBef>
                        <a:tabLst>
                          <a:tab pos="4900930" algn="l"/>
                          <a:tab pos="6676390" algn="l"/>
                          <a:tab pos="6924040" algn="l"/>
                          <a:tab pos="6974840" algn="l"/>
                          <a:tab pos="11315700" algn="l"/>
                          <a:tab pos="11426825" algn="l"/>
                          <a:tab pos="11724640" algn="l"/>
                          <a:tab pos="14210665" algn="l"/>
                          <a:tab pos="14236065" algn="l"/>
                        </a:tabLst>
                      </a:pPr>
                      <a:r>
                        <a:rPr dirty="0" baseline="-23391" sz="1425" spc="-15" b="1">
                          <a:latin typeface="Calibri"/>
                          <a:cs typeface="Calibri"/>
                        </a:rPr>
                        <a:t>[480V]</a:t>
                      </a:r>
                      <a:r>
                        <a:rPr dirty="0" baseline="-23391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40935" sz="1425" spc="-15" b="1">
                          <a:latin typeface="Calibri"/>
                          <a:cs typeface="Calibri"/>
                        </a:rPr>
                        <a:t>TRANSFORMER</a:t>
                      </a:r>
                      <a:r>
                        <a:rPr dirty="0" baseline="-40935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5847" sz="1425" spc="-37" b="1">
                          <a:latin typeface="Calibri"/>
                          <a:cs typeface="Calibri"/>
                        </a:rPr>
                        <a:t>3R,</a:t>
                      </a:r>
                      <a:r>
                        <a:rPr dirty="0" baseline="5847" sz="1425" b="1">
                          <a:latin typeface="Calibri"/>
                          <a:cs typeface="Calibri"/>
                        </a:rPr>
                        <a:t>		</a:t>
                      </a:r>
                      <a:r>
                        <a:rPr dirty="0" baseline="5847" sz="1425" spc="-30" b="1">
                          <a:latin typeface="Calibri"/>
                          <a:cs typeface="Calibri"/>
                        </a:rPr>
                        <a:t>NEMA</a:t>
                      </a:r>
                      <a:r>
                        <a:rPr dirty="0" baseline="5847" sz="1425" b="1">
                          <a:latin typeface="Calibri"/>
                          <a:cs typeface="Calibri"/>
                        </a:rPr>
                        <a:t>		</a:t>
                      </a:r>
                      <a:r>
                        <a:rPr dirty="0" baseline="14619" sz="1425" spc="-37" b="1">
                          <a:latin typeface="Calibri"/>
                          <a:cs typeface="Calibri"/>
                        </a:rPr>
                        <a:t>1,</a:t>
                      </a:r>
                      <a:r>
                        <a:rPr dirty="0" baseline="14619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14619" sz="1425" spc="-30" b="1">
                          <a:latin typeface="Calibri"/>
                          <a:cs typeface="Calibri"/>
                        </a:rPr>
                        <a:t>NEMA</a:t>
                      </a:r>
                      <a:r>
                        <a:rPr dirty="0" baseline="14619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240" b="1">
                          <a:latin typeface="Calibri"/>
                          <a:cs typeface="Calibri"/>
                        </a:rPr>
                        <a:t>H</a:t>
                      </a:r>
                      <a:r>
                        <a:rPr dirty="0" sz="950" spc="-565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-75" b="1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950" spc="-470" b="1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950" spc="-195" b="1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950" spc="-60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950" spc="-295" b="1">
                          <a:latin typeface="Calibri"/>
                          <a:cs typeface="Calibri"/>
                        </a:rPr>
                        <a:t>)</a:t>
                      </a:r>
                      <a:r>
                        <a:rPr dirty="0" sz="950" spc="-585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950" spc="-45" b="1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950" spc="5" b="1">
                          <a:latin typeface="Calibri"/>
                          <a:cs typeface="Calibri"/>
                        </a:rPr>
                        <a:t>ARD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 5000kWh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		</a:t>
                      </a:r>
                      <a:r>
                        <a:rPr dirty="0" baseline="8771" sz="1425" b="1">
                          <a:latin typeface="Calibri"/>
                          <a:cs typeface="Calibri"/>
                        </a:rPr>
                        <a:t>NON-</a:t>
                      </a:r>
                      <a:r>
                        <a:rPr dirty="0" baseline="8771" sz="1425" spc="-15" b="1">
                          <a:latin typeface="Calibri"/>
                          <a:cs typeface="Calibri"/>
                        </a:rPr>
                        <a:t>FUSED</a:t>
                      </a:r>
                      <a:r>
                        <a:rPr dirty="0" baseline="8771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14619" sz="1425" spc="-15" b="1">
                          <a:latin typeface="Calibri"/>
                          <a:cs typeface="Calibri"/>
                        </a:rPr>
                        <a:t>ES12(030)A</a:t>
                      </a:r>
                      <a:r>
                        <a:rPr dirty="0" baseline="14619" sz="1425" b="1">
                          <a:latin typeface="Calibri"/>
                          <a:cs typeface="Calibri"/>
                        </a:rPr>
                        <a:t>		</a:t>
                      </a:r>
                      <a:r>
                        <a:rPr dirty="0" baseline="2923" sz="1425" spc="-195" b="1">
                          <a:latin typeface="Calibri"/>
                          <a:cs typeface="Calibri"/>
                        </a:rPr>
                        <a:t>27070V0,A,</a:t>
                      </a:r>
                      <a:endParaRPr baseline="2923" sz="1425">
                        <a:latin typeface="Calibri"/>
                        <a:cs typeface="Calibri"/>
                      </a:endParaRPr>
                    </a:p>
                    <a:p>
                      <a:pPr marL="1091565">
                        <a:lnSpc>
                          <a:spcPts val="795"/>
                        </a:lnSpc>
                        <a:spcBef>
                          <a:spcPts val="50"/>
                        </a:spcBef>
                      </a:pPr>
                      <a:r>
                        <a:rPr dirty="0" sz="950" spc="-20" b="1">
                          <a:latin typeface="Calibri"/>
                          <a:cs typeface="Calibri"/>
                        </a:rPr>
                        <a:t>BESS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909319">
                        <a:lnSpc>
                          <a:spcPts val="975"/>
                        </a:lnSpc>
                        <a:tabLst>
                          <a:tab pos="1379220" algn="l"/>
                          <a:tab pos="2017395" algn="l"/>
                          <a:tab pos="4005579" algn="l"/>
                          <a:tab pos="5580380" algn="l"/>
                          <a:tab pos="7772400" algn="l"/>
                          <a:tab pos="12597130" algn="l"/>
                          <a:tab pos="15570200" algn="l"/>
                        </a:tabLst>
                      </a:pPr>
                      <a:r>
                        <a:rPr dirty="0" baseline="-20202" sz="1650" spc="-75" b="1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baseline="-20202" sz="16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100" spc="-50" b="1">
                          <a:latin typeface="Calibri"/>
                          <a:cs typeface="Calibri"/>
                        </a:rPr>
                        <a:t>_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1904" sz="1050" spc="-60">
                          <a:latin typeface="Calibri"/>
                          <a:cs typeface="Calibri"/>
                        </a:rPr>
                        <a:t>A6</a:t>
                      </a:r>
                      <a:r>
                        <a:rPr dirty="0" baseline="-11904" sz="1050" spc="44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-11904" sz="1050" spc="-30">
                          <a:latin typeface="Calibri"/>
                          <a:cs typeface="Calibri"/>
                        </a:rPr>
                        <a:t>193A</a:t>
                      </a:r>
                      <a:r>
                        <a:rPr dirty="0" baseline="-11904" sz="10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7936" sz="1050" spc="-15">
                          <a:latin typeface="Calibri"/>
                          <a:cs typeface="Calibri"/>
                        </a:rPr>
                        <a:t>964.6A</a:t>
                      </a:r>
                      <a:r>
                        <a:rPr dirty="0" baseline="-7936" sz="10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964.6A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7936" sz="1050" spc="-15">
                          <a:latin typeface="Calibri"/>
                          <a:cs typeface="Calibri"/>
                        </a:rPr>
                        <a:t>964.6A</a:t>
                      </a:r>
                      <a:r>
                        <a:rPr dirty="0" baseline="7936" sz="10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964.6A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" sz="1275" spc="172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baseline="3267" sz="1275" spc="75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baseline="3267" sz="1275" spc="-855" b="1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baseline="3267" sz="1275" spc="172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baseline="3267" sz="1275" spc="-517" b="1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baseline="3267" sz="1275" spc="172" b="1">
                          <a:latin typeface="Calibri"/>
                          <a:cs typeface="Calibri"/>
                        </a:rPr>
                        <a:t>AIN</a:t>
                      </a:r>
                      <a:endParaRPr baseline="3267" sz="1275">
                        <a:latin typeface="Calibri"/>
                        <a:cs typeface="Calibri"/>
                      </a:endParaRPr>
                    </a:p>
                    <a:p>
                      <a:pPr marL="2045970">
                        <a:lnSpc>
                          <a:spcPct val="100000"/>
                        </a:lnSpc>
                        <a:spcBef>
                          <a:spcPts val="585"/>
                        </a:spcBef>
                        <a:tabLst>
                          <a:tab pos="4035425" algn="l"/>
                          <a:tab pos="5732145" algn="l"/>
                          <a:tab pos="7828280" algn="l"/>
                          <a:tab pos="12595860" algn="l"/>
                        </a:tabLst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CADBCLE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1006475">
                        <a:lnSpc>
                          <a:spcPct val="100000"/>
                        </a:lnSpc>
                        <a:spcBef>
                          <a:spcPts val="405"/>
                        </a:spcBef>
                        <a:tabLst>
                          <a:tab pos="3052445" algn="l"/>
                          <a:tab pos="14623415" algn="l"/>
                        </a:tabLst>
                      </a:pPr>
                      <a:r>
                        <a:rPr dirty="0" baseline="29914" sz="975" spc="-15" b="1">
                          <a:latin typeface="Calibri"/>
                          <a:cs typeface="Calibri"/>
                        </a:rPr>
                        <a:t>BATTERY</a:t>
                      </a:r>
                      <a:r>
                        <a:rPr dirty="0" baseline="29914" sz="97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4273" sz="975" spc="-15" b="1">
                          <a:latin typeface="Calibri"/>
                          <a:cs typeface="Calibri"/>
                        </a:rPr>
                        <a:t>EBRATTERY</a:t>
                      </a:r>
                      <a:r>
                        <a:rPr dirty="0" baseline="4273" sz="97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 b="1">
                          <a:latin typeface="Calibri"/>
                          <a:cs typeface="Calibri"/>
                        </a:rPr>
                        <a:t>METER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677989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1494770" algn="l"/>
                          <a:tab pos="14623415" algn="l"/>
                        </a:tabLst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ISACONNECT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ISACONNECT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6535" sz="1275" spc="-15" b="1">
                          <a:latin typeface="Calibri"/>
                          <a:cs typeface="Calibri"/>
                        </a:rPr>
                        <a:t>SECTION</a:t>
                      </a:r>
                      <a:endParaRPr baseline="6535" sz="1275">
                        <a:latin typeface="Calibri"/>
                        <a:cs typeface="Calibri"/>
                      </a:endParaRPr>
                    </a:p>
                    <a:p>
                      <a:pPr marL="14736444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950" spc="-50" b="1">
                          <a:latin typeface="Calibri"/>
                          <a:cs typeface="Calibri"/>
                        </a:rPr>
                        <a:t>M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4094479" marR="13646785" indent="79375">
                        <a:lnSpc>
                          <a:spcPct val="105100"/>
                        </a:lnSpc>
                        <a:spcBef>
                          <a:spcPts val="980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Grounding XoFfMRside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23633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5829915" algn="l"/>
                        </a:tabLst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CONTROL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968" sz="1050" spc="-15" b="1">
                          <a:latin typeface="Calibri"/>
                          <a:cs typeface="Calibri"/>
                        </a:rPr>
                        <a:t>75(NA)</a:t>
                      </a:r>
                      <a:endParaRPr baseline="3968" sz="1050">
                        <a:latin typeface="Calibri"/>
                        <a:cs typeface="Calibri"/>
                      </a:endParaRPr>
                    </a:p>
                    <a:p>
                      <a:pPr marL="9822180">
                        <a:lnSpc>
                          <a:spcPct val="100000"/>
                        </a:lnSpc>
                        <a:spcBef>
                          <a:spcPts val="150"/>
                        </a:spcBef>
                        <a:tabLst>
                          <a:tab pos="14603094" algn="l"/>
                        </a:tabLst>
                      </a:pPr>
                      <a:r>
                        <a:rPr dirty="0" sz="700" spc="-10" b="1">
                          <a:latin typeface="Calibri"/>
                          <a:cs typeface="Calibri"/>
                        </a:rPr>
                        <a:t>8IA0(NRV)Y</a:t>
                      </a:r>
                      <a:r>
                        <a:rPr dirty="0" sz="7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32679" sz="1275" spc="-15" b="1">
                          <a:latin typeface="Calibri"/>
                          <a:cs typeface="Calibri"/>
                        </a:rPr>
                        <a:t>LUL.G</a:t>
                      </a:r>
                      <a:endParaRPr baseline="-32679" sz="1275">
                        <a:latin typeface="Calibri"/>
                        <a:cs typeface="Calibri"/>
                      </a:endParaRPr>
                    </a:p>
                    <a:p>
                      <a:pPr algn="ctr" marL="1753870">
                        <a:lnSpc>
                          <a:spcPts val="790"/>
                        </a:lnSpc>
                        <a:spcBef>
                          <a:spcPts val="20"/>
                        </a:spcBef>
                      </a:pPr>
                      <a:r>
                        <a:rPr dirty="0" sz="700" spc="-10" b="1">
                          <a:latin typeface="Calibri"/>
                          <a:cs typeface="Calibri"/>
                        </a:rPr>
                        <a:t>PANELOAD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9828530">
                        <a:lnSpc>
                          <a:spcPts val="770"/>
                        </a:lnSpc>
                        <a:tabLst>
                          <a:tab pos="14623415" algn="l"/>
                          <a:tab pos="16666210" algn="l"/>
                        </a:tabLst>
                      </a:pPr>
                      <a:r>
                        <a:rPr dirty="0" sz="700" spc="-10" b="1">
                          <a:latin typeface="Calibri"/>
                          <a:cs typeface="Calibri"/>
                        </a:rPr>
                        <a:t>0Y/220707AV,</a:t>
                      </a:r>
                      <a:r>
                        <a:rPr dirty="0" sz="70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16339" sz="1275" spc="-15" b="1">
                          <a:latin typeface="Calibri"/>
                          <a:cs typeface="Calibri"/>
                        </a:rPr>
                        <a:t>SECTION</a:t>
                      </a:r>
                      <a:r>
                        <a:rPr dirty="0" baseline="16339" sz="127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13071" sz="1275" spc="-15" b="1">
                          <a:latin typeface="Calibri"/>
                          <a:cs typeface="Calibri"/>
                        </a:rPr>
                        <a:t>TAODS</a:t>
                      </a:r>
                      <a:endParaRPr baseline="13071" sz="1275">
                        <a:latin typeface="Calibri"/>
                        <a:cs typeface="Calibri"/>
                      </a:endParaRPr>
                    </a:p>
                    <a:p>
                      <a:pPr algn="r" marR="1998980">
                        <a:lnSpc>
                          <a:spcPts val="675"/>
                        </a:lnSpc>
                      </a:pPr>
                      <a:r>
                        <a:rPr dirty="0" sz="850" spc="-10" b="1">
                          <a:latin typeface="Calibri"/>
                          <a:cs typeface="Calibri"/>
                        </a:rPr>
                        <a:t>DISTRIBUTION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7169784">
                        <a:lnSpc>
                          <a:spcPts val="994"/>
                        </a:lnSpc>
                        <a:tabLst>
                          <a:tab pos="15811500" algn="l"/>
                        </a:tabLst>
                      </a:pPr>
                      <a:r>
                        <a:rPr dirty="0" sz="950" spc="180" b="1">
                          <a:latin typeface="Calibri"/>
                          <a:cs typeface="Calibri"/>
                        </a:rPr>
                        <a:t>X</a:t>
                      </a:r>
                      <a:r>
                        <a:rPr dirty="0" sz="950" spc="-280" b="1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950" spc="225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950" spc="60" b="1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950" spc="-80" b="1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950" spc="170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950" spc="-204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950" spc="-310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14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340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950" spc="-15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225" b="1">
                          <a:latin typeface="Calibri"/>
                          <a:cs typeface="Calibri"/>
                        </a:rPr>
                        <a:t>RY</a:t>
                      </a:r>
                      <a:r>
                        <a:rPr dirty="0" sz="950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3071" sz="1275" spc="-15" b="1">
                          <a:latin typeface="Calibri"/>
                          <a:cs typeface="Calibri"/>
                        </a:rPr>
                        <a:t>SECTION</a:t>
                      </a:r>
                      <a:endParaRPr baseline="-13071" sz="1275">
                        <a:latin typeface="Calibri"/>
                        <a:cs typeface="Calibri"/>
                      </a:endParaRPr>
                    </a:p>
                    <a:p>
                      <a:pPr marL="1611630">
                        <a:lnSpc>
                          <a:spcPts val="815"/>
                        </a:lnSpc>
                        <a:spcBef>
                          <a:spcPts val="105"/>
                        </a:spcBef>
                        <a:tabLst>
                          <a:tab pos="7867015" algn="l"/>
                          <a:tab pos="9975215" algn="l"/>
                        </a:tabLst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r>
                        <a:rPr dirty="0" sz="7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2923" sz="1425" spc="-15" b="1">
                          <a:latin typeface="Calibri"/>
                          <a:cs typeface="Calibri"/>
                        </a:rPr>
                        <a:t>(HVAC)</a:t>
                      </a:r>
                      <a:r>
                        <a:rPr dirty="0" baseline="2923" sz="1425" b="1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43650" sz="1050" spc="-30">
                          <a:latin typeface="Calibri"/>
                          <a:cs typeface="Calibri"/>
                        </a:rPr>
                        <a:t>100A</a:t>
                      </a:r>
                      <a:endParaRPr baseline="43650" sz="1050">
                        <a:latin typeface="Calibri"/>
                        <a:cs typeface="Calibri"/>
                      </a:endParaRPr>
                    </a:p>
                    <a:p>
                      <a:pPr algn="ctr" marL="5102860">
                        <a:lnSpc>
                          <a:spcPts val="815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50(N)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algn="ctr" marL="1854200">
                        <a:lnSpc>
                          <a:spcPts val="1540"/>
                        </a:lnSpc>
                        <a:spcBef>
                          <a:spcPts val="495"/>
                        </a:spcBef>
                      </a:pPr>
                      <a:r>
                        <a:rPr dirty="0" sz="1450" spc="-25" b="1">
                          <a:latin typeface="Calibri"/>
                          <a:cs typeface="Calibri"/>
                        </a:rPr>
                        <a:t>...</a:t>
                      </a:r>
                      <a:endParaRPr sz="1450">
                        <a:latin typeface="Calibri"/>
                        <a:cs typeface="Calibri"/>
                      </a:endParaRPr>
                    </a:p>
                    <a:p>
                      <a:pPr algn="r" marR="5059680">
                        <a:lnSpc>
                          <a:spcPts val="640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7115809">
                        <a:lnSpc>
                          <a:spcPts val="990"/>
                        </a:lnSpc>
                        <a:spcBef>
                          <a:spcPts val="50"/>
                        </a:spcBef>
                      </a:pPr>
                      <a:r>
                        <a:rPr dirty="0" sz="950" spc="-60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950" spc="-434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950" spc="-540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50" spc="-9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570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950" spc="-38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950" spc="-5" b="1">
                          <a:latin typeface="Calibri"/>
                          <a:cs typeface="Calibri"/>
                        </a:rPr>
                        <a:t>RY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algn="ctr" marL="1783714">
                        <a:lnSpc>
                          <a:spcPts val="445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50A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1357630">
                        <a:lnSpc>
                          <a:spcPts val="840"/>
                        </a:lnSpc>
                        <a:tabLst>
                          <a:tab pos="7608570" algn="l"/>
                        </a:tabLst>
                      </a:pPr>
                      <a:r>
                        <a:rPr dirty="0" baseline="3968" sz="105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baseline="3968" sz="1050" spc="352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baseline="3968" sz="1050" spc="-15">
                          <a:latin typeface="Calibri"/>
                          <a:cs typeface="Calibri"/>
                        </a:rPr>
                        <a:t>CAABCLE</a:t>
                      </a:r>
                      <a:r>
                        <a:rPr dirty="0" baseline="3968" sz="10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10" b="1">
                          <a:latin typeface="Calibri"/>
                          <a:cs typeface="Calibri"/>
                        </a:rPr>
                        <a:t>SUPPRESSION)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13943330">
                        <a:lnSpc>
                          <a:spcPts val="1085"/>
                        </a:lnSpc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INCOMING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1391348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950" spc="-10" b="1">
                          <a:latin typeface="Calibri"/>
                          <a:cs typeface="Calibri"/>
                        </a:rPr>
                        <a:t>TFYROM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algn="ctr" marL="3063240">
                        <a:lnSpc>
                          <a:spcPts val="810"/>
                        </a:lnSpc>
                        <a:spcBef>
                          <a:spcPts val="930"/>
                        </a:spcBef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algn="ctr" marL="1783080">
                        <a:lnSpc>
                          <a:spcPts val="810"/>
                        </a:lnSpc>
                      </a:pPr>
                      <a:r>
                        <a:rPr dirty="0" sz="700" spc="-25">
                          <a:latin typeface="Calibri"/>
                          <a:cs typeface="Calibri"/>
                        </a:rPr>
                        <a:t>10A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r" marR="2856865">
                        <a:lnSpc>
                          <a:spcPts val="1025"/>
                        </a:lnSpc>
                        <a:tabLst>
                          <a:tab pos="2242185" algn="l"/>
                        </a:tabLst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EMS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 spc="-70" b="1">
                          <a:latin typeface="Calibri"/>
                          <a:cs typeface="Calibri"/>
                        </a:rPr>
                        <a:t>TESRITNEET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algn="ctr" marL="1381125">
                        <a:lnSpc>
                          <a:spcPts val="725"/>
                        </a:lnSpc>
                      </a:pPr>
                      <a:r>
                        <a:rPr dirty="0" sz="70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700" spc="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>
                          <a:latin typeface="Calibri"/>
                          <a:cs typeface="Calibri"/>
                        </a:rPr>
                        <a:t>CAABCLE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16025">
                        <a:lnSpc>
                          <a:spcPts val="770"/>
                        </a:lnSpc>
                        <a:tabLst>
                          <a:tab pos="1823085" algn="l"/>
                          <a:tab pos="2498090" algn="l"/>
                          <a:tab pos="3141345" algn="l"/>
                          <a:tab pos="3998595" algn="l"/>
                          <a:tab pos="4561205" algn="l"/>
                          <a:tab pos="5506720" algn="l"/>
                          <a:tab pos="6082665" algn="l"/>
                          <a:tab pos="6669405" algn="l"/>
                          <a:tab pos="7628255" algn="l"/>
                          <a:tab pos="8578850" algn="l"/>
                          <a:tab pos="9257030" algn="l"/>
                          <a:tab pos="9911715" algn="l"/>
                          <a:tab pos="10710545" algn="l"/>
                          <a:tab pos="11668760" algn="l"/>
                          <a:tab pos="12256135" algn="l"/>
                          <a:tab pos="13053060" algn="l"/>
                        </a:tabLst>
                      </a:pP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Apparent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24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baseline="32679" sz="1275" spc="7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baseline="32679" sz="1275" spc="-712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baseline="32679" sz="1275" spc="24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baseline="32679" sz="1275" spc="-37">
                          <a:latin typeface="Calibri"/>
                          <a:cs typeface="Calibri"/>
                        </a:rPr>
                        <a:t>g</a:t>
                      </a:r>
                      <a:r>
                        <a:rPr dirty="0" baseline="32679" sz="1275" spc="-112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baseline="32679" sz="1275" spc="-60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baseline="32679" sz="1275" spc="240">
                          <a:latin typeface="Calibri"/>
                          <a:cs typeface="Calibri"/>
                        </a:rPr>
                        <a:t>x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ngRtuhn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40">
                          <a:latin typeface="Calibri"/>
                          <a:cs typeface="Calibri"/>
                        </a:rPr>
                        <a:t>oLlt-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Lage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Phases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c.</a:t>
                      </a:r>
                      <a:r>
                        <a:rPr dirty="0" sz="850" spc="3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Neutral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Material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Current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mpaTcaibtyle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atiOngCP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Number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Voltage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itCode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Specification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Ground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679" sz="1275" spc="-15">
                          <a:latin typeface="Calibri"/>
                          <a:cs typeface="Calibri"/>
                        </a:rPr>
                        <a:t>Conduit</a:t>
                      </a:r>
                      <a:r>
                        <a:rPr dirty="0" baseline="32679" sz="127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[%V]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D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1046480">
                        <a:lnSpc>
                          <a:spcPts val="770"/>
                        </a:lnSpc>
                        <a:tabLst>
                          <a:tab pos="1819910" algn="l"/>
                          <a:tab pos="2750820" algn="l"/>
                          <a:tab pos="6699250" algn="l"/>
                          <a:tab pos="6924675" algn="l"/>
                          <a:tab pos="8458200" algn="l"/>
                          <a:tab pos="9455785" algn="l"/>
                          <a:tab pos="9884410" algn="l"/>
                          <a:tab pos="12494895" algn="l"/>
                          <a:tab pos="18235295" algn="l"/>
                        </a:tabLst>
                      </a:pPr>
                      <a:r>
                        <a:rPr dirty="0" sz="850">
                          <a:latin typeface="Calibri"/>
                          <a:cs typeface="Calibri"/>
                        </a:rPr>
                        <a:t>A]</a:t>
                      </a:r>
                      <a:r>
                        <a:rPr dirty="0" sz="8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power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%]</a:t>
                      </a:r>
                      <a:r>
                        <a:rPr dirty="0" sz="8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drop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[ft]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]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Needed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[#]</a:t>
                      </a:r>
                      <a:r>
                        <a:rPr dirty="0" sz="850" spc="3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Runs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limit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75">
                          <a:latin typeface="Calibri"/>
                          <a:cs typeface="Calibri"/>
                        </a:rPr>
                        <a:t>Moinr</a:t>
                      </a:r>
                      <a:r>
                        <a:rPr dirty="0" sz="85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Size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3888" sz="900" spc="-75">
                          <a:solidFill>
                            <a:srgbClr val="FF0000"/>
                          </a:solidFill>
                          <a:latin typeface="Verdana"/>
                          <a:cs typeface="Verdana"/>
                        </a:rPr>
                        <a:t>1</a:t>
                      </a:r>
                      <a:endParaRPr baseline="-13888" sz="900">
                        <a:latin typeface="Verdana"/>
                        <a:cs typeface="Verdana"/>
                      </a:endParaRPr>
                    </a:p>
                    <a:p>
                      <a:pPr marL="207010">
                        <a:lnSpc>
                          <a:spcPct val="100000"/>
                        </a:lnSpc>
                        <a:spcBef>
                          <a:spcPts val="540"/>
                        </a:spcBef>
                        <a:tabLst>
                          <a:tab pos="1311910" algn="l"/>
                          <a:tab pos="2063750" algn="l"/>
                          <a:tab pos="2763520" algn="l"/>
                          <a:tab pos="3388360" algn="l"/>
                          <a:tab pos="4195445" algn="l"/>
                          <a:tab pos="4546600" algn="l"/>
                          <a:tab pos="5401945" algn="l"/>
                          <a:tab pos="6205220" algn="l"/>
                          <a:tab pos="7023734" algn="l"/>
                          <a:tab pos="7969884" algn="l"/>
                          <a:tab pos="8801735" algn="l"/>
                          <a:tab pos="9430385" algn="l"/>
                          <a:tab pos="10137140" algn="l"/>
                          <a:tab pos="10915650" algn="l"/>
                          <a:tab pos="11739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ADBCLE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1,56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1300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dullNyot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VnCAL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193,0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301,56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350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1-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REVIEWED</a:t>
                      </a:r>
                      <a:r>
                        <a:rPr dirty="0" baseline="9259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baseline="9259" sz="900" spc="44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COMPLIANCE</a:t>
                      </a:r>
                      <a:endParaRPr baseline="9259" sz="9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775"/>
                        </a:lnSpc>
                        <a:spcBef>
                          <a:spcPts val="25"/>
                        </a:spcBef>
                        <a:tabLst>
                          <a:tab pos="1311910" algn="l"/>
                          <a:tab pos="2063750" algn="l"/>
                          <a:tab pos="2791460" algn="l"/>
                          <a:tab pos="3415665" algn="l"/>
                          <a:tab pos="4195445" algn="l"/>
                          <a:tab pos="4546600" algn="l"/>
                          <a:tab pos="5401945" algn="l"/>
                          <a:tab pos="6205220" algn="l"/>
                          <a:tab pos="6996430" algn="l"/>
                          <a:tab pos="7943215" algn="l"/>
                          <a:tab pos="8801735" algn="l"/>
                          <a:tab pos="9430385" algn="l"/>
                          <a:tab pos="9911715" algn="l"/>
                          <a:tab pos="10640695" algn="l"/>
                          <a:tab pos="11485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dullNyot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VnCAL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964,6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1205,82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1200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cm5i0l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kcm5i0l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3-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SUBJECT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FIELD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INSPECTION</a:t>
                      </a:r>
                      <a:endParaRPr baseline="37037" sz="9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370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Oakland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Fire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Department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915"/>
                        </a:lnSpc>
                        <a:tabLst>
                          <a:tab pos="1311910" algn="l"/>
                          <a:tab pos="2063750" algn="l"/>
                          <a:tab pos="2791460" algn="l"/>
                          <a:tab pos="3415665" algn="l"/>
                          <a:tab pos="4195445" algn="l"/>
                          <a:tab pos="4546600" algn="l"/>
                          <a:tab pos="5401945" algn="l"/>
                          <a:tab pos="6205220" algn="l"/>
                          <a:tab pos="6996430" algn="l"/>
                          <a:tab pos="7943215" algn="l"/>
                          <a:tab pos="8801735" algn="l"/>
                          <a:tab pos="9430385" algn="l"/>
                          <a:tab pos="9911715" algn="l"/>
                          <a:tab pos="10640695" algn="l"/>
                          <a:tab pos="11485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dullNyot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VnCAL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964,6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1205,82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1200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cm5i0l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kcm5i0l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3-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Fire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Prevention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Bureau</a:t>
                      </a:r>
                      <a:r>
                        <a:rPr dirty="0" baseline="4629" sz="900" spc="29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spc="-37">
                          <a:solidFill>
                            <a:srgbClr val="FF0000"/>
                          </a:solidFill>
                          <a:latin typeface="Vladimir Script"/>
                          <a:cs typeface="Vladimir Script"/>
                        </a:rPr>
                        <a:t>PCB</a:t>
                      </a:r>
                      <a:endParaRPr baseline="4629" sz="900">
                        <a:latin typeface="Vladimir Script"/>
                        <a:cs typeface="Vladimir Script"/>
                      </a:endParaRPr>
                    </a:p>
                    <a:p>
                      <a:pPr marL="211454">
                        <a:lnSpc>
                          <a:spcPts val="785"/>
                        </a:lnSpc>
                        <a:spcBef>
                          <a:spcPts val="20"/>
                        </a:spcBef>
                        <a:tabLst>
                          <a:tab pos="1311910" algn="l"/>
                          <a:tab pos="2063750" algn="l"/>
                          <a:tab pos="2736850" algn="l"/>
                          <a:tab pos="3415665" algn="l"/>
                          <a:tab pos="4195445" algn="l"/>
                          <a:tab pos="4546600" algn="l"/>
                          <a:tab pos="5401945" algn="l"/>
                          <a:tab pos="6205220" algn="l"/>
                          <a:tab pos="6996430" algn="l"/>
                          <a:tab pos="7943215" algn="l"/>
                          <a:tab pos="8801735" algn="l"/>
                          <a:tab pos="9203690" algn="l"/>
                          <a:tab pos="9911715" algn="l"/>
                          <a:tab pos="10640695" algn="l"/>
                          <a:tab pos="11485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160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dullNyot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VnCAL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964,6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1205,82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1200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kcm2i5l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cm5i0l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kcm5i0l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3-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0,59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Oakland,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dirty="0" baseline="3703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7037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94612</a:t>
                      </a:r>
                      <a:endParaRPr baseline="37037" sz="9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370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FDPR26-00369</a:t>
                      </a:r>
                      <a:r>
                        <a:rPr dirty="0" sz="600" spc="4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04.13.26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905"/>
                        </a:lnSpc>
                        <a:tabLst>
                          <a:tab pos="1311910" algn="l"/>
                          <a:tab pos="2063750" algn="l"/>
                          <a:tab pos="2763520" algn="l"/>
                          <a:tab pos="3415665" algn="l"/>
                          <a:tab pos="4195445" algn="l"/>
                          <a:tab pos="4578350" algn="l"/>
                          <a:tab pos="5450840" algn="l"/>
                          <a:tab pos="6205220" algn="l"/>
                          <a:tab pos="6996430" algn="l"/>
                          <a:tab pos="7943215" algn="l"/>
                          <a:tab pos="8801735" algn="l"/>
                          <a:tab pos="9430385" algn="l"/>
                          <a:tab pos="9911715" algn="l"/>
                          <a:tab pos="10640695" algn="l"/>
                          <a:tab pos="11760200" algn="l"/>
                          <a:tab pos="1255331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802,0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TCU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964,6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1205,82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1200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cm3i5l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kcm3i5l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41</a:t>
                      </a:r>
                      <a:r>
                        <a:rPr dirty="0" baseline="4629" sz="900" spc="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Tunnel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Rd.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baseline="462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4629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B2600362</a:t>
                      </a:r>
                      <a:endParaRPr baseline="4629" sz="9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  <a:spcBef>
                          <a:spcPts val="20"/>
                        </a:spcBef>
                        <a:tabLst>
                          <a:tab pos="1311910" algn="l"/>
                          <a:tab pos="2063750" algn="l"/>
                          <a:tab pos="276352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05220" algn="l"/>
                          <a:tab pos="7023734" algn="l"/>
                          <a:tab pos="7969884" algn="l"/>
                          <a:tab pos="8801735" algn="l"/>
                          <a:tab pos="9457690" algn="l"/>
                          <a:tab pos="9911715" algn="l"/>
                          <a:tab pos="10640695" algn="l"/>
                          <a:tab pos="11739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145,4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174,0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218,75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8#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cm3i0l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2-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OFD</a:t>
                      </a:r>
                      <a:r>
                        <a:rPr dirty="0" baseline="-3240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-32407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NOTES:</a:t>
                      </a:r>
                      <a:endParaRPr baseline="-32407" sz="9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  <a:spcBef>
                          <a:spcPts val="20"/>
                        </a:spcBef>
                        <a:tabLst>
                          <a:tab pos="1311910" algn="l"/>
                          <a:tab pos="2063750" algn="l"/>
                          <a:tab pos="276352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05220" algn="l"/>
                          <a:tab pos="7023734" algn="l"/>
                          <a:tab pos="7969884" algn="l"/>
                          <a:tab pos="8801735" algn="l"/>
                          <a:tab pos="9457690" algn="l"/>
                          <a:tab pos="9911715" algn="l"/>
                          <a:tab pos="10640695" algn="l"/>
                          <a:tab pos="11739245" algn="l"/>
                          <a:tab pos="1246060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145,4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174,0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218,75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8#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55">
                          <a:latin typeface="Calibri"/>
                          <a:cs typeface="Calibri"/>
                        </a:rPr>
                        <a:t>cm3i0l</a:t>
                      </a:r>
                      <a:r>
                        <a:rPr dirty="0" sz="8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30">
                          <a:latin typeface="Calibri"/>
                          <a:cs typeface="Calibri"/>
                        </a:rPr>
                        <a:t>kcm3i0l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2-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6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810"/>
                        </a:lnSpc>
                        <a:spcBef>
                          <a:spcPts val="25"/>
                        </a:spcBef>
                        <a:tabLst>
                          <a:tab pos="1339215" algn="l"/>
                          <a:tab pos="2063750" algn="l"/>
                          <a:tab pos="273685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05220" algn="l"/>
                          <a:tab pos="7023734" algn="l"/>
                          <a:tab pos="7969884" algn="l"/>
                          <a:tab pos="8801735" algn="l"/>
                          <a:tab pos="9478645" algn="l"/>
                          <a:tab pos="10137140" algn="l"/>
                          <a:tab pos="10915650" algn="l"/>
                          <a:tab pos="11739245" algn="l"/>
                          <a:tab pos="12553315" algn="l"/>
                          <a:tab pos="13209269" algn="l"/>
                          <a:tab pos="14165580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83,1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160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100,0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125,00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2/0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0,92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Provide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minimum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baseline="32407" sz="900" spc="37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feet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setback</a:t>
                      </a:r>
                      <a:r>
                        <a:rPr dirty="0" baseline="32407" sz="9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32407" sz="900" spc="-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with</a:t>
                      </a:r>
                      <a:endParaRPr baseline="32407" sz="9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375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non-combustible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vegetation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600" spc="3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structure.</a:t>
                      </a:r>
                      <a:r>
                        <a:rPr dirty="0" sz="600" spc="229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Ref.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ts val="885"/>
                        </a:lnSpc>
                        <a:tabLst>
                          <a:tab pos="1339215" algn="l"/>
                          <a:tab pos="2063750" algn="l"/>
                          <a:tab pos="273685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32525" algn="l"/>
                          <a:tab pos="7051040" algn="l"/>
                          <a:tab pos="7997825" algn="l"/>
                          <a:tab pos="8801735" algn="l"/>
                          <a:tab pos="9457690" algn="l"/>
                          <a:tab pos="10116820" algn="l"/>
                          <a:tab pos="10895330" algn="l"/>
                          <a:tab pos="11739245" algn="l"/>
                          <a:tab pos="12460605" algn="l"/>
                          <a:tab pos="13209269" algn="l"/>
                          <a:tab pos="14187169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41,5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160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50,0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62,50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70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3#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3#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3#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1-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1/4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1,15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Wildland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Urban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Interface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Code.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366520" algn="l"/>
                          <a:tab pos="2063750" algn="l"/>
                          <a:tab pos="2763520" algn="l"/>
                          <a:tab pos="3415665" algn="l"/>
                          <a:tab pos="4195445" algn="l"/>
                          <a:tab pos="4578350" algn="l"/>
                          <a:tab pos="5387340" algn="l"/>
                          <a:tab pos="6259830" algn="l"/>
                          <a:tab pos="7078345" algn="l"/>
                          <a:tab pos="7997825" algn="l"/>
                          <a:tab pos="8801735" algn="l"/>
                          <a:tab pos="9430385" algn="l"/>
                          <a:tab pos="10116820" algn="l"/>
                          <a:tab pos="10895330" algn="l"/>
                          <a:tab pos="11739245" algn="l"/>
                          <a:tab pos="12553315" algn="l"/>
                          <a:tab pos="13209269" algn="l"/>
                        </a:tabLst>
                      </a:pPr>
                      <a:r>
                        <a:rPr dirty="0" sz="850" spc="-10">
                          <a:latin typeface="Calibri"/>
                          <a:cs typeface="Calibri"/>
                        </a:rPr>
                        <a:t>AABCLE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5,0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1,25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480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3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10">
                          <a:latin typeface="Calibri"/>
                          <a:cs typeface="Calibri"/>
                        </a:rPr>
                        <a:t>RateFdully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345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850" spc="17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850" spc="-3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50" spc="200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850" spc="16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6,0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7,51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15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1#2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5">
                          <a:latin typeface="Calibri"/>
                          <a:cs typeface="Calibri"/>
                        </a:rPr>
                        <a:t>6#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50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850" spc="-20">
                          <a:latin typeface="Calibri"/>
                          <a:cs typeface="Calibri"/>
                        </a:rPr>
                        <a:t>0,01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r" marR="5930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300" spc="-10">
                          <a:latin typeface="Calibri"/>
                          <a:cs typeface="Calibri"/>
                        </a:rPr>
                        <a:t>31E/X2P1.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ER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660"/>
                        </a:lnSpc>
                        <a:spcBef>
                          <a:spcPts val="35"/>
                        </a:spcBef>
                      </a:pPr>
                      <a:r>
                        <a:rPr dirty="0" sz="600" spc="-25" b="1">
                          <a:latin typeface="Verdana"/>
                          <a:cs typeface="Verdana"/>
                        </a:rPr>
                        <a:t>BY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444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07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10">
                          <a:latin typeface="Verdana"/>
                          <a:cs typeface="Verdana"/>
                        </a:rPr>
                        <a:t>UPDATED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02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{{ISSUE_DATE}}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397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620"/>
                        </a:lnSpc>
                        <a:spcBef>
                          <a:spcPts val="75"/>
                        </a:spcBef>
                      </a:pPr>
                      <a:r>
                        <a:rPr dirty="0" sz="600" spc="-10" b="1">
                          <a:latin typeface="Verdana"/>
                          <a:cs typeface="Verdana"/>
                        </a:rPr>
                        <a:t>REEV.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952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1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690"/>
                        </a:lnSpc>
                        <a:spcBef>
                          <a:spcPts val="5"/>
                        </a:spcBef>
                      </a:pPr>
                      <a:r>
                        <a:rPr dirty="0" sz="600" spc="-20" b="1">
                          <a:latin typeface="Verdana"/>
                          <a:cs typeface="Verdana"/>
                        </a:rPr>
                        <a:t>REV.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63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0751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marL="28575">
                        <a:lnSpc>
                          <a:spcPts val="1065"/>
                        </a:lnSpc>
                      </a:pPr>
                      <a:r>
                        <a:rPr dirty="0" sz="1100" spc="-10">
                          <a:latin typeface="Verdana"/>
                          <a:cs typeface="Verdana"/>
                        </a:rPr>
                        <a:t>0</a:t>
                      </a:r>
                      <a:r>
                        <a:rPr dirty="0" sz="1100" spc="-130">
                          <a:latin typeface="Verdana"/>
                          <a:cs typeface="Verdana"/>
                        </a:rPr>
                        <a:t>6</a:t>
                      </a:r>
                      <a:r>
                        <a:rPr dirty="0" sz="1100" spc="-655"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1100" spc="-75">
                          <a:latin typeface="Verdana"/>
                          <a:cs typeface="Verdana"/>
                        </a:rPr>
                        <a:t>3</a:t>
                      </a:r>
                      <a:r>
                        <a:rPr dirty="0" sz="1100" spc="-819"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100" spc="-385">
                          <a:latin typeface="Verdana"/>
                          <a:cs typeface="Verdana"/>
                        </a:rPr>
                        <a:t>7</a:t>
                      </a:r>
                      <a:r>
                        <a:rPr dirty="0" sz="1100" spc="-195"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100" spc="-580">
                          <a:latin typeface="Verdana"/>
                          <a:cs typeface="Verdana"/>
                        </a:rPr>
                        <a:t>X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O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R="626745" indent="-5715">
                        <a:lnSpc>
                          <a:spcPct val="100899"/>
                        </a:lnSpc>
                      </a:pPr>
                      <a:r>
                        <a:rPr dirty="0" sz="1100" spc="-495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100" spc="60">
                          <a:latin typeface="Verdana"/>
                          <a:cs typeface="Verdana"/>
                        </a:rPr>
                        <a:t>81</a:t>
                      </a:r>
                      <a:r>
                        <a:rPr dirty="0" sz="1100" spc="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NAPA, 7</a:t>
                      </a:r>
                      <a:r>
                        <a:rPr dirty="0" sz="1100" spc="-315">
                          <a:latin typeface="Verdana"/>
                          <a:cs typeface="Verdana"/>
                        </a:rPr>
                        <a:t>0</a:t>
                      </a:r>
                      <a:r>
                        <a:rPr dirty="0" sz="1100" spc="-380"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100" spc="-350">
                          <a:latin typeface="Verdana"/>
                          <a:cs typeface="Verdana"/>
                        </a:rPr>
                        <a:t>7</a:t>
                      </a:r>
                      <a:r>
                        <a:rPr dirty="0" sz="1100" spc="-505">
                          <a:latin typeface="Verdana"/>
                          <a:cs typeface="Verdana"/>
                        </a:rPr>
                        <a:t>H</a:t>
                      </a:r>
                      <a:r>
                        <a:rPr dirty="0" sz="1100" spc="-25">
                          <a:latin typeface="Verdana"/>
                          <a:cs typeface="Verdana"/>
                        </a:rPr>
                        <a:t>)</a:t>
                      </a:r>
                      <a:r>
                        <a:rPr dirty="0" sz="1100" spc="-509">
                          <a:latin typeface="Verdana"/>
                          <a:cs typeface="Verdana"/>
                        </a:rPr>
                        <a:t>: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-252-</a:t>
                      </a:r>
                      <a:r>
                        <a:rPr dirty="0" sz="1100" spc="-20">
                          <a:latin typeface="Verdana"/>
                          <a:cs typeface="Verdana"/>
                        </a:rPr>
                        <a:t>9990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71551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700" spc="-68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700" spc="-484" b="1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700" spc="-204" b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700" spc="-1055" b="1"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700" spc="-10" b="1">
                          <a:latin typeface="Arial"/>
                          <a:cs typeface="Arial"/>
                        </a:rPr>
                        <a:t>emont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14300" marR="3882390" indent="-38100">
                        <a:lnSpc>
                          <a:spcPct val="134400"/>
                        </a:lnSpc>
                        <a:spcBef>
                          <a:spcPts val="5"/>
                        </a:spcBef>
                      </a:pPr>
                      <a:r>
                        <a:rPr dirty="0" sz="1350" spc="-90">
                          <a:latin typeface="Arial"/>
                          <a:cs typeface="Arial"/>
                        </a:rPr>
                        <a:t>u4n1nel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{{CITY_STATE}}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350" spc="-310">
                          <a:latin typeface="Arial"/>
                          <a:cs typeface="Arial"/>
                        </a:rPr>
                        <a:t>HA-</a:t>
                      </a:r>
                      <a:r>
                        <a:rPr dirty="0" sz="1350" spc="-765">
                          <a:latin typeface="Arial"/>
                          <a:cs typeface="Arial"/>
                        </a:rPr>
                        <a:t>7</a:t>
                      </a:r>
                      <a:r>
                        <a:rPr dirty="0" sz="1350" spc="-160">
                          <a:latin typeface="Arial"/>
                          <a:cs typeface="Arial"/>
                        </a:rPr>
                        <a:t>P</a:t>
                      </a:r>
                      <a:r>
                        <a:rPr dirty="0" sz="1350" spc="-615">
                          <a:latin typeface="Arial"/>
                          <a:cs typeface="Arial"/>
                        </a:rPr>
                        <a:t>6</a:t>
                      </a:r>
                      <a:r>
                        <a:rPr dirty="0" sz="1350" spc="-385">
                          <a:latin typeface="Arial"/>
                          <a:cs typeface="Arial"/>
                        </a:rPr>
                        <a:t>N7</a:t>
                      </a:r>
                      <a:r>
                        <a:rPr dirty="0" sz="1350" spc="-5">
                          <a:latin typeface="Arial"/>
                          <a:cs typeface="Arial"/>
                        </a:rPr>
                        <a:t>:0-</a:t>
                      </a:r>
                      <a:r>
                        <a:rPr dirty="0" sz="1350" spc="-25">
                          <a:latin typeface="Arial"/>
                          <a:cs typeface="Arial"/>
                        </a:rPr>
                        <a:t>027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33019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007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</a:pPr>
                      <a:r>
                        <a:rPr dirty="0" sz="1800" spc="-20" b="1">
                          <a:latin typeface="Verdana"/>
                          <a:cs typeface="Verdana"/>
                        </a:rPr>
                        <a:t>E2.0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marL="2317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POIS1LD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5397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762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62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UEFIRST</a:t>
                      </a:r>
                      <a:endParaRPr sz="550">
                        <a:latin typeface="Verdana"/>
                        <a:cs typeface="Verdana"/>
                      </a:endParaRPr>
                    </a:p>
                    <a:p>
                      <a:pPr marL="187325">
                        <a:lnSpc>
                          <a:spcPct val="100000"/>
                        </a:lnSpc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DATE: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685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{{ISSUE_DATE}}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10096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DESIGNED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20">
                          <a:latin typeface="Verdana"/>
                          <a:cs typeface="Verdana"/>
                        </a:rPr>
                        <a:t>{{DESIGNED_BY}}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CHECKED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{{CHECKED_BY}}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3050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794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800" spc="-10">
                          <a:latin typeface="Verdana"/>
                          <a:cs typeface="Verdana"/>
                        </a:rPr>
                        <a:t>.J:OB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533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600">
                          <a:latin typeface="Verdana"/>
                          <a:cs typeface="Verdana"/>
                        </a:rPr>
                        <a:t>25-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48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6921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273" name="object 27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925898" y="804552"/>
            <a:ext cx="2695981" cy="2656502"/>
          </a:xfrm>
          <a:prstGeom prst="rect">
            <a:avLst/>
          </a:prstGeom>
        </p:spPr>
      </p:pic>
      <p:pic>
        <p:nvPicPr>
          <p:cNvPr id="274" name="object 27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765226" y="11107748"/>
            <a:ext cx="28930" cy="1008462"/>
          </a:xfrm>
          <a:prstGeom prst="rect">
            <a:avLst/>
          </a:prstGeom>
        </p:spPr>
      </p:pic>
      <p:grpSp>
        <p:nvGrpSpPr>
          <p:cNvPr id="275" name="object 275"/>
          <p:cNvGrpSpPr/>
          <p:nvPr/>
        </p:nvGrpSpPr>
        <p:grpSpPr>
          <a:xfrm>
            <a:off x="16527191" y="11920818"/>
            <a:ext cx="772160" cy="1102995"/>
            <a:chOff x="16527191" y="11920818"/>
            <a:chExt cx="772160" cy="1102995"/>
          </a:xfrm>
        </p:grpSpPr>
        <p:sp>
          <p:nvSpPr>
            <p:cNvPr id="276" name="object 276"/>
            <p:cNvSpPr/>
            <p:nvPr/>
          </p:nvSpPr>
          <p:spPr>
            <a:xfrm>
              <a:off x="16706169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6679801" y="12064302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6695000" y="12086638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6711711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6714398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6714482" y="11962531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6689206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6695840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6710787" y="12599440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6690717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6710451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6604895" y="12202432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6612033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6540655" y="12185470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6560725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6573405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6559297" y="12451654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6582474" y="12451906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6645119" y="12544104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6666365" y="12564257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6645455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6687862" y="1258273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6666701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6665609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6687274" y="12585417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6588436" y="12475081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6572229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6605399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6587261" y="12505310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6624377" y="12522440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6604391" y="12530249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6610186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6623370" y="12553761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6626897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6534180" y="12214608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6531501" y="12255669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6530410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6531753" y="12312264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6529751" y="12334768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6533937" y="12364745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6530002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6527695" y="12304539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6589612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6612033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6636638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6535028" y="12227791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6555854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6553251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16550732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6535448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6541494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6549892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6540235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6556610" y="12370455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6560557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6548632" y="12423440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6563076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6571725" y="12425539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6595490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6656288" y="12092348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6681060" y="12112081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6689206" y="11977058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6665357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6665441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6643104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643104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673839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653265" y="12034325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603804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603720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586925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586925" y="12078241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6617156" y="12075470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6572145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572061" y="12103348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6601788" y="12098226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6559465" y="12147516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6559465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6588436" y="1212240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549052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548968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577100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6619255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655952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676022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622530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622530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634370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7165007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7188520" y="12197226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7165007" y="12204951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7257211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7273502" y="12197730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7249821" y="12196386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7062474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7064909" y="12635631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7064657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6898639" y="12492043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6892425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6888142" y="12682066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870088" y="12657526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833139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812313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6818695" y="12485913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6812313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6850102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850102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870759" y="12489860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6813405" y="12646715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6841032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6868996" y="1265763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6857995" y="12679967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6841788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6734888" y="12614303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6716078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6760165" y="12627150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6742698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6734888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6786365" y="12637982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6770409" y="12657127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6798961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6786785" y="12640753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6979591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6968506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6943481" y="1248708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6934748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6914006" y="12491455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6922908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6981942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6978499" y="1266921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7009486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7007974" y="12660234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7036861" y="12649066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7011417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7038541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6897295" y="12659646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925679" y="12659562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6918373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6898555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6927106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6953978" y="12657127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6948604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6955574" y="12652509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6763272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6763272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6763272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678359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678359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680719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6865805" y="12379860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6888310" y="1239782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6916442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6938947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6962628" y="1239782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6990759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7013264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7035770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7058275" y="12379860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6769066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6801648" y="12295974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832551" y="12320745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6880584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6880584" y="12302104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880584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909975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953306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981186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7010577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7041564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7072551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7254524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7226812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7155602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7165679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7175336" y="12539234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7187260" y="12539234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7158205" y="12541081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7206994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7178023" y="12519165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7209597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7224797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7196161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7223957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7240668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7212369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7087582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7092033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7111515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7117981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7090017" y="12597173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7114034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7134272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7142586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7236385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7246714" y="12405974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7254860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7256730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7257211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7180374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7182642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7173824" y="12224012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7198177" y="12228211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7173824" y="12232829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7249257" y="12392371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7266112" y="12405974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7275518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7260822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7282571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7264601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7287274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7261870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7288114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7264369" y="12308234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7265441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7285595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7264429" y="12279852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7262418" y="1222695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7280808" y="12226951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7262334" y="12251638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7061886" y="12037348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7071459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7061886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6823146" y="11949096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7005035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6991767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6768394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6796778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6795938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6886127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6886463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6886798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6849934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6826253" y="11990493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6858835" y="11984195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6861102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6838933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6829276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6760584" y="12012745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6729178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6738835" y="12166913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6741102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6778303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6748828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6743789" y="11973363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6719185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6790395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6808702" y="12022905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6803831" y="12111493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6984125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7009234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033166" y="12025424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045679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008394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019395" y="12116951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6986393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7000332" y="12124760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7022250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7038625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7048618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7029891" y="12133157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7040808" y="12145165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7061886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7045679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7019059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6913251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6944153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6948856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6929038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6929038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6972285" y="11990913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6963719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6970857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6885455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6885539" y="11921322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6855308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6825833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6825833" y="11926508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6856316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6768394" y="11940027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6796778" y="11932218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7005035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6945665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6945749" y="11924549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6915602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6915602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6935756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6907372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6975560" y="11929951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6975476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7249821" y="12169096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7252173" y="12141386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7147708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7152243" y="12158180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7240248" y="12141386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7228660" y="1211460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7238233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7228660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7214972" y="1208907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7222194" y="12089073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7214972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7199352" y="1206489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7204307" y="12064890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7181886" y="1204221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7184321" y="12042302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7181970" y="12072867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7162740" y="12021226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7162740" y="12021226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7162823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7088758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7106476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7088758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7139562" y="12001997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7114958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7114958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7089010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7089010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7110003" y="12086638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7134692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7139562" y="12001997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7141998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7263929" y="12169096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6591954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7124027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7097239" y="12491539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7121760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7071963" y="12519669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7032831" y="12538394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7044251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7012929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6975560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6939703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6942054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6896288" y="12578112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6615392" y="12410341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6637477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6669640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6656876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6671907" y="12497669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6697351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6717841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6711627" y="12519165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6725651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6711627" y="12558211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6781242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6820542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6825917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7157953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7183649" y="12425875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6887966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6866973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6846488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6826841" y="12072534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6807778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6789388" y="1208731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6771748" y="12097147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6755124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6726574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6712630" y="12143654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6700196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6689452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6680473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6673082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6667202" y="12234434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6662998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6660483" y="12274909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6659645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6660483" y="12332173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6662998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6667202" y="12373905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6673082" y="12394225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6680803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/>
            <p:cNvSpPr/>
            <p:nvPr/>
          </p:nvSpPr>
          <p:spPr>
            <a:xfrm>
              <a:off x="16690290" y="12433100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/>
            <p:cNvSpPr/>
            <p:nvPr/>
          </p:nvSpPr>
          <p:spPr>
            <a:xfrm>
              <a:off x="16701377" y="12450994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/>
            <p:cNvSpPr/>
            <p:nvPr/>
          </p:nvSpPr>
          <p:spPr>
            <a:xfrm>
              <a:off x="16725063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/>
            <p:cNvSpPr/>
            <p:nvPr/>
          </p:nvSpPr>
          <p:spPr>
            <a:xfrm>
              <a:off x="16739503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/>
            <p:cNvSpPr/>
            <p:nvPr/>
          </p:nvSpPr>
          <p:spPr>
            <a:xfrm>
              <a:off x="16755124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/>
            <p:cNvSpPr/>
            <p:nvPr/>
          </p:nvSpPr>
          <p:spPr>
            <a:xfrm>
              <a:off x="16771748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/>
            <p:cNvSpPr/>
            <p:nvPr/>
          </p:nvSpPr>
          <p:spPr>
            <a:xfrm>
              <a:off x="16789465" y="12531766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/>
            <p:cNvSpPr/>
            <p:nvPr/>
          </p:nvSpPr>
          <p:spPr>
            <a:xfrm>
              <a:off x="16808108" y="12541418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/>
            <p:cNvSpPr/>
            <p:nvPr/>
          </p:nvSpPr>
          <p:spPr>
            <a:xfrm>
              <a:off x="16827679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/>
            <p:cNvSpPr/>
            <p:nvPr/>
          </p:nvSpPr>
          <p:spPr>
            <a:xfrm>
              <a:off x="16866477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/>
            <p:cNvSpPr/>
            <p:nvPr/>
          </p:nvSpPr>
          <p:spPr>
            <a:xfrm>
              <a:off x="16886708" y="12558055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/>
            <p:cNvSpPr/>
            <p:nvPr/>
          </p:nvSpPr>
          <p:spPr>
            <a:xfrm>
              <a:off x="16907194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/>
            <p:cNvSpPr/>
            <p:nvPr/>
          </p:nvSpPr>
          <p:spPr>
            <a:xfrm>
              <a:off x="16927602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/>
            <p:cNvSpPr/>
            <p:nvPr/>
          </p:nvSpPr>
          <p:spPr>
            <a:xfrm>
              <a:off x="16947922" y="12551248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/>
            <p:cNvSpPr/>
            <p:nvPr/>
          </p:nvSpPr>
          <p:spPr>
            <a:xfrm>
              <a:off x="16968001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/>
            <p:cNvSpPr/>
            <p:nvPr/>
          </p:nvSpPr>
          <p:spPr>
            <a:xfrm>
              <a:off x="16987902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/>
            <p:cNvSpPr/>
            <p:nvPr/>
          </p:nvSpPr>
          <p:spPr>
            <a:xfrm>
              <a:off x="17007460" y="12528909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/>
            <p:cNvSpPr/>
            <p:nvPr/>
          </p:nvSpPr>
          <p:spPr>
            <a:xfrm>
              <a:off x="17026447" y="12506582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2" name="object 702"/>
            <p:cNvSpPr/>
            <p:nvPr/>
          </p:nvSpPr>
          <p:spPr>
            <a:xfrm>
              <a:off x="17059276" y="12493387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3" name="object 703"/>
            <p:cNvSpPr/>
            <p:nvPr/>
          </p:nvSpPr>
          <p:spPr>
            <a:xfrm>
              <a:off x="17074808" y="12478871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4" name="object 704"/>
            <p:cNvSpPr/>
            <p:nvPr/>
          </p:nvSpPr>
          <p:spPr>
            <a:xfrm>
              <a:off x="17089337" y="12463326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/>
            <p:cNvSpPr/>
            <p:nvPr/>
          </p:nvSpPr>
          <p:spPr>
            <a:xfrm>
              <a:off x="17102520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/>
            <p:cNvSpPr/>
            <p:nvPr/>
          </p:nvSpPr>
          <p:spPr>
            <a:xfrm>
              <a:off x="17114445" y="12429074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/>
            <p:cNvSpPr/>
            <p:nvPr/>
          </p:nvSpPr>
          <p:spPr>
            <a:xfrm>
              <a:off x="17124948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/>
            <p:cNvSpPr/>
            <p:nvPr/>
          </p:nvSpPr>
          <p:spPr>
            <a:xfrm>
              <a:off x="17134016" y="12391622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9" name="object 709"/>
            <p:cNvSpPr/>
            <p:nvPr/>
          </p:nvSpPr>
          <p:spPr>
            <a:xfrm>
              <a:off x="17141826" y="12371975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0" name="object 710"/>
            <p:cNvSpPr/>
            <p:nvPr/>
          </p:nvSpPr>
          <p:spPr>
            <a:xfrm>
              <a:off x="17148379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1" name="object 711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2" name="object 712"/>
            <p:cNvSpPr/>
            <p:nvPr/>
          </p:nvSpPr>
          <p:spPr>
            <a:xfrm>
              <a:off x="17154247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/>
            <p:cNvSpPr/>
            <p:nvPr/>
          </p:nvSpPr>
          <p:spPr>
            <a:xfrm>
              <a:off x="17151478" y="12270451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/>
            <p:cNvSpPr/>
            <p:nvPr/>
          </p:nvSpPr>
          <p:spPr>
            <a:xfrm>
              <a:off x="17147198" y="12250474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/>
            <p:cNvSpPr/>
            <p:nvPr/>
          </p:nvSpPr>
          <p:spPr>
            <a:xfrm>
              <a:off x="17141318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/>
            <p:cNvSpPr/>
            <p:nvPr/>
          </p:nvSpPr>
          <p:spPr>
            <a:xfrm>
              <a:off x="17133927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7" name="object 717"/>
            <p:cNvSpPr/>
            <p:nvPr/>
          </p:nvSpPr>
          <p:spPr>
            <a:xfrm>
              <a:off x="17124948" y="12193451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8" name="object 718"/>
            <p:cNvSpPr/>
            <p:nvPr/>
          </p:nvSpPr>
          <p:spPr>
            <a:xfrm>
              <a:off x="17114445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9" name="object 719"/>
            <p:cNvSpPr/>
            <p:nvPr/>
          </p:nvSpPr>
          <p:spPr>
            <a:xfrm>
              <a:off x="17090772" y="12143578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/>
            <p:cNvSpPr/>
            <p:nvPr/>
          </p:nvSpPr>
          <p:spPr>
            <a:xfrm>
              <a:off x="17075481" y="12129138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/>
            <p:cNvSpPr/>
            <p:nvPr/>
          </p:nvSpPr>
          <p:spPr>
            <a:xfrm>
              <a:off x="17059441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/>
            <p:cNvSpPr/>
            <p:nvPr/>
          </p:nvSpPr>
          <p:spPr>
            <a:xfrm>
              <a:off x="17042563" y="12104030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4" name="object 724"/>
            <p:cNvSpPr/>
            <p:nvPr/>
          </p:nvSpPr>
          <p:spPr>
            <a:xfrm>
              <a:off x="17006622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5" name="object 725"/>
            <p:cNvSpPr/>
            <p:nvPr/>
          </p:nvSpPr>
          <p:spPr>
            <a:xfrm>
              <a:off x="16987559" y="12077068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/>
            <p:cNvSpPr/>
            <p:nvPr/>
          </p:nvSpPr>
          <p:spPr>
            <a:xfrm>
              <a:off x="16968001" y="12071277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7" name="object 727"/>
            <p:cNvSpPr/>
            <p:nvPr/>
          </p:nvSpPr>
          <p:spPr>
            <a:xfrm>
              <a:off x="16929038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/>
            <p:cNvSpPr/>
            <p:nvPr/>
          </p:nvSpPr>
          <p:spPr>
            <a:xfrm>
              <a:off x="16927602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/>
            <p:cNvSpPr/>
            <p:nvPr/>
          </p:nvSpPr>
          <p:spPr>
            <a:xfrm>
              <a:off x="16849682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/>
            <p:cNvSpPr/>
            <p:nvPr/>
          </p:nvSpPr>
          <p:spPr>
            <a:xfrm>
              <a:off x="165472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2" name="object 732"/>
            <p:cNvSpPr/>
            <p:nvPr/>
          </p:nvSpPr>
          <p:spPr>
            <a:xfrm>
              <a:off x="16589360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/>
            <p:cNvSpPr/>
            <p:nvPr/>
          </p:nvSpPr>
          <p:spPr>
            <a:xfrm>
              <a:off x="1657357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/>
            <p:cNvSpPr/>
            <p:nvPr/>
          </p:nvSpPr>
          <p:spPr>
            <a:xfrm>
              <a:off x="16601284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5" name="object 735"/>
            <p:cNvSpPr/>
            <p:nvPr/>
          </p:nvSpPr>
          <p:spPr>
            <a:xfrm>
              <a:off x="16597338" y="1273715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/>
            <p:cNvSpPr/>
            <p:nvPr/>
          </p:nvSpPr>
          <p:spPr>
            <a:xfrm>
              <a:off x="1661446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/>
            <p:cNvSpPr/>
            <p:nvPr/>
          </p:nvSpPr>
          <p:spPr>
            <a:xfrm>
              <a:off x="1666594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/>
            <p:cNvSpPr/>
            <p:nvPr/>
          </p:nvSpPr>
          <p:spPr>
            <a:xfrm>
              <a:off x="16692313" y="12723127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9" name="object 739"/>
            <p:cNvSpPr/>
            <p:nvPr/>
          </p:nvSpPr>
          <p:spPr>
            <a:xfrm>
              <a:off x="16693657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0" name="object 740"/>
            <p:cNvSpPr/>
            <p:nvPr/>
          </p:nvSpPr>
          <p:spPr>
            <a:xfrm>
              <a:off x="16706841" y="12737150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/>
            <p:cNvSpPr/>
            <p:nvPr/>
          </p:nvSpPr>
          <p:spPr>
            <a:xfrm>
              <a:off x="16702894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/>
            <p:cNvSpPr/>
            <p:nvPr/>
          </p:nvSpPr>
          <p:spPr>
            <a:xfrm>
              <a:off x="16729262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3" name="object 743"/>
            <p:cNvSpPr/>
            <p:nvPr/>
          </p:nvSpPr>
          <p:spPr>
            <a:xfrm>
              <a:off x="16729262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4" name="object 744"/>
            <p:cNvSpPr/>
            <p:nvPr/>
          </p:nvSpPr>
          <p:spPr>
            <a:xfrm>
              <a:off x="16753027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5" name="object 745"/>
            <p:cNvSpPr/>
            <p:nvPr/>
          </p:nvSpPr>
          <p:spPr>
            <a:xfrm>
              <a:off x="16792579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6" name="object 746"/>
            <p:cNvSpPr/>
            <p:nvPr/>
          </p:nvSpPr>
          <p:spPr>
            <a:xfrm>
              <a:off x="1677679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7" name="object 747"/>
            <p:cNvSpPr/>
            <p:nvPr/>
          </p:nvSpPr>
          <p:spPr>
            <a:xfrm>
              <a:off x="16803160" y="12737150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8" name="object 748"/>
            <p:cNvSpPr/>
            <p:nvPr/>
          </p:nvSpPr>
          <p:spPr>
            <a:xfrm>
              <a:off x="16803160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9" name="object 749"/>
            <p:cNvSpPr/>
            <p:nvPr/>
          </p:nvSpPr>
          <p:spPr>
            <a:xfrm>
              <a:off x="1684405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0" name="object 750"/>
            <p:cNvSpPr/>
            <p:nvPr/>
          </p:nvSpPr>
          <p:spPr>
            <a:xfrm>
              <a:off x="1687042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1" name="object 751"/>
            <p:cNvSpPr/>
            <p:nvPr/>
          </p:nvSpPr>
          <p:spPr>
            <a:xfrm>
              <a:off x="1689418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2" name="object 752"/>
            <p:cNvSpPr/>
            <p:nvPr/>
          </p:nvSpPr>
          <p:spPr>
            <a:xfrm>
              <a:off x="1691795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3" name="object 753"/>
            <p:cNvSpPr/>
            <p:nvPr/>
          </p:nvSpPr>
          <p:spPr>
            <a:xfrm>
              <a:off x="16942978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4" name="object 754"/>
            <p:cNvSpPr/>
            <p:nvPr/>
          </p:nvSpPr>
          <p:spPr>
            <a:xfrm>
              <a:off x="16942978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5" name="object 755"/>
            <p:cNvSpPr/>
            <p:nvPr/>
          </p:nvSpPr>
          <p:spPr>
            <a:xfrm>
              <a:off x="16957505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6" name="object 756"/>
            <p:cNvSpPr/>
            <p:nvPr/>
          </p:nvSpPr>
          <p:spPr>
            <a:xfrm>
              <a:off x="16982614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7" name="object 757"/>
            <p:cNvSpPr/>
            <p:nvPr/>
          </p:nvSpPr>
          <p:spPr>
            <a:xfrm>
              <a:off x="16982614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8" name="object 758"/>
            <p:cNvSpPr/>
            <p:nvPr/>
          </p:nvSpPr>
          <p:spPr>
            <a:xfrm>
              <a:off x="17006379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9" name="object 759"/>
            <p:cNvSpPr/>
            <p:nvPr/>
          </p:nvSpPr>
          <p:spPr>
            <a:xfrm>
              <a:off x="17031403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0" name="object 760"/>
            <p:cNvSpPr/>
            <p:nvPr/>
          </p:nvSpPr>
          <p:spPr>
            <a:xfrm>
              <a:off x="17031403" y="127371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1" name="object 761"/>
            <p:cNvSpPr/>
            <p:nvPr/>
          </p:nvSpPr>
          <p:spPr>
            <a:xfrm>
              <a:off x="1707893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2" name="object 762"/>
            <p:cNvSpPr/>
            <p:nvPr/>
          </p:nvSpPr>
          <p:spPr>
            <a:xfrm>
              <a:off x="17101354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3" name="object 763"/>
            <p:cNvSpPr/>
            <p:nvPr/>
          </p:nvSpPr>
          <p:spPr>
            <a:xfrm>
              <a:off x="17129066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4" name="object 764"/>
            <p:cNvSpPr/>
            <p:nvPr/>
          </p:nvSpPr>
          <p:spPr>
            <a:xfrm>
              <a:off x="17168618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5" name="object 765"/>
            <p:cNvSpPr/>
            <p:nvPr/>
          </p:nvSpPr>
          <p:spPr>
            <a:xfrm>
              <a:off x="17195070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6" name="object 766"/>
            <p:cNvSpPr/>
            <p:nvPr/>
          </p:nvSpPr>
          <p:spPr>
            <a:xfrm>
              <a:off x="17221438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7" name="object 767"/>
            <p:cNvSpPr/>
            <p:nvPr/>
          </p:nvSpPr>
          <p:spPr>
            <a:xfrm>
              <a:off x="17247806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CLINTON, IOWA </a:t>
            </a:r>
            <a:r>
              <a:rPr dirty="0" sz="1100" spc="-10">
                <a:latin typeface="Verdana"/>
                <a:cs typeface="Verdana"/>
              </a:rPr>
              <a:t>52732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{{GC_PHONE}}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117044"/>
                </a:moveTo>
                <a:lnTo>
                  <a:pt x="594125" y="12116967"/>
                </a:lnTo>
                <a:lnTo>
                  <a:pt x="594203" y="12364467"/>
                </a:lnTo>
                <a:lnTo>
                  <a:pt x="0" y="12364467"/>
                </a:lnTo>
                <a:lnTo>
                  <a:pt x="0" y="12117044"/>
                </a:lnTo>
                <a:close/>
              </a:path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1218268" y="12364467"/>
                </a:lnTo>
                <a:lnTo>
                  <a:pt x="1218268" y="12611890"/>
                </a:lnTo>
                <a:lnTo>
                  <a:pt x="594203" y="12611890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77" y="4088931"/>
                </a:moveTo>
                <a:lnTo>
                  <a:pt x="77" y="3598219"/>
                </a:lnTo>
                <a:lnTo>
                  <a:pt x="111767" y="3598219"/>
                </a:lnTo>
                <a:lnTo>
                  <a:pt x="111767" y="4088931"/>
                </a:lnTo>
                <a:lnTo>
                  <a:pt x="77" y="4088931"/>
                </a:lnTo>
                <a:close/>
              </a:path>
              <a:path w="1218565" h="12842875">
                <a:moveTo>
                  <a:pt x="77" y="297067"/>
                </a:moveTo>
                <a:lnTo>
                  <a:pt x="77" y="25"/>
                </a:lnTo>
                <a:lnTo>
                  <a:pt x="111767" y="25"/>
                </a:lnTo>
                <a:lnTo>
                  <a:pt x="111767" y="297067"/>
                </a:lnTo>
                <a:lnTo>
                  <a:pt x="77" y="2970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8596703" y="2253808"/>
            <a:ext cx="120014" cy="208724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204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{{PROJECT_NAME}}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{{CITY_STATE}}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9407" y="12214248"/>
              <a:ext cx="801837" cy="80191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25098" y="1088824"/>
            <a:ext cx="5584825" cy="7727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35"/>
              </a:spcBef>
            </a:pPr>
            <a:r>
              <a:rPr dirty="0" sz="2050" spc="-10">
                <a:solidFill>
                  <a:srgbClr val="FF0000"/>
                </a:solidFill>
                <a:latin typeface="Verdana"/>
                <a:cs typeface="Verdana"/>
              </a:rPr>
              <a:t>CAUTION:</a:t>
            </a:r>
            <a:endParaRPr sz="2050">
              <a:latin typeface="Verdana"/>
              <a:cs typeface="Verdana"/>
            </a:endParaRPr>
          </a:p>
          <a:p>
            <a:pPr algn="ctr" marL="284480" marR="264795" indent="-67945">
              <a:lnSpc>
                <a:spcPct val="102299"/>
              </a:lnSpc>
              <a:spcBef>
                <a:spcPts val="10"/>
              </a:spcBef>
            </a:pPr>
            <a:r>
              <a:rPr dirty="0" sz="1450">
                <a:latin typeface="Verdana"/>
                <a:cs typeface="Verdana"/>
              </a:rPr>
              <a:t>THIS</a:t>
            </a:r>
            <a:r>
              <a:rPr dirty="0" sz="1450" spc="5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SERVICE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SUPPLIED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BY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ALTERNATIVE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 spc="-10">
                <a:latin typeface="Verdana"/>
                <a:cs typeface="Verdana"/>
              </a:rPr>
              <a:t>POWER </a:t>
            </a:r>
            <a:r>
              <a:rPr dirty="0" sz="1450">
                <a:latin typeface="Verdana"/>
                <a:cs typeface="Verdana"/>
              </a:rPr>
              <a:t>SOURCES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WITH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DISCONNECTS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LOCATED</a:t>
            </a:r>
            <a:r>
              <a:rPr dirty="0" sz="1450" spc="7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AS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 spc="-10">
                <a:latin typeface="Verdana"/>
                <a:cs typeface="Verdana"/>
              </a:rPr>
              <a:t>SHOWN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848776" y="11415534"/>
            <a:ext cx="725170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E4.0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Verdana"/>
                <a:cs typeface="Verdana"/>
              </a:rPr>
              <a:t>POI1</a:t>
            </a:r>
            <a:r>
              <a:rPr dirty="0" sz="700" spc="6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SIGNAGE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20971" y="1084697"/>
            <a:ext cx="5593080" cy="5593080"/>
            <a:chOff x="720971" y="1084697"/>
            <a:chExt cx="5593080" cy="5593080"/>
          </a:xfrm>
        </p:grpSpPr>
        <p:sp>
          <p:nvSpPr>
            <p:cNvPr id="25" name="object 25"/>
            <p:cNvSpPr/>
            <p:nvPr/>
          </p:nvSpPr>
          <p:spPr>
            <a:xfrm>
              <a:off x="725098" y="1088824"/>
              <a:ext cx="5584825" cy="5584825"/>
            </a:xfrm>
            <a:custGeom>
              <a:avLst/>
              <a:gdLst/>
              <a:ahLst/>
              <a:cxnLst/>
              <a:rect l="l" t="t" r="r" b="b"/>
              <a:pathLst>
                <a:path w="5584825" h="5584825">
                  <a:moveTo>
                    <a:pt x="0" y="0"/>
                  </a:moveTo>
                  <a:lnTo>
                    <a:pt x="5584470" y="0"/>
                  </a:lnTo>
                  <a:lnTo>
                    <a:pt x="5584470" y="5584471"/>
                  </a:lnTo>
                  <a:lnTo>
                    <a:pt x="0" y="558447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891589" y="6256235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89" h="339090">
                  <a:moveTo>
                    <a:pt x="69260" y="306946"/>
                  </a:moveTo>
                  <a:lnTo>
                    <a:pt x="36274" y="275448"/>
                  </a:lnTo>
                  <a:lnTo>
                    <a:pt x="13496" y="237670"/>
                  </a:lnTo>
                  <a:lnTo>
                    <a:pt x="1285" y="195889"/>
                  </a:lnTo>
                  <a:lnTo>
                    <a:pt x="0" y="152379"/>
                  </a:lnTo>
                  <a:lnTo>
                    <a:pt x="9999" y="109415"/>
                  </a:lnTo>
                  <a:lnTo>
                    <a:pt x="31643" y="69272"/>
                  </a:lnTo>
                  <a:lnTo>
                    <a:pt x="63139" y="36282"/>
                  </a:lnTo>
                  <a:lnTo>
                    <a:pt x="100916" y="13499"/>
                  </a:lnTo>
                  <a:lnTo>
                    <a:pt x="142700" y="1285"/>
                  </a:lnTo>
                  <a:lnTo>
                    <a:pt x="186213" y="0"/>
                  </a:lnTo>
                  <a:lnTo>
                    <a:pt x="229180" y="10003"/>
                  </a:lnTo>
                  <a:lnTo>
                    <a:pt x="269324" y="31655"/>
                  </a:lnTo>
                  <a:lnTo>
                    <a:pt x="302320" y="63151"/>
                  </a:lnTo>
                  <a:lnTo>
                    <a:pt x="325104" y="100928"/>
                  </a:lnTo>
                  <a:lnTo>
                    <a:pt x="337317" y="142712"/>
                  </a:lnTo>
                  <a:lnTo>
                    <a:pt x="338600" y="186225"/>
                  </a:lnTo>
                  <a:lnTo>
                    <a:pt x="328595" y="229192"/>
                  </a:lnTo>
                  <a:lnTo>
                    <a:pt x="306942" y="269336"/>
                  </a:lnTo>
                  <a:lnTo>
                    <a:pt x="275446" y="302323"/>
                  </a:lnTo>
                  <a:lnTo>
                    <a:pt x="237671" y="325103"/>
                  </a:lnTo>
                  <a:lnTo>
                    <a:pt x="195890" y="337316"/>
                  </a:lnTo>
                  <a:lnTo>
                    <a:pt x="152378" y="338601"/>
                  </a:lnTo>
                  <a:lnTo>
                    <a:pt x="109410" y="328598"/>
                  </a:lnTo>
                  <a:lnTo>
                    <a:pt x="69260" y="306946"/>
                  </a:lnTo>
                  <a:close/>
                </a:path>
                <a:path w="339089" h="339090">
                  <a:moveTo>
                    <a:pt x="306942" y="269336"/>
                  </a:moveTo>
                  <a:lnTo>
                    <a:pt x="31643" y="69272"/>
                  </a:lnTo>
                  <a:lnTo>
                    <a:pt x="169052" y="47525"/>
                  </a:lnTo>
                  <a:lnTo>
                    <a:pt x="239614" y="36357"/>
                  </a:lnTo>
                  <a:lnTo>
                    <a:pt x="265610" y="32242"/>
                  </a:lnTo>
                  <a:lnTo>
                    <a:pt x="269324" y="31655"/>
                  </a:lnTo>
                  <a:lnTo>
                    <a:pt x="153662" y="190807"/>
                  </a:lnTo>
                  <a:lnTo>
                    <a:pt x="94268" y="272534"/>
                  </a:lnTo>
                  <a:lnTo>
                    <a:pt x="72386" y="302644"/>
                  </a:lnTo>
                  <a:lnTo>
                    <a:pt x="69260" y="306946"/>
                  </a:lnTo>
                  <a:lnTo>
                    <a:pt x="31643" y="69272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183914" y="6504999"/>
            <a:ext cx="64198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TRUE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NORTH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07405" y="6742143"/>
            <a:ext cx="5620385" cy="356870"/>
            <a:chOff x="707405" y="6742143"/>
            <a:chExt cx="5620385" cy="356870"/>
          </a:xfrm>
        </p:grpSpPr>
        <p:sp>
          <p:nvSpPr>
            <p:cNvPr id="29" name="object 29"/>
            <p:cNvSpPr/>
            <p:nvPr/>
          </p:nvSpPr>
          <p:spPr>
            <a:xfrm>
              <a:off x="725099" y="6742778"/>
              <a:ext cx="5584825" cy="355600"/>
            </a:xfrm>
            <a:custGeom>
              <a:avLst/>
              <a:gdLst/>
              <a:ahLst/>
              <a:cxnLst/>
              <a:rect l="l" t="t" r="r" b="b"/>
              <a:pathLst>
                <a:path w="5584825" h="355600">
                  <a:moveTo>
                    <a:pt x="5584469" y="0"/>
                  </a:moveTo>
                  <a:lnTo>
                    <a:pt x="5584472" y="108788"/>
                  </a:lnTo>
                </a:path>
                <a:path w="5584825" h="355600">
                  <a:moveTo>
                    <a:pt x="5584476" y="296876"/>
                  </a:moveTo>
                  <a:lnTo>
                    <a:pt x="5584477" y="315685"/>
                  </a:lnTo>
                </a:path>
                <a:path w="5584825" h="355600">
                  <a:moveTo>
                    <a:pt x="5584472" y="108788"/>
                  </a:moveTo>
                  <a:lnTo>
                    <a:pt x="5584476" y="296876"/>
                  </a:lnTo>
                </a:path>
                <a:path w="5584825" h="355600">
                  <a:moveTo>
                    <a:pt x="5584477" y="315685"/>
                  </a:moveTo>
                  <a:lnTo>
                    <a:pt x="5584477" y="355242"/>
                  </a:lnTo>
                </a:path>
                <a:path w="5584825" h="355600">
                  <a:moveTo>
                    <a:pt x="0" y="31"/>
                  </a:moveTo>
                  <a:lnTo>
                    <a:pt x="4" y="315685"/>
                  </a:lnTo>
                </a:path>
                <a:path w="5584825" h="355600">
                  <a:moveTo>
                    <a:pt x="4" y="315685"/>
                  </a:moveTo>
                  <a:lnTo>
                    <a:pt x="5" y="355242"/>
                  </a:lnTo>
                </a:path>
                <a:path w="5584825" h="355600">
                  <a:moveTo>
                    <a:pt x="5584477" y="315685"/>
                  </a:moveTo>
                  <a:lnTo>
                    <a:pt x="4" y="3156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301045" y="704993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309576" y="70584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16572" y="704993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08040" y="70584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725491" y="6839253"/>
            <a:ext cx="5584190" cy="212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1200" spc="-25">
                <a:latin typeface="Verdana"/>
                <a:cs typeface="Verdana"/>
              </a:rPr>
              <a:t>10"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74831" y="1071127"/>
            <a:ext cx="549275" cy="5620385"/>
            <a:chOff x="6374831" y="1071127"/>
            <a:chExt cx="549275" cy="5620385"/>
          </a:xfrm>
        </p:grpSpPr>
        <p:sp>
          <p:nvSpPr>
            <p:cNvPr id="36" name="object 36"/>
            <p:cNvSpPr/>
            <p:nvPr/>
          </p:nvSpPr>
          <p:spPr>
            <a:xfrm>
              <a:off x="6375466" y="1088826"/>
              <a:ext cx="548005" cy="5584825"/>
            </a:xfrm>
            <a:custGeom>
              <a:avLst/>
              <a:gdLst/>
              <a:ahLst/>
              <a:cxnLst/>
              <a:rect l="l" t="t" r="r" b="b"/>
              <a:pathLst>
                <a:path w="548004" h="5584825">
                  <a:moveTo>
                    <a:pt x="0" y="5584471"/>
                  </a:moveTo>
                  <a:lnTo>
                    <a:pt x="507962" y="5584471"/>
                  </a:lnTo>
                </a:path>
                <a:path w="548004" h="5584825">
                  <a:moveTo>
                    <a:pt x="507962" y="5584471"/>
                  </a:moveTo>
                  <a:lnTo>
                    <a:pt x="547518" y="5584471"/>
                  </a:lnTo>
                </a:path>
                <a:path w="548004" h="5584825">
                  <a:moveTo>
                    <a:pt x="0" y="0"/>
                  </a:moveTo>
                  <a:lnTo>
                    <a:pt x="507962" y="0"/>
                  </a:lnTo>
                </a:path>
                <a:path w="548004" h="5584825">
                  <a:moveTo>
                    <a:pt x="507962" y="0"/>
                  </a:moveTo>
                  <a:lnTo>
                    <a:pt x="547518" y="0"/>
                  </a:lnTo>
                </a:path>
                <a:path w="548004" h="5584825">
                  <a:moveTo>
                    <a:pt x="507962" y="5584471"/>
                  </a:moveTo>
                  <a:lnTo>
                    <a:pt x="507962" y="2976639"/>
                  </a:lnTo>
                </a:path>
                <a:path w="548004" h="5584825">
                  <a:moveTo>
                    <a:pt x="507962" y="2607832"/>
                  </a:moveTo>
                  <a:lnTo>
                    <a:pt x="507962" y="0"/>
                  </a:lnTo>
                </a:path>
                <a:path w="548004" h="5584825">
                  <a:moveTo>
                    <a:pt x="507962" y="2976639"/>
                  </a:moveTo>
                  <a:lnTo>
                    <a:pt x="507962" y="2607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874896" y="666476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883428" y="66732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874896" y="108029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883428" y="107176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6663385" y="3734261"/>
            <a:ext cx="213995" cy="294005"/>
          </a:xfrm>
          <a:prstGeom prst="rect">
            <a:avLst/>
          </a:prstGeom>
        </p:spPr>
        <p:txBody>
          <a:bodyPr wrap="square" lIns="0" tIns="158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Verdana"/>
                <a:cs typeface="Verdana"/>
              </a:rPr>
              <a:t>10"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45889" y="404546"/>
            <a:ext cx="71120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20">
                <a:latin typeface="Verdana"/>
                <a:cs typeface="Verdana"/>
              </a:rPr>
              <a:t>BESS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060574" y="404546"/>
            <a:ext cx="71310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76523" y="404546"/>
            <a:ext cx="1519555" cy="5505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HEADER: 34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(0.472")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SUB: 18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(0.25")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BODY: 12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(0.167")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316928" y="404546"/>
            <a:ext cx="71120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25">
                <a:latin typeface="Verdana"/>
                <a:cs typeface="Verdana"/>
              </a:rPr>
              <a:t>MSB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531550" y="404546"/>
            <a:ext cx="71310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747569" y="404546"/>
            <a:ext cx="1519555" cy="5505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HEADER: 34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(0.472")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SUB: 18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(0.25")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BODY: 12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(0.167")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609782" y="7931735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609782" y="9048629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035900" y="943380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243687" y="943380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5248340" y="7936387"/>
          <a:ext cx="3450590" cy="150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4040"/>
              </a:tblGrid>
              <a:tr h="1116330">
                <a:tc>
                  <a:txBody>
                    <a:bodyPr/>
                    <a:lstStyle/>
                    <a:p>
                      <a:pPr algn="ctr" marL="666750" marR="756920">
                        <a:lnSpc>
                          <a:spcPct val="101099"/>
                        </a:lnSpc>
                        <a:spcBef>
                          <a:spcPts val="370"/>
                        </a:spcBef>
                      </a:pPr>
                      <a:r>
                        <a:rPr dirty="0" sz="2200" spc="-10">
                          <a:latin typeface="Verdana"/>
                          <a:cs typeface="Verdana"/>
                        </a:rPr>
                        <a:t>ENERGY STORAGE SYSTEM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B="0" marT="469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2"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3" name="object 53"/>
          <p:cNvSpPr txBox="1"/>
          <p:nvPr/>
        </p:nvSpPr>
        <p:spPr>
          <a:xfrm>
            <a:off x="5255031" y="10365033"/>
            <a:ext cx="1024890" cy="31432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ENCLOSURE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480272" y="10365033"/>
            <a:ext cx="713105" cy="31432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687441" y="10365033"/>
            <a:ext cx="979805" cy="31432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850">
                <a:latin typeface="Verdana"/>
                <a:cs typeface="Verdana"/>
              </a:rPr>
              <a:t>28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(0.281")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94737" y="7393566"/>
            <a:ext cx="71120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918356" y="7393566"/>
            <a:ext cx="71310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129248" y="7393566"/>
            <a:ext cx="3746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8609782" y="1079835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8609782" y="11915247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035900" y="12300421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243687" y="12300421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5248340" y="10803005"/>
          <a:ext cx="3450590" cy="150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4040"/>
              </a:tblGrid>
              <a:tr h="1116330">
                <a:tc>
                  <a:txBody>
                    <a:bodyPr/>
                    <a:lstStyle/>
                    <a:p>
                      <a:pPr algn="ctr" marL="561340" marR="627380">
                        <a:lnSpc>
                          <a:spcPct val="101600"/>
                        </a:lnSpc>
                        <a:spcBef>
                          <a:spcPts val="1270"/>
                        </a:spcBef>
                      </a:pPr>
                      <a:r>
                        <a:rPr dirty="0" sz="1700">
                          <a:latin typeface="Verdana"/>
                          <a:cs typeface="Verdana"/>
                        </a:rPr>
                        <a:t>LITHIUM </a:t>
                      </a:r>
                      <a:r>
                        <a:rPr dirty="0" sz="1700" spc="-20">
                          <a:latin typeface="Verdana"/>
                          <a:cs typeface="Verdana"/>
                        </a:rPr>
                        <a:t>IRON </a:t>
                      </a:r>
                      <a:r>
                        <a:rPr dirty="0" sz="1700" spc="-10">
                          <a:latin typeface="Verdana"/>
                          <a:cs typeface="Verdana"/>
                        </a:rPr>
                        <a:t>PHOSPHATE TECHNOLOGY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B="0" marT="1612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2"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4" name="object 64"/>
          <p:cNvSpPr/>
          <p:nvPr/>
        </p:nvSpPr>
        <p:spPr>
          <a:xfrm>
            <a:off x="4049479" y="7931735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049479" y="9607077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475628" y="9992250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83392" y="9992250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8" name="object 68"/>
          <p:cNvGraphicFramePr>
            <a:graphicFrameLocks noGrp="1"/>
          </p:cNvGraphicFramePr>
          <p:nvPr/>
        </p:nvGraphicFramePr>
        <p:xfrm>
          <a:off x="688047" y="7936387"/>
          <a:ext cx="3450590" cy="2059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3405"/>
              </a:tblGrid>
              <a:tr h="1675130">
                <a:tc>
                  <a:txBody>
                    <a:bodyPr/>
                    <a:lstStyle/>
                    <a:p>
                      <a:pPr algn="ctr" marL="447040" marR="437515" indent="-99695">
                        <a:lnSpc>
                          <a:spcPct val="101099"/>
                        </a:lnSpc>
                        <a:spcBef>
                          <a:spcPts val="1235"/>
                        </a:spcBef>
                      </a:pPr>
                      <a:r>
                        <a:rPr dirty="0" sz="2200" spc="-10">
                          <a:latin typeface="Verdana"/>
                          <a:cs typeface="Verdana"/>
                        </a:rPr>
                        <a:t>ENERGY STORAGE SYSTEM DISCONNECT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3"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9" name="object 69"/>
          <p:cNvSpPr txBox="1"/>
          <p:nvPr/>
        </p:nvSpPr>
        <p:spPr>
          <a:xfrm>
            <a:off x="694737" y="10260169"/>
            <a:ext cx="1024890" cy="4191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0"/>
              </a:spcBef>
            </a:pPr>
            <a:r>
              <a:rPr dirty="0" sz="850" spc="-10" b="1">
                <a:latin typeface="Verdana"/>
                <a:cs typeface="Verdana"/>
              </a:rPr>
              <a:t>LOCATION:</a:t>
            </a:r>
            <a:r>
              <a:rPr dirty="0" sz="850" spc="500" b="1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ENCLOSURE ({{INV_MFR}})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918356" y="10260169"/>
            <a:ext cx="71310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QUANTITY: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129248" y="10260169"/>
            <a:ext cx="97980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 b="1">
                <a:latin typeface="Verdana"/>
                <a:cs typeface="Verdana"/>
              </a:rPr>
              <a:t>TEXT: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36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(0.359")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049479" y="1079835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049479" y="12473695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475628" y="12858868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83392" y="12858868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6" name="object 76"/>
          <p:cNvGraphicFramePr>
            <a:graphicFrameLocks noGrp="1"/>
          </p:cNvGraphicFramePr>
          <p:nvPr/>
        </p:nvGraphicFramePr>
        <p:xfrm>
          <a:off x="688047" y="10803005"/>
          <a:ext cx="3450590" cy="2059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3405"/>
              </a:tblGrid>
              <a:tr h="1675130">
                <a:tc>
                  <a:txBody>
                    <a:bodyPr/>
                    <a:lstStyle/>
                    <a:p>
                      <a:pPr algn="ctr" marL="666750" marR="673100" indent="-84455">
                        <a:lnSpc>
                          <a:spcPct val="101099"/>
                        </a:lnSpc>
                        <a:spcBef>
                          <a:spcPts val="1235"/>
                        </a:spcBef>
                      </a:pPr>
                      <a:r>
                        <a:rPr dirty="0" sz="2200" spc="-10">
                          <a:latin typeface="Verdana"/>
                          <a:cs typeface="Verdana"/>
                        </a:rPr>
                        <a:t>ENERGY STORAGE SYSTEM INVERTER</a:t>
                      </a:r>
                      <a:endParaRPr sz="2200">
                        <a:latin typeface="Verdana"/>
                        <a:cs typeface="Verdana"/>
                      </a:endParaRPr>
                    </a:p>
                  </a:txBody>
                  <a:tcPr marL="0" marR="0" marB="0" marT="1568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3"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7" name="object 77"/>
          <p:cNvSpPr txBox="1"/>
          <p:nvPr/>
        </p:nvSpPr>
        <p:spPr>
          <a:xfrm>
            <a:off x="8284796" y="1088824"/>
            <a:ext cx="5584825" cy="7727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35"/>
              </a:spcBef>
            </a:pPr>
            <a:r>
              <a:rPr dirty="0" sz="2050" spc="-10">
                <a:solidFill>
                  <a:srgbClr val="FF0000"/>
                </a:solidFill>
                <a:latin typeface="Verdana"/>
                <a:cs typeface="Verdana"/>
              </a:rPr>
              <a:t>CAUTION:</a:t>
            </a:r>
            <a:endParaRPr sz="2050">
              <a:latin typeface="Verdana"/>
              <a:cs typeface="Verdana"/>
            </a:endParaRPr>
          </a:p>
          <a:p>
            <a:pPr algn="ctr" marL="284480" marR="264795" indent="-67945">
              <a:lnSpc>
                <a:spcPct val="102299"/>
              </a:lnSpc>
              <a:spcBef>
                <a:spcPts val="10"/>
              </a:spcBef>
            </a:pPr>
            <a:r>
              <a:rPr dirty="0" sz="1450">
                <a:latin typeface="Verdana"/>
                <a:cs typeface="Verdana"/>
              </a:rPr>
              <a:t>THIS</a:t>
            </a:r>
            <a:r>
              <a:rPr dirty="0" sz="1450" spc="5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SERVICE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SUPPLIED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BY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ALTERNATIVE</a:t>
            </a:r>
            <a:r>
              <a:rPr dirty="0" sz="1450" spc="60">
                <a:latin typeface="Verdana"/>
                <a:cs typeface="Verdana"/>
              </a:rPr>
              <a:t> </a:t>
            </a:r>
            <a:r>
              <a:rPr dirty="0" sz="1450" spc="-10">
                <a:latin typeface="Verdana"/>
                <a:cs typeface="Verdana"/>
              </a:rPr>
              <a:t>POWER </a:t>
            </a:r>
            <a:r>
              <a:rPr dirty="0" sz="1450">
                <a:latin typeface="Verdana"/>
                <a:cs typeface="Verdana"/>
              </a:rPr>
              <a:t>SOURCES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WITH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DISCONNECTS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LOCATED</a:t>
            </a:r>
            <a:r>
              <a:rPr dirty="0" sz="1450" spc="70">
                <a:latin typeface="Verdana"/>
                <a:cs typeface="Verdana"/>
              </a:rPr>
              <a:t> </a:t>
            </a:r>
            <a:r>
              <a:rPr dirty="0" sz="1450">
                <a:latin typeface="Verdana"/>
                <a:cs typeface="Verdana"/>
              </a:rPr>
              <a:t>AS</a:t>
            </a:r>
            <a:r>
              <a:rPr dirty="0" sz="1450" spc="65">
                <a:latin typeface="Verdana"/>
                <a:cs typeface="Verdana"/>
              </a:rPr>
              <a:t> </a:t>
            </a:r>
            <a:r>
              <a:rPr dirty="0" sz="1450" spc="-10">
                <a:latin typeface="Verdana"/>
                <a:cs typeface="Verdana"/>
              </a:rPr>
              <a:t>SHOWN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8267098" y="1084697"/>
            <a:ext cx="5620385" cy="6014085"/>
            <a:chOff x="8267098" y="1084697"/>
            <a:chExt cx="5620385" cy="6014085"/>
          </a:xfrm>
        </p:grpSpPr>
        <p:sp>
          <p:nvSpPr>
            <p:cNvPr id="79" name="object 79"/>
            <p:cNvSpPr/>
            <p:nvPr/>
          </p:nvSpPr>
          <p:spPr>
            <a:xfrm>
              <a:off x="8284797" y="1088824"/>
              <a:ext cx="5584825" cy="5584825"/>
            </a:xfrm>
            <a:custGeom>
              <a:avLst/>
              <a:gdLst/>
              <a:ahLst/>
              <a:cxnLst/>
              <a:rect l="l" t="t" r="r" b="b"/>
              <a:pathLst>
                <a:path w="5584825" h="5584825">
                  <a:moveTo>
                    <a:pt x="0" y="0"/>
                  </a:moveTo>
                  <a:lnTo>
                    <a:pt x="5584471" y="0"/>
                  </a:lnTo>
                  <a:lnTo>
                    <a:pt x="5584471" y="5584471"/>
                  </a:lnTo>
                  <a:lnTo>
                    <a:pt x="0" y="558447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8284797" y="6742778"/>
              <a:ext cx="5584825" cy="355600"/>
            </a:xfrm>
            <a:custGeom>
              <a:avLst/>
              <a:gdLst/>
              <a:ahLst/>
              <a:cxnLst/>
              <a:rect l="l" t="t" r="r" b="b"/>
              <a:pathLst>
                <a:path w="5584825" h="355600">
                  <a:moveTo>
                    <a:pt x="5584471" y="0"/>
                  </a:moveTo>
                  <a:lnTo>
                    <a:pt x="5584471" y="108788"/>
                  </a:lnTo>
                </a:path>
                <a:path w="5584825" h="355600">
                  <a:moveTo>
                    <a:pt x="5584471" y="296876"/>
                  </a:moveTo>
                  <a:lnTo>
                    <a:pt x="5584471" y="315685"/>
                  </a:lnTo>
                </a:path>
                <a:path w="5584825" h="355600">
                  <a:moveTo>
                    <a:pt x="5584471" y="108788"/>
                  </a:moveTo>
                  <a:lnTo>
                    <a:pt x="5584471" y="296876"/>
                  </a:lnTo>
                </a:path>
                <a:path w="5584825" h="355600">
                  <a:moveTo>
                    <a:pt x="5584471" y="315685"/>
                  </a:moveTo>
                  <a:lnTo>
                    <a:pt x="5584471" y="355242"/>
                  </a:lnTo>
                </a:path>
                <a:path w="5584825" h="355600">
                  <a:moveTo>
                    <a:pt x="0" y="31"/>
                  </a:moveTo>
                  <a:lnTo>
                    <a:pt x="0" y="315685"/>
                  </a:lnTo>
                </a:path>
                <a:path w="5584825" h="355600">
                  <a:moveTo>
                    <a:pt x="0" y="315685"/>
                  </a:moveTo>
                  <a:lnTo>
                    <a:pt x="0" y="355242"/>
                  </a:lnTo>
                </a:path>
                <a:path w="5584825" h="355600">
                  <a:moveTo>
                    <a:pt x="5584471" y="315685"/>
                  </a:moveTo>
                  <a:lnTo>
                    <a:pt x="0" y="3156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3860737" y="704993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3869268" y="705846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8276265" y="704993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8267733" y="705846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 txBox="1"/>
          <p:nvPr/>
        </p:nvSpPr>
        <p:spPr>
          <a:xfrm>
            <a:off x="8285184" y="6839253"/>
            <a:ext cx="5584190" cy="212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1200" spc="-25">
                <a:latin typeface="Verdana"/>
                <a:cs typeface="Verdana"/>
              </a:rPr>
              <a:t>10"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13934561" y="1071127"/>
            <a:ext cx="549275" cy="5620385"/>
            <a:chOff x="13934561" y="1071127"/>
            <a:chExt cx="549275" cy="5620385"/>
          </a:xfrm>
        </p:grpSpPr>
        <p:sp>
          <p:nvSpPr>
            <p:cNvPr id="87" name="object 87"/>
            <p:cNvSpPr/>
            <p:nvPr/>
          </p:nvSpPr>
          <p:spPr>
            <a:xfrm>
              <a:off x="13935196" y="1088826"/>
              <a:ext cx="548005" cy="5584825"/>
            </a:xfrm>
            <a:custGeom>
              <a:avLst/>
              <a:gdLst/>
              <a:ahLst/>
              <a:cxnLst/>
              <a:rect l="l" t="t" r="r" b="b"/>
              <a:pathLst>
                <a:path w="548005" h="5584825">
                  <a:moveTo>
                    <a:pt x="0" y="5584471"/>
                  </a:moveTo>
                  <a:lnTo>
                    <a:pt x="507954" y="5584471"/>
                  </a:lnTo>
                </a:path>
                <a:path w="548005" h="5584825">
                  <a:moveTo>
                    <a:pt x="507954" y="5584471"/>
                  </a:moveTo>
                  <a:lnTo>
                    <a:pt x="547510" y="5584471"/>
                  </a:lnTo>
                </a:path>
                <a:path w="548005" h="5584825">
                  <a:moveTo>
                    <a:pt x="0" y="0"/>
                  </a:moveTo>
                  <a:lnTo>
                    <a:pt x="507954" y="0"/>
                  </a:lnTo>
                </a:path>
                <a:path w="548005" h="5584825">
                  <a:moveTo>
                    <a:pt x="507954" y="0"/>
                  </a:moveTo>
                  <a:lnTo>
                    <a:pt x="547510" y="0"/>
                  </a:lnTo>
                </a:path>
                <a:path w="548005" h="5584825">
                  <a:moveTo>
                    <a:pt x="507954" y="5584471"/>
                  </a:moveTo>
                  <a:lnTo>
                    <a:pt x="507954" y="2976632"/>
                  </a:lnTo>
                </a:path>
                <a:path w="548005" h="5584825">
                  <a:moveTo>
                    <a:pt x="507954" y="2607824"/>
                  </a:moveTo>
                  <a:lnTo>
                    <a:pt x="507954" y="0"/>
                  </a:lnTo>
                </a:path>
                <a:path w="548005" h="5584825">
                  <a:moveTo>
                    <a:pt x="507954" y="2976632"/>
                  </a:moveTo>
                  <a:lnTo>
                    <a:pt x="507954" y="26078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14434619" y="666476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4443151" y="66732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4434619" y="108029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4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4443151" y="107176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 txBox="1"/>
          <p:nvPr/>
        </p:nvSpPr>
        <p:spPr>
          <a:xfrm>
            <a:off x="14223116" y="3733935"/>
            <a:ext cx="213995" cy="294005"/>
          </a:xfrm>
          <a:prstGeom prst="rect">
            <a:avLst/>
          </a:prstGeom>
        </p:spPr>
        <p:txBody>
          <a:bodyPr wrap="square" lIns="0" tIns="1587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-25">
                <a:latin typeface="Verdana"/>
                <a:cs typeface="Verdana"/>
              </a:rPr>
              <a:t>10"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8404036" y="1861343"/>
            <a:ext cx="5328285" cy="4384040"/>
            <a:chOff x="8404036" y="1861343"/>
            <a:chExt cx="5328285" cy="4384040"/>
          </a:xfrm>
        </p:grpSpPr>
        <p:pic>
          <p:nvPicPr>
            <p:cNvPr id="94" name="object 9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06259" y="1861343"/>
              <a:ext cx="5323397" cy="4381421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10953554" y="3797068"/>
              <a:ext cx="243204" cy="686435"/>
            </a:xfrm>
            <a:custGeom>
              <a:avLst/>
              <a:gdLst/>
              <a:ahLst/>
              <a:cxnLst/>
              <a:rect l="l" t="t" r="r" b="b"/>
              <a:pathLst>
                <a:path w="243204" h="686435">
                  <a:moveTo>
                    <a:pt x="5584" y="36717"/>
                  </a:moveTo>
                  <a:lnTo>
                    <a:pt x="59335" y="24509"/>
                  </a:lnTo>
                </a:path>
                <a:path w="243204" h="686435">
                  <a:moveTo>
                    <a:pt x="236642" y="649497"/>
                  </a:moveTo>
                  <a:lnTo>
                    <a:pt x="242691" y="616789"/>
                  </a:lnTo>
                  <a:lnTo>
                    <a:pt x="210503" y="610809"/>
                  </a:lnTo>
                  <a:lnTo>
                    <a:pt x="204376" y="643517"/>
                  </a:lnTo>
                  <a:lnTo>
                    <a:pt x="236642" y="649497"/>
                  </a:lnTo>
                </a:path>
                <a:path w="243204" h="686435">
                  <a:moveTo>
                    <a:pt x="62980" y="23679"/>
                  </a:moveTo>
                  <a:lnTo>
                    <a:pt x="68487" y="48189"/>
                  </a:lnTo>
                </a:path>
                <a:path w="243204" h="686435">
                  <a:moveTo>
                    <a:pt x="1939" y="37540"/>
                  </a:moveTo>
                  <a:lnTo>
                    <a:pt x="5584" y="36717"/>
                  </a:lnTo>
                </a:path>
                <a:path w="243204" h="686435">
                  <a:moveTo>
                    <a:pt x="68487" y="48189"/>
                  </a:moveTo>
                  <a:lnTo>
                    <a:pt x="7523" y="62041"/>
                  </a:lnTo>
                  <a:lnTo>
                    <a:pt x="1939" y="37540"/>
                  </a:lnTo>
                </a:path>
                <a:path w="243204" h="686435">
                  <a:moveTo>
                    <a:pt x="5584" y="36717"/>
                  </a:moveTo>
                  <a:lnTo>
                    <a:pt x="0" y="12208"/>
                  </a:lnTo>
                  <a:lnTo>
                    <a:pt x="53750" y="0"/>
                  </a:lnTo>
                  <a:lnTo>
                    <a:pt x="59335" y="24509"/>
                  </a:lnTo>
                  <a:lnTo>
                    <a:pt x="62980" y="23679"/>
                  </a:lnTo>
                </a:path>
                <a:path w="243204" h="686435">
                  <a:moveTo>
                    <a:pt x="102071" y="686137"/>
                  </a:moveTo>
                  <a:lnTo>
                    <a:pt x="105406" y="667817"/>
                  </a:lnTo>
                  <a:lnTo>
                    <a:pt x="86404" y="664288"/>
                  </a:lnTo>
                  <a:lnTo>
                    <a:pt x="82991" y="682608"/>
                  </a:lnTo>
                  <a:lnTo>
                    <a:pt x="102071" y="686137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54664" y="2203539"/>
              <a:ext cx="290935" cy="436690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8406259" y="3288441"/>
              <a:ext cx="5323840" cy="2954655"/>
            </a:xfrm>
            <a:custGeom>
              <a:avLst/>
              <a:gdLst/>
              <a:ahLst/>
              <a:cxnLst/>
              <a:rect l="l" t="t" r="r" b="b"/>
              <a:pathLst>
                <a:path w="5323840" h="2954654">
                  <a:moveTo>
                    <a:pt x="3374417" y="360027"/>
                  </a:moveTo>
                  <a:lnTo>
                    <a:pt x="3918748" y="253248"/>
                  </a:lnTo>
                  <a:lnTo>
                    <a:pt x="4267157" y="161887"/>
                  </a:lnTo>
                  <a:lnTo>
                    <a:pt x="4516519" y="76926"/>
                  </a:lnTo>
                  <a:lnTo>
                    <a:pt x="4750524" y="11696"/>
                  </a:lnTo>
                  <a:lnTo>
                    <a:pt x="4913869" y="0"/>
                  </a:lnTo>
                  <a:lnTo>
                    <a:pt x="5057282" y="40285"/>
                  </a:lnTo>
                  <a:lnTo>
                    <a:pt x="5179365" y="109928"/>
                  </a:lnTo>
                  <a:lnTo>
                    <a:pt x="5292373" y="128303"/>
                  </a:lnTo>
                  <a:lnTo>
                    <a:pt x="5323397" y="125616"/>
                  </a:lnTo>
                </a:path>
                <a:path w="5323840" h="2954654">
                  <a:moveTo>
                    <a:pt x="5292373" y="234073"/>
                  </a:moveTo>
                  <a:lnTo>
                    <a:pt x="5129647" y="208299"/>
                  </a:lnTo>
                  <a:lnTo>
                    <a:pt x="4908440" y="195486"/>
                  </a:lnTo>
                  <a:lnTo>
                    <a:pt x="4839022" y="364168"/>
                  </a:lnTo>
                  <a:lnTo>
                    <a:pt x="4811332" y="431298"/>
                  </a:lnTo>
                  <a:lnTo>
                    <a:pt x="4788917" y="423914"/>
                  </a:lnTo>
                </a:path>
                <a:path w="5323840" h="2954654">
                  <a:moveTo>
                    <a:pt x="4783875" y="381092"/>
                  </a:moveTo>
                  <a:lnTo>
                    <a:pt x="4638912" y="333345"/>
                  </a:lnTo>
                  <a:lnTo>
                    <a:pt x="4626657" y="370474"/>
                  </a:lnTo>
                  <a:lnTo>
                    <a:pt x="4423289" y="303483"/>
                  </a:lnTo>
                </a:path>
                <a:path w="5323840" h="2954654">
                  <a:moveTo>
                    <a:pt x="4783875" y="381092"/>
                  </a:moveTo>
                  <a:lnTo>
                    <a:pt x="4771621" y="418221"/>
                  </a:lnTo>
                  <a:lnTo>
                    <a:pt x="4626657" y="370474"/>
                  </a:lnTo>
                </a:path>
                <a:path w="5323840" h="2954654">
                  <a:moveTo>
                    <a:pt x="4839022" y="364168"/>
                  </a:moveTo>
                  <a:lnTo>
                    <a:pt x="4811565" y="355140"/>
                  </a:lnTo>
                </a:path>
                <a:path w="5323840" h="2954654">
                  <a:moveTo>
                    <a:pt x="4811565" y="355140"/>
                  </a:moveTo>
                  <a:lnTo>
                    <a:pt x="4788917" y="423914"/>
                  </a:lnTo>
                  <a:lnTo>
                    <a:pt x="4771621" y="418221"/>
                  </a:lnTo>
                </a:path>
                <a:path w="5323840" h="2954654">
                  <a:moveTo>
                    <a:pt x="4423289" y="303483"/>
                  </a:moveTo>
                  <a:lnTo>
                    <a:pt x="4412818" y="307485"/>
                  </a:lnTo>
                  <a:lnTo>
                    <a:pt x="4339522" y="273040"/>
                  </a:lnTo>
                </a:path>
                <a:path w="5323840" h="2954654">
                  <a:moveTo>
                    <a:pt x="4412818" y="307485"/>
                  </a:moveTo>
                  <a:lnTo>
                    <a:pt x="3639524" y="491377"/>
                  </a:lnTo>
                  <a:lnTo>
                    <a:pt x="3456555" y="589307"/>
                  </a:lnTo>
                  <a:lnTo>
                    <a:pt x="3378372" y="649488"/>
                  </a:lnTo>
                  <a:lnTo>
                    <a:pt x="3384345" y="661052"/>
                  </a:lnTo>
                </a:path>
                <a:path w="5323840" h="2954654">
                  <a:moveTo>
                    <a:pt x="3456555" y="801269"/>
                  </a:moveTo>
                  <a:lnTo>
                    <a:pt x="2888102" y="1077375"/>
                  </a:lnTo>
                  <a:lnTo>
                    <a:pt x="2873831" y="1048072"/>
                  </a:lnTo>
                  <a:lnTo>
                    <a:pt x="2836989" y="1065965"/>
                  </a:lnTo>
                  <a:lnTo>
                    <a:pt x="2774784" y="1055355"/>
                  </a:lnTo>
                </a:path>
                <a:path w="5323840" h="2954654">
                  <a:moveTo>
                    <a:pt x="4339522" y="273040"/>
                  </a:moveTo>
                  <a:lnTo>
                    <a:pt x="3642316" y="438767"/>
                  </a:lnTo>
                  <a:lnTo>
                    <a:pt x="3353397" y="570173"/>
                  </a:lnTo>
                  <a:lnTo>
                    <a:pt x="3117919" y="657903"/>
                  </a:lnTo>
                  <a:lnTo>
                    <a:pt x="3145066" y="740096"/>
                  </a:lnTo>
                </a:path>
                <a:path w="5323840" h="2954654">
                  <a:moveTo>
                    <a:pt x="3145066" y="740096"/>
                  </a:moveTo>
                  <a:lnTo>
                    <a:pt x="3384345" y="661052"/>
                  </a:lnTo>
                  <a:lnTo>
                    <a:pt x="3456555" y="801269"/>
                  </a:lnTo>
                </a:path>
                <a:path w="5323840" h="2954654">
                  <a:moveTo>
                    <a:pt x="2658829" y="1035561"/>
                  </a:moveTo>
                  <a:lnTo>
                    <a:pt x="2677909" y="916092"/>
                  </a:lnTo>
                  <a:lnTo>
                    <a:pt x="2751438" y="927827"/>
                  </a:lnTo>
                  <a:lnTo>
                    <a:pt x="2789366" y="970029"/>
                  </a:lnTo>
                  <a:lnTo>
                    <a:pt x="2774784" y="1055355"/>
                  </a:lnTo>
                  <a:lnTo>
                    <a:pt x="2658829" y="1035561"/>
                  </a:lnTo>
                  <a:lnTo>
                    <a:pt x="2548303" y="1016706"/>
                  </a:lnTo>
                  <a:lnTo>
                    <a:pt x="2481289" y="1005281"/>
                  </a:lnTo>
                </a:path>
                <a:path w="5323840" h="2954654">
                  <a:moveTo>
                    <a:pt x="2548303" y="1016706"/>
                  </a:moveTo>
                  <a:lnTo>
                    <a:pt x="2561876" y="936886"/>
                  </a:lnTo>
                  <a:lnTo>
                    <a:pt x="2494940" y="925461"/>
                  </a:lnTo>
                </a:path>
                <a:path w="5323840" h="2954654">
                  <a:moveTo>
                    <a:pt x="2494940" y="925461"/>
                  </a:moveTo>
                  <a:lnTo>
                    <a:pt x="2481289" y="1005281"/>
                  </a:lnTo>
                  <a:lnTo>
                    <a:pt x="2182830" y="954361"/>
                  </a:lnTo>
                </a:path>
                <a:path w="5323840" h="2954654">
                  <a:moveTo>
                    <a:pt x="2888102" y="1077375"/>
                  </a:moveTo>
                  <a:lnTo>
                    <a:pt x="2799294" y="1120476"/>
                  </a:lnTo>
                  <a:lnTo>
                    <a:pt x="2201212" y="1002605"/>
                  </a:lnTo>
                  <a:lnTo>
                    <a:pt x="2008626" y="975287"/>
                  </a:lnTo>
                  <a:lnTo>
                    <a:pt x="1964260" y="1100791"/>
                  </a:lnTo>
                  <a:lnTo>
                    <a:pt x="1864205" y="1065477"/>
                  </a:lnTo>
                  <a:lnTo>
                    <a:pt x="1903917" y="953136"/>
                  </a:lnTo>
                  <a:lnTo>
                    <a:pt x="1757790" y="919753"/>
                  </a:lnTo>
                  <a:lnTo>
                    <a:pt x="1702643" y="1028472"/>
                  </a:lnTo>
                  <a:lnTo>
                    <a:pt x="1654865" y="1016038"/>
                  </a:lnTo>
                  <a:lnTo>
                    <a:pt x="1637025" y="1084487"/>
                  </a:lnTo>
                  <a:lnTo>
                    <a:pt x="1619574" y="1079934"/>
                  </a:lnTo>
                </a:path>
                <a:path w="5323840" h="2954654">
                  <a:moveTo>
                    <a:pt x="1535264" y="1057976"/>
                  </a:moveTo>
                  <a:lnTo>
                    <a:pt x="1479729" y="940113"/>
                  </a:lnTo>
                  <a:lnTo>
                    <a:pt x="1245027" y="999045"/>
                  </a:lnTo>
                  <a:lnTo>
                    <a:pt x="1218345" y="943689"/>
                  </a:lnTo>
                  <a:lnTo>
                    <a:pt x="95866" y="1569902"/>
                  </a:lnTo>
                </a:path>
                <a:path w="5323840" h="2954654">
                  <a:moveTo>
                    <a:pt x="557826" y="1501399"/>
                  </a:moveTo>
                  <a:lnTo>
                    <a:pt x="571167" y="1526824"/>
                  </a:lnTo>
                </a:path>
                <a:path w="5323840" h="2954654">
                  <a:moveTo>
                    <a:pt x="852717" y="2061397"/>
                  </a:moveTo>
                  <a:lnTo>
                    <a:pt x="1264805" y="1844363"/>
                  </a:lnTo>
                </a:path>
                <a:path w="5323840" h="2954654">
                  <a:moveTo>
                    <a:pt x="1611973" y="1661534"/>
                  </a:moveTo>
                  <a:lnTo>
                    <a:pt x="1566521" y="1575199"/>
                  </a:lnTo>
                </a:path>
                <a:path w="5323840" h="2954654">
                  <a:moveTo>
                    <a:pt x="1515718" y="1110866"/>
                  </a:moveTo>
                  <a:lnTo>
                    <a:pt x="1509126" y="1108244"/>
                  </a:lnTo>
                  <a:lnTo>
                    <a:pt x="1486865" y="1108244"/>
                  </a:lnTo>
                  <a:lnTo>
                    <a:pt x="1356716" y="1176770"/>
                  </a:lnTo>
                  <a:lnTo>
                    <a:pt x="1312738" y="1093298"/>
                  </a:lnTo>
                  <a:lnTo>
                    <a:pt x="557826" y="1501399"/>
                  </a:lnTo>
                </a:path>
                <a:path w="5323840" h="2954654">
                  <a:moveTo>
                    <a:pt x="1665801" y="1170038"/>
                  </a:moveTo>
                  <a:lnTo>
                    <a:pt x="1760892" y="1333330"/>
                  </a:lnTo>
                  <a:lnTo>
                    <a:pt x="1695119" y="1502485"/>
                  </a:lnTo>
                </a:path>
                <a:path w="5323840" h="2954654">
                  <a:moveTo>
                    <a:pt x="1695119" y="1502485"/>
                  </a:moveTo>
                  <a:lnTo>
                    <a:pt x="1566521" y="1575199"/>
                  </a:lnTo>
                  <a:lnTo>
                    <a:pt x="1356716" y="1176770"/>
                  </a:lnTo>
                </a:path>
                <a:path w="5323840" h="2954654">
                  <a:moveTo>
                    <a:pt x="1596383" y="1142666"/>
                  </a:moveTo>
                  <a:lnTo>
                    <a:pt x="1619574" y="1079934"/>
                  </a:lnTo>
                  <a:lnTo>
                    <a:pt x="1535264" y="1057976"/>
                  </a:lnTo>
                  <a:lnTo>
                    <a:pt x="1515718" y="1110866"/>
                  </a:lnTo>
                  <a:lnTo>
                    <a:pt x="1596383" y="1142666"/>
                  </a:lnTo>
                  <a:lnTo>
                    <a:pt x="1665801" y="1170038"/>
                  </a:lnTo>
                </a:path>
                <a:path w="5323840" h="2954654">
                  <a:moveTo>
                    <a:pt x="1660604" y="1740593"/>
                  </a:moveTo>
                  <a:lnTo>
                    <a:pt x="1695119" y="1502485"/>
                  </a:lnTo>
                </a:path>
                <a:path w="5323840" h="2954654">
                  <a:moveTo>
                    <a:pt x="1760892" y="1333331"/>
                  </a:moveTo>
                  <a:lnTo>
                    <a:pt x="1826665" y="1164176"/>
                  </a:lnTo>
                  <a:lnTo>
                    <a:pt x="2771526" y="1451326"/>
                  </a:lnTo>
                  <a:lnTo>
                    <a:pt x="2871039" y="1394783"/>
                  </a:lnTo>
                  <a:lnTo>
                    <a:pt x="2821399" y="1307379"/>
                  </a:lnTo>
                  <a:lnTo>
                    <a:pt x="3005919" y="1208402"/>
                  </a:lnTo>
                  <a:lnTo>
                    <a:pt x="3045088" y="1281403"/>
                  </a:lnTo>
                  <a:lnTo>
                    <a:pt x="3449187" y="1075995"/>
                  </a:lnTo>
                  <a:lnTo>
                    <a:pt x="3879579" y="906522"/>
                  </a:lnTo>
                  <a:lnTo>
                    <a:pt x="5323397" y="1368452"/>
                  </a:lnTo>
                </a:path>
                <a:path w="5323840" h="2954654">
                  <a:moveTo>
                    <a:pt x="1660604" y="1740594"/>
                  </a:moveTo>
                  <a:lnTo>
                    <a:pt x="2532945" y="2019663"/>
                  </a:lnTo>
                  <a:lnTo>
                    <a:pt x="2532945" y="2067131"/>
                  </a:lnTo>
                  <a:lnTo>
                    <a:pt x="2568391" y="2131546"/>
                  </a:lnTo>
                  <a:lnTo>
                    <a:pt x="2636568" y="2194883"/>
                  </a:lnTo>
                  <a:lnTo>
                    <a:pt x="2733133" y="2222914"/>
                  </a:lnTo>
                  <a:lnTo>
                    <a:pt x="2879415" y="2200886"/>
                  </a:lnTo>
                  <a:lnTo>
                    <a:pt x="2968146" y="2134509"/>
                  </a:lnTo>
                  <a:lnTo>
                    <a:pt x="3017553" y="2020027"/>
                  </a:lnTo>
                  <a:lnTo>
                    <a:pt x="3266062" y="1854176"/>
                  </a:lnTo>
                  <a:lnTo>
                    <a:pt x="3909595" y="1564978"/>
                  </a:lnTo>
                  <a:lnTo>
                    <a:pt x="5323397" y="2026497"/>
                  </a:lnTo>
                </a:path>
                <a:path w="5323840" h="2954654">
                  <a:moveTo>
                    <a:pt x="4811332" y="431299"/>
                  </a:moveTo>
                  <a:lnTo>
                    <a:pt x="5044717" y="508163"/>
                  </a:lnTo>
                  <a:lnTo>
                    <a:pt x="4953892" y="783982"/>
                  </a:lnTo>
                  <a:lnTo>
                    <a:pt x="5189060" y="861428"/>
                  </a:lnTo>
                  <a:lnTo>
                    <a:pt x="5230400" y="735893"/>
                  </a:lnTo>
                  <a:lnTo>
                    <a:pt x="5323397" y="766516"/>
                  </a:lnTo>
                </a:path>
                <a:path w="5323840" h="2954654">
                  <a:moveTo>
                    <a:pt x="5323397" y="2870807"/>
                  </a:moveTo>
                  <a:lnTo>
                    <a:pt x="5281048" y="2884744"/>
                  </a:lnTo>
                  <a:lnTo>
                    <a:pt x="5138179" y="2367071"/>
                  </a:lnTo>
                  <a:lnTo>
                    <a:pt x="5079852" y="2383173"/>
                  </a:lnTo>
                  <a:lnTo>
                    <a:pt x="5062246" y="2319471"/>
                  </a:lnTo>
                  <a:lnTo>
                    <a:pt x="5288339" y="2257057"/>
                  </a:lnTo>
                  <a:lnTo>
                    <a:pt x="4669239" y="2072940"/>
                  </a:lnTo>
                  <a:lnTo>
                    <a:pt x="4512873" y="2072940"/>
                  </a:lnTo>
                  <a:lnTo>
                    <a:pt x="4293450" y="2123968"/>
                  </a:lnTo>
                  <a:lnTo>
                    <a:pt x="4060686" y="2241133"/>
                  </a:lnTo>
                  <a:lnTo>
                    <a:pt x="3830947" y="2381118"/>
                  </a:lnTo>
                  <a:lnTo>
                    <a:pt x="3742759" y="2416129"/>
                  </a:lnTo>
                  <a:lnTo>
                    <a:pt x="3529153" y="2429966"/>
                  </a:lnTo>
                  <a:lnTo>
                    <a:pt x="3235581" y="2400206"/>
                  </a:lnTo>
                  <a:lnTo>
                    <a:pt x="2868712" y="2342499"/>
                  </a:lnTo>
                  <a:lnTo>
                    <a:pt x="2762995" y="2325870"/>
                  </a:lnTo>
                  <a:lnTo>
                    <a:pt x="2539538" y="2116514"/>
                  </a:lnTo>
                  <a:lnTo>
                    <a:pt x="1928271" y="1935298"/>
                  </a:lnTo>
                  <a:lnTo>
                    <a:pt x="1754377" y="1915698"/>
                  </a:lnTo>
                  <a:lnTo>
                    <a:pt x="1754377" y="1870092"/>
                  </a:lnTo>
                  <a:lnTo>
                    <a:pt x="1761047" y="1853703"/>
                  </a:lnTo>
                  <a:lnTo>
                    <a:pt x="1704970" y="1830985"/>
                  </a:lnTo>
                  <a:lnTo>
                    <a:pt x="1731418" y="1781803"/>
                  </a:lnTo>
                  <a:lnTo>
                    <a:pt x="1668981" y="1757348"/>
                  </a:lnTo>
                  <a:lnTo>
                    <a:pt x="1633768" y="1818684"/>
                  </a:lnTo>
                  <a:lnTo>
                    <a:pt x="1598399" y="1804319"/>
                  </a:lnTo>
                  <a:lnTo>
                    <a:pt x="1624848" y="1719947"/>
                  </a:lnTo>
                </a:path>
                <a:path w="5323840" h="2954654">
                  <a:moveTo>
                    <a:pt x="1624848" y="1719946"/>
                  </a:moveTo>
                  <a:lnTo>
                    <a:pt x="1588316" y="1673998"/>
                  </a:lnTo>
                  <a:lnTo>
                    <a:pt x="1611973" y="1661534"/>
                  </a:lnTo>
                </a:path>
                <a:path w="5323840" h="2954654">
                  <a:moveTo>
                    <a:pt x="852717" y="2061399"/>
                  </a:moveTo>
                  <a:lnTo>
                    <a:pt x="963321" y="2271398"/>
                  </a:lnTo>
                  <a:lnTo>
                    <a:pt x="1052285" y="2224558"/>
                  </a:lnTo>
                  <a:lnTo>
                    <a:pt x="1230988" y="2224558"/>
                  </a:lnTo>
                  <a:lnTo>
                    <a:pt x="1471741" y="2293038"/>
                  </a:lnTo>
                  <a:lnTo>
                    <a:pt x="1417525" y="2753369"/>
                  </a:lnTo>
                  <a:lnTo>
                    <a:pt x="1367962" y="2740602"/>
                  </a:lnTo>
                  <a:lnTo>
                    <a:pt x="1327080" y="2954325"/>
                  </a:lnTo>
                </a:path>
                <a:path w="5323840" h="2954654">
                  <a:moveTo>
                    <a:pt x="539964" y="2954325"/>
                  </a:moveTo>
                  <a:lnTo>
                    <a:pt x="484763" y="2541981"/>
                  </a:lnTo>
                  <a:lnTo>
                    <a:pt x="733272" y="2401439"/>
                  </a:lnTo>
                </a:path>
                <a:path w="5323840" h="2954654">
                  <a:moveTo>
                    <a:pt x="3982731" y="2954325"/>
                  </a:moveTo>
                  <a:lnTo>
                    <a:pt x="3874847" y="2842465"/>
                  </a:lnTo>
                  <a:lnTo>
                    <a:pt x="3790227" y="2779965"/>
                  </a:lnTo>
                  <a:lnTo>
                    <a:pt x="3707468" y="2739470"/>
                  </a:lnTo>
                  <a:lnTo>
                    <a:pt x="3533574" y="2707499"/>
                  </a:lnTo>
                  <a:lnTo>
                    <a:pt x="2425910" y="2503891"/>
                  </a:lnTo>
                  <a:lnTo>
                    <a:pt x="1560704" y="2335635"/>
                  </a:lnTo>
                  <a:lnTo>
                    <a:pt x="1582344" y="2204307"/>
                  </a:lnTo>
                  <a:lnTo>
                    <a:pt x="1223232" y="2145197"/>
                  </a:lnTo>
                  <a:lnTo>
                    <a:pt x="1108517" y="2145197"/>
                  </a:lnTo>
                  <a:lnTo>
                    <a:pt x="1041038" y="2166620"/>
                  </a:lnTo>
                  <a:lnTo>
                    <a:pt x="988529" y="2063881"/>
                  </a:lnTo>
                  <a:lnTo>
                    <a:pt x="1290943" y="1909113"/>
                  </a:lnTo>
                  <a:lnTo>
                    <a:pt x="1264805" y="1844364"/>
                  </a:lnTo>
                  <a:lnTo>
                    <a:pt x="1588316" y="1673999"/>
                  </a:lnTo>
                </a:path>
                <a:path w="5323840" h="2954654">
                  <a:moveTo>
                    <a:pt x="0" y="1618965"/>
                  </a:moveTo>
                  <a:lnTo>
                    <a:pt x="95866" y="1569903"/>
                  </a:lnTo>
                </a:path>
                <a:path w="5323840" h="2954654">
                  <a:moveTo>
                    <a:pt x="0" y="1827621"/>
                  </a:moveTo>
                  <a:lnTo>
                    <a:pt x="571167" y="1526825"/>
                  </a:lnTo>
                  <a:lnTo>
                    <a:pt x="852717" y="2061399"/>
                  </a:lnTo>
                </a:path>
                <a:path w="5323840" h="2954654">
                  <a:moveTo>
                    <a:pt x="0" y="2336492"/>
                  </a:moveTo>
                  <a:lnTo>
                    <a:pt x="85628" y="2480048"/>
                  </a:lnTo>
                  <a:lnTo>
                    <a:pt x="614524" y="2191385"/>
                  </a:lnTo>
                </a:path>
                <a:path w="5323840" h="2954654">
                  <a:moveTo>
                    <a:pt x="2857543" y="2954325"/>
                  </a:moveTo>
                  <a:lnTo>
                    <a:pt x="2857543" y="2881385"/>
                  </a:lnTo>
                  <a:lnTo>
                    <a:pt x="1562488" y="2590644"/>
                  </a:lnTo>
                  <a:lnTo>
                    <a:pt x="1562488" y="2353304"/>
                  </a:lnTo>
                  <a:lnTo>
                    <a:pt x="1560704" y="2335635"/>
                  </a:lnTo>
                </a:path>
                <a:path w="5323840" h="2954654">
                  <a:moveTo>
                    <a:pt x="614524" y="2191384"/>
                  </a:moveTo>
                  <a:lnTo>
                    <a:pt x="852717" y="2061397"/>
                  </a:lnTo>
                </a:path>
                <a:path w="5323840" h="2954654">
                  <a:moveTo>
                    <a:pt x="614524" y="2191384"/>
                  </a:moveTo>
                  <a:lnTo>
                    <a:pt x="733272" y="2401437"/>
                  </a:lnTo>
                  <a:lnTo>
                    <a:pt x="963321" y="2271397"/>
                  </a:lnTo>
                </a:path>
                <a:path w="5323840" h="2954654">
                  <a:moveTo>
                    <a:pt x="5323397" y="697629"/>
                  </a:moveTo>
                  <a:lnTo>
                    <a:pt x="5248007" y="671951"/>
                  </a:lnTo>
                  <a:lnTo>
                    <a:pt x="5323397" y="450622"/>
                  </a:lnTo>
                </a:path>
                <a:path w="5323840" h="2954654">
                  <a:moveTo>
                    <a:pt x="5323397" y="234074"/>
                  </a:moveTo>
                  <a:lnTo>
                    <a:pt x="5292373" y="2340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0783692" y="4334372"/>
              <a:ext cx="407034" cy="78740"/>
            </a:xfrm>
            <a:custGeom>
              <a:avLst/>
              <a:gdLst/>
              <a:ahLst/>
              <a:cxnLst/>
              <a:rect l="l" t="t" r="r" b="b"/>
              <a:pathLst>
                <a:path w="407034" h="78739">
                  <a:moveTo>
                    <a:pt x="0" y="0"/>
                  </a:moveTo>
                  <a:lnTo>
                    <a:pt x="406813" y="75498"/>
                  </a:lnTo>
                  <a:lnTo>
                    <a:pt x="406192" y="78298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1082694" y="4446123"/>
              <a:ext cx="104775" cy="62230"/>
            </a:xfrm>
            <a:custGeom>
              <a:avLst/>
              <a:gdLst/>
              <a:ahLst/>
              <a:cxnLst/>
              <a:rect l="l" t="t" r="r" b="b"/>
              <a:pathLst>
                <a:path w="104775" h="62229">
                  <a:moveTo>
                    <a:pt x="8144" y="0"/>
                  </a:moveTo>
                  <a:lnTo>
                    <a:pt x="0" y="43923"/>
                  </a:lnTo>
                  <a:lnTo>
                    <a:pt x="96099" y="61754"/>
                  </a:lnTo>
                  <a:lnTo>
                    <a:pt x="104243" y="17831"/>
                  </a:lnTo>
                  <a:lnTo>
                    <a:pt x="8144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0223151" y="2466723"/>
              <a:ext cx="960119" cy="1996439"/>
            </a:xfrm>
            <a:custGeom>
              <a:avLst/>
              <a:gdLst/>
              <a:ahLst/>
              <a:cxnLst/>
              <a:rect l="l" t="t" r="r" b="b"/>
              <a:pathLst>
                <a:path w="960120" h="1996439">
                  <a:moveTo>
                    <a:pt x="959908" y="1978524"/>
                  </a:moveTo>
                  <a:lnTo>
                    <a:pt x="956728" y="1995913"/>
                  </a:lnTo>
                </a:path>
                <a:path w="960120" h="1996439">
                  <a:moveTo>
                    <a:pt x="35523" y="76879"/>
                  </a:moveTo>
                  <a:lnTo>
                    <a:pt x="18847" y="74917"/>
                  </a:lnTo>
                </a:path>
                <a:path w="960120" h="1996439">
                  <a:moveTo>
                    <a:pt x="102847" y="94819"/>
                  </a:moveTo>
                  <a:lnTo>
                    <a:pt x="92764" y="93508"/>
                  </a:lnTo>
                </a:path>
                <a:path w="960120" h="1996439">
                  <a:moveTo>
                    <a:pt x="9229" y="0"/>
                  </a:moveTo>
                  <a:lnTo>
                    <a:pt x="0" y="61592"/>
                  </a:lnTo>
                </a:path>
                <a:path w="960120" h="1996439">
                  <a:moveTo>
                    <a:pt x="135345" y="121764"/>
                  </a:moveTo>
                  <a:lnTo>
                    <a:pt x="560541" y="1867649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9506167" y="2241095"/>
              <a:ext cx="2294890" cy="1718945"/>
            </a:xfrm>
            <a:custGeom>
              <a:avLst/>
              <a:gdLst/>
              <a:ahLst/>
              <a:cxnLst/>
              <a:rect l="l" t="t" r="r" b="b"/>
              <a:pathLst>
                <a:path w="2294890" h="1718945">
                  <a:moveTo>
                    <a:pt x="895997" y="333594"/>
                  </a:moveTo>
                  <a:lnTo>
                    <a:pt x="895997" y="333501"/>
                  </a:lnTo>
                  <a:lnTo>
                    <a:pt x="895997" y="333408"/>
                  </a:lnTo>
                </a:path>
                <a:path w="2294890" h="1718945">
                  <a:moveTo>
                    <a:pt x="896075" y="333509"/>
                  </a:moveTo>
                  <a:lnTo>
                    <a:pt x="895997" y="333501"/>
                  </a:lnTo>
                  <a:lnTo>
                    <a:pt x="895919" y="333493"/>
                  </a:lnTo>
                </a:path>
                <a:path w="2294890" h="1718945">
                  <a:moveTo>
                    <a:pt x="912595" y="166890"/>
                  </a:moveTo>
                  <a:lnTo>
                    <a:pt x="912673" y="166797"/>
                  </a:lnTo>
                  <a:lnTo>
                    <a:pt x="912673" y="166704"/>
                  </a:lnTo>
                </a:path>
                <a:path w="2294890" h="1718945">
                  <a:moveTo>
                    <a:pt x="912750" y="166805"/>
                  </a:moveTo>
                  <a:lnTo>
                    <a:pt x="912673" y="166797"/>
                  </a:lnTo>
                  <a:lnTo>
                    <a:pt x="912518" y="166789"/>
                  </a:lnTo>
                </a:path>
                <a:path w="2294890" h="1718945">
                  <a:moveTo>
                    <a:pt x="929271" y="186"/>
                  </a:moveTo>
                  <a:lnTo>
                    <a:pt x="929271" y="93"/>
                  </a:lnTo>
                  <a:lnTo>
                    <a:pt x="929349" y="0"/>
                  </a:lnTo>
                </a:path>
                <a:path w="2294890" h="1718945">
                  <a:moveTo>
                    <a:pt x="929426" y="100"/>
                  </a:moveTo>
                  <a:lnTo>
                    <a:pt x="929271" y="93"/>
                  </a:lnTo>
                  <a:lnTo>
                    <a:pt x="929194" y="85"/>
                  </a:lnTo>
                </a:path>
                <a:path w="2294890" h="1718945">
                  <a:moveTo>
                    <a:pt x="735133" y="373670"/>
                  </a:moveTo>
                  <a:lnTo>
                    <a:pt x="735133" y="373585"/>
                  </a:lnTo>
                  <a:lnTo>
                    <a:pt x="735133" y="373492"/>
                  </a:lnTo>
                </a:path>
                <a:path w="2294890" h="1718945">
                  <a:moveTo>
                    <a:pt x="735211" y="373593"/>
                  </a:moveTo>
                  <a:lnTo>
                    <a:pt x="735133" y="373585"/>
                  </a:lnTo>
                  <a:lnTo>
                    <a:pt x="735056" y="373570"/>
                  </a:lnTo>
                </a:path>
                <a:path w="2294890" h="1718945">
                  <a:moveTo>
                    <a:pt x="790668" y="379232"/>
                  </a:moveTo>
                  <a:lnTo>
                    <a:pt x="790745" y="379139"/>
                  </a:lnTo>
                  <a:lnTo>
                    <a:pt x="790745" y="379046"/>
                  </a:lnTo>
                </a:path>
                <a:path w="2294890" h="1718945">
                  <a:moveTo>
                    <a:pt x="790823" y="379146"/>
                  </a:moveTo>
                  <a:lnTo>
                    <a:pt x="790745" y="379139"/>
                  </a:lnTo>
                  <a:lnTo>
                    <a:pt x="790590" y="379123"/>
                  </a:lnTo>
                </a:path>
                <a:path w="2294890" h="1718945">
                  <a:moveTo>
                    <a:pt x="923764" y="55751"/>
                  </a:moveTo>
                  <a:lnTo>
                    <a:pt x="923764" y="55658"/>
                  </a:lnTo>
                  <a:lnTo>
                    <a:pt x="923764" y="55565"/>
                  </a:lnTo>
                </a:path>
                <a:path w="2294890" h="1718945">
                  <a:moveTo>
                    <a:pt x="923842" y="55674"/>
                  </a:moveTo>
                  <a:lnTo>
                    <a:pt x="923764" y="55658"/>
                  </a:lnTo>
                  <a:lnTo>
                    <a:pt x="923687" y="55650"/>
                  </a:lnTo>
                </a:path>
                <a:path w="2294890" h="1718945">
                  <a:moveTo>
                    <a:pt x="918180" y="111324"/>
                  </a:moveTo>
                  <a:lnTo>
                    <a:pt x="918180" y="111231"/>
                  </a:lnTo>
                  <a:lnTo>
                    <a:pt x="918180" y="111138"/>
                  </a:lnTo>
                </a:path>
                <a:path w="2294890" h="1718945">
                  <a:moveTo>
                    <a:pt x="918257" y="111239"/>
                  </a:moveTo>
                  <a:lnTo>
                    <a:pt x="918180" y="111231"/>
                  </a:lnTo>
                  <a:lnTo>
                    <a:pt x="918102" y="111216"/>
                  </a:lnTo>
                </a:path>
                <a:path w="2294890" h="1718945">
                  <a:moveTo>
                    <a:pt x="890723" y="389191"/>
                  </a:moveTo>
                  <a:lnTo>
                    <a:pt x="890723" y="389098"/>
                  </a:lnTo>
                  <a:lnTo>
                    <a:pt x="890723" y="389005"/>
                  </a:lnTo>
                </a:path>
                <a:path w="2294890" h="1718945">
                  <a:moveTo>
                    <a:pt x="890800" y="389105"/>
                  </a:moveTo>
                  <a:lnTo>
                    <a:pt x="890723" y="389098"/>
                  </a:lnTo>
                  <a:lnTo>
                    <a:pt x="890645" y="389090"/>
                  </a:lnTo>
                </a:path>
                <a:path w="2294890" h="1718945">
                  <a:moveTo>
                    <a:pt x="907088" y="222455"/>
                  </a:moveTo>
                  <a:lnTo>
                    <a:pt x="907088" y="222362"/>
                  </a:lnTo>
                  <a:lnTo>
                    <a:pt x="907088" y="222269"/>
                  </a:lnTo>
                </a:path>
                <a:path w="2294890" h="1718945">
                  <a:moveTo>
                    <a:pt x="907166" y="222378"/>
                  </a:moveTo>
                  <a:lnTo>
                    <a:pt x="907088" y="222362"/>
                  </a:lnTo>
                  <a:lnTo>
                    <a:pt x="907011" y="222355"/>
                  </a:lnTo>
                </a:path>
                <a:path w="2294890" h="1718945">
                  <a:moveTo>
                    <a:pt x="901504" y="278029"/>
                  </a:moveTo>
                  <a:lnTo>
                    <a:pt x="901504" y="277936"/>
                  </a:lnTo>
                  <a:lnTo>
                    <a:pt x="901581" y="277842"/>
                  </a:lnTo>
                </a:path>
                <a:path w="2294890" h="1718945">
                  <a:moveTo>
                    <a:pt x="901659" y="277943"/>
                  </a:moveTo>
                  <a:lnTo>
                    <a:pt x="901504" y="277936"/>
                  </a:lnTo>
                  <a:lnTo>
                    <a:pt x="901426" y="277920"/>
                  </a:lnTo>
                </a:path>
                <a:path w="2294890" h="1718945">
                  <a:moveTo>
                    <a:pt x="846280" y="384777"/>
                  </a:moveTo>
                  <a:lnTo>
                    <a:pt x="846280" y="384692"/>
                  </a:lnTo>
                  <a:lnTo>
                    <a:pt x="846280" y="384599"/>
                  </a:lnTo>
                </a:path>
                <a:path w="2294890" h="1718945">
                  <a:moveTo>
                    <a:pt x="846357" y="384700"/>
                  </a:moveTo>
                  <a:lnTo>
                    <a:pt x="846280" y="384692"/>
                  </a:lnTo>
                  <a:lnTo>
                    <a:pt x="846202" y="384677"/>
                  </a:lnTo>
                </a:path>
                <a:path w="2294890" h="1718945">
                  <a:moveTo>
                    <a:pt x="2294675" y="1447084"/>
                  </a:moveTo>
                  <a:lnTo>
                    <a:pt x="2282497" y="1395450"/>
                  </a:lnTo>
                </a:path>
                <a:path w="2294890" h="1718945">
                  <a:moveTo>
                    <a:pt x="1370444" y="1360594"/>
                  </a:moveTo>
                  <a:lnTo>
                    <a:pt x="1438777" y="1649528"/>
                  </a:lnTo>
                  <a:lnTo>
                    <a:pt x="2253024" y="1456934"/>
                  </a:lnTo>
                  <a:lnTo>
                    <a:pt x="2294675" y="1447084"/>
                  </a:lnTo>
                </a:path>
                <a:path w="2294890" h="1718945">
                  <a:moveTo>
                    <a:pt x="627089" y="1718504"/>
                  </a:moveTo>
                  <a:lnTo>
                    <a:pt x="728618" y="1717504"/>
                  </a:lnTo>
                </a:path>
                <a:path w="2294890" h="1718945">
                  <a:moveTo>
                    <a:pt x="1360827" y="1232508"/>
                  </a:moveTo>
                  <a:lnTo>
                    <a:pt x="1366799" y="1307898"/>
                  </a:lnTo>
                </a:path>
                <a:path w="2294890" h="1718945">
                  <a:moveTo>
                    <a:pt x="299001" y="1260927"/>
                  </a:moveTo>
                  <a:lnTo>
                    <a:pt x="268132" y="1367303"/>
                  </a:lnTo>
                </a:path>
                <a:path w="2294890" h="1718945">
                  <a:moveTo>
                    <a:pt x="0" y="1139814"/>
                  </a:moveTo>
                  <a:lnTo>
                    <a:pt x="109440" y="573230"/>
                  </a:lnTo>
                </a:path>
                <a:path w="2294890" h="1718945">
                  <a:moveTo>
                    <a:pt x="402081" y="586563"/>
                  </a:moveTo>
                  <a:lnTo>
                    <a:pt x="365627" y="8943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671297" y="2041597"/>
              <a:ext cx="0" cy="309245"/>
            </a:xfrm>
            <a:custGeom>
              <a:avLst/>
              <a:gdLst/>
              <a:ahLst/>
              <a:cxnLst/>
              <a:rect l="l" t="t" r="r" b="b"/>
              <a:pathLst>
                <a:path w="0" h="309244">
                  <a:moveTo>
                    <a:pt x="0" y="0"/>
                  </a:moveTo>
                  <a:lnTo>
                    <a:pt x="0" y="308666"/>
                  </a:lnTo>
                </a:path>
              </a:pathLst>
            </a:custGeom>
            <a:ln w="40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9144728" y="3380909"/>
              <a:ext cx="1125220" cy="742950"/>
            </a:xfrm>
            <a:custGeom>
              <a:avLst/>
              <a:gdLst/>
              <a:ahLst/>
              <a:cxnLst/>
              <a:rect l="l" t="t" r="r" b="b"/>
              <a:pathLst>
                <a:path w="1125220" h="742950">
                  <a:moveTo>
                    <a:pt x="205927" y="424784"/>
                  </a:moveTo>
                  <a:lnTo>
                    <a:pt x="361439" y="0"/>
                  </a:lnTo>
                </a:path>
                <a:path w="1125220" h="742950">
                  <a:moveTo>
                    <a:pt x="1124728" y="451713"/>
                  </a:moveTo>
                  <a:lnTo>
                    <a:pt x="925858" y="422162"/>
                  </a:lnTo>
                </a:path>
                <a:path w="1125220" h="742950">
                  <a:moveTo>
                    <a:pt x="0" y="742734"/>
                  </a:moveTo>
                  <a:lnTo>
                    <a:pt x="205927" y="424784"/>
                  </a:lnTo>
                </a:path>
                <a:path w="1125220" h="742950">
                  <a:moveTo>
                    <a:pt x="625693" y="273864"/>
                  </a:moveTo>
                  <a:lnTo>
                    <a:pt x="636784" y="3276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634261" y="2481731"/>
              <a:ext cx="0" cy="334645"/>
            </a:xfrm>
            <a:custGeom>
              <a:avLst/>
              <a:gdLst/>
              <a:ahLst/>
              <a:cxnLst/>
              <a:rect l="l" t="t" r="r" b="b"/>
              <a:pathLst>
                <a:path w="0" h="334644">
                  <a:moveTo>
                    <a:pt x="0" y="0"/>
                  </a:moveTo>
                  <a:lnTo>
                    <a:pt x="0" y="334533"/>
                  </a:lnTo>
                </a:path>
              </a:pathLst>
            </a:custGeom>
            <a:ln w="411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8406259" y="2041132"/>
              <a:ext cx="2470785" cy="2500630"/>
            </a:xfrm>
            <a:custGeom>
              <a:avLst/>
              <a:gdLst/>
              <a:ahLst/>
              <a:cxnLst/>
              <a:rect l="l" t="t" r="r" b="b"/>
              <a:pathLst>
                <a:path w="2470784" h="2500629">
                  <a:moveTo>
                    <a:pt x="2458563" y="1073079"/>
                  </a:moveTo>
                  <a:lnTo>
                    <a:pt x="2459184" y="1174530"/>
                  </a:lnTo>
                </a:path>
                <a:path w="2470784" h="2500629">
                  <a:moveTo>
                    <a:pt x="1375253" y="1667422"/>
                  </a:moveTo>
                  <a:lnTo>
                    <a:pt x="1449558" y="1865585"/>
                  </a:lnTo>
                </a:path>
                <a:path w="2470784" h="2500629">
                  <a:moveTo>
                    <a:pt x="0" y="2500353"/>
                  </a:moveTo>
                  <a:lnTo>
                    <a:pt x="738468" y="2082513"/>
                  </a:lnTo>
                </a:path>
                <a:path w="2470784" h="2500629">
                  <a:moveTo>
                    <a:pt x="2457943" y="970697"/>
                  </a:moveTo>
                  <a:lnTo>
                    <a:pt x="2458563" y="1073079"/>
                  </a:lnTo>
                </a:path>
                <a:path w="2470784" h="2500629">
                  <a:moveTo>
                    <a:pt x="1368040" y="1567266"/>
                  </a:moveTo>
                  <a:lnTo>
                    <a:pt x="1364162" y="1613640"/>
                  </a:lnTo>
                </a:path>
                <a:path w="2470784" h="2500629">
                  <a:moveTo>
                    <a:pt x="1560317" y="736"/>
                  </a:moveTo>
                  <a:lnTo>
                    <a:pt x="1545812" y="355544"/>
                  </a:lnTo>
                  <a:lnTo>
                    <a:pt x="1501990" y="786526"/>
                  </a:lnTo>
                </a:path>
                <a:path w="2470784" h="2500629">
                  <a:moveTo>
                    <a:pt x="2466707" y="1507861"/>
                  </a:moveTo>
                  <a:lnTo>
                    <a:pt x="2470353" y="1560557"/>
                  </a:lnTo>
                </a:path>
                <a:path w="2470784" h="2500629">
                  <a:moveTo>
                    <a:pt x="2460347" y="1371841"/>
                  </a:moveTo>
                  <a:lnTo>
                    <a:pt x="2460735" y="1432471"/>
                  </a:lnTo>
                </a:path>
                <a:path w="2470784" h="2500629">
                  <a:moveTo>
                    <a:pt x="1465536" y="1094308"/>
                  </a:moveTo>
                  <a:lnTo>
                    <a:pt x="1398910" y="1460890"/>
                  </a:lnTo>
                </a:path>
                <a:path w="2470784" h="2500629">
                  <a:moveTo>
                    <a:pt x="1449558" y="1865585"/>
                  </a:moveTo>
                  <a:lnTo>
                    <a:pt x="1561558" y="1924587"/>
                  </a:lnTo>
                  <a:lnTo>
                    <a:pt x="1589014" y="1925882"/>
                  </a:lnTo>
                </a:path>
                <a:path w="2470784" h="2500629">
                  <a:moveTo>
                    <a:pt x="2456779" y="770595"/>
                  </a:moveTo>
                  <a:lnTo>
                    <a:pt x="2457322" y="870184"/>
                  </a:lnTo>
                  <a:lnTo>
                    <a:pt x="2457943" y="970697"/>
                  </a:lnTo>
                </a:path>
                <a:path w="2470784" h="2500629">
                  <a:moveTo>
                    <a:pt x="1774776" y="529120"/>
                  </a:moveTo>
                  <a:lnTo>
                    <a:pt x="1772061" y="559975"/>
                  </a:lnTo>
                </a:path>
                <a:path w="2470784" h="2500629">
                  <a:moveTo>
                    <a:pt x="2455538" y="574494"/>
                  </a:moveTo>
                  <a:lnTo>
                    <a:pt x="2456159" y="671292"/>
                  </a:lnTo>
                  <a:lnTo>
                    <a:pt x="2260780" y="666080"/>
                  </a:lnTo>
                </a:path>
                <a:path w="2470784" h="2500629">
                  <a:moveTo>
                    <a:pt x="2457322" y="870184"/>
                  </a:moveTo>
                  <a:lnTo>
                    <a:pt x="2261943" y="864972"/>
                  </a:lnTo>
                </a:path>
                <a:path w="2470784" h="2500629">
                  <a:moveTo>
                    <a:pt x="2459184" y="1174530"/>
                  </a:moveTo>
                  <a:lnTo>
                    <a:pt x="2459804" y="1275051"/>
                  </a:lnTo>
                </a:path>
                <a:path w="2470784" h="2500629">
                  <a:moveTo>
                    <a:pt x="2454918" y="462805"/>
                  </a:moveTo>
                  <a:lnTo>
                    <a:pt x="2455538" y="574494"/>
                  </a:lnTo>
                </a:path>
                <a:path w="2470784" h="2500629">
                  <a:moveTo>
                    <a:pt x="2459184" y="1174530"/>
                  </a:moveTo>
                  <a:lnTo>
                    <a:pt x="2263805" y="1169318"/>
                  </a:lnTo>
                </a:path>
                <a:path w="2470784" h="2500629">
                  <a:moveTo>
                    <a:pt x="2456159" y="671292"/>
                  </a:moveTo>
                  <a:lnTo>
                    <a:pt x="2456779" y="770595"/>
                  </a:lnTo>
                  <a:lnTo>
                    <a:pt x="2261323" y="765382"/>
                  </a:lnTo>
                </a:path>
                <a:path w="2470784" h="2500629">
                  <a:moveTo>
                    <a:pt x="2457943" y="970697"/>
                  </a:moveTo>
                  <a:lnTo>
                    <a:pt x="2262564" y="965485"/>
                  </a:lnTo>
                </a:path>
                <a:path w="2470784" h="2500629">
                  <a:moveTo>
                    <a:pt x="2458563" y="1073079"/>
                  </a:moveTo>
                  <a:lnTo>
                    <a:pt x="2263184" y="1067867"/>
                  </a:lnTo>
                </a:path>
                <a:path w="2470784" h="2500629">
                  <a:moveTo>
                    <a:pt x="2454918" y="462805"/>
                  </a:moveTo>
                  <a:lnTo>
                    <a:pt x="2259539" y="457593"/>
                  </a:lnTo>
                </a:path>
                <a:path w="2470784" h="2500629">
                  <a:moveTo>
                    <a:pt x="2455538" y="574494"/>
                  </a:moveTo>
                  <a:lnTo>
                    <a:pt x="2260159" y="569282"/>
                  </a:lnTo>
                </a:path>
                <a:path w="2470784" h="2500629">
                  <a:moveTo>
                    <a:pt x="2459804" y="1275051"/>
                  </a:moveTo>
                  <a:lnTo>
                    <a:pt x="2460347" y="1371841"/>
                  </a:lnTo>
                </a:path>
                <a:path w="2470784" h="2500629">
                  <a:moveTo>
                    <a:pt x="2461588" y="1576892"/>
                  </a:moveTo>
                  <a:lnTo>
                    <a:pt x="2266209" y="1571679"/>
                  </a:lnTo>
                </a:path>
                <a:path w="2470784" h="2500629">
                  <a:moveTo>
                    <a:pt x="2460347" y="1371841"/>
                  </a:moveTo>
                  <a:lnTo>
                    <a:pt x="2264968" y="1366628"/>
                  </a:lnTo>
                </a:path>
                <a:path w="2470784" h="2500629">
                  <a:moveTo>
                    <a:pt x="2459804" y="1275051"/>
                  </a:moveTo>
                  <a:lnTo>
                    <a:pt x="2264425" y="1269839"/>
                  </a:lnTo>
                </a:path>
                <a:path w="2470784" h="2500629">
                  <a:moveTo>
                    <a:pt x="2460968" y="1476084"/>
                  </a:moveTo>
                  <a:lnTo>
                    <a:pt x="2265589" y="1470872"/>
                  </a:lnTo>
                </a:path>
                <a:path w="2470784" h="2500629">
                  <a:moveTo>
                    <a:pt x="1842720" y="129939"/>
                  </a:moveTo>
                  <a:lnTo>
                    <a:pt x="2062454" y="163291"/>
                  </a:lnTo>
                </a:path>
                <a:path w="2470784" h="2500629">
                  <a:moveTo>
                    <a:pt x="1589014" y="1925882"/>
                  </a:moveTo>
                  <a:lnTo>
                    <a:pt x="1588937" y="1905406"/>
                  </a:lnTo>
                  <a:lnTo>
                    <a:pt x="1726997" y="1918467"/>
                  </a:lnTo>
                </a:path>
                <a:path w="2470784" h="2500629">
                  <a:moveTo>
                    <a:pt x="1672859" y="1938773"/>
                  </a:moveTo>
                  <a:lnTo>
                    <a:pt x="1767407" y="1947538"/>
                  </a:lnTo>
                  <a:lnTo>
                    <a:pt x="1766477" y="1957434"/>
                  </a:lnTo>
                </a:path>
                <a:path w="2470784" h="2500629">
                  <a:moveTo>
                    <a:pt x="1763064" y="1994804"/>
                  </a:moveTo>
                  <a:lnTo>
                    <a:pt x="1668516" y="1986039"/>
                  </a:lnTo>
                  <a:lnTo>
                    <a:pt x="1672859" y="1938773"/>
                  </a:lnTo>
                </a:path>
                <a:path w="2470784" h="2500629">
                  <a:moveTo>
                    <a:pt x="1763607" y="1988940"/>
                  </a:moveTo>
                  <a:lnTo>
                    <a:pt x="1863662" y="1998217"/>
                  </a:lnTo>
                  <a:lnTo>
                    <a:pt x="1867773" y="1998062"/>
                  </a:lnTo>
                  <a:lnTo>
                    <a:pt x="1871728" y="1996844"/>
                  </a:lnTo>
                  <a:lnTo>
                    <a:pt x="1875219" y="1994641"/>
                  </a:lnTo>
                  <a:lnTo>
                    <a:pt x="1878088" y="1991608"/>
                  </a:lnTo>
                  <a:lnTo>
                    <a:pt x="1879950" y="1987955"/>
                  </a:lnTo>
                  <a:lnTo>
                    <a:pt x="1880881" y="1983922"/>
                  </a:lnTo>
                  <a:lnTo>
                    <a:pt x="1880726" y="1979796"/>
                  </a:lnTo>
                  <a:lnTo>
                    <a:pt x="1766477" y="1957434"/>
                  </a:lnTo>
                  <a:lnTo>
                    <a:pt x="1763607" y="1988940"/>
                  </a:lnTo>
                  <a:lnTo>
                    <a:pt x="1763064" y="1994804"/>
                  </a:lnTo>
                </a:path>
                <a:path w="2470784" h="2500629">
                  <a:moveTo>
                    <a:pt x="1588937" y="1905406"/>
                  </a:moveTo>
                  <a:lnTo>
                    <a:pt x="1586998" y="1580583"/>
                  </a:lnTo>
                  <a:lnTo>
                    <a:pt x="1602045" y="1332532"/>
                  </a:lnTo>
                  <a:lnTo>
                    <a:pt x="1621668" y="1096006"/>
                  </a:lnTo>
                  <a:lnTo>
                    <a:pt x="1643928" y="827944"/>
                  </a:lnTo>
                  <a:lnTo>
                    <a:pt x="1656028" y="633791"/>
                  </a:lnTo>
                  <a:lnTo>
                    <a:pt x="1675186" y="400026"/>
                  </a:lnTo>
                  <a:lnTo>
                    <a:pt x="1679452" y="170171"/>
                  </a:lnTo>
                  <a:lnTo>
                    <a:pt x="1682710" y="0"/>
                  </a:lnTo>
                </a:path>
                <a:path w="2470784" h="2500629">
                  <a:moveTo>
                    <a:pt x="1882277" y="1687162"/>
                  </a:moveTo>
                  <a:lnTo>
                    <a:pt x="1673867" y="1652321"/>
                  </a:lnTo>
                  <a:lnTo>
                    <a:pt x="1664327" y="1761939"/>
                  </a:lnTo>
                </a:path>
                <a:path w="2470784" h="2500629">
                  <a:moveTo>
                    <a:pt x="1891507" y="1588650"/>
                  </a:moveTo>
                  <a:lnTo>
                    <a:pt x="1682244" y="1553848"/>
                  </a:lnTo>
                  <a:lnTo>
                    <a:pt x="1673867" y="1652321"/>
                  </a:lnTo>
                </a:path>
                <a:path w="2470784" h="2500629">
                  <a:moveTo>
                    <a:pt x="1896626" y="1486966"/>
                  </a:moveTo>
                  <a:lnTo>
                    <a:pt x="1691086" y="1452823"/>
                  </a:lnTo>
                  <a:lnTo>
                    <a:pt x="1682244" y="1553848"/>
                  </a:lnTo>
                </a:path>
                <a:path w="2470784" h="2500629">
                  <a:moveTo>
                    <a:pt x="1897557" y="1385872"/>
                  </a:moveTo>
                  <a:lnTo>
                    <a:pt x="1700239" y="1353334"/>
                  </a:lnTo>
                  <a:lnTo>
                    <a:pt x="1691086" y="1452823"/>
                  </a:lnTo>
                </a:path>
                <a:path w="2470784" h="2500629">
                  <a:moveTo>
                    <a:pt x="1913689" y="1285801"/>
                  </a:moveTo>
                  <a:lnTo>
                    <a:pt x="1710942" y="1251650"/>
                  </a:lnTo>
                  <a:lnTo>
                    <a:pt x="1700239" y="1353334"/>
                  </a:lnTo>
                </a:path>
                <a:path w="2470784" h="2500629">
                  <a:moveTo>
                    <a:pt x="1927263" y="1187941"/>
                  </a:moveTo>
                  <a:lnTo>
                    <a:pt x="1720560" y="1152867"/>
                  </a:lnTo>
                  <a:lnTo>
                    <a:pt x="1710942" y="1251650"/>
                  </a:lnTo>
                </a:path>
                <a:path w="2470784" h="2500629">
                  <a:moveTo>
                    <a:pt x="1921368" y="1082658"/>
                  </a:moveTo>
                  <a:lnTo>
                    <a:pt x="1729014" y="1049989"/>
                  </a:lnTo>
                  <a:lnTo>
                    <a:pt x="1720560" y="1152867"/>
                  </a:lnTo>
                </a:path>
                <a:path w="2470784" h="2500629">
                  <a:moveTo>
                    <a:pt x="1939440" y="987613"/>
                  </a:moveTo>
                  <a:lnTo>
                    <a:pt x="1736227" y="952757"/>
                  </a:lnTo>
                  <a:lnTo>
                    <a:pt x="1729014" y="1049989"/>
                  </a:lnTo>
                </a:path>
                <a:path w="2470784" h="2500629">
                  <a:moveTo>
                    <a:pt x="1949756" y="886845"/>
                  </a:moveTo>
                  <a:lnTo>
                    <a:pt x="1745147" y="857518"/>
                  </a:lnTo>
                  <a:lnTo>
                    <a:pt x="1736227" y="952757"/>
                  </a:lnTo>
                </a:path>
                <a:path w="2470784" h="2500629">
                  <a:moveTo>
                    <a:pt x="1958676" y="787108"/>
                  </a:moveTo>
                  <a:lnTo>
                    <a:pt x="1754299" y="757409"/>
                  </a:lnTo>
                  <a:lnTo>
                    <a:pt x="1745147" y="857518"/>
                  </a:lnTo>
                </a:path>
                <a:path w="2470784" h="2500629">
                  <a:moveTo>
                    <a:pt x="1966432" y="687246"/>
                  </a:moveTo>
                  <a:lnTo>
                    <a:pt x="1763529" y="657331"/>
                  </a:lnTo>
                  <a:lnTo>
                    <a:pt x="1754299" y="7574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32846" y="3830684"/>
              <a:ext cx="103700" cy="129854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10169788" y="2166759"/>
              <a:ext cx="691515" cy="532130"/>
            </a:xfrm>
            <a:custGeom>
              <a:avLst/>
              <a:gdLst/>
              <a:ahLst/>
              <a:cxnLst/>
              <a:rect l="l" t="t" r="r" b="b"/>
              <a:pathLst>
                <a:path w="691515" h="532130">
                  <a:moveTo>
                    <a:pt x="51656" y="0"/>
                  </a:moveTo>
                  <a:lnTo>
                    <a:pt x="79190" y="4312"/>
                  </a:lnTo>
                </a:path>
                <a:path w="691515" h="532130">
                  <a:moveTo>
                    <a:pt x="211434" y="464263"/>
                  </a:moveTo>
                  <a:lnTo>
                    <a:pt x="189949" y="461091"/>
                  </a:lnTo>
                </a:path>
                <a:path w="691515" h="532130">
                  <a:moveTo>
                    <a:pt x="175212" y="458919"/>
                  </a:moveTo>
                  <a:lnTo>
                    <a:pt x="134647" y="452939"/>
                  </a:lnTo>
                </a:path>
                <a:path w="691515" h="532130">
                  <a:moveTo>
                    <a:pt x="119911" y="450767"/>
                  </a:moveTo>
                  <a:lnTo>
                    <a:pt x="79346" y="444787"/>
                  </a:lnTo>
                </a:path>
                <a:path w="691515" h="532130">
                  <a:moveTo>
                    <a:pt x="64609" y="442615"/>
                  </a:moveTo>
                  <a:lnTo>
                    <a:pt x="8531" y="434347"/>
                  </a:lnTo>
                  <a:lnTo>
                    <a:pt x="0" y="531703"/>
                  </a:lnTo>
                </a:path>
                <a:path w="691515" h="532130">
                  <a:moveTo>
                    <a:pt x="51656" y="0"/>
                  </a:moveTo>
                  <a:lnTo>
                    <a:pt x="17529" y="336774"/>
                  </a:lnTo>
                </a:path>
                <a:path w="691515" h="532130">
                  <a:moveTo>
                    <a:pt x="298924" y="37664"/>
                  </a:moveTo>
                  <a:lnTo>
                    <a:pt x="338170" y="47661"/>
                  </a:lnTo>
                  <a:lnTo>
                    <a:pt x="374624" y="65152"/>
                  </a:lnTo>
                  <a:lnTo>
                    <a:pt x="564031" y="200901"/>
                  </a:lnTo>
                  <a:lnTo>
                    <a:pt x="600718" y="230150"/>
                  </a:lnTo>
                  <a:lnTo>
                    <a:pt x="634380" y="262826"/>
                  </a:lnTo>
                  <a:lnTo>
                    <a:pt x="664707" y="298614"/>
                  </a:lnTo>
                  <a:lnTo>
                    <a:pt x="682856" y="324038"/>
                  </a:lnTo>
                  <a:lnTo>
                    <a:pt x="691388" y="33717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/>
          <p:cNvSpPr txBox="1"/>
          <p:nvPr/>
        </p:nvSpPr>
        <p:spPr>
          <a:xfrm>
            <a:off x="10988146" y="2120462"/>
            <a:ext cx="955675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10348707" y="2182069"/>
            <a:ext cx="640080" cy="187960"/>
            <a:chOff x="10348707" y="2182069"/>
            <a:chExt cx="640080" cy="187960"/>
          </a:xfrm>
        </p:grpSpPr>
        <p:sp>
          <p:nvSpPr>
            <p:cNvPr id="110" name="object 110"/>
            <p:cNvSpPr/>
            <p:nvPr/>
          </p:nvSpPr>
          <p:spPr>
            <a:xfrm>
              <a:off x="10396657" y="2186196"/>
              <a:ext cx="588010" cy="164465"/>
            </a:xfrm>
            <a:custGeom>
              <a:avLst/>
              <a:gdLst/>
              <a:ahLst/>
              <a:cxnLst/>
              <a:rect l="l" t="t" r="r" b="b"/>
              <a:pathLst>
                <a:path w="588009" h="164464">
                  <a:moveTo>
                    <a:pt x="0" y="163888"/>
                  </a:moveTo>
                  <a:lnTo>
                    <a:pt x="462580" y="0"/>
                  </a:lnTo>
                  <a:lnTo>
                    <a:pt x="58761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0352835" y="2342755"/>
              <a:ext cx="46990" cy="22860"/>
            </a:xfrm>
            <a:custGeom>
              <a:avLst/>
              <a:gdLst/>
              <a:ahLst/>
              <a:cxnLst/>
              <a:rect l="l" t="t" r="r" b="b"/>
              <a:pathLst>
                <a:path w="46990" h="22860">
                  <a:moveTo>
                    <a:pt x="0" y="22849"/>
                  </a:moveTo>
                  <a:lnTo>
                    <a:pt x="41263" y="0"/>
                  </a:lnTo>
                  <a:lnTo>
                    <a:pt x="46459" y="14620"/>
                  </a:lnTo>
                  <a:lnTo>
                    <a:pt x="0" y="228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0352835" y="2342755"/>
              <a:ext cx="46990" cy="22860"/>
            </a:xfrm>
            <a:custGeom>
              <a:avLst/>
              <a:gdLst/>
              <a:ahLst/>
              <a:cxnLst/>
              <a:rect l="l" t="t" r="r" b="b"/>
              <a:pathLst>
                <a:path w="46990" h="22860">
                  <a:moveTo>
                    <a:pt x="0" y="22849"/>
                  </a:moveTo>
                  <a:lnTo>
                    <a:pt x="41263" y="0"/>
                  </a:lnTo>
                  <a:lnTo>
                    <a:pt x="46459" y="14620"/>
                  </a:lnTo>
                  <a:lnTo>
                    <a:pt x="0" y="22849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/>
          <p:cNvSpPr txBox="1"/>
          <p:nvPr/>
        </p:nvSpPr>
        <p:spPr>
          <a:xfrm>
            <a:off x="10994196" y="2400182"/>
            <a:ext cx="1221740" cy="2635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Isolation </a:t>
            </a:r>
            <a:r>
              <a:rPr dirty="0" sz="850" spc="-20">
                <a:latin typeface="Verdana"/>
                <a:cs typeface="Verdana"/>
              </a:rPr>
              <a:t>XFMR</a:t>
            </a:r>
            <a:endParaRPr sz="850">
              <a:latin typeface="Verdana"/>
              <a:cs typeface="Verdana"/>
            </a:endParaRPr>
          </a:p>
          <a:p>
            <a:pPr marL="1524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&amp;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2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10336452" y="2461789"/>
            <a:ext cx="658495" cy="113030"/>
            <a:chOff x="10336452" y="2461789"/>
            <a:chExt cx="658495" cy="113030"/>
          </a:xfrm>
        </p:grpSpPr>
        <p:sp>
          <p:nvSpPr>
            <p:cNvPr id="115" name="object 115"/>
            <p:cNvSpPr/>
            <p:nvPr/>
          </p:nvSpPr>
          <p:spPr>
            <a:xfrm>
              <a:off x="10386031" y="2465916"/>
              <a:ext cx="604520" cy="94615"/>
            </a:xfrm>
            <a:custGeom>
              <a:avLst/>
              <a:gdLst/>
              <a:ahLst/>
              <a:cxnLst/>
              <a:rect l="l" t="t" r="r" b="b"/>
              <a:pathLst>
                <a:path w="604520" h="94614">
                  <a:moveTo>
                    <a:pt x="0" y="94199"/>
                  </a:moveTo>
                  <a:lnTo>
                    <a:pt x="422946" y="0"/>
                  </a:lnTo>
                  <a:lnTo>
                    <a:pt x="60428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0340580" y="2552538"/>
              <a:ext cx="47625" cy="17780"/>
            </a:xfrm>
            <a:custGeom>
              <a:avLst/>
              <a:gdLst/>
              <a:ahLst/>
              <a:cxnLst/>
              <a:rect l="l" t="t" r="r" b="b"/>
              <a:pathLst>
                <a:path w="47625" h="17780">
                  <a:moveTo>
                    <a:pt x="0" y="17684"/>
                  </a:moveTo>
                  <a:lnTo>
                    <a:pt x="43745" y="0"/>
                  </a:lnTo>
                  <a:lnTo>
                    <a:pt x="47157" y="15140"/>
                  </a:lnTo>
                  <a:lnTo>
                    <a:pt x="0" y="176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0340580" y="2552538"/>
              <a:ext cx="47625" cy="17780"/>
            </a:xfrm>
            <a:custGeom>
              <a:avLst/>
              <a:gdLst/>
              <a:ahLst/>
              <a:cxnLst/>
              <a:rect l="l" t="t" r="r" b="b"/>
              <a:pathLst>
                <a:path w="47625" h="17780">
                  <a:moveTo>
                    <a:pt x="0" y="17684"/>
                  </a:moveTo>
                  <a:lnTo>
                    <a:pt x="43745" y="0"/>
                  </a:lnTo>
                  <a:lnTo>
                    <a:pt x="47157" y="15140"/>
                  </a:lnTo>
                  <a:lnTo>
                    <a:pt x="0" y="17684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/>
          <p:cNvSpPr txBox="1"/>
          <p:nvPr/>
        </p:nvSpPr>
        <p:spPr>
          <a:xfrm>
            <a:off x="11257132" y="3479971"/>
            <a:ext cx="84074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(E)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Utility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119" name="object 1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09010" y="3532132"/>
            <a:ext cx="248121" cy="245887"/>
          </a:xfrm>
          <a:prstGeom prst="rect">
            <a:avLst/>
          </a:prstGeom>
        </p:spPr>
      </p:pic>
      <p:sp>
        <p:nvSpPr>
          <p:cNvPr id="120" name="object 120"/>
          <p:cNvSpPr txBox="1"/>
          <p:nvPr/>
        </p:nvSpPr>
        <p:spPr>
          <a:xfrm>
            <a:off x="11492533" y="4367111"/>
            <a:ext cx="110490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11212207" y="4420961"/>
            <a:ext cx="280670" cy="24130"/>
            <a:chOff x="11212207" y="4420961"/>
            <a:chExt cx="280670" cy="24130"/>
          </a:xfrm>
        </p:grpSpPr>
        <p:sp>
          <p:nvSpPr>
            <p:cNvPr id="122" name="object 122"/>
            <p:cNvSpPr/>
            <p:nvPr/>
          </p:nvSpPr>
          <p:spPr>
            <a:xfrm>
              <a:off x="11262871" y="4432845"/>
              <a:ext cx="226060" cy="0"/>
            </a:xfrm>
            <a:custGeom>
              <a:avLst/>
              <a:gdLst/>
              <a:ahLst/>
              <a:cxnLst/>
              <a:rect l="l" t="t" r="r" b="b"/>
              <a:pathLst>
                <a:path w="226059" h="0">
                  <a:moveTo>
                    <a:pt x="0" y="0"/>
                  </a:moveTo>
                  <a:lnTo>
                    <a:pt x="197860" y="0"/>
                  </a:lnTo>
                  <a:lnTo>
                    <a:pt x="22578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11216334" y="4425089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90" h="15875">
                  <a:moveTo>
                    <a:pt x="46537" y="15512"/>
                  </a:moveTo>
                  <a:lnTo>
                    <a:pt x="0" y="7756"/>
                  </a:lnTo>
                  <a:lnTo>
                    <a:pt x="46537" y="0"/>
                  </a:lnTo>
                  <a:lnTo>
                    <a:pt x="46537" y="15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1216334" y="4425089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90" h="15875">
                  <a:moveTo>
                    <a:pt x="0" y="7756"/>
                  </a:moveTo>
                  <a:lnTo>
                    <a:pt x="46537" y="0"/>
                  </a:lnTo>
                  <a:lnTo>
                    <a:pt x="46537" y="15512"/>
                  </a:lnTo>
                  <a:lnTo>
                    <a:pt x="0" y="775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5" name="object 125"/>
          <p:cNvSpPr txBox="1"/>
          <p:nvPr/>
        </p:nvSpPr>
        <p:spPr>
          <a:xfrm>
            <a:off x="11489507" y="4593546"/>
            <a:ext cx="2259965" cy="3949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ARRAY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OF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INTERCONNECTION</a:t>
            </a:r>
            <a:endParaRPr sz="850">
              <a:latin typeface="Verdana"/>
              <a:cs typeface="Verdana"/>
            </a:endParaRPr>
          </a:p>
          <a:p>
            <a:pPr marL="15240" marR="217804">
              <a:lnSpc>
                <a:spcPct val="101499"/>
              </a:lnSpc>
            </a:pPr>
            <a:r>
              <a:rPr dirty="0" sz="850">
                <a:latin typeface="Verdana"/>
                <a:cs typeface="Verdana"/>
              </a:rPr>
              <a:t>41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Tunnel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Road,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{{CITY_STATE}}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94705 </a:t>
            </a:r>
            <a:r>
              <a:rPr dirty="0" sz="850">
                <a:latin typeface="Verdana"/>
                <a:cs typeface="Verdana"/>
              </a:rPr>
              <a:t>2000A,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480Y/277,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3PH,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4W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10465843" y="4391768"/>
            <a:ext cx="1024255" cy="513715"/>
            <a:chOff x="10465843" y="4391768"/>
            <a:chExt cx="1024255" cy="513715"/>
          </a:xfrm>
        </p:grpSpPr>
        <p:sp>
          <p:nvSpPr>
            <p:cNvPr id="127" name="object 127"/>
            <p:cNvSpPr/>
            <p:nvPr/>
          </p:nvSpPr>
          <p:spPr>
            <a:xfrm>
              <a:off x="11235181" y="4549436"/>
              <a:ext cx="250825" cy="109855"/>
            </a:xfrm>
            <a:custGeom>
              <a:avLst/>
              <a:gdLst/>
              <a:ahLst/>
              <a:cxnLst/>
              <a:rect l="l" t="t" r="r" b="b"/>
              <a:pathLst>
                <a:path w="250825" h="109854">
                  <a:moveTo>
                    <a:pt x="0" y="0"/>
                  </a:moveTo>
                  <a:lnTo>
                    <a:pt x="149074" y="109843"/>
                  </a:lnTo>
                  <a:lnTo>
                    <a:pt x="250448" y="10984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1197796" y="4521878"/>
              <a:ext cx="42545" cy="34290"/>
            </a:xfrm>
            <a:custGeom>
              <a:avLst/>
              <a:gdLst/>
              <a:ahLst/>
              <a:cxnLst/>
              <a:rect l="l" t="t" r="r" b="b"/>
              <a:pathLst>
                <a:path w="42545" h="34289">
                  <a:moveTo>
                    <a:pt x="32886" y="33855"/>
                  </a:moveTo>
                  <a:lnTo>
                    <a:pt x="0" y="0"/>
                  </a:lnTo>
                  <a:lnTo>
                    <a:pt x="42038" y="21368"/>
                  </a:lnTo>
                  <a:lnTo>
                    <a:pt x="32886" y="338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1197796" y="4521878"/>
              <a:ext cx="42545" cy="34290"/>
            </a:xfrm>
            <a:custGeom>
              <a:avLst/>
              <a:gdLst/>
              <a:ahLst/>
              <a:cxnLst/>
              <a:rect l="l" t="t" r="r" b="b"/>
              <a:pathLst>
                <a:path w="42545" h="34289">
                  <a:moveTo>
                    <a:pt x="0" y="0"/>
                  </a:moveTo>
                  <a:lnTo>
                    <a:pt x="42038" y="21368"/>
                  </a:lnTo>
                  <a:lnTo>
                    <a:pt x="32886" y="3385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0465843" y="4391768"/>
              <a:ext cx="436880" cy="513715"/>
            </a:xfrm>
            <a:custGeom>
              <a:avLst/>
              <a:gdLst/>
              <a:ahLst/>
              <a:cxnLst/>
              <a:rect l="l" t="t" r="r" b="b"/>
              <a:pathLst>
                <a:path w="436879" h="513714">
                  <a:moveTo>
                    <a:pt x="436674" y="513321"/>
                  </a:moveTo>
                  <a:lnTo>
                    <a:pt x="0" y="513321"/>
                  </a:lnTo>
                  <a:lnTo>
                    <a:pt x="0" y="0"/>
                  </a:lnTo>
                  <a:lnTo>
                    <a:pt x="436674" y="0"/>
                  </a:lnTo>
                  <a:lnTo>
                    <a:pt x="436674" y="513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1" name="object 131"/>
          <p:cNvSpPr txBox="1"/>
          <p:nvPr/>
        </p:nvSpPr>
        <p:spPr>
          <a:xfrm>
            <a:off x="806441" y="6390680"/>
            <a:ext cx="1021715" cy="2768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985"/>
              </a:lnSpc>
              <a:spcBef>
                <a:spcPts val="105"/>
              </a:spcBef>
            </a:pPr>
            <a:r>
              <a:rPr dirty="0" sz="850">
                <a:latin typeface="Arial"/>
                <a:cs typeface="Arial"/>
              </a:rPr>
              <a:t>41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>
                <a:latin typeface="Arial"/>
                <a:cs typeface="Arial"/>
              </a:rPr>
              <a:t>Tunnel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 spc="-20">
                <a:latin typeface="Arial"/>
                <a:cs typeface="Arial"/>
              </a:rPr>
              <a:t>Road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985"/>
              </a:lnSpc>
            </a:pPr>
            <a:r>
              <a:rPr dirty="0" sz="850">
                <a:latin typeface="Arial"/>
                <a:cs typeface="Arial"/>
              </a:rPr>
              <a:t>{{CITY_STATE}}, </a:t>
            </a:r>
            <a:r>
              <a:rPr dirty="0" sz="850" spc="-10">
                <a:latin typeface="Arial"/>
                <a:cs typeface="Arial"/>
              </a:rPr>
              <a:t>94705</a:t>
            </a:r>
            <a:endParaRPr sz="850">
              <a:latin typeface="Arial"/>
              <a:cs typeface="Arial"/>
            </a:endParaRPr>
          </a:p>
        </p:txBody>
      </p:sp>
      <p:graphicFrame>
        <p:nvGraphicFramePr>
          <p:cNvPr id="132" name="object 132"/>
          <p:cNvGraphicFramePr>
            <a:graphicFrameLocks noGrp="1"/>
          </p:cNvGraphicFramePr>
          <p:nvPr/>
        </p:nvGraphicFramePr>
        <p:xfrm>
          <a:off x="675687" y="7492673"/>
          <a:ext cx="12800965" cy="351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  <a:gridCol w="751839"/>
                <a:gridCol w="2110740"/>
                <a:gridCol w="1696085"/>
                <a:gridCol w="1064894"/>
                <a:gridCol w="1814195"/>
                <a:gridCol w="1899285"/>
                <a:gridCol w="995045"/>
                <a:gridCol w="1251584"/>
              </a:tblGrid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ts val="930"/>
                        </a:lnSpc>
                        <a:spcBef>
                          <a:spcPts val="359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BESS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ENCLOSURE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19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930"/>
                        </a:lnSpc>
                        <a:spcBef>
                          <a:spcPts val="359"/>
                        </a:spcBef>
                      </a:pPr>
                      <a:r>
                        <a:rPr dirty="0" sz="850" spc="-50">
                          <a:latin typeface="Verdana"/>
                          <a:cs typeface="Verdana"/>
                        </a:rPr>
                        <a:t>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19"/>
                </a:tc>
                <a:tc>
                  <a:txBody>
                    <a:bodyPr/>
                    <a:lstStyle/>
                    <a:p>
                      <a:pPr marL="570865">
                        <a:lnSpc>
                          <a:spcPts val="930"/>
                        </a:lnSpc>
                        <a:spcBef>
                          <a:spcPts val="359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36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latin typeface="Verdana"/>
                          <a:cs typeface="Verdana"/>
                        </a:rPr>
                        <a:t>point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(0.359")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19"/>
                </a:tc>
                <a:tc>
                  <a:txBody>
                    <a:bodyPr/>
                    <a:lstStyle/>
                    <a:p>
                      <a:pPr marL="585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LOCATION: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QUANTITY: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TEXT: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593090">
                        <a:lnSpc>
                          <a:spcPts val="925"/>
                        </a:lnSpc>
                        <a:spcBef>
                          <a:spcPts val="360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LOCATION: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2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ts val="925"/>
                        </a:lnSpc>
                        <a:spcBef>
                          <a:spcPts val="360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QUANTITY: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20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ts val="925"/>
                        </a:lnSpc>
                        <a:spcBef>
                          <a:spcPts val="360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TEXT: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45720"/>
                </a:tc>
              </a:tr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(GREAT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POWER)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54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BESS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ENCLOSURE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 spc="-50">
                          <a:latin typeface="Verdana"/>
                          <a:cs typeface="Verdana"/>
                        </a:rPr>
                        <a:t>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36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latin typeface="Verdana"/>
                          <a:cs typeface="Verdana"/>
                        </a:rPr>
                        <a:t>point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(0.359")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5930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BOLTSWITCH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CABINET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850" spc="-50">
                          <a:latin typeface="Verdana"/>
                          <a:cs typeface="Verdana"/>
                        </a:rPr>
                        <a:t>2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20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latin typeface="Verdana"/>
                          <a:cs typeface="Verdana"/>
                        </a:rPr>
                        <a:t>point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(0.203")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270"/>
                </a:tc>
              </a:tr>
            </a:tbl>
          </a:graphicData>
        </a:graphic>
      </p:graphicFrame>
      <p:sp>
        <p:nvSpPr>
          <p:cNvPr id="133" name="object 133"/>
          <p:cNvSpPr/>
          <p:nvPr/>
        </p:nvSpPr>
        <p:spPr>
          <a:xfrm>
            <a:off x="12617571" y="9447066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9825335" y="9447066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13191453" y="7944998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4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13191453" y="9061893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4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37" name="object 137"/>
          <p:cNvGraphicFramePr>
            <a:graphicFrameLocks noGrp="1"/>
          </p:cNvGraphicFramePr>
          <p:nvPr/>
        </p:nvGraphicFramePr>
        <p:xfrm>
          <a:off x="9829989" y="7949651"/>
          <a:ext cx="3450590" cy="150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4040"/>
              </a:tblGrid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22885" marR="208915" indent="-3810">
                        <a:lnSpc>
                          <a:spcPct val="1028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Verdana"/>
                          <a:cs typeface="Verdana"/>
                        </a:rPr>
                        <a:t>AC</a:t>
                      </a:r>
                      <a:r>
                        <a:rPr dirty="0" sz="120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DISCONNECT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 BOLTSWITCH</a:t>
                      </a:r>
                      <a:r>
                        <a:rPr dirty="0" sz="1200" spc="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CABINET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CURRENT:</a:t>
                      </a:r>
                      <a:r>
                        <a:rPr dirty="0" sz="12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1200A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VOLTAGE: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20">
                          <a:latin typeface="Verdana"/>
                          <a:cs typeface="Verdana"/>
                        </a:rPr>
                        <a:t>480V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444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2"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38" name="object 138"/>
          <p:cNvSpPr/>
          <p:nvPr/>
        </p:nvSpPr>
        <p:spPr>
          <a:xfrm>
            <a:off x="12617571" y="12217662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0" y="17063"/>
                </a:moveTo>
                <a:lnTo>
                  <a:pt x="1706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9825335" y="12217662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5" h="17145">
                <a:moveTo>
                  <a:pt x="17063" y="0"/>
                </a:moveTo>
                <a:lnTo>
                  <a:pt x="0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40" name="object 140"/>
          <p:cNvGraphicFramePr>
            <a:graphicFrameLocks noGrp="1"/>
          </p:cNvGraphicFramePr>
          <p:nvPr/>
        </p:nvGraphicFramePr>
        <p:xfrm>
          <a:off x="9817630" y="10276524"/>
          <a:ext cx="3659504" cy="339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750"/>
                <a:gridCol w="1283970"/>
                <a:gridCol w="1251584"/>
              </a:tblGrid>
              <a:tr h="163195">
                <a:tc>
                  <a:txBody>
                    <a:bodyPr/>
                    <a:lstStyle/>
                    <a:p>
                      <a:pPr marL="31750">
                        <a:lnSpc>
                          <a:spcPts val="93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LOCATION: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ts val="93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QUANTITY: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ts val="930"/>
                        </a:lnSpc>
                        <a:spcBef>
                          <a:spcPts val="259"/>
                        </a:spcBef>
                      </a:pPr>
                      <a:r>
                        <a:rPr dirty="0" sz="850" spc="-10" b="1">
                          <a:latin typeface="Verdana"/>
                          <a:cs typeface="Verdana"/>
                        </a:rPr>
                        <a:t>TEXT: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33019"/>
                </a:tc>
              </a:tr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850" spc="-20">
                          <a:latin typeface="Verdana"/>
                          <a:cs typeface="Verdana"/>
                        </a:rPr>
                        <a:t>XFMR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850" spc="-50">
                          <a:latin typeface="Verdana"/>
                          <a:cs typeface="Verdana"/>
                        </a:rPr>
                        <a:t>1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>
                          <a:latin typeface="Verdana"/>
                          <a:cs typeface="Verdana"/>
                        </a:rPr>
                        <a:t>20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>
                          <a:latin typeface="Verdana"/>
                          <a:cs typeface="Verdana"/>
                        </a:rPr>
                        <a:t>point</a:t>
                      </a:r>
                      <a:r>
                        <a:rPr dirty="0" sz="850" spc="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50" spc="-10">
                          <a:latin typeface="Verdana"/>
                          <a:cs typeface="Verdana"/>
                        </a:rPr>
                        <a:t>(0.203")</a:t>
                      </a:r>
                      <a:endParaRPr sz="850">
                        <a:latin typeface="Verdana"/>
                        <a:cs typeface="Verdana"/>
                      </a:endParaRPr>
                    </a:p>
                  </a:txBody>
                  <a:tcPr marL="0" marR="0" marB="0" marT="635"/>
                </a:tc>
              </a:tr>
            </a:tbl>
          </a:graphicData>
        </a:graphic>
      </p:graphicFrame>
      <p:sp>
        <p:nvSpPr>
          <p:cNvPr id="141" name="object 141"/>
          <p:cNvSpPr/>
          <p:nvPr/>
        </p:nvSpPr>
        <p:spPr>
          <a:xfrm>
            <a:off x="13191453" y="10715594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4" h="17145">
                <a:moveTo>
                  <a:pt x="17063" y="17063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13191453" y="11832489"/>
            <a:ext cx="17145" cy="17145"/>
          </a:xfrm>
          <a:custGeom>
            <a:avLst/>
            <a:gdLst/>
            <a:ahLst/>
            <a:cxnLst/>
            <a:rect l="l" t="t" r="r" b="b"/>
            <a:pathLst>
              <a:path w="17144" h="17145">
                <a:moveTo>
                  <a:pt x="0" y="0"/>
                </a:moveTo>
                <a:lnTo>
                  <a:pt x="17063" y="1706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43" name="object 143"/>
          <p:cNvGraphicFramePr>
            <a:graphicFrameLocks noGrp="1"/>
          </p:cNvGraphicFramePr>
          <p:nvPr/>
        </p:nvGraphicFramePr>
        <p:xfrm>
          <a:off x="9829989" y="10720247"/>
          <a:ext cx="3450590" cy="150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2095"/>
                <a:gridCol w="574040"/>
              </a:tblGrid>
              <a:tr h="1116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546100" marR="534035" indent="-1270">
                        <a:lnSpc>
                          <a:spcPct val="1028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Verdana"/>
                          <a:cs typeface="Verdana"/>
                        </a:rPr>
                        <a:t>ISOLATION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20">
                          <a:latin typeface="Verdana"/>
                          <a:cs typeface="Verdana"/>
                        </a:rPr>
                        <a:t>XFMR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XFMR</a:t>
                      </a:r>
                      <a:r>
                        <a:rPr dirty="0" sz="1200" spc="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SIZE:</a:t>
                      </a:r>
                      <a:r>
                        <a:rPr dirty="0" sz="1200" spc="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1000KVA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200">
                          <a:latin typeface="Verdana"/>
                          <a:cs typeface="Verdana"/>
                        </a:rPr>
                        <a:t>OPERATING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>
                          <a:latin typeface="Verdana"/>
                          <a:cs typeface="Verdana"/>
                        </a:rPr>
                        <a:t>VOLTAGE:</a:t>
                      </a:r>
                      <a:r>
                        <a:rPr dirty="0" sz="12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00" spc="-10">
                          <a:latin typeface="Verdana"/>
                          <a:cs typeface="Verdana"/>
                        </a:rPr>
                        <a:t>480/480V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984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2"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>
                          <a:latin typeface="Verdana"/>
                          <a:cs typeface="Verdana"/>
                        </a:rPr>
                        <a:t>5"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B="0" marT="5715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0000"/>
                      </a:solidFill>
                      <a:prstDash val="solid"/>
                    </a:lnL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44" name="object 144"/>
          <p:cNvSpPr txBox="1"/>
          <p:nvPr/>
        </p:nvSpPr>
        <p:spPr>
          <a:xfrm>
            <a:off x="10465843" y="4391768"/>
            <a:ext cx="43688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69215">
              <a:lnSpc>
                <a:spcPct val="100000"/>
              </a:lnSpc>
            </a:pPr>
            <a:r>
              <a:rPr dirty="0" sz="1100" spc="-25">
                <a:latin typeface="Verdana"/>
                <a:cs typeface="Verdana"/>
              </a:rPr>
              <a:t>YOU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10465843" y="4560786"/>
            <a:ext cx="43688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ct val="100000"/>
              </a:lnSpc>
            </a:pPr>
            <a:r>
              <a:rPr dirty="0" sz="1100" spc="-25">
                <a:latin typeface="Verdana"/>
                <a:cs typeface="Verdana"/>
              </a:rPr>
              <a:t>ARE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0465843" y="4729872"/>
            <a:ext cx="436880" cy="1752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29209">
              <a:lnSpc>
                <a:spcPct val="100000"/>
              </a:lnSpc>
            </a:pPr>
            <a:r>
              <a:rPr dirty="0" sz="1100" spc="-20">
                <a:latin typeface="Verdana"/>
                <a:cs typeface="Verdana"/>
              </a:rPr>
              <a:t>HERE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8655156" y="2350263"/>
            <a:ext cx="5140960" cy="4250690"/>
            <a:chOff x="8655156" y="2350263"/>
            <a:chExt cx="5140960" cy="4250690"/>
          </a:xfrm>
        </p:grpSpPr>
        <p:pic>
          <p:nvPicPr>
            <p:cNvPr id="148" name="object 1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35870" y="4384834"/>
              <a:ext cx="133561" cy="133554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13451301" y="6256235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90" h="339090">
                  <a:moveTo>
                    <a:pt x="69248" y="306946"/>
                  </a:moveTo>
                  <a:lnTo>
                    <a:pt x="36266" y="275448"/>
                  </a:lnTo>
                  <a:lnTo>
                    <a:pt x="13492" y="237670"/>
                  </a:lnTo>
                  <a:lnTo>
                    <a:pt x="1284" y="195889"/>
                  </a:lnTo>
                  <a:lnTo>
                    <a:pt x="0" y="152379"/>
                  </a:lnTo>
                  <a:lnTo>
                    <a:pt x="9996" y="109415"/>
                  </a:lnTo>
                  <a:lnTo>
                    <a:pt x="31630" y="69272"/>
                  </a:lnTo>
                  <a:lnTo>
                    <a:pt x="63136" y="36282"/>
                  </a:lnTo>
                  <a:lnTo>
                    <a:pt x="100916" y="13499"/>
                  </a:lnTo>
                  <a:lnTo>
                    <a:pt x="142699" y="1285"/>
                  </a:lnTo>
                  <a:lnTo>
                    <a:pt x="186215" y="0"/>
                  </a:lnTo>
                  <a:lnTo>
                    <a:pt x="229191" y="10003"/>
                  </a:lnTo>
                  <a:lnTo>
                    <a:pt x="269358" y="31655"/>
                  </a:lnTo>
                  <a:lnTo>
                    <a:pt x="302340" y="63151"/>
                  </a:lnTo>
                  <a:lnTo>
                    <a:pt x="325114" y="100928"/>
                  </a:lnTo>
                  <a:lnTo>
                    <a:pt x="337322" y="142712"/>
                  </a:lnTo>
                  <a:lnTo>
                    <a:pt x="338607" y="186225"/>
                  </a:lnTo>
                  <a:lnTo>
                    <a:pt x="328611" y="229192"/>
                  </a:lnTo>
                  <a:lnTo>
                    <a:pt x="306976" y="269336"/>
                  </a:lnTo>
                  <a:lnTo>
                    <a:pt x="275470" y="302323"/>
                  </a:lnTo>
                  <a:lnTo>
                    <a:pt x="237690" y="325103"/>
                  </a:lnTo>
                  <a:lnTo>
                    <a:pt x="195907" y="337316"/>
                  </a:lnTo>
                  <a:lnTo>
                    <a:pt x="152392" y="338601"/>
                  </a:lnTo>
                  <a:lnTo>
                    <a:pt x="109415" y="328598"/>
                  </a:lnTo>
                  <a:lnTo>
                    <a:pt x="69248" y="306946"/>
                  </a:lnTo>
                  <a:close/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13482932" y="6287890"/>
              <a:ext cx="238125" cy="275590"/>
            </a:xfrm>
            <a:custGeom>
              <a:avLst/>
              <a:gdLst/>
              <a:ahLst/>
              <a:cxnLst/>
              <a:rect l="l" t="t" r="r" b="b"/>
              <a:pathLst>
                <a:path w="238125" h="275590">
                  <a:moveTo>
                    <a:pt x="137670" y="137648"/>
                  </a:moveTo>
                  <a:lnTo>
                    <a:pt x="0" y="37617"/>
                  </a:lnTo>
                  <a:lnTo>
                    <a:pt x="237727" y="0"/>
                  </a:lnTo>
                  <a:lnTo>
                    <a:pt x="137670" y="137648"/>
                  </a:lnTo>
                  <a:close/>
                </a:path>
                <a:path w="238125" h="275590">
                  <a:moveTo>
                    <a:pt x="37617" y="275291"/>
                  </a:moveTo>
                  <a:lnTo>
                    <a:pt x="0" y="37617"/>
                  </a:lnTo>
                  <a:lnTo>
                    <a:pt x="137670" y="137648"/>
                  </a:lnTo>
                  <a:lnTo>
                    <a:pt x="37617" y="2752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3482932" y="6287890"/>
              <a:ext cx="275590" cy="275590"/>
            </a:xfrm>
            <a:custGeom>
              <a:avLst/>
              <a:gdLst/>
              <a:ahLst/>
              <a:cxnLst/>
              <a:rect l="l" t="t" r="r" b="b"/>
              <a:pathLst>
                <a:path w="275590" h="275590">
                  <a:moveTo>
                    <a:pt x="275345" y="237681"/>
                  </a:moveTo>
                  <a:lnTo>
                    <a:pt x="0" y="37617"/>
                  </a:lnTo>
                  <a:lnTo>
                    <a:pt x="137436" y="15869"/>
                  </a:lnTo>
                  <a:lnTo>
                    <a:pt x="208011" y="4702"/>
                  </a:lnTo>
                  <a:lnTo>
                    <a:pt x="234013" y="587"/>
                  </a:lnTo>
                  <a:lnTo>
                    <a:pt x="237727" y="0"/>
                  </a:lnTo>
                  <a:lnTo>
                    <a:pt x="122039" y="159152"/>
                  </a:lnTo>
                  <a:lnTo>
                    <a:pt x="62631" y="240879"/>
                  </a:lnTo>
                  <a:lnTo>
                    <a:pt x="40744" y="270989"/>
                  </a:lnTo>
                  <a:lnTo>
                    <a:pt x="37617" y="275291"/>
                  </a:lnTo>
                  <a:lnTo>
                    <a:pt x="0" y="37617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8655156" y="2350263"/>
              <a:ext cx="1096010" cy="132080"/>
            </a:xfrm>
            <a:custGeom>
              <a:avLst/>
              <a:gdLst/>
              <a:ahLst/>
              <a:cxnLst/>
              <a:rect l="l" t="t" r="r" b="b"/>
              <a:pathLst>
                <a:path w="1096009" h="132080">
                  <a:moveTo>
                    <a:pt x="1095564" y="131467"/>
                  </a:moveTo>
                  <a:lnTo>
                    <a:pt x="0" y="131467"/>
                  </a:lnTo>
                  <a:lnTo>
                    <a:pt x="0" y="0"/>
                  </a:lnTo>
                  <a:lnTo>
                    <a:pt x="1095564" y="0"/>
                  </a:lnTo>
                  <a:lnTo>
                    <a:pt x="1095564" y="131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3" name="object 153"/>
          <p:cNvSpPr txBox="1"/>
          <p:nvPr/>
        </p:nvSpPr>
        <p:spPr>
          <a:xfrm>
            <a:off x="12743630" y="6504999"/>
            <a:ext cx="64198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TRUE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NORTH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8331276" y="6382342"/>
            <a:ext cx="1021715" cy="2768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985"/>
              </a:lnSpc>
              <a:spcBef>
                <a:spcPts val="105"/>
              </a:spcBef>
            </a:pPr>
            <a:r>
              <a:rPr dirty="0" sz="850">
                <a:latin typeface="Arial"/>
                <a:cs typeface="Arial"/>
              </a:rPr>
              <a:t>41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>
                <a:latin typeface="Arial"/>
                <a:cs typeface="Arial"/>
              </a:rPr>
              <a:t>Tunnel</a:t>
            </a:r>
            <a:r>
              <a:rPr dirty="0" sz="850" spc="-15">
                <a:latin typeface="Arial"/>
                <a:cs typeface="Arial"/>
              </a:rPr>
              <a:t> </a:t>
            </a:r>
            <a:r>
              <a:rPr dirty="0" sz="850" spc="-20">
                <a:latin typeface="Arial"/>
                <a:cs typeface="Arial"/>
              </a:rPr>
              <a:t>Road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985"/>
              </a:lnSpc>
            </a:pPr>
            <a:r>
              <a:rPr dirty="0" sz="850">
                <a:latin typeface="Arial"/>
                <a:cs typeface="Arial"/>
              </a:rPr>
              <a:t>{{CITY_STATE}}, </a:t>
            </a:r>
            <a:r>
              <a:rPr dirty="0" sz="850" spc="-10">
                <a:latin typeface="Arial"/>
                <a:cs typeface="Arial"/>
              </a:rPr>
              <a:t>94705</a:t>
            </a:r>
            <a:endParaRPr sz="850">
              <a:latin typeface="Arial"/>
              <a:cs typeface="Arial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8655156" y="2337563"/>
            <a:ext cx="10960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BESS Inverter 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844321" y="1861343"/>
            <a:ext cx="9312275" cy="4384040"/>
            <a:chOff x="844321" y="1861343"/>
            <a:chExt cx="9312275" cy="4384040"/>
          </a:xfrm>
        </p:grpSpPr>
        <p:sp>
          <p:nvSpPr>
            <p:cNvPr id="157" name="object 157"/>
            <p:cNvSpPr/>
            <p:nvPr/>
          </p:nvSpPr>
          <p:spPr>
            <a:xfrm>
              <a:off x="9711086" y="2415997"/>
              <a:ext cx="397510" cy="102870"/>
            </a:xfrm>
            <a:custGeom>
              <a:avLst/>
              <a:gdLst/>
              <a:ahLst/>
              <a:cxnLst/>
              <a:rect l="l" t="t" r="r" b="b"/>
              <a:pathLst>
                <a:path w="397509" h="102869">
                  <a:moveTo>
                    <a:pt x="397505" y="102296"/>
                  </a:moveTo>
                  <a:lnTo>
                    <a:pt x="106647" y="0"/>
                  </a:lnTo>
                  <a:lnTo>
                    <a:pt x="4351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0105955" y="2510957"/>
              <a:ext cx="46990" cy="22860"/>
            </a:xfrm>
            <a:custGeom>
              <a:avLst/>
              <a:gdLst/>
              <a:ahLst/>
              <a:cxnLst/>
              <a:rect l="l" t="t" r="r" b="b"/>
              <a:pathLst>
                <a:path w="46990" h="22860">
                  <a:moveTo>
                    <a:pt x="46459" y="22756"/>
                  </a:moveTo>
                  <a:lnTo>
                    <a:pt x="0" y="14635"/>
                  </a:lnTo>
                  <a:lnTo>
                    <a:pt x="5196" y="0"/>
                  </a:lnTo>
                  <a:lnTo>
                    <a:pt x="46459" y="22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0105955" y="2510957"/>
              <a:ext cx="46990" cy="22860"/>
            </a:xfrm>
            <a:custGeom>
              <a:avLst/>
              <a:gdLst/>
              <a:ahLst/>
              <a:cxnLst/>
              <a:rect l="l" t="t" r="r" b="b"/>
              <a:pathLst>
                <a:path w="46990" h="22860">
                  <a:moveTo>
                    <a:pt x="46459" y="22756"/>
                  </a:moveTo>
                  <a:lnTo>
                    <a:pt x="0" y="14635"/>
                  </a:lnTo>
                  <a:lnTo>
                    <a:pt x="5196" y="0"/>
                  </a:lnTo>
                  <a:lnTo>
                    <a:pt x="46459" y="2275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6543" y="1861343"/>
              <a:ext cx="5323413" cy="4381421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3393846" y="3797068"/>
              <a:ext cx="243204" cy="686435"/>
            </a:xfrm>
            <a:custGeom>
              <a:avLst/>
              <a:gdLst/>
              <a:ahLst/>
              <a:cxnLst/>
              <a:rect l="l" t="t" r="r" b="b"/>
              <a:pathLst>
                <a:path w="243204" h="686435">
                  <a:moveTo>
                    <a:pt x="5568" y="36717"/>
                  </a:moveTo>
                  <a:lnTo>
                    <a:pt x="59311" y="24509"/>
                  </a:lnTo>
                </a:path>
                <a:path w="243204" h="686435">
                  <a:moveTo>
                    <a:pt x="236603" y="649497"/>
                  </a:moveTo>
                  <a:lnTo>
                    <a:pt x="242676" y="616789"/>
                  </a:lnTo>
                  <a:lnTo>
                    <a:pt x="210457" y="610809"/>
                  </a:lnTo>
                  <a:lnTo>
                    <a:pt x="204383" y="643517"/>
                  </a:lnTo>
                  <a:lnTo>
                    <a:pt x="236603" y="649497"/>
                  </a:lnTo>
                </a:path>
                <a:path w="243204" h="686435">
                  <a:moveTo>
                    <a:pt x="62941" y="23679"/>
                  </a:moveTo>
                  <a:lnTo>
                    <a:pt x="68502" y="48189"/>
                  </a:lnTo>
                </a:path>
                <a:path w="243204" h="686435">
                  <a:moveTo>
                    <a:pt x="1939" y="37540"/>
                  </a:moveTo>
                  <a:lnTo>
                    <a:pt x="5568" y="36717"/>
                  </a:lnTo>
                </a:path>
                <a:path w="243204" h="686435">
                  <a:moveTo>
                    <a:pt x="68502" y="48189"/>
                  </a:moveTo>
                  <a:lnTo>
                    <a:pt x="7508" y="62041"/>
                  </a:lnTo>
                  <a:lnTo>
                    <a:pt x="1939" y="37540"/>
                  </a:lnTo>
                </a:path>
                <a:path w="243204" h="686435">
                  <a:moveTo>
                    <a:pt x="5568" y="36717"/>
                  </a:moveTo>
                  <a:lnTo>
                    <a:pt x="0" y="12208"/>
                  </a:lnTo>
                  <a:lnTo>
                    <a:pt x="53742" y="0"/>
                  </a:lnTo>
                  <a:lnTo>
                    <a:pt x="59311" y="24509"/>
                  </a:lnTo>
                  <a:lnTo>
                    <a:pt x="62941" y="23679"/>
                  </a:lnTo>
                </a:path>
                <a:path w="243204" h="686435">
                  <a:moveTo>
                    <a:pt x="102017" y="686137"/>
                  </a:moveTo>
                  <a:lnTo>
                    <a:pt x="105422" y="667817"/>
                  </a:lnTo>
                  <a:lnTo>
                    <a:pt x="86411" y="664288"/>
                  </a:lnTo>
                  <a:lnTo>
                    <a:pt x="83014" y="682608"/>
                  </a:lnTo>
                  <a:lnTo>
                    <a:pt x="102017" y="686137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2" name="object 1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94980" y="2203539"/>
              <a:ext cx="290881" cy="436690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846543" y="3288441"/>
              <a:ext cx="5323840" cy="2954655"/>
            </a:xfrm>
            <a:custGeom>
              <a:avLst/>
              <a:gdLst/>
              <a:ahLst/>
              <a:cxnLst/>
              <a:rect l="l" t="t" r="r" b="b"/>
              <a:pathLst>
                <a:path w="5323840" h="2954654">
                  <a:moveTo>
                    <a:pt x="3374401" y="360027"/>
                  </a:moveTo>
                  <a:lnTo>
                    <a:pt x="3918755" y="253248"/>
                  </a:lnTo>
                  <a:lnTo>
                    <a:pt x="4267172" y="161887"/>
                  </a:lnTo>
                  <a:lnTo>
                    <a:pt x="4516496" y="76926"/>
                  </a:lnTo>
                  <a:lnTo>
                    <a:pt x="4750500" y="11696"/>
                  </a:lnTo>
                  <a:lnTo>
                    <a:pt x="4913893" y="0"/>
                  </a:lnTo>
                  <a:lnTo>
                    <a:pt x="5057259" y="40285"/>
                  </a:lnTo>
                  <a:lnTo>
                    <a:pt x="5179334" y="109928"/>
                  </a:lnTo>
                  <a:lnTo>
                    <a:pt x="5292326" y="128303"/>
                  </a:lnTo>
                  <a:lnTo>
                    <a:pt x="5323413" y="125611"/>
                  </a:lnTo>
                </a:path>
                <a:path w="5323840" h="2954654">
                  <a:moveTo>
                    <a:pt x="5292326" y="234073"/>
                  </a:moveTo>
                  <a:lnTo>
                    <a:pt x="5129616" y="208299"/>
                  </a:lnTo>
                  <a:lnTo>
                    <a:pt x="4908471" y="195486"/>
                  </a:lnTo>
                  <a:lnTo>
                    <a:pt x="4838999" y="364168"/>
                  </a:lnTo>
                  <a:lnTo>
                    <a:pt x="4811356" y="431298"/>
                  </a:lnTo>
                  <a:lnTo>
                    <a:pt x="4788948" y="423914"/>
                  </a:lnTo>
                </a:path>
                <a:path w="5323840" h="2954654">
                  <a:moveTo>
                    <a:pt x="4783868" y="381092"/>
                  </a:moveTo>
                  <a:lnTo>
                    <a:pt x="4638889" y="333345"/>
                  </a:lnTo>
                  <a:lnTo>
                    <a:pt x="4626665" y="370474"/>
                  </a:lnTo>
                  <a:lnTo>
                    <a:pt x="4423258" y="303483"/>
                  </a:lnTo>
                </a:path>
                <a:path w="5323840" h="2954654">
                  <a:moveTo>
                    <a:pt x="4783868" y="381092"/>
                  </a:moveTo>
                  <a:lnTo>
                    <a:pt x="4771644" y="418221"/>
                  </a:lnTo>
                  <a:lnTo>
                    <a:pt x="4626665" y="370474"/>
                  </a:lnTo>
                </a:path>
                <a:path w="5323840" h="2954654">
                  <a:moveTo>
                    <a:pt x="4838999" y="364168"/>
                  </a:moveTo>
                  <a:lnTo>
                    <a:pt x="4811596" y="355140"/>
                  </a:lnTo>
                </a:path>
                <a:path w="5323840" h="2954654">
                  <a:moveTo>
                    <a:pt x="4811596" y="355140"/>
                  </a:moveTo>
                  <a:lnTo>
                    <a:pt x="4788948" y="423914"/>
                  </a:lnTo>
                  <a:lnTo>
                    <a:pt x="4771644" y="418221"/>
                  </a:lnTo>
                </a:path>
                <a:path w="5323840" h="2954654">
                  <a:moveTo>
                    <a:pt x="4423258" y="303483"/>
                  </a:moveTo>
                  <a:lnTo>
                    <a:pt x="4412834" y="307485"/>
                  </a:lnTo>
                  <a:lnTo>
                    <a:pt x="4339545" y="273040"/>
                  </a:lnTo>
                </a:path>
                <a:path w="5323840" h="2954654">
                  <a:moveTo>
                    <a:pt x="4412834" y="307485"/>
                  </a:moveTo>
                  <a:lnTo>
                    <a:pt x="3639540" y="491377"/>
                  </a:lnTo>
                  <a:lnTo>
                    <a:pt x="3456539" y="589307"/>
                  </a:lnTo>
                  <a:lnTo>
                    <a:pt x="3378357" y="649488"/>
                  </a:lnTo>
                  <a:lnTo>
                    <a:pt x="3384321" y="661052"/>
                  </a:lnTo>
                </a:path>
                <a:path w="5323840" h="2954654">
                  <a:moveTo>
                    <a:pt x="3456539" y="801269"/>
                  </a:moveTo>
                  <a:lnTo>
                    <a:pt x="2888071" y="1077375"/>
                  </a:lnTo>
                  <a:lnTo>
                    <a:pt x="2873839" y="1048072"/>
                  </a:lnTo>
                  <a:lnTo>
                    <a:pt x="2836997" y="1065965"/>
                  </a:lnTo>
                  <a:lnTo>
                    <a:pt x="2774815" y="1055355"/>
                  </a:lnTo>
                </a:path>
                <a:path w="5323840" h="2954654">
                  <a:moveTo>
                    <a:pt x="4339545" y="273040"/>
                  </a:moveTo>
                  <a:lnTo>
                    <a:pt x="3642301" y="438767"/>
                  </a:lnTo>
                  <a:lnTo>
                    <a:pt x="3353397" y="570173"/>
                  </a:lnTo>
                  <a:lnTo>
                    <a:pt x="3117911" y="657903"/>
                  </a:lnTo>
                  <a:lnTo>
                    <a:pt x="3145058" y="740096"/>
                  </a:lnTo>
                </a:path>
                <a:path w="5323840" h="2954654">
                  <a:moveTo>
                    <a:pt x="3145058" y="740096"/>
                  </a:moveTo>
                  <a:lnTo>
                    <a:pt x="3384321" y="661052"/>
                  </a:lnTo>
                  <a:lnTo>
                    <a:pt x="3456539" y="801269"/>
                  </a:lnTo>
                </a:path>
                <a:path w="5323840" h="2954654">
                  <a:moveTo>
                    <a:pt x="2658798" y="1035561"/>
                  </a:moveTo>
                  <a:lnTo>
                    <a:pt x="2677862" y="916092"/>
                  </a:lnTo>
                  <a:lnTo>
                    <a:pt x="2751391" y="927827"/>
                  </a:lnTo>
                  <a:lnTo>
                    <a:pt x="2789366" y="970029"/>
                  </a:lnTo>
                  <a:lnTo>
                    <a:pt x="2774815" y="1055355"/>
                  </a:lnTo>
                  <a:lnTo>
                    <a:pt x="2658798" y="1035561"/>
                  </a:lnTo>
                  <a:lnTo>
                    <a:pt x="2548279" y="1016706"/>
                  </a:lnTo>
                  <a:lnTo>
                    <a:pt x="2481305" y="1005281"/>
                  </a:lnTo>
                </a:path>
                <a:path w="5323840" h="2954654">
                  <a:moveTo>
                    <a:pt x="2548279" y="1016706"/>
                  </a:moveTo>
                  <a:lnTo>
                    <a:pt x="2561899" y="936886"/>
                  </a:lnTo>
                  <a:lnTo>
                    <a:pt x="2494917" y="925461"/>
                  </a:lnTo>
                </a:path>
                <a:path w="5323840" h="2954654">
                  <a:moveTo>
                    <a:pt x="2494917" y="925461"/>
                  </a:moveTo>
                  <a:lnTo>
                    <a:pt x="2481305" y="1005281"/>
                  </a:lnTo>
                  <a:lnTo>
                    <a:pt x="2182830" y="954361"/>
                  </a:lnTo>
                </a:path>
                <a:path w="5323840" h="2954654">
                  <a:moveTo>
                    <a:pt x="2888071" y="1077375"/>
                  </a:moveTo>
                  <a:lnTo>
                    <a:pt x="2799325" y="1120476"/>
                  </a:lnTo>
                  <a:lnTo>
                    <a:pt x="2201189" y="1002605"/>
                  </a:lnTo>
                  <a:lnTo>
                    <a:pt x="2008594" y="975287"/>
                  </a:lnTo>
                  <a:lnTo>
                    <a:pt x="1964283" y="1100791"/>
                  </a:lnTo>
                  <a:lnTo>
                    <a:pt x="1864236" y="1065477"/>
                  </a:lnTo>
                  <a:lnTo>
                    <a:pt x="1903893" y="953136"/>
                  </a:lnTo>
                  <a:lnTo>
                    <a:pt x="1757805" y="919753"/>
                  </a:lnTo>
                  <a:lnTo>
                    <a:pt x="1702612" y="1028472"/>
                  </a:lnTo>
                  <a:lnTo>
                    <a:pt x="1654872" y="1016038"/>
                  </a:lnTo>
                  <a:lnTo>
                    <a:pt x="1637041" y="1084487"/>
                  </a:lnTo>
                  <a:lnTo>
                    <a:pt x="1619551" y="1079934"/>
                  </a:lnTo>
                </a:path>
                <a:path w="5323840" h="2954654">
                  <a:moveTo>
                    <a:pt x="1535264" y="1057976"/>
                  </a:moveTo>
                  <a:lnTo>
                    <a:pt x="1479706" y="940113"/>
                  </a:lnTo>
                  <a:lnTo>
                    <a:pt x="1244995" y="999045"/>
                  </a:lnTo>
                  <a:lnTo>
                    <a:pt x="1218361" y="943689"/>
                  </a:lnTo>
                  <a:lnTo>
                    <a:pt x="95859" y="1569902"/>
                  </a:lnTo>
                </a:path>
                <a:path w="5323840" h="2954654">
                  <a:moveTo>
                    <a:pt x="557803" y="1501399"/>
                  </a:moveTo>
                  <a:lnTo>
                    <a:pt x="571190" y="1526824"/>
                  </a:lnTo>
                </a:path>
                <a:path w="5323840" h="2954654">
                  <a:moveTo>
                    <a:pt x="852710" y="2061397"/>
                  </a:moveTo>
                  <a:lnTo>
                    <a:pt x="1264828" y="1844363"/>
                  </a:lnTo>
                </a:path>
                <a:path w="5323840" h="2954654">
                  <a:moveTo>
                    <a:pt x="1612004" y="1661534"/>
                  </a:moveTo>
                  <a:lnTo>
                    <a:pt x="1566537" y="1575199"/>
                  </a:lnTo>
                </a:path>
                <a:path w="5323840" h="2954654">
                  <a:moveTo>
                    <a:pt x="1515749" y="1110866"/>
                  </a:moveTo>
                  <a:lnTo>
                    <a:pt x="1509094" y="1108244"/>
                  </a:lnTo>
                  <a:lnTo>
                    <a:pt x="1486826" y="1108244"/>
                  </a:lnTo>
                  <a:lnTo>
                    <a:pt x="1356716" y="1176770"/>
                  </a:lnTo>
                  <a:lnTo>
                    <a:pt x="1312754" y="1093298"/>
                  </a:lnTo>
                  <a:lnTo>
                    <a:pt x="557803" y="1501399"/>
                  </a:lnTo>
                </a:path>
                <a:path w="5323840" h="2954654">
                  <a:moveTo>
                    <a:pt x="1665816" y="1170038"/>
                  </a:moveTo>
                  <a:lnTo>
                    <a:pt x="1760869" y="1333330"/>
                  </a:lnTo>
                  <a:lnTo>
                    <a:pt x="1695088" y="1502485"/>
                  </a:lnTo>
                </a:path>
                <a:path w="5323840" h="2954654">
                  <a:moveTo>
                    <a:pt x="1695088" y="1502485"/>
                  </a:moveTo>
                  <a:lnTo>
                    <a:pt x="1566537" y="1575199"/>
                  </a:lnTo>
                  <a:lnTo>
                    <a:pt x="1356716" y="1176770"/>
                  </a:lnTo>
                </a:path>
                <a:path w="5323840" h="2954654">
                  <a:moveTo>
                    <a:pt x="1596398" y="1142666"/>
                  </a:moveTo>
                  <a:lnTo>
                    <a:pt x="1619551" y="1079934"/>
                  </a:lnTo>
                  <a:lnTo>
                    <a:pt x="1535264" y="1057976"/>
                  </a:lnTo>
                  <a:lnTo>
                    <a:pt x="1515749" y="1110866"/>
                  </a:lnTo>
                  <a:lnTo>
                    <a:pt x="1596398" y="1142666"/>
                  </a:lnTo>
                  <a:lnTo>
                    <a:pt x="1665816" y="1170038"/>
                  </a:lnTo>
                </a:path>
                <a:path w="5323840" h="2954654">
                  <a:moveTo>
                    <a:pt x="1660604" y="1740593"/>
                  </a:moveTo>
                  <a:lnTo>
                    <a:pt x="1695088" y="1502485"/>
                  </a:lnTo>
                </a:path>
                <a:path w="5323840" h="2954654">
                  <a:moveTo>
                    <a:pt x="1760869" y="1333331"/>
                  </a:moveTo>
                  <a:lnTo>
                    <a:pt x="1826642" y="1164176"/>
                  </a:lnTo>
                  <a:lnTo>
                    <a:pt x="2771488" y="1451326"/>
                  </a:lnTo>
                  <a:lnTo>
                    <a:pt x="2871031" y="1394783"/>
                  </a:lnTo>
                  <a:lnTo>
                    <a:pt x="2821383" y="1307379"/>
                  </a:lnTo>
                  <a:lnTo>
                    <a:pt x="3005935" y="1208402"/>
                  </a:lnTo>
                  <a:lnTo>
                    <a:pt x="3045088" y="1281403"/>
                  </a:lnTo>
                  <a:lnTo>
                    <a:pt x="3449148" y="1075995"/>
                  </a:lnTo>
                  <a:lnTo>
                    <a:pt x="3879563" y="906522"/>
                  </a:lnTo>
                  <a:lnTo>
                    <a:pt x="5323413" y="1368449"/>
                  </a:lnTo>
                </a:path>
                <a:path w="5323840" h="2954654">
                  <a:moveTo>
                    <a:pt x="1660604" y="1740594"/>
                  </a:moveTo>
                  <a:lnTo>
                    <a:pt x="2532899" y="2019663"/>
                  </a:lnTo>
                  <a:lnTo>
                    <a:pt x="2532899" y="2067131"/>
                  </a:lnTo>
                  <a:lnTo>
                    <a:pt x="2568360" y="2131546"/>
                  </a:lnTo>
                  <a:lnTo>
                    <a:pt x="2636561" y="2194883"/>
                  </a:lnTo>
                  <a:lnTo>
                    <a:pt x="2733094" y="2222914"/>
                  </a:lnTo>
                  <a:lnTo>
                    <a:pt x="2879439" y="2200886"/>
                  </a:lnTo>
                  <a:lnTo>
                    <a:pt x="2968108" y="2134509"/>
                  </a:lnTo>
                  <a:lnTo>
                    <a:pt x="3017584" y="2020027"/>
                  </a:lnTo>
                  <a:lnTo>
                    <a:pt x="3266093" y="1854176"/>
                  </a:lnTo>
                  <a:lnTo>
                    <a:pt x="3909603" y="1564978"/>
                  </a:lnTo>
                  <a:lnTo>
                    <a:pt x="5323413" y="2026507"/>
                  </a:lnTo>
                </a:path>
                <a:path w="5323840" h="2954654">
                  <a:moveTo>
                    <a:pt x="4811356" y="431299"/>
                  </a:moveTo>
                  <a:lnTo>
                    <a:pt x="5044740" y="508163"/>
                  </a:lnTo>
                  <a:lnTo>
                    <a:pt x="4953899" y="783982"/>
                  </a:lnTo>
                  <a:lnTo>
                    <a:pt x="5189052" y="861428"/>
                  </a:lnTo>
                  <a:lnTo>
                    <a:pt x="5230400" y="735893"/>
                  </a:lnTo>
                  <a:lnTo>
                    <a:pt x="5323413" y="766524"/>
                  </a:lnTo>
                </a:path>
                <a:path w="5323840" h="2954654">
                  <a:moveTo>
                    <a:pt x="5323413" y="2870807"/>
                  </a:moveTo>
                  <a:lnTo>
                    <a:pt x="5281064" y="2884744"/>
                  </a:lnTo>
                  <a:lnTo>
                    <a:pt x="5138156" y="2367071"/>
                  </a:lnTo>
                  <a:lnTo>
                    <a:pt x="5079837" y="2383173"/>
                  </a:lnTo>
                  <a:lnTo>
                    <a:pt x="5062254" y="2319471"/>
                  </a:lnTo>
                  <a:lnTo>
                    <a:pt x="5288339" y="2257057"/>
                  </a:lnTo>
                  <a:lnTo>
                    <a:pt x="4669200" y="2072940"/>
                  </a:lnTo>
                  <a:lnTo>
                    <a:pt x="4512835" y="2072940"/>
                  </a:lnTo>
                  <a:lnTo>
                    <a:pt x="4293450" y="2123968"/>
                  </a:lnTo>
                  <a:lnTo>
                    <a:pt x="4060671" y="2241133"/>
                  </a:lnTo>
                  <a:lnTo>
                    <a:pt x="3830978" y="2381118"/>
                  </a:lnTo>
                  <a:lnTo>
                    <a:pt x="3742736" y="2416129"/>
                  </a:lnTo>
                  <a:lnTo>
                    <a:pt x="3529107" y="2429966"/>
                  </a:lnTo>
                  <a:lnTo>
                    <a:pt x="3235565" y="2400206"/>
                  </a:lnTo>
                  <a:lnTo>
                    <a:pt x="2868712" y="2342499"/>
                  </a:lnTo>
                  <a:lnTo>
                    <a:pt x="2762979" y="2325870"/>
                  </a:lnTo>
                  <a:lnTo>
                    <a:pt x="2539507" y="2116514"/>
                  </a:lnTo>
                  <a:lnTo>
                    <a:pt x="1928240" y="1935298"/>
                  </a:lnTo>
                  <a:lnTo>
                    <a:pt x="1754361" y="1915698"/>
                  </a:lnTo>
                  <a:lnTo>
                    <a:pt x="1754361" y="1870092"/>
                  </a:lnTo>
                  <a:lnTo>
                    <a:pt x="1761001" y="1853703"/>
                  </a:lnTo>
                  <a:lnTo>
                    <a:pt x="1704931" y="1830985"/>
                  </a:lnTo>
                  <a:lnTo>
                    <a:pt x="1731395" y="1781803"/>
                  </a:lnTo>
                  <a:lnTo>
                    <a:pt x="1668997" y="1757348"/>
                  </a:lnTo>
                  <a:lnTo>
                    <a:pt x="1633760" y="1818684"/>
                  </a:lnTo>
                  <a:lnTo>
                    <a:pt x="1598407" y="1804319"/>
                  </a:lnTo>
                  <a:lnTo>
                    <a:pt x="1624856" y="1719947"/>
                  </a:lnTo>
                </a:path>
                <a:path w="5323840" h="2954654">
                  <a:moveTo>
                    <a:pt x="1624856" y="1719946"/>
                  </a:moveTo>
                  <a:lnTo>
                    <a:pt x="1588324" y="1673998"/>
                  </a:lnTo>
                  <a:lnTo>
                    <a:pt x="1612004" y="1661534"/>
                  </a:lnTo>
                </a:path>
                <a:path w="5323840" h="2954654">
                  <a:moveTo>
                    <a:pt x="852710" y="2061399"/>
                  </a:moveTo>
                  <a:lnTo>
                    <a:pt x="963305" y="2271398"/>
                  </a:lnTo>
                  <a:lnTo>
                    <a:pt x="1052246" y="2224558"/>
                  </a:lnTo>
                  <a:lnTo>
                    <a:pt x="1230949" y="2224558"/>
                  </a:lnTo>
                  <a:lnTo>
                    <a:pt x="1471772" y="2293038"/>
                  </a:lnTo>
                  <a:lnTo>
                    <a:pt x="1417556" y="2753369"/>
                  </a:lnTo>
                  <a:lnTo>
                    <a:pt x="1367978" y="2740602"/>
                  </a:lnTo>
                  <a:lnTo>
                    <a:pt x="1327089" y="2954325"/>
                  </a:lnTo>
                </a:path>
                <a:path w="5323840" h="2954654">
                  <a:moveTo>
                    <a:pt x="539921" y="2954325"/>
                  </a:moveTo>
                  <a:lnTo>
                    <a:pt x="484716" y="2541981"/>
                  </a:lnTo>
                  <a:lnTo>
                    <a:pt x="733295" y="2401439"/>
                  </a:lnTo>
                </a:path>
                <a:path w="5323840" h="2954654">
                  <a:moveTo>
                    <a:pt x="3982705" y="2954325"/>
                  </a:moveTo>
                  <a:lnTo>
                    <a:pt x="3874824" y="2842465"/>
                  </a:lnTo>
                  <a:lnTo>
                    <a:pt x="3790235" y="2779965"/>
                  </a:lnTo>
                  <a:lnTo>
                    <a:pt x="3707468" y="2739470"/>
                  </a:lnTo>
                  <a:lnTo>
                    <a:pt x="3533543" y="2707499"/>
                  </a:lnTo>
                  <a:lnTo>
                    <a:pt x="2425894" y="2503891"/>
                  </a:lnTo>
                  <a:lnTo>
                    <a:pt x="1560689" y="2335635"/>
                  </a:lnTo>
                  <a:lnTo>
                    <a:pt x="1582305" y="2204307"/>
                  </a:lnTo>
                  <a:lnTo>
                    <a:pt x="1223216" y="2145197"/>
                  </a:lnTo>
                  <a:lnTo>
                    <a:pt x="1108486" y="2145197"/>
                  </a:lnTo>
                  <a:lnTo>
                    <a:pt x="1041069" y="2166620"/>
                  </a:lnTo>
                  <a:lnTo>
                    <a:pt x="988490" y="2063881"/>
                  </a:lnTo>
                  <a:lnTo>
                    <a:pt x="1290912" y="1909113"/>
                  </a:lnTo>
                  <a:lnTo>
                    <a:pt x="1264828" y="1844364"/>
                  </a:lnTo>
                  <a:lnTo>
                    <a:pt x="1588324" y="1673999"/>
                  </a:lnTo>
                </a:path>
                <a:path w="5323840" h="2954654">
                  <a:moveTo>
                    <a:pt x="0" y="1618968"/>
                  </a:moveTo>
                  <a:lnTo>
                    <a:pt x="95859" y="1569903"/>
                  </a:lnTo>
                </a:path>
                <a:path w="5323840" h="2954654">
                  <a:moveTo>
                    <a:pt x="0" y="1827630"/>
                  </a:moveTo>
                  <a:lnTo>
                    <a:pt x="571190" y="1526825"/>
                  </a:lnTo>
                  <a:lnTo>
                    <a:pt x="852710" y="2061399"/>
                  </a:lnTo>
                </a:path>
                <a:path w="5323840" h="2954654">
                  <a:moveTo>
                    <a:pt x="0" y="2336495"/>
                  </a:moveTo>
                  <a:lnTo>
                    <a:pt x="85605" y="2480048"/>
                  </a:lnTo>
                  <a:lnTo>
                    <a:pt x="614532" y="2191385"/>
                  </a:lnTo>
                </a:path>
                <a:path w="5323840" h="2954654">
                  <a:moveTo>
                    <a:pt x="2857520" y="2954325"/>
                  </a:moveTo>
                  <a:lnTo>
                    <a:pt x="2857520" y="2881385"/>
                  </a:lnTo>
                  <a:lnTo>
                    <a:pt x="1562511" y="2590644"/>
                  </a:lnTo>
                  <a:lnTo>
                    <a:pt x="1562511" y="2353304"/>
                  </a:lnTo>
                  <a:lnTo>
                    <a:pt x="1560689" y="2335635"/>
                  </a:lnTo>
                </a:path>
                <a:path w="5323840" h="2954654">
                  <a:moveTo>
                    <a:pt x="614532" y="2191384"/>
                  </a:moveTo>
                  <a:lnTo>
                    <a:pt x="852710" y="2061397"/>
                  </a:lnTo>
                </a:path>
                <a:path w="5323840" h="2954654">
                  <a:moveTo>
                    <a:pt x="614532" y="2191384"/>
                  </a:moveTo>
                  <a:lnTo>
                    <a:pt x="733295" y="2401437"/>
                  </a:lnTo>
                  <a:lnTo>
                    <a:pt x="963305" y="2271397"/>
                  </a:lnTo>
                </a:path>
                <a:path w="5323840" h="2954654">
                  <a:moveTo>
                    <a:pt x="5323413" y="697633"/>
                  </a:moveTo>
                  <a:lnTo>
                    <a:pt x="5248023" y="671951"/>
                  </a:lnTo>
                  <a:lnTo>
                    <a:pt x="5323413" y="450610"/>
                  </a:lnTo>
                </a:path>
                <a:path w="5323840" h="2954654">
                  <a:moveTo>
                    <a:pt x="5323413" y="234074"/>
                  </a:moveTo>
                  <a:lnTo>
                    <a:pt x="5292326" y="2340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3223977" y="4334372"/>
              <a:ext cx="407034" cy="78740"/>
            </a:xfrm>
            <a:custGeom>
              <a:avLst/>
              <a:gdLst/>
              <a:ahLst/>
              <a:cxnLst/>
              <a:rect l="l" t="t" r="r" b="b"/>
              <a:pathLst>
                <a:path w="407035" h="78739">
                  <a:moveTo>
                    <a:pt x="0" y="0"/>
                  </a:moveTo>
                  <a:lnTo>
                    <a:pt x="406805" y="75498"/>
                  </a:lnTo>
                  <a:lnTo>
                    <a:pt x="406169" y="78298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3522995" y="4446123"/>
              <a:ext cx="104775" cy="62230"/>
            </a:xfrm>
            <a:custGeom>
              <a:avLst/>
              <a:gdLst/>
              <a:ahLst/>
              <a:cxnLst/>
              <a:rect l="l" t="t" r="r" b="b"/>
              <a:pathLst>
                <a:path w="104775" h="62229">
                  <a:moveTo>
                    <a:pt x="8151" y="0"/>
                  </a:moveTo>
                  <a:lnTo>
                    <a:pt x="0" y="43923"/>
                  </a:lnTo>
                  <a:lnTo>
                    <a:pt x="96083" y="61754"/>
                  </a:lnTo>
                  <a:lnTo>
                    <a:pt x="104235" y="17831"/>
                  </a:lnTo>
                  <a:lnTo>
                    <a:pt x="8151" y="0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2663420" y="2466723"/>
              <a:ext cx="960119" cy="1996439"/>
            </a:xfrm>
            <a:custGeom>
              <a:avLst/>
              <a:gdLst/>
              <a:ahLst/>
              <a:cxnLst/>
              <a:rect l="l" t="t" r="r" b="b"/>
              <a:pathLst>
                <a:path w="960120" h="1996439">
                  <a:moveTo>
                    <a:pt x="959931" y="1978524"/>
                  </a:moveTo>
                  <a:lnTo>
                    <a:pt x="956705" y="1995913"/>
                  </a:lnTo>
                </a:path>
                <a:path w="960120" h="1996439">
                  <a:moveTo>
                    <a:pt x="35562" y="76879"/>
                  </a:moveTo>
                  <a:lnTo>
                    <a:pt x="18894" y="74917"/>
                  </a:lnTo>
                </a:path>
                <a:path w="960120" h="1996439">
                  <a:moveTo>
                    <a:pt x="102847" y="94819"/>
                  </a:moveTo>
                  <a:lnTo>
                    <a:pt x="92787" y="93508"/>
                  </a:lnTo>
                </a:path>
                <a:path w="960120" h="1996439">
                  <a:moveTo>
                    <a:pt x="9245" y="0"/>
                  </a:moveTo>
                  <a:lnTo>
                    <a:pt x="0" y="61592"/>
                  </a:lnTo>
                </a:path>
                <a:path w="960120" h="1996439">
                  <a:moveTo>
                    <a:pt x="135330" y="121764"/>
                  </a:moveTo>
                  <a:lnTo>
                    <a:pt x="560556" y="1867649"/>
                  </a:lnTo>
                </a:path>
              </a:pathLst>
            </a:custGeom>
            <a:ln w="38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946444" y="2241095"/>
              <a:ext cx="2294890" cy="1718945"/>
            </a:xfrm>
            <a:custGeom>
              <a:avLst/>
              <a:gdLst/>
              <a:ahLst/>
              <a:cxnLst/>
              <a:rect l="l" t="t" r="r" b="b"/>
              <a:pathLst>
                <a:path w="2294890" h="1718945">
                  <a:moveTo>
                    <a:pt x="895974" y="333594"/>
                  </a:moveTo>
                  <a:lnTo>
                    <a:pt x="895981" y="333501"/>
                  </a:lnTo>
                  <a:lnTo>
                    <a:pt x="895997" y="333408"/>
                  </a:lnTo>
                </a:path>
                <a:path w="2294890" h="1718945">
                  <a:moveTo>
                    <a:pt x="896075" y="333509"/>
                  </a:moveTo>
                  <a:lnTo>
                    <a:pt x="895981" y="333501"/>
                  </a:lnTo>
                  <a:lnTo>
                    <a:pt x="895888" y="333493"/>
                  </a:lnTo>
                </a:path>
                <a:path w="2294890" h="1718945">
                  <a:moveTo>
                    <a:pt x="912634" y="166890"/>
                  </a:moveTo>
                  <a:lnTo>
                    <a:pt x="912642" y="166797"/>
                  </a:lnTo>
                  <a:lnTo>
                    <a:pt x="912650" y="166704"/>
                  </a:lnTo>
                </a:path>
                <a:path w="2294890" h="1718945">
                  <a:moveTo>
                    <a:pt x="912735" y="166805"/>
                  </a:moveTo>
                  <a:lnTo>
                    <a:pt x="912642" y="166797"/>
                  </a:lnTo>
                  <a:lnTo>
                    <a:pt x="912549" y="166789"/>
                  </a:lnTo>
                </a:path>
                <a:path w="2294890" h="1718945">
                  <a:moveTo>
                    <a:pt x="929294" y="186"/>
                  </a:moveTo>
                  <a:lnTo>
                    <a:pt x="929302" y="93"/>
                  </a:lnTo>
                  <a:lnTo>
                    <a:pt x="929310" y="0"/>
                  </a:lnTo>
                </a:path>
                <a:path w="2294890" h="1718945">
                  <a:moveTo>
                    <a:pt x="929395" y="100"/>
                  </a:moveTo>
                  <a:lnTo>
                    <a:pt x="929302" y="93"/>
                  </a:lnTo>
                  <a:lnTo>
                    <a:pt x="929209" y="85"/>
                  </a:lnTo>
                </a:path>
                <a:path w="2294890" h="1718945">
                  <a:moveTo>
                    <a:pt x="735141" y="373670"/>
                  </a:moveTo>
                  <a:lnTo>
                    <a:pt x="735149" y="373585"/>
                  </a:lnTo>
                  <a:lnTo>
                    <a:pt x="735156" y="373492"/>
                  </a:lnTo>
                </a:path>
                <a:path w="2294890" h="1718945">
                  <a:moveTo>
                    <a:pt x="735242" y="373593"/>
                  </a:moveTo>
                  <a:lnTo>
                    <a:pt x="735149" y="373585"/>
                  </a:lnTo>
                  <a:lnTo>
                    <a:pt x="735056" y="373570"/>
                  </a:lnTo>
                </a:path>
                <a:path w="2294890" h="1718945">
                  <a:moveTo>
                    <a:pt x="790706" y="379232"/>
                  </a:moveTo>
                  <a:lnTo>
                    <a:pt x="790714" y="379139"/>
                  </a:lnTo>
                  <a:lnTo>
                    <a:pt x="790722" y="379046"/>
                  </a:lnTo>
                </a:path>
                <a:path w="2294890" h="1718945">
                  <a:moveTo>
                    <a:pt x="790807" y="379146"/>
                  </a:moveTo>
                  <a:lnTo>
                    <a:pt x="790714" y="379139"/>
                  </a:lnTo>
                  <a:lnTo>
                    <a:pt x="790621" y="379123"/>
                  </a:lnTo>
                </a:path>
                <a:path w="2294890" h="1718945">
                  <a:moveTo>
                    <a:pt x="923741" y="55751"/>
                  </a:moveTo>
                  <a:lnTo>
                    <a:pt x="923749" y="55658"/>
                  </a:lnTo>
                  <a:lnTo>
                    <a:pt x="923756" y="55565"/>
                  </a:lnTo>
                </a:path>
                <a:path w="2294890" h="1718945">
                  <a:moveTo>
                    <a:pt x="923842" y="55674"/>
                  </a:moveTo>
                  <a:lnTo>
                    <a:pt x="923749" y="55658"/>
                  </a:lnTo>
                  <a:lnTo>
                    <a:pt x="923656" y="55650"/>
                  </a:lnTo>
                </a:path>
                <a:path w="2294890" h="1718945">
                  <a:moveTo>
                    <a:pt x="918188" y="111324"/>
                  </a:moveTo>
                  <a:lnTo>
                    <a:pt x="918195" y="111231"/>
                  </a:lnTo>
                  <a:lnTo>
                    <a:pt x="918203" y="111138"/>
                  </a:lnTo>
                </a:path>
                <a:path w="2294890" h="1718945">
                  <a:moveTo>
                    <a:pt x="918288" y="111239"/>
                  </a:moveTo>
                  <a:lnTo>
                    <a:pt x="918195" y="111231"/>
                  </a:lnTo>
                  <a:lnTo>
                    <a:pt x="918102" y="111216"/>
                  </a:lnTo>
                </a:path>
                <a:path w="2294890" h="1718945">
                  <a:moveTo>
                    <a:pt x="890731" y="389191"/>
                  </a:moveTo>
                  <a:lnTo>
                    <a:pt x="890738" y="389098"/>
                  </a:lnTo>
                  <a:lnTo>
                    <a:pt x="890754" y="389005"/>
                  </a:lnTo>
                </a:path>
                <a:path w="2294890" h="1718945">
                  <a:moveTo>
                    <a:pt x="890831" y="389105"/>
                  </a:moveTo>
                  <a:lnTo>
                    <a:pt x="890738" y="389098"/>
                  </a:lnTo>
                  <a:lnTo>
                    <a:pt x="890645" y="389090"/>
                  </a:lnTo>
                </a:path>
                <a:path w="2294890" h="1718945">
                  <a:moveTo>
                    <a:pt x="907081" y="222455"/>
                  </a:moveTo>
                  <a:lnTo>
                    <a:pt x="907088" y="222362"/>
                  </a:lnTo>
                  <a:lnTo>
                    <a:pt x="907096" y="222269"/>
                  </a:lnTo>
                </a:path>
                <a:path w="2294890" h="1718945">
                  <a:moveTo>
                    <a:pt x="907181" y="222378"/>
                  </a:moveTo>
                  <a:lnTo>
                    <a:pt x="907088" y="222362"/>
                  </a:lnTo>
                  <a:lnTo>
                    <a:pt x="906995" y="222355"/>
                  </a:lnTo>
                </a:path>
                <a:path w="2294890" h="1718945">
                  <a:moveTo>
                    <a:pt x="901527" y="278029"/>
                  </a:moveTo>
                  <a:lnTo>
                    <a:pt x="901535" y="277936"/>
                  </a:lnTo>
                  <a:lnTo>
                    <a:pt x="901543" y="277842"/>
                  </a:lnTo>
                </a:path>
                <a:path w="2294890" h="1718945">
                  <a:moveTo>
                    <a:pt x="901628" y="277943"/>
                  </a:moveTo>
                  <a:lnTo>
                    <a:pt x="901535" y="277936"/>
                  </a:lnTo>
                  <a:lnTo>
                    <a:pt x="901442" y="277920"/>
                  </a:lnTo>
                </a:path>
                <a:path w="2294890" h="1718945">
                  <a:moveTo>
                    <a:pt x="846272" y="384777"/>
                  </a:moveTo>
                  <a:lnTo>
                    <a:pt x="846280" y="384692"/>
                  </a:lnTo>
                  <a:lnTo>
                    <a:pt x="846295" y="384599"/>
                  </a:lnTo>
                </a:path>
                <a:path w="2294890" h="1718945">
                  <a:moveTo>
                    <a:pt x="846373" y="384700"/>
                  </a:moveTo>
                  <a:lnTo>
                    <a:pt x="846280" y="384692"/>
                  </a:lnTo>
                  <a:lnTo>
                    <a:pt x="846194" y="384677"/>
                  </a:lnTo>
                </a:path>
                <a:path w="2294890" h="1718945">
                  <a:moveTo>
                    <a:pt x="2294706" y="1447084"/>
                  </a:moveTo>
                  <a:lnTo>
                    <a:pt x="2282497" y="1395450"/>
                  </a:lnTo>
                </a:path>
                <a:path w="2294890" h="1718945">
                  <a:moveTo>
                    <a:pt x="1370429" y="1360594"/>
                  </a:moveTo>
                  <a:lnTo>
                    <a:pt x="1438769" y="1649528"/>
                  </a:lnTo>
                  <a:lnTo>
                    <a:pt x="2253039" y="1456934"/>
                  </a:lnTo>
                  <a:lnTo>
                    <a:pt x="2294706" y="1447084"/>
                  </a:lnTo>
                </a:path>
                <a:path w="2294890" h="1718945">
                  <a:moveTo>
                    <a:pt x="627081" y="1718504"/>
                  </a:moveTo>
                  <a:lnTo>
                    <a:pt x="728610" y="1717504"/>
                  </a:lnTo>
                </a:path>
                <a:path w="2294890" h="1718945">
                  <a:moveTo>
                    <a:pt x="1360827" y="1232508"/>
                  </a:moveTo>
                  <a:lnTo>
                    <a:pt x="1366815" y="1307898"/>
                  </a:lnTo>
                </a:path>
                <a:path w="2294890" h="1718945">
                  <a:moveTo>
                    <a:pt x="299001" y="1260927"/>
                  </a:moveTo>
                  <a:lnTo>
                    <a:pt x="268147" y="1367303"/>
                  </a:lnTo>
                </a:path>
                <a:path w="2294890" h="1718945">
                  <a:moveTo>
                    <a:pt x="0" y="1139814"/>
                  </a:moveTo>
                  <a:lnTo>
                    <a:pt x="109463" y="573230"/>
                  </a:lnTo>
                </a:path>
                <a:path w="2294890" h="1718945">
                  <a:moveTo>
                    <a:pt x="402097" y="586563"/>
                  </a:moveTo>
                  <a:lnTo>
                    <a:pt x="365651" y="8943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2111554" y="2041597"/>
              <a:ext cx="0" cy="386715"/>
            </a:xfrm>
            <a:custGeom>
              <a:avLst/>
              <a:gdLst/>
              <a:ahLst/>
              <a:cxnLst/>
              <a:rect l="l" t="t" r="r" b="b"/>
              <a:pathLst>
                <a:path w="0" h="386714">
                  <a:moveTo>
                    <a:pt x="0" y="259018"/>
                  </a:moveTo>
                  <a:lnTo>
                    <a:pt x="0" y="386468"/>
                  </a:lnTo>
                </a:path>
                <a:path w="0" h="386714">
                  <a:moveTo>
                    <a:pt x="0" y="0"/>
                  </a:moveTo>
                  <a:lnTo>
                    <a:pt x="0" y="127550"/>
                  </a:lnTo>
                </a:path>
              </a:pathLst>
            </a:custGeom>
            <a:ln w="406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585036" y="3380909"/>
              <a:ext cx="1125220" cy="742950"/>
            </a:xfrm>
            <a:custGeom>
              <a:avLst/>
              <a:gdLst/>
              <a:ahLst/>
              <a:cxnLst/>
              <a:rect l="l" t="t" r="r" b="b"/>
              <a:pathLst>
                <a:path w="1125220" h="742950">
                  <a:moveTo>
                    <a:pt x="205935" y="424784"/>
                  </a:moveTo>
                  <a:lnTo>
                    <a:pt x="361408" y="0"/>
                  </a:lnTo>
                </a:path>
                <a:path w="1125220" h="742950">
                  <a:moveTo>
                    <a:pt x="1124666" y="451713"/>
                  </a:moveTo>
                  <a:lnTo>
                    <a:pt x="925835" y="422162"/>
                  </a:lnTo>
                </a:path>
                <a:path w="1125220" h="742950">
                  <a:moveTo>
                    <a:pt x="0" y="742734"/>
                  </a:moveTo>
                  <a:lnTo>
                    <a:pt x="205935" y="424784"/>
                  </a:lnTo>
                </a:path>
                <a:path w="1125220" h="742950">
                  <a:moveTo>
                    <a:pt x="625693" y="273864"/>
                  </a:moveTo>
                  <a:lnTo>
                    <a:pt x="636784" y="32764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2074546" y="2424188"/>
              <a:ext cx="0" cy="392430"/>
            </a:xfrm>
            <a:custGeom>
              <a:avLst/>
              <a:gdLst/>
              <a:ahLst/>
              <a:cxnLst/>
              <a:rect l="l" t="t" r="r" b="b"/>
              <a:pathLst>
                <a:path w="0" h="392430">
                  <a:moveTo>
                    <a:pt x="0" y="238596"/>
                  </a:moveTo>
                  <a:lnTo>
                    <a:pt x="0" y="392076"/>
                  </a:lnTo>
                </a:path>
                <a:path w="0" h="392430">
                  <a:moveTo>
                    <a:pt x="0" y="0"/>
                  </a:moveTo>
                  <a:lnTo>
                    <a:pt x="0" y="107128"/>
                  </a:lnTo>
                </a:path>
              </a:pathLst>
            </a:custGeom>
            <a:ln w="41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846543" y="2041132"/>
              <a:ext cx="2470785" cy="2500630"/>
            </a:xfrm>
            <a:custGeom>
              <a:avLst/>
              <a:gdLst/>
              <a:ahLst/>
              <a:cxnLst/>
              <a:rect l="l" t="t" r="r" b="b"/>
              <a:pathLst>
                <a:path w="2470785" h="2500629">
                  <a:moveTo>
                    <a:pt x="2458563" y="1073079"/>
                  </a:moveTo>
                  <a:lnTo>
                    <a:pt x="2459176" y="1174530"/>
                  </a:lnTo>
                </a:path>
                <a:path w="2470785" h="2500629">
                  <a:moveTo>
                    <a:pt x="1375277" y="1667422"/>
                  </a:moveTo>
                  <a:lnTo>
                    <a:pt x="1449519" y="1865585"/>
                  </a:lnTo>
                </a:path>
                <a:path w="2470785" h="2500629">
                  <a:moveTo>
                    <a:pt x="0" y="2500354"/>
                  </a:moveTo>
                  <a:lnTo>
                    <a:pt x="738492" y="2082513"/>
                  </a:lnTo>
                </a:path>
                <a:path w="2470785" h="2500629">
                  <a:moveTo>
                    <a:pt x="2457943" y="970697"/>
                  </a:moveTo>
                  <a:lnTo>
                    <a:pt x="2458563" y="1073079"/>
                  </a:lnTo>
                </a:path>
                <a:path w="2470785" h="2500629">
                  <a:moveTo>
                    <a:pt x="1368048" y="1567266"/>
                  </a:moveTo>
                  <a:lnTo>
                    <a:pt x="1364185" y="1613640"/>
                  </a:lnTo>
                </a:path>
                <a:path w="2470785" h="2500629">
                  <a:moveTo>
                    <a:pt x="1560301" y="736"/>
                  </a:moveTo>
                  <a:lnTo>
                    <a:pt x="1545812" y="355544"/>
                  </a:lnTo>
                  <a:lnTo>
                    <a:pt x="1501998" y="786526"/>
                  </a:lnTo>
                </a:path>
                <a:path w="2470785" h="2500629">
                  <a:moveTo>
                    <a:pt x="2466715" y="1507861"/>
                  </a:moveTo>
                  <a:lnTo>
                    <a:pt x="2470329" y="1560557"/>
                  </a:lnTo>
                </a:path>
                <a:path w="2470785" h="2500629">
                  <a:moveTo>
                    <a:pt x="2460363" y="1371841"/>
                  </a:moveTo>
                  <a:lnTo>
                    <a:pt x="2460727" y="1432471"/>
                  </a:lnTo>
                </a:path>
                <a:path w="2470785" h="2500629">
                  <a:moveTo>
                    <a:pt x="1465551" y="1094308"/>
                  </a:moveTo>
                  <a:lnTo>
                    <a:pt x="1398902" y="1460890"/>
                  </a:lnTo>
                </a:path>
                <a:path w="2470785" h="2500629">
                  <a:moveTo>
                    <a:pt x="1449519" y="1865585"/>
                  </a:moveTo>
                  <a:lnTo>
                    <a:pt x="1561565" y="1924587"/>
                  </a:lnTo>
                  <a:lnTo>
                    <a:pt x="1589038" y="1925882"/>
                  </a:lnTo>
                </a:path>
                <a:path w="2470785" h="2500629">
                  <a:moveTo>
                    <a:pt x="2456741" y="770595"/>
                  </a:moveTo>
                  <a:lnTo>
                    <a:pt x="2457338" y="870184"/>
                  </a:lnTo>
                  <a:lnTo>
                    <a:pt x="2457943" y="970697"/>
                  </a:lnTo>
                </a:path>
                <a:path w="2470785" h="2500629">
                  <a:moveTo>
                    <a:pt x="1774737" y="529120"/>
                  </a:moveTo>
                  <a:lnTo>
                    <a:pt x="1772038" y="559975"/>
                  </a:lnTo>
                </a:path>
                <a:path w="2470785" h="2500629">
                  <a:moveTo>
                    <a:pt x="2455554" y="574494"/>
                  </a:moveTo>
                  <a:lnTo>
                    <a:pt x="2456143" y="671292"/>
                  </a:lnTo>
                  <a:lnTo>
                    <a:pt x="2260757" y="666080"/>
                  </a:lnTo>
                </a:path>
                <a:path w="2470785" h="2500629">
                  <a:moveTo>
                    <a:pt x="2457338" y="870184"/>
                  </a:moveTo>
                  <a:lnTo>
                    <a:pt x="2261951" y="864972"/>
                  </a:lnTo>
                </a:path>
                <a:path w="2470785" h="2500629">
                  <a:moveTo>
                    <a:pt x="2459176" y="1174530"/>
                  </a:moveTo>
                  <a:lnTo>
                    <a:pt x="2459781" y="1275051"/>
                  </a:lnTo>
                </a:path>
                <a:path w="2470785" h="2500629">
                  <a:moveTo>
                    <a:pt x="2459176" y="1174530"/>
                  </a:moveTo>
                  <a:lnTo>
                    <a:pt x="2263789" y="1169318"/>
                  </a:lnTo>
                </a:path>
                <a:path w="2470785" h="2500629">
                  <a:moveTo>
                    <a:pt x="2456143" y="671292"/>
                  </a:moveTo>
                  <a:lnTo>
                    <a:pt x="2456741" y="770595"/>
                  </a:lnTo>
                  <a:lnTo>
                    <a:pt x="2261354" y="765382"/>
                  </a:lnTo>
                </a:path>
                <a:path w="2470785" h="2500629">
                  <a:moveTo>
                    <a:pt x="2457943" y="970697"/>
                  </a:moveTo>
                  <a:lnTo>
                    <a:pt x="2262556" y="965485"/>
                  </a:lnTo>
                </a:path>
                <a:path w="2470785" h="2500629">
                  <a:moveTo>
                    <a:pt x="2458563" y="1073079"/>
                  </a:moveTo>
                  <a:lnTo>
                    <a:pt x="2263177" y="1067867"/>
                  </a:lnTo>
                </a:path>
                <a:path w="2470785" h="2500629">
                  <a:moveTo>
                    <a:pt x="2459781" y="1275051"/>
                  </a:moveTo>
                  <a:lnTo>
                    <a:pt x="2460363" y="1371841"/>
                  </a:lnTo>
                </a:path>
                <a:path w="2470785" h="2500629">
                  <a:moveTo>
                    <a:pt x="2461596" y="1576892"/>
                  </a:moveTo>
                  <a:lnTo>
                    <a:pt x="2266209" y="1571679"/>
                  </a:lnTo>
                </a:path>
                <a:path w="2470785" h="2500629">
                  <a:moveTo>
                    <a:pt x="2460363" y="1371841"/>
                  </a:moveTo>
                  <a:lnTo>
                    <a:pt x="2264976" y="1366628"/>
                  </a:lnTo>
                </a:path>
                <a:path w="2470785" h="2500629">
                  <a:moveTo>
                    <a:pt x="2459781" y="1275051"/>
                  </a:moveTo>
                  <a:lnTo>
                    <a:pt x="2264394" y="1269839"/>
                  </a:lnTo>
                </a:path>
                <a:path w="2470785" h="2500629">
                  <a:moveTo>
                    <a:pt x="2460991" y="1476084"/>
                  </a:moveTo>
                  <a:lnTo>
                    <a:pt x="2265604" y="1470872"/>
                  </a:lnTo>
                </a:path>
                <a:path w="2470785" h="2500629">
                  <a:moveTo>
                    <a:pt x="1842674" y="129939"/>
                  </a:moveTo>
                  <a:lnTo>
                    <a:pt x="2062430" y="163291"/>
                  </a:lnTo>
                </a:path>
                <a:path w="2470785" h="2500629">
                  <a:moveTo>
                    <a:pt x="1589038" y="1925882"/>
                  </a:moveTo>
                  <a:lnTo>
                    <a:pt x="1588914" y="1905406"/>
                  </a:lnTo>
                  <a:lnTo>
                    <a:pt x="1726982" y="1918467"/>
                  </a:lnTo>
                </a:path>
                <a:path w="2470785" h="2500629">
                  <a:moveTo>
                    <a:pt x="1672890" y="1938773"/>
                  </a:moveTo>
                  <a:lnTo>
                    <a:pt x="1767423" y="1947538"/>
                  </a:lnTo>
                  <a:lnTo>
                    <a:pt x="1766500" y="1957434"/>
                  </a:lnTo>
                </a:path>
                <a:path w="2470785" h="2500629">
                  <a:moveTo>
                    <a:pt x="1763041" y="1994804"/>
                  </a:moveTo>
                  <a:lnTo>
                    <a:pt x="1668508" y="1986039"/>
                  </a:lnTo>
                  <a:lnTo>
                    <a:pt x="1672890" y="1938773"/>
                  </a:lnTo>
                </a:path>
                <a:path w="2470785" h="2500629">
                  <a:moveTo>
                    <a:pt x="1763584" y="1988940"/>
                  </a:moveTo>
                  <a:lnTo>
                    <a:pt x="1863677" y="1998217"/>
                  </a:lnTo>
                  <a:lnTo>
                    <a:pt x="1867804" y="1998062"/>
                  </a:lnTo>
                  <a:lnTo>
                    <a:pt x="1871744" y="1996844"/>
                  </a:lnTo>
                  <a:lnTo>
                    <a:pt x="1875242" y="1994641"/>
                  </a:lnTo>
                  <a:lnTo>
                    <a:pt x="1878050" y="1991608"/>
                  </a:lnTo>
                  <a:lnTo>
                    <a:pt x="1879973" y="1987955"/>
                  </a:lnTo>
                  <a:lnTo>
                    <a:pt x="1880888" y="1983922"/>
                  </a:lnTo>
                  <a:lnTo>
                    <a:pt x="1880733" y="1979796"/>
                  </a:lnTo>
                  <a:lnTo>
                    <a:pt x="1766500" y="1957434"/>
                  </a:lnTo>
                  <a:lnTo>
                    <a:pt x="1763584" y="1988940"/>
                  </a:lnTo>
                  <a:lnTo>
                    <a:pt x="1763041" y="1994804"/>
                  </a:lnTo>
                </a:path>
                <a:path w="2470785" h="2500629">
                  <a:moveTo>
                    <a:pt x="1588914" y="1905406"/>
                  </a:moveTo>
                  <a:lnTo>
                    <a:pt x="1586959" y="1580583"/>
                  </a:lnTo>
                  <a:lnTo>
                    <a:pt x="1602068" y="1332532"/>
                  </a:lnTo>
                  <a:lnTo>
                    <a:pt x="1621684" y="1096006"/>
                  </a:lnTo>
                  <a:lnTo>
                    <a:pt x="1643913" y="827944"/>
                  </a:lnTo>
                  <a:lnTo>
                    <a:pt x="1656020" y="633791"/>
                  </a:lnTo>
                  <a:lnTo>
                    <a:pt x="1675147" y="400026"/>
                  </a:lnTo>
                  <a:lnTo>
                    <a:pt x="1679475" y="170171"/>
                  </a:lnTo>
                  <a:lnTo>
                    <a:pt x="1682686" y="0"/>
                  </a:lnTo>
                </a:path>
                <a:path w="2470785" h="2500629">
                  <a:moveTo>
                    <a:pt x="1882292" y="1687162"/>
                  </a:moveTo>
                  <a:lnTo>
                    <a:pt x="1673860" y="1652321"/>
                  </a:lnTo>
                  <a:lnTo>
                    <a:pt x="1664327" y="1761939"/>
                  </a:lnTo>
                </a:path>
                <a:path w="2470785" h="2500629">
                  <a:moveTo>
                    <a:pt x="1891499" y="1588650"/>
                  </a:moveTo>
                  <a:lnTo>
                    <a:pt x="1682221" y="1553848"/>
                  </a:lnTo>
                  <a:lnTo>
                    <a:pt x="1673860" y="1652321"/>
                  </a:lnTo>
                </a:path>
                <a:path w="2470785" h="2500629">
                  <a:moveTo>
                    <a:pt x="1896587" y="1486966"/>
                  </a:moveTo>
                  <a:lnTo>
                    <a:pt x="1691071" y="1452823"/>
                  </a:lnTo>
                  <a:lnTo>
                    <a:pt x="1682221" y="1553848"/>
                  </a:lnTo>
                </a:path>
                <a:path w="2470785" h="2500629">
                  <a:moveTo>
                    <a:pt x="1897549" y="1385872"/>
                  </a:moveTo>
                  <a:lnTo>
                    <a:pt x="1700223" y="1353334"/>
                  </a:lnTo>
                  <a:lnTo>
                    <a:pt x="1691071" y="1452823"/>
                  </a:lnTo>
                </a:path>
                <a:path w="2470785" h="2500629">
                  <a:moveTo>
                    <a:pt x="1913720" y="1285801"/>
                  </a:moveTo>
                  <a:lnTo>
                    <a:pt x="1710973" y="1251650"/>
                  </a:lnTo>
                  <a:lnTo>
                    <a:pt x="1700223" y="1353334"/>
                  </a:lnTo>
                </a:path>
                <a:path w="2470785" h="2500629">
                  <a:moveTo>
                    <a:pt x="1927263" y="1187941"/>
                  </a:moveTo>
                  <a:lnTo>
                    <a:pt x="1720521" y="1152867"/>
                  </a:lnTo>
                  <a:lnTo>
                    <a:pt x="1710973" y="1251650"/>
                  </a:lnTo>
                </a:path>
                <a:path w="2470785" h="2500629">
                  <a:moveTo>
                    <a:pt x="1921376" y="1082658"/>
                  </a:moveTo>
                  <a:lnTo>
                    <a:pt x="1729045" y="1049989"/>
                  </a:lnTo>
                  <a:lnTo>
                    <a:pt x="1720521" y="1152867"/>
                  </a:lnTo>
                </a:path>
                <a:path w="2470785" h="2500629">
                  <a:moveTo>
                    <a:pt x="1939417" y="987613"/>
                  </a:moveTo>
                  <a:lnTo>
                    <a:pt x="1736204" y="952757"/>
                  </a:lnTo>
                  <a:lnTo>
                    <a:pt x="1729045" y="1049989"/>
                  </a:lnTo>
                </a:path>
                <a:path w="2470785" h="2500629">
                  <a:moveTo>
                    <a:pt x="1949733" y="886845"/>
                  </a:moveTo>
                  <a:lnTo>
                    <a:pt x="1745108" y="857518"/>
                  </a:lnTo>
                  <a:lnTo>
                    <a:pt x="1736204" y="952757"/>
                  </a:lnTo>
                </a:path>
                <a:path w="2470785" h="2500629">
                  <a:moveTo>
                    <a:pt x="1958699" y="787108"/>
                  </a:moveTo>
                  <a:lnTo>
                    <a:pt x="1754323" y="757409"/>
                  </a:lnTo>
                  <a:lnTo>
                    <a:pt x="1745108" y="857518"/>
                  </a:lnTo>
                </a:path>
                <a:path w="2470785" h="2500629">
                  <a:moveTo>
                    <a:pt x="1966463" y="687246"/>
                  </a:moveTo>
                  <a:lnTo>
                    <a:pt x="1763529" y="657331"/>
                  </a:lnTo>
                  <a:lnTo>
                    <a:pt x="1754323" y="7574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2" name="object 17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73116" y="3830684"/>
              <a:ext cx="103708" cy="129854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2610073" y="2166759"/>
              <a:ext cx="691515" cy="532130"/>
            </a:xfrm>
            <a:custGeom>
              <a:avLst/>
              <a:gdLst/>
              <a:ahLst/>
              <a:cxnLst/>
              <a:rect l="l" t="t" r="r" b="b"/>
              <a:pathLst>
                <a:path w="691514" h="532130">
                  <a:moveTo>
                    <a:pt x="51609" y="0"/>
                  </a:moveTo>
                  <a:lnTo>
                    <a:pt x="79144" y="4312"/>
                  </a:lnTo>
                </a:path>
                <a:path w="691514" h="532130">
                  <a:moveTo>
                    <a:pt x="211442" y="464263"/>
                  </a:moveTo>
                  <a:lnTo>
                    <a:pt x="189934" y="461091"/>
                  </a:lnTo>
                </a:path>
                <a:path w="691514" h="532130">
                  <a:moveTo>
                    <a:pt x="175189" y="458919"/>
                  </a:moveTo>
                  <a:lnTo>
                    <a:pt x="134632" y="452939"/>
                  </a:lnTo>
                </a:path>
                <a:path w="691514" h="532130">
                  <a:moveTo>
                    <a:pt x="119887" y="450767"/>
                  </a:moveTo>
                  <a:lnTo>
                    <a:pt x="79322" y="444787"/>
                  </a:lnTo>
                </a:path>
                <a:path w="691514" h="532130">
                  <a:moveTo>
                    <a:pt x="64578" y="442615"/>
                  </a:moveTo>
                  <a:lnTo>
                    <a:pt x="8508" y="434347"/>
                  </a:lnTo>
                  <a:lnTo>
                    <a:pt x="0" y="531703"/>
                  </a:lnTo>
                </a:path>
                <a:path w="691514" h="532130">
                  <a:moveTo>
                    <a:pt x="51609" y="0"/>
                  </a:moveTo>
                  <a:lnTo>
                    <a:pt x="17521" y="336774"/>
                  </a:lnTo>
                </a:path>
                <a:path w="691514" h="532130">
                  <a:moveTo>
                    <a:pt x="298901" y="37664"/>
                  </a:moveTo>
                  <a:lnTo>
                    <a:pt x="338139" y="47661"/>
                  </a:lnTo>
                  <a:lnTo>
                    <a:pt x="374648" y="65152"/>
                  </a:lnTo>
                  <a:lnTo>
                    <a:pt x="564031" y="200901"/>
                  </a:lnTo>
                  <a:lnTo>
                    <a:pt x="600703" y="230150"/>
                  </a:lnTo>
                  <a:lnTo>
                    <a:pt x="634349" y="262826"/>
                  </a:lnTo>
                  <a:lnTo>
                    <a:pt x="664660" y="298614"/>
                  </a:lnTo>
                  <a:lnTo>
                    <a:pt x="682880" y="324038"/>
                  </a:lnTo>
                  <a:lnTo>
                    <a:pt x="691357" y="33717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1260748" y="2169148"/>
              <a:ext cx="955675" cy="132080"/>
            </a:xfrm>
            <a:custGeom>
              <a:avLst/>
              <a:gdLst/>
              <a:ahLst/>
              <a:cxnLst/>
              <a:rect l="l" t="t" r="r" b="b"/>
              <a:pathLst>
                <a:path w="955675" h="132080">
                  <a:moveTo>
                    <a:pt x="955565" y="131467"/>
                  </a:moveTo>
                  <a:lnTo>
                    <a:pt x="0" y="131467"/>
                  </a:lnTo>
                  <a:lnTo>
                    <a:pt x="0" y="0"/>
                  </a:lnTo>
                  <a:lnTo>
                    <a:pt x="955565" y="0"/>
                  </a:lnTo>
                  <a:lnTo>
                    <a:pt x="955565" y="131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5" name="object 175"/>
          <p:cNvSpPr txBox="1"/>
          <p:nvPr/>
        </p:nvSpPr>
        <p:spPr>
          <a:xfrm>
            <a:off x="1260748" y="2156448"/>
            <a:ext cx="95567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2172552" y="2230754"/>
            <a:ext cx="2420620" cy="730885"/>
            <a:chOff x="2172552" y="2230754"/>
            <a:chExt cx="2420620" cy="730885"/>
          </a:xfrm>
        </p:grpSpPr>
        <p:sp>
          <p:nvSpPr>
            <p:cNvPr id="177" name="object 177"/>
            <p:cNvSpPr/>
            <p:nvPr/>
          </p:nvSpPr>
          <p:spPr>
            <a:xfrm>
              <a:off x="2176679" y="2234882"/>
              <a:ext cx="440055" cy="95885"/>
            </a:xfrm>
            <a:custGeom>
              <a:avLst/>
              <a:gdLst/>
              <a:ahLst/>
              <a:cxnLst/>
              <a:rect l="l" t="t" r="r" b="b"/>
              <a:pathLst>
                <a:path w="440055" h="95885">
                  <a:moveTo>
                    <a:pt x="439846" y="95471"/>
                  </a:moveTo>
                  <a:lnTo>
                    <a:pt x="129916" y="0"/>
                  </a:lnTo>
                  <a:lnTo>
                    <a:pt x="4351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2614238" y="2322946"/>
              <a:ext cx="46990" cy="21590"/>
            </a:xfrm>
            <a:custGeom>
              <a:avLst/>
              <a:gdLst/>
              <a:ahLst/>
              <a:cxnLst/>
              <a:rect l="l" t="t" r="r" b="b"/>
              <a:pathLst>
                <a:path w="46989" h="21589">
                  <a:moveTo>
                    <a:pt x="46762" y="21112"/>
                  </a:moveTo>
                  <a:lnTo>
                    <a:pt x="0" y="14822"/>
                  </a:lnTo>
                  <a:lnTo>
                    <a:pt x="4568" y="0"/>
                  </a:lnTo>
                  <a:lnTo>
                    <a:pt x="46762" y="211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2614238" y="2322946"/>
              <a:ext cx="46990" cy="21590"/>
            </a:xfrm>
            <a:custGeom>
              <a:avLst/>
              <a:gdLst/>
              <a:ahLst/>
              <a:cxnLst/>
              <a:rect l="l" t="t" r="r" b="b"/>
              <a:pathLst>
                <a:path w="46989" h="21589">
                  <a:moveTo>
                    <a:pt x="46762" y="21112"/>
                  </a:moveTo>
                  <a:lnTo>
                    <a:pt x="0" y="14822"/>
                  </a:lnTo>
                  <a:lnTo>
                    <a:pt x="4568" y="0"/>
                  </a:lnTo>
                  <a:lnTo>
                    <a:pt x="46762" y="2111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3371648" y="2698564"/>
              <a:ext cx="1221740" cy="263525"/>
            </a:xfrm>
            <a:custGeom>
              <a:avLst/>
              <a:gdLst/>
              <a:ahLst/>
              <a:cxnLst/>
              <a:rect l="l" t="t" r="r" b="b"/>
              <a:pathLst>
                <a:path w="1221739" h="263525">
                  <a:moveTo>
                    <a:pt x="1221215" y="262935"/>
                  </a:moveTo>
                  <a:lnTo>
                    <a:pt x="0" y="262935"/>
                  </a:lnTo>
                  <a:lnTo>
                    <a:pt x="0" y="0"/>
                  </a:lnTo>
                  <a:lnTo>
                    <a:pt x="1221215" y="0"/>
                  </a:lnTo>
                  <a:lnTo>
                    <a:pt x="1221215" y="262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 txBox="1"/>
          <p:nvPr/>
        </p:nvSpPr>
        <p:spPr>
          <a:xfrm>
            <a:off x="3374460" y="2685864"/>
            <a:ext cx="1151255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Isolation </a:t>
            </a:r>
            <a:r>
              <a:rPr dirty="0" sz="850" spc="-20">
                <a:latin typeface="Verdana"/>
                <a:cs typeface="Verdana"/>
              </a:rPr>
              <a:t>XFMR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&amp;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2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2775318" y="2580738"/>
            <a:ext cx="596900" cy="187960"/>
            <a:chOff x="2775318" y="2580738"/>
            <a:chExt cx="596900" cy="187960"/>
          </a:xfrm>
        </p:grpSpPr>
        <p:sp>
          <p:nvSpPr>
            <p:cNvPr id="183" name="object 183"/>
            <p:cNvSpPr/>
            <p:nvPr/>
          </p:nvSpPr>
          <p:spPr>
            <a:xfrm>
              <a:off x="2821996" y="2603628"/>
              <a:ext cx="546100" cy="161290"/>
            </a:xfrm>
            <a:custGeom>
              <a:avLst/>
              <a:gdLst/>
              <a:ahLst/>
              <a:cxnLst/>
              <a:rect l="l" t="t" r="r" b="b"/>
              <a:pathLst>
                <a:path w="546100" h="161289">
                  <a:moveTo>
                    <a:pt x="0" y="0"/>
                  </a:moveTo>
                  <a:lnTo>
                    <a:pt x="364479" y="160669"/>
                  </a:lnTo>
                  <a:lnTo>
                    <a:pt x="545773" y="16066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2779446" y="2584865"/>
              <a:ext cx="45720" cy="26034"/>
            </a:xfrm>
            <a:custGeom>
              <a:avLst/>
              <a:gdLst/>
              <a:ahLst/>
              <a:cxnLst/>
              <a:rect l="l" t="t" r="r" b="b"/>
              <a:pathLst>
                <a:path w="45719" h="26035">
                  <a:moveTo>
                    <a:pt x="39455" y="25874"/>
                  </a:moveTo>
                  <a:lnTo>
                    <a:pt x="0" y="0"/>
                  </a:lnTo>
                  <a:lnTo>
                    <a:pt x="45715" y="11673"/>
                  </a:lnTo>
                  <a:lnTo>
                    <a:pt x="39455" y="258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2779446" y="2584865"/>
              <a:ext cx="45720" cy="26034"/>
            </a:xfrm>
            <a:custGeom>
              <a:avLst/>
              <a:gdLst/>
              <a:ahLst/>
              <a:cxnLst/>
              <a:rect l="l" t="t" r="r" b="b"/>
              <a:pathLst>
                <a:path w="45719" h="26035">
                  <a:moveTo>
                    <a:pt x="0" y="0"/>
                  </a:moveTo>
                  <a:lnTo>
                    <a:pt x="45715" y="11673"/>
                  </a:lnTo>
                  <a:lnTo>
                    <a:pt x="39455" y="2587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/>
          <p:cNvSpPr txBox="1"/>
          <p:nvPr/>
        </p:nvSpPr>
        <p:spPr>
          <a:xfrm>
            <a:off x="3697440" y="3479971"/>
            <a:ext cx="84074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(E)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Utility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187" name="object 18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449264" y="3532132"/>
            <a:ext cx="248175" cy="245887"/>
          </a:xfrm>
          <a:prstGeom prst="rect">
            <a:avLst/>
          </a:prstGeom>
        </p:spPr>
      </p:pic>
      <p:sp>
        <p:nvSpPr>
          <p:cNvPr id="188" name="object 188"/>
          <p:cNvSpPr txBox="1"/>
          <p:nvPr/>
        </p:nvSpPr>
        <p:spPr>
          <a:xfrm>
            <a:off x="3932794" y="4367111"/>
            <a:ext cx="1104900" cy="13208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AC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Disconnect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9" name="object 189"/>
          <p:cNvGrpSpPr/>
          <p:nvPr/>
        </p:nvGrpSpPr>
        <p:grpSpPr>
          <a:xfrm>
            <a:off x="3652460" y="4420961"/>
            <a:ext cx="280670" cy="24130"/>
            <a:chOff x="3652460" y="4420961"/>
            <a:chExt cx="280670" cy="24130"/>
          </a:xfrm>
        </p:grpSpPr>
        <p:sp>
          <p:nvSpPr>
            <p:cNvPr id="190" name="object 190"/>
            <p:cNvSpPr/>
            <p:nvPr/>
          </p:nvSpPr>
          <p:spPr>
            <a:xfrm>
              <a:off x="3703125" y="4432845"/>
              <a:ext cx="226060" cy="0"/>
            </a:xfrm>
            <a:custGeom>
              <a:avLst/>
              <a:gdLst/>
              <a:ahLst/>
              <a:cxnLst/>
              <a:rect l="l" t="t" r="r" b="b"/>
              <a:pathLst>
                <a:path w="226060" h="0">
                  <a:moveTo>
                    <a:pt x="0" y="0"/>
                  </a:moveTo>
                  <a:lnTo>
                    <a:pt x="197868" y="0"/>
                  </a:lnTo>
                  <a:lnTo>
                    <a:pt x="22579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3656588" y="4425089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89" h="15875">
                  <a:moveTo>
                    <a:pt x="46537" y="15512"/>
                  </a:moveTo>
                  <a:lnTo>
                    <a:pt x="0" y="7756"/>
                  </a:lnTo>
                  <a:lnTo>
                    <a:pt x="46537" y="0"/>
                  </a:lnTo>
                  <a:lnTo>
                    <a:pt x="46537" y="15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3656588" y="4425089"/>
              <a:ext cx="46990" cy="15875"/>
            </a:xfrm>
            <a:custGeom>
              <a:avLst/>
              <a:gdLst/>
              <a:ahLst/>
              <a:cxnLst/>
              <a:rect l="l" t="t" r="r" b="b"/>
              <a:pathLst>
                <a:path w="46989" h="15875">
                  <a:moveTo>
                    <a:pt x="0" y="7756"/>
                  </a:moveTo>
                  <a:lnTo>
                    <a:pt x="46537" y="0"/>
                  </a:lnTo>
                  <a:lnTo>
                    <a:pt x="46537" y="15512"/>
                  </a:lnTo>
                  <a:lnTo>
                    <a:pt x="0" y="775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3" name="object 193"/>
          <p:cNvSpPr txBox="1"/>
          <p:nvPr/>
        </p:nvSpPr>
        <p:spPr>
          <a:xfrm>
            <a:off x="3929800" y="4593546"/>
            <a:ext cx="2259965" cy="3949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ARRAY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POINT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OF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INTERCONNECTION</a:t>
            </a:r>
            <a:endParaRPr sz="850">
              <a:latin typeface="Verdana"/>
              <a:cs typeface="Verdana"/>
            </a:endParaRPr>
          </a:p>
          <a:p>
            <a:pPr marL="15240" marR="217804">
              <a:lnSpc>
                <a:spcPct val="101499"/>
              </a:lnSpc>
            </a:pPr>
            <a:r>
              <a:rPr dirty="0" sz="850">
                <a:latin typeface="Verdana"/>
                <a:cs typeface="Verdana"/>
              </a:rPr>
              <a:t>41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Tunnel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Road,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{{CITY_STATE}}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94705 </a:t>
            </a:r>
            <a:r>
              <a:rPr dirty="0" sz="850">
                <a:latin typeface="Verdana"/>
                <a:cs typeface="Verdana"/>
              </a:rPr>
              <a:t>2000A,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480Y/277,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3PH,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4W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94" name="object 194"/>
          <p:cNvGrpSpPr/>
          <p:nvPr/>
        </p:nvGrpSpPr>
        <p:grpSpPr>
          <a:xfrm>
            <a:off x="2938463" y="2095301"/>
            <a:ext cx="991869" cy="2568575"/>
            <a:chOff x="2938463" y="2095301"/>
            <a:chExt cx="991869" cy="2568575"/>
          </a:xfrm>
        </p:grpSpPr>
        <p:sp>
          <p:nvSpPr>
            <p:cNvPr id="195" name="object 195"/>
            <p:cNvSpPr/>
            <p:nvPr/>
          </p:nvSpPr>
          <p:spPr>
            <a:xfrm>
              <a:off x="3675459" y="4549428"/>
              <a:ext cx="250825" cy="109855"/>
            </a:xfrm>
            <a:custGeom>
              <a:avLst/>
              <a:gdLst/>
              <a:ahLst/>
              <a:cxnLst/>
              <a:rect l="l" t="t" r="r" b="b"/>
              <a:pathLst>
                <a:path w="250825" h="109854">
                  <a:moveTo>
                    <a:pt x="0" y="0"/>
                  </a:moveTo>
                  <a:lnTo>
                    <a:pt x="149043" y="109851"/>
                  </a:lnTo>
                  <a:lnTo>
                    <a:pt x="250463" y="10985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3638066" y="4521878"/>
              <a:ext cx="42545" cy="34290"/>
            </a:xfrm>
            <a:custGeom>
              <a:avLst/>
              <a:gdLst/>
              <a:ahLst/>
              <a:cxnLst/>
              <a:rect l="l" t="t" r="r" b="b"/>
              <a:pathLst>
                <a:path w="42545" h="34289">
                  <a:moveTo>
                    <a:pt x="32863" y="33848"/>
                  </a:moveTo>
                  <a:lnTo>
                    <a:pt x="0" y="0"/>
                  </a:lnTo>
                  <a:lnTo>
                    <a:pt x="42069" y="21360"/>
                  </a:lnTo>
                  <a:lnTo>
                    <a:pt x="32863" y="33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3638066" y="4521878"/>
              <a:ext cx="42545" cy="34290"/>
            </a:xfrm>
            <a:custGeom>
              <a:avLst/>
              <a:gdLst/>
              <a:ahLst/>
              <a:cxnLst/>
              <a:rect l="l" t="t" r="r" b="b"/>
              <a:pathLst>
                <a:path w="42545" h="34289">
                  <a:moveTo>
                    <a:pt x="0" y="0"/>
                  </a:moveTo>
                  <a:lnTo>
                    <a:pt x="42069" y="21360"/>
                  </a:lnTo>
                  <a:lnTo>
                    <a:pt x="32863" y="3384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2938463" y="2095301"/>
              <a:ext cx="436880" cy="513715"/>
            </a:xfrm>
            <a:custGeom>
              <a:avLst/>
              <a:gdLst/>
              <a:ahLst/>
              <a:cxnLst/>
              <a:rect l="l" t="t" r="r" b="b"/>
              <a:pathLst>
                <a:path w="436879" h="513714">
                  <a:moveTo>
                    <a:pt x="436674" y="513321"/>
                  </a:moveTo>
                  <a:lnTo>
                    <a:pt x="0" y="513321"/>
                  </a:lnTo>
                  <a:lnTo>
                    <a:pt x="0" y="0"/>
                  </a:lnTo>
                  <a:lnTo>
                    <a:pt x="436674" y="0"/>
                  </a:lnTo>
                  <a:lnTo>
                    <a:pt x="436674" y="513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9" name="object 199"/>
          <p:cNvSpPr txBox="1"/>
          <p:nvPr/>
        </p:nvSpPr>
        <p:spPr>
          <a:xfrm>
            <a:off x="2938463" y="2095301"/>
            <a:ext cx="43688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69215">
              <a:lnSpc>
                <a:spcPct val="100000"/>
              </a:lnSpc>
            </a:pPr>
            <a:r>
              <a:rPr dirty="0" sz="1100" spc="-25">
                <a:latin typeface="Verdana"/>
                <a:cs typeface="Verdana"/>
              </a:rPr>
              <a:t>YOU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2938463" y="2264319"/>
            <a:ext cx="43688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ct val="100000"/>
              </a:lnSpc>
            </a:pPr>
            <a:r>
              <a:rPr dirty="0" sz="1100" spc="-25">
                <a:latin typeface="Verdana"/>
                <a:cs typeface="Verdana"/>
              </a:rPr>
              <a:t>ARE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2938463" y="2433405"/>
            <a:ext cx="436880" cy="1752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9209">
              <a:lnSpc>
                <a:spcPct val="100000"/>
              </a:lnSpc>
            </a:pPr>
            <a:r>
              <a:rPr dirty="0" sz="1100" spc="-20">
                <a:latin typeface="Verdana"/>
                <a:cs typeface="Verdana"/>
              </a:rPr>
              <a:t>H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ERE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02" name="object 202"/>
          <p:cNvGrpSpPr/>
          <p:nvPr/>
        </p:nvGrpSpPr>
        <p:grpSpPr>
          <a:xfrm>
            <a:off x="1128016" y="2449752"/>
            <a:ext cx="1790700" cy="213360"/>
            <a:chOff x="1128016" y="2449752"/>
            <a:chExt cx="1790700" cy="213360"/>
          </a:xfrm>
        </p:grpSpPr>
        <p:pic>
          <p:nvPicPr>
            <p:cNvPr id="203" name="object 20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84766" y="2449752"/>
              <a:ext cx="133546" cy="133554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1128016" y="2531317"/>
              <a:ext cx="1096010" cy="132080"/>
            </a:xfrm>
            <a:custGeom>
              <a:avLst/>
              <a:gdLst/>
              <a:ahLst/>
              <a:cxnLst/>
              <a:rect l="l" t="t" r="r" b="b"/>
              <a:pathLst>
                <a:path w="1096010" h="132080">
                  <a:moveTo>
                    <a:pt x="1095564" y="131467"/>
                  </a:moveTo>
                  <a:lnTo>
                    <a:pt x="0" y="131467"/>
                  </a:lnTo>
                  <a:lnTo>
                    <a:pt x="0" y="0"/>
                  </a:lnTo>
                  <a:lnTo>
                    <a:pt x="1095564" y="0"/>
                  </a:lnTo>
                  <a:lnTo>
                    <a:pt x="1095564" y="131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/>
          <p:cNvSpPr txBox="1"/>
          <p:nvPr/>
        </p:nvSpPr>
        <p:spPr>
          <a:xfrm>
            <a:off x="1128016" y="2518617"/>
            <a:ext cx="10960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BESS Inverter 1-</a:t>
            </a:r>
            <a:r>
              <a:rPr dirty="0" sz="850" spc="-50">
                <a:latin typeface="Verdana"/>
                <a:cs typeface="Verdana"/>
              </a:rPr>
              <a:t>1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06" name="object 206"/>
          <p:cNvGrpSpPr/>
          <p:nvPr/>
        </p:nvGrpSpPr>
        <p:grpSpPr>
          <a:xfrm>
            <a:off x="2180069" y="2541640"/>
            <a:ext cx="15119350" cy="10481945"/>
            <a:chOff x="2180069" y="2541640"/>
            <a:chExt cx="15119350" cy="10481945"/>
          </a:xfrm>
        </p:grpSpPr>
        <p:sp>
          <p:nvSpPr>
            <p:cNvPr id="207" name="object 207"/>
            <p:cNvSpPr/>
            <p:nvPr/>
          </p:nvSpPr>
          <p:spPr>
            <a:xfrm>
              <a:off x="2183947" y="2553360"/>
              <a:ext cx="362585" cy="43815"/>
            </a:xfrm>
            <a:custGeom>
              <a:avLst/>
              <a:gdLst/>
              <a:ahLst/>
              <a:cxnLst/>
              <a:rect l="l" t="t" r="r" b="b"/>
              <a:pathLst>
                <a:path w="362585" h="43814">
                  <a:moveTo>
                    <a:pt x="361982" y="0"/>
                  </a:moveTo>
                  <a:lnTo>
                    <a:pt x="106678" y="43690"/>
                  </a:lnTo>
                  <a:lnTo>
                    <a:pt x="43512" y="43690"/>
                  </a:lnTo>
                  <a:lnTo>
                    <a:pt x="0" y="4369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2544549" y="2545518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2621" y="15496"/>
                  </a:moveTo>
                  <a:lnTo>
                    <a:pt x="0" y="209"/>
                  </a:lnTo>
                  <a:lnTo>
                    <a:pt x="47181" y="0"/>
                  </a:lnTo>
                  <a:lnTo>
                    <a:pt x="2621" y="154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2544549" y="2545518"/>
              <a:ext cx="47625" cy="15875"/>
            </a:xfrm>
            <a:custGeom>
              <a:avLst/>
              <a:gdLst/>
              <a:ahLst/>
              <a:cxnLst/>
              <a:rect l="l" t="t" r="r" b="b"/>
              <a:pathLst>
                <a:path w="47625" h="15875">
                  <a:moveTo>
                    <a:pt x="47181" y="0"/>
                  </a:moveTo>
                  <a:lnTo>
                    <a:pt x="2621" y="15496"/>
                  </a:lnTo>
                  <a:lnTo>
                    <a:pt x="0" y="209"/>
                  </a:lnTo>
                  <a:lnTo>
                    <a:pt x="47181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6706168" y="12047844"/>
              <a:ext cx="40005" cy="46990"/>
            </a:xfrm>
            <a:custGeom>
              <a:avLst/>
              <a:gdLst/>
              <a:ahLst/>
              <a:cxnLst/>
              <a:rect l="l" t="t" r="r" b="b"/>
              <a:pathLst>
                <a:path w="40005" h="46990">
                  <a:moveTo>
                    <a:pt x="26536" y="46771"/>
                  </a:moveTo>
                  <a:lnTo>
                    <a:pt x="0" y="7641"/>
                  </a:lnTo>
                  <a:lnTo>
                    <a:pt x="9741" y="1007"/>
                  </a:lnTo>
                  <a:lnTo>
                    <a:pt x="15199" y="0"/>
                  </a:lnTo>
                  <a:lnTo>
                    <a:pt x="39552" y="29809"/>
                  </a:lnTo>
                  <a:lnTo>
                    <a:pt x="39300" y="35435"/>
                  </a:lnTo>
                  <a:lnTo>
                    <a:pt x="36361" y="40137"/>
                  </a:lnTo>
                  <a:lnTo>
                    <a:pt x="26536" y="4677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6679799" y="12064303"/>
              <a:ext cx="32384" cy="50165"/>
            </a:xfrm>
            <a:custGeom>
              <a:avLst/>
              <a:gdLst/>
              <a:ahLst/>
              <a:cxnLst/>
              <a:rect l="l" t="t" r="r" b="b"/>
              <a:pathLst>
                <a:path w="32384" h="50165">
                  <a:moveTo>
                    <a:pt x="31910" y="49709"/>
                  </a:moveTo>
                  <a:lnTo>
                    <a:pt x="0" y="14778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6695000" y="12086639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59" h="9525">
                  <a:moveTo>
                    <a:pt x="0" y="9068"/>
                  </a:moveTo>
                  <a:lnTo>
                    <a:pt x="99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6711710" y="12099150"/>
              <a:ext cx="16510" cy="15240"/>
            </a:xfrm>
            <a:custGeom>
              <a:avLst/>
              <a:gdLst/>
              <a:ahLst/>
              <a:cxnLst/>
              <a:rect l="l" t="t" r="r" b="b"/>
              <a:pathLst>
                <a:path w="16509" h="15240">
                  <a:moveTo>
                    <a:pt x="0" y="14862"/>
                  </a:move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16714397" y="11978150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29391" y="90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16714481" y="11962532"/>
              <a:ext cx="26034" cy="15875"/>
            </a:xfrm>
            <a:custGeom>
              <a:avLst/>
              <a:gdLst/>
              <a:ahLst/>
              <a:cxnLst/>
              <a:rect l="l" t="t" r="r" b="b"/>
              <a:pathLst>
                <a:path w="26034" h="15875">
                  <a:moveTo>
                    <a:pt x="25864" y="0"/>
                  </a:moveTo>
                  <a:lnTo>
                    <a:pt x="23344" y="587"/>
                  </a:lnTo>
                  <a:lnTo>
                    <a:pt x="15083" y="2804"/>
                  </a:lnTo>
                  <a:lnTo>
                    <a:pt x="7423" y="7326"/>
                  </a:lnTo>
                  <a:lnTo>
                    <a:pt x="1679" y="13687"/>
                  </a:lnTo>
                  <a:lnTo>
                    <a:pt x="0" y="1561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16689205" y="1199469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29978" y="67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16695839" y="11999982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0" y="17465"/>
                  </a:moveTo>
                  <a:lnTo>
                    <a:pt x="2435" y="16206"/>
                  </a:lnTo>
                  <a:lnTo>
                    <a:pt x="8408" y="13236"/>
                  </a:lnTo>
                  <a:lnTo>
                    <a:pt x="15319" y="7582"/>
                  </a:lnTo>
                  <a:lnTo>
                    <a:pt x="19230" y="2183"/>
                  </a:lnTo>
                  <a:lnTo>
                    <a:pt x="2090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6710786" y="12599441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0" y="0"/>
                  </a:moveTo>
                  <a:lnTo>
                    <a:pt x="6046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16690716" y="1261421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0"/>
                  </a:moveTo>
                  <a:lnTo>
                    <a:pt x="1763" y="1931"/>
                  </a:lnTo>
                  <a:lnTo>
                    <a:pt x="7301" y="8010"/>
                  </a:lnTo>
                  <a:lnTo>
                    <a:pt x="15598" y="12859"/>
                  </a:lnTo>
                  <a:lnTo>
                    <a:pt x="23596" y="14778"/>
                  </a:lnTo>
                  <a:lnTo>
                    <a:pt x="26116" y="15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16710450" y="12602211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5" h="12700">
                  <a:moveTo>
                    <a:pt x="24436" y="12091"/>
                  </a:moveTo>
                  <a:lnTo>
                    <a:pt x="22337" y="10328"/>
                  </a:lnTo>
                  <a:lnTo>
                    <a:pt x="16743" y="5817"/>
                  </a:lnTo>
                  <a:lnTo>
                    <a:pt x="9680" y="2276"/>
                  </a:lnTo>
                  <a:lnTo>
                    <a:pt x="2687" y="58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16604895" y="12202433"/>
              <a:ext cx="44450" cy="17780"/>
            </a:xfrm>
            <a:custGeom>
              <a:avLst/>
              <a:gdLst/>
              <a:ahLst/>
              <a:cxnLst/>
              <a:rect l="l" t="t" r="r" b="b"/>
              <a:pathLst>
                <a:path w="44450" h="17779">
                  <a:moveTo>
                    <a:pt x="0" y="0"/>
                  </a:moveTo>
                  <a:lnTo>
                    <a:pt x="43918" y="174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6612033" y="12173127"/>
              <a:ext cx="46355" cy="35560"/>
            </a:xfrm>
            <a:custGeom>
              <a:avLst/>
              <a:gdLst/>
              <a:ahLst/>
              <a:cxnLst/>
              <a:rect l="l" t="t" r="r" b="b"/>
              <a:pathLst>
                <a:path w="46355" h="35559">
                  <a:moveTo>
                    <a:pt x="12596" y="0"/>
                  </a:moveTo>
                  <a:lnTo>
                    <a:pt x="7053" y="1175"/>
                  </a:lnTo>
                  <a:lnTo>
                    <a:pt x="2939" y="4786"/>
                  </a:lnTo>
                  <a:lnTo>
                    <a:pt x="83" y="11000"/>
                  </a:lnTo>
                  <a:lnTo>
                    <a:pt x="0" y="16542"/>
                  </a:lnTo>
                  <a:lnTo>
                    <a:pt x="2687" y="21496"/>
                  </a:lnTo>
                  <a:lnTo>
                    <a:pt x="6801" y="23343"/>
                  </a:lnTo>
                  <a:lnTo>
                    <a:pt x="11588" y="23679"/>
                  </a:lnTo>
                  <a:lnTo>
                    <a:pt x="14359" y="23091"/>
                  </a:lnTo>
                  <a:lnTo>
                    <a:pt x="17802" y="20908"/>
                  </a:lnTo>
                  <a:lnTo>
                    <a:pt x="26116" y="13603"/>
                  </a:lnTo>
                  <a:lnTo>
                    <a:pt x="29559" y="11503"/>
                  </a:lnTo>
                  <a:lnTo>
                    <a:pt x="32330" y="10916"/>
                  </a:lnTo>
                  <a:lnTo>
                    <a:pt x="37116" y="11251"/>
                  </a:lnTo>
                  <a:lnTo>
                    <a:pt x="43246" y="14022"/>
                  </a:lnTo>
                  <a:lnTo>
                    <a:pt x="45934" y="18977"/>
                  </a:lnTo>
                  <a:lnTo>
                    <a:pt x="45934" y="24519"/>
                  </a:lnTo>
                  <a:lnTo>
                    <a:pt x="43079" y="30648"/>
                  </a:lnTo>
                  <a:lnTo>
                    <a:pt x="38880" y="34343"/>
                  </a:lnTo>
                  <a:lnTo>
                    <a:pt x="33421" y="35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16540822" y="12200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7039" y="0"/>
                  </a:moveTo>
                  <a:lnTo>
                    <a:pt x="0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6540654" y="12185471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7137" y="0"/>
                  </a:moveTo>
                  <a:lnTo>
                    <a:pt x="0" y="26870"/>
                  </a:lnTo>
                  <a:lnTo>
                    <a:pt x="167" y="294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6560724" y="12200837"/>
              <a:ext cx="5080" cy="27305"/>
            </a:xfrm>
            <a:custGeom>
              <a:avLst/>
              <a:gdLst/>
              <a:ahLst/>
              <a:cxnLst/>
              <a:rect l="l" t="t" r="r" b="b"/>
              <a:pathLst>
                <a:path w="5080" h="27304">
                  <a:moveTo>
                    <a:pt x="0" y="26954"/>
                  </a:moveTo>
                  <a:lnTo>
                    <a:pt x="1511" y="23259"/>
                  </a:lnTo>
                  <a:lnTo>
                    <a:pt x="3932" y="17198"/>
                  </a:lnTo>
                  <a:lnTo>
                    <a:pt x="4737" y="10434"/>
                  </a:lnTo>
                  <a:lnTo>
                    <a:pt x="4702" y="3946"/>
                  </a:lnTo>
                  <a:lnTo>
                    <a:pt x="44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6573404" y="12449723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10748" y="0"/>
                  </a:moveTo>
                  <a:lnTo>
                    <a:pt x="0" y="287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6559296" y="12451655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0"/>
                  </a:moveTo>
                  <a:lnTo>
                    <a:pt x="503" y="2603"/>
                  </a:lnTo>
                  <a:lnTo>
                    <a:pt x="2166" y="11134"/>
                  </a:lnTo>
                  <a:lnTo>
                    <a:pt x="6284" y="18744"/>
                  </a:lnTo>
                  <a:lnTo>
                    <a:pt x="12260" y="25022"/>
                  </a:lnTo>
                  <a:lnTo>
                    <a:pt x="14107" y="26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16582473" y="12451907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14359" y="23175"/>
                  </a:moveTo>
                  <a:lnTo>
                    <a:pt x="13519" y="20572"/>
                  </a:lnTo>
                  <a:lnTo>
                    <a:pt x="10947" y="13486"/>
                  </a:lnTo>
                  <a:lnTo>
                    <a:pt x="7105" y="7469"/>
                  </a:lnTo>
                  <a:lnTo>
                    <a:pt x="2015" y="193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16645119" y="12544105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1259" y="0"/>
                  </a:moveTo>
                  <a:lnTo>
                    <a:pt x="0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16666364" y="12564258"/>
              <a:ext cx="1270" cy="31115"/>
            </a:xfrm>
            <a:custGeom>
              <a:avLst/>
              <a:gdLst/>
              <a:ahLst/>
              <a:cxnLst/>
              <a:rect l="l" t="t" r="r" b="b"/>
              <a:pathLst>
                <a:path w="1269" h="31115">
                  <a:moveTo>
                    <a:pt x="0" y="0"/>
                  </a:moveTo>
                  <a:lnTo>
                    <a:pt x="1175" y="30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6644195" y="12575677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0" y="0"/>
                  </a:moveTo>
                  <a:lnTo>
                    <a:pt x="20909" y="18305"/>
                  </a:lnTo>
                  <a:lnTo>
                    <a:pt x="2334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6645454" y="12546791"/>
              <a:ext cx="20955" cy="17780"/>
            </a:xfrm>
            <a:custGeom>
              <a:avLst/>
              <a:gdLst/>
              <a:ahLst/>
              <a:cxnLst/>
              <a:rect l="l" t="t" r="r" b="b"/>
              <a:pathLst>
                <a:path w="20955" h="17779">
                  <a:moveTo>
                    <a:pt x="20909" y="17465"/>
                  </a:moveTo>
                  <a:lnTo>
                    <a:pt x="19230" y="15282"/>
                  </a:lnTo>
                  <a:lnTo>
                    <a:pt x="14881" y="9533"/>
                  </a:lnTo>
                  <a:lnTo>
                    <a:pt x="8814" y="4510"/>
                  </a:lnTo>
                  <a:lnTo>
                    <a:pt x="2435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6687862" y="1258273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0" y="0"/>
                  </a:moveTo>
                  <a:lnTo>
                    <a:pt x="361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6666699" y="12595830"/>
              <a:ext cx="25400" cy="17780"/>
            </a:xfrm>
            <a:custGeom>
              <a:avLst/>
              <a:gdLst/>
              <a:ahLst/>
              <a:cxnLst/>
              <a:rect l="l" t="t" r="r" b="b"/>
              <a:pathLst>
                <a:path w="25400" h="17779">
                  <a:moveTo>
                    <a:pt x="0" y="0"/>
                  </a:moveTo>
                  <a:lnTo>
                    <a:pt x="1595" y="2099"/>
                  </a:lnTo>
                  <a:lnTo>
                    <a:pt x="6897" y="8830"/>
                  </a:lnTo>
                  <a:lnTo>
                    <a:pt x="14242" y="13861"/>
                  </a:lnTo>
                  <a:lnTo>
                    <a:pt x="22337" y="16625"/>
                  </a:lnTo>
                  <a:lnTo>
                    <a:pt x="24772" y="17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6665608" y="12566944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22253" y="15786"/>
                  </a:moveTo>
                  <a:lnTo>
                    <a:pt x="20405" y="13687"/>
                  </a:lnTo>
                  <a:lnTo>
                    <a:pt x="15407" y="8255"/>
                  </a:lnTo>
                  <a:lnTo>
                    <a:pt x="9398" y="3911"/>
                  </a:lnTo>
                  <a:lnTo>
                    <a:pt x="2603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6687273" y="12585418"/>
              <a:ext cx="23495" cy="14604"/>
            </a:xfrm>
            <a:custGeom>
              <a:avLst/>
              <a:gdLst/>
              <a:ahLst/>
              <a:cxnLst/>
              <a:rect l="l" t="t" r="r" b="b"/>
              <a:pathLst>
                <a:path w="23494" h="14604">
                  <a:moveTo>
                    <a:pt x="23428" y="14022"/>
                  </a:moveTo>
                  <a:lnTo>
                    <a:pt x="21413" y="12091"/>
                  </a:lnTo>
                  <a:lnTo>
                    <a:pt x="16471" y="7372"/>
                  </a:lnTo>
                  <a:lnTo>
                    <a:pt x="9219" y="2894"/>
                  </a:lnTo>
                  <a:lnTo>
                    <a:pt x="2687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16588436" y="12475082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8397" y="0"/>
                  </a:move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16572229" y="12479028"/>
              <a:ext cx="16510" cy="26034"/>
            </a:xfrm>
            <a:custGeom>
              <a:avLst/>
              <a:gdLst/>
              <a:ahLst/>
              <a:cxnLst/>
              <a:rect l="l" t="t" r="r" b="b"/>
              <a:pathLst>
                <a:path w="16509" h="26034">
                  <a:moveTo>
                    <a:pt x="0" y="0"/>
                  </a:moveTo>
                  <a:lnTo>
                    <a:pt x="671" y="2519"/>
                  </a:lnTo>
                  <a:lnTo>
                    <a:pt x="2950" y="10780"/>
                  </a:lnTo>
                  <a:lnTo>
                    <a:pt x="7778" y="18273"/>
                  </a:lnTo>
                  <a:lnTo>
                    <a:pt x="14191" y="23931"/>
                  </a:lnTo>
                  <a:lnTo>
                    <a:pt x="16207" y="25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6605399" y="12499349"/>
              <a:ext cx="6350" cy="30480"/>
            </a:xfrm>
            <a:custGeom>
              <a:avLst/>
              <a:gdLst/>
              <a:ahLst/>
              <a:cxnLst/>
              <a:rect l="l" t="t" r="r" b="b"/>
              <a:pathLst>
                <a:path w="6350" h="30479">
                  <a:moveTo>
                    <a:pt x="6130" y="0"/>
                  </a:moveTo>
                  <a:lnTo>
                    <a:pt x="0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6587259" y="1250531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0"/>
                  </a:moveTo>
                  <a:lnTo>
                    <a:pt x="839" y="2435"/>
                  </a:lnTo>
                  <a:lnTo>
                    <a:pt x="3904" y="10431"/>
                  </a:lnTo>
                  <a:lnTo>
                    <a:pt x="9107" y="17598"/>
                  </a:lnTo>
                  <a:lnTo>
                    <a:pt x="16039" y="22671"/>
                  </a:lnTo>
                  <a:lnTo>
                    <a:pt x="18138" y="24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6595406" y="12477433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16123" y="21916"/>
                  </a:moveTo>
                  <a:lnTo>
                    <a:pt x="15031" y="19396"/>
                  </a:lnTo>
                  <a:lnTo>
                    <a:pt x="11976" y="12657"/>
                  </a:lnTo>
                  <a:lnTo>
                    <a:pt x="7633" y="6682"/>
                  </a:lnTo>
                  <a:lnTo>
                    <a:pt x="2099" y="176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6624376" y="12522441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94" y="0"/>
                  </a:moveTo>
                  <a:lnTo>
                    <a:pt x="0" y="30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6604391" y="12530250"/>
              <a:ext cx="20320" cy="22860"/>
            </a:xfrm>
            <a:custGeom>
              <a:avLst/>
              <a:gdLst/>
              <a:ahLst/>
              <a:cxnLst/>
              <a:rect l="l" t="t" r="r" b="b"/>
              <a:pathLst>
                <a:path w="20319" h="22859">
                  <a:moveTo>
                    <a:pt x="0" y="0"/>
                  </a:moveTo>
                  <a:lnTo>
                    <a:pt x="1007" y="2351"/>
                  </a:lnTo>
                  <a:lnTo>
                    <a:pt x="4780" y="10377"/>
                  </a:lnTo>
                  <a:lnTo>
                    <a:pt x="10307" y="16565"/>
                  </a:lnTo>
                  <a:lnTo>
                    <a:pt x="17718" y="21412"/>
                  </a:lnTo>
                  <a:lnTo>
                    <a:pt x="19985" y="22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16610185" y="12501868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17802" y="20572"/>
                  </a:moveTo>
                  <a:lnTo>
                    <a:pt x="16543" y="18137"/>
                  </a:lnTo>
                  <a:lnTo>
                    <a:pt x="13245" y="11897"/>
                  </a:lnTo>
                  <a:lnTo>
                    <a:pt x="7906" y="5831"/>
                  </a:lnTo>
                  <a:lnTo>
                    <a:pt x="2267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16623369" y="12553762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0"/>
                  </a:moveTo>
                  <a:lnTo>
                    <a:pt x="1175" y="2267"/>
                  </a:lnTo>
                  <a:lnTo>
                    <a:pt x="5406" y="9687"/>
                  </a:lnTo>
                  <a:lnTo>
                    <a:pt x="11834" y="15927"/>
                  </a:lnTo>
                  <a:lnTo>
                    <a:pt x="19398" y="19900"/>
                  </a:lnTo>
                  <a:lnTo>
                    <a:pt x="21749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16626895" y="12524959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4">
                  <a:moveTo>
                    <a:pt x="19398" y="19145"/>
                  </a:moveTo>
                  <a:lnTo>
                    <a:pt x="17970" y="16793"/>
                  </a:lnTo>
                  <a:lnTo>
                    <a:pt x="13752" y="10508"/>
                  </a:lnTo>
                  <a:lnTo>
                    <a:pt x="8790" y="5448"/>
                  </a:lnTo>
                  <a:lnTo>
                    <a:pt x="2351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6534179" y="12214609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5383" y="0"/>
                  </a:moveTo>
                  <a:lnTo>
                    <a:pt x="4291" y="2267"/>
                  </a:lnTo>
                  <a:lnTo>
                    <a:pt x="1958" y="8251"/>
                  </a:lnTo>
                  <a:lnTo>
                    <a:pt x="518" y="14532"/>
                  </a:lnTo>
                  <a:lnTo>
                    <a:pt x="0" y="20957"/>
                  </a:lnTo>
                  <a:lnTo>
                    <a:pt x="428" y="27374"/>
                  </a:lnTo>
                  <a:lnTo>
                    <a:pt x="848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6531501" y="12255670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352" y="0"/>
                  </a:moveTo>
                  <a:lnTo>
                    <a:pt x="0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6530408" y="12283967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841" y="0"/>
                  </a:moveTo>
                  <a:lnTo>
                    <a:pt x="0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6531752" y="12312265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21077" y="0"/>
                  </a:moveTo>
                  <a:lnTo>
                    <a:pt x="0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6529749" y="12334769"/>
              <a:ext cx="5715" cy="29845"/>
            </a:xfrm>
            <a:custGeom>
              <a:avLst/>
              <a:gdLst/>
              <a:ahLst/>
              <a:cxnLst/>
              <a:rect l="l" t="t" r="r" b="b"/>
              <a:pathLst>
                <a:path w="5715" h="29845">
                  <a:moveTo>
                    <a:pt x="658" y="0"/>
                  </a:moveTo>
                  <a:lnTo>
                    <a:pt x="322" y="2519"/>
                  </a:lnTo>
                  <a:lnTo>
                    <a:pt x="0" y="8938"/>
                  </a:lnTo>
                  <a:lnTo>
                    <a:pt x="591" y="15341"/>
                  </a:lnTo>
                  <a:lnTo>
                    <a:pt x="2098" y="21588"/>
                  </a:lnTo>
                  <a:lnTo>
                    <a:pt x="4521" y="27542"/>
                  </a:lnTo>
                  <a:lnTo>
                    <a:pt x="5697" y="29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6533935" y="12364746"/>
              <a:ext cx="7620" cy="29845"/>
            </a:xfrm>
            <a:custGeom>
              <a:avLst/>
              <a:gdLst/>
              <a:ahLst/>
              <a:cxnLst/>
              <a:rect l="l" t="t" r="r" b="b"/>
              <a:pathLst>
                <a:path w="7619" h="29845">
                  <a:moveTo>
                    <a:pt x="167" y="0"/>
                  </a:moveTo>
                  <a:lnTo>
                    <a:pt x="6214" y="27206"/>
                  </a:lnTo>
                  <a:lnTo>
                    <a:pt x="7557" y="29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6530001" y="12244249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3682" y="0"/>
                  </a:moveTo>
                  <a:lnTo>
                    <a:pt x="2759" y="2435"/>
                  </a:lnTo>
                  <a:lnTo>
                    <a:pt x="938" y="8589"/>
                  </a:lnTo>
                  <a:lnTo>
                    <a:pt x="13" y="14940"/>
                  </a:lnTo>
                  <a:lnTo>
                    <a:pt x="0" y="21357"/>
                  </a:lnTo>
                  <a:lnTo>
                    <a:pt x="911" y="27709"/>
                  </a:lnTo>
                  <a:lnTo>
                    <a:pt x="1499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6527726" y="12274310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2515" y="0"/>
                  </a:moveTo>
                  <a:lnTo>
                    <a:pt x="1759" y="2435"/>
                  </a:lnTo>
                  <a:lnTo>
                    <a:pt x="423" y="8608"/>
                  </a:lnTo>
                  <a:lnTo>
                    <a:pt x="0" y="15127"/>
                  </a:lnTo>
                  <a:lnTo>
                    <a:pt x="498" y="21640"/>
                  </a:lnTo>
                  <a:lnTo>
                    <a:pt x="1927" y="27793"/>
                  </a:lnTo>
                  <a:lnTo>
                    <a:pt x="2683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6527694" y="12304540"/>
              <a:ext cx="4445" cy="30480"/>
            </a:xfrm>
            <a:custGeom>
              <a:avLst/>
              <a:gdLst/>
              <a:ahLst/>
              <a:cxnLst/>
              <a:rect l="l" t="t" r="r" b="b"/>
              <a:pathLst>
                <a:path w="4444" h="30479">
                  <a:moveTo>
                    <a:pt x="1371" y="0"/>
                  </a:moveTo>
                  <a:lnTo>
                    <a:pt x="867" y="2519"/>
                  </a:lnTo>
                  <a:lnTo>
                    <a:pt x="0" y="8854"/>
                  </a:lnTo>
                  <a:lnTo>
                    <a:pt x="98" y="15314"/>
                  </a:lnTo>
                  <a:lnTo>
                    <a:pt x="1127" y="21695"/>
                  </a:lnTo>
                  <a:lnTo>
                    <a:pt x="3050" y="27793"/>
                  </a:lnTo>
                  <a:lnTo>
                    <a:pt x="3974" y="301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16588352" y="12283463"/>
              <a:ext cx="47625" cy="24765"/>
            </a:xfrm>
            <a:custGeom>
              <a:avLst/>
              <a:gdLst/>
              <a:ahLst/>
              <a:cxnLst/>
              <a:rect l="l" t="t" r="r" b="b"/>
              <a:pathLst>
                <a:path w="47625" h="24765">
                  <a:moveTo>
                    <a:pt x="47277" y="24435"/>
                  </a:moveTo>
                  <a:lnTo>
                    <a:pt x="0" y="23511"/>
                  </a:lnTo>
                  <a:lnTo>
                    <a:pt x="335" y="8312"/>
                  </a:lnTo>
                  <a:lnTo>
                    <a:pt x="2687" y="3274"/>
                  </a:lnTo>
                  <a:lnTo>
                    <a:pt x="4954" y="1679"/>
                  </a:lnTo>
                  <a:lnTo>
                    <a:pt x="9489" y="0"/>
                  </a:lnTo>
                  <a:lnTo>
                    <a:pt x="14023" y="83"/>
                  </a:lnTo>
                  <a:lnTo>
                    <a:pt x="18474" y="1931"/>
                  </a:lnTo>
                  <a:lnTo>
                    <a:pt x="20657" y="3610"/>
                  </a:lnTo>
                  <a:lnTo>
                    <a:pt x="22841" y="8732"/>
                  </a:lnTo>
                  <a:lnTo>
                    <a:pt x="22505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6611109" y="12284219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11335"/>
                  </a:moveTo>
                  <a:lnTo>
                    <a:pt x="2502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6589611" y="12251135"/>
              <a:ext cx="47625" cy="27305"/>
            </a:xfrm>
            <a:custGeom>
              <a:avLst/>
              <a:gdLst/>
              <a:ahLst/>
              <a:cxnLst/>
              <a:rect l="l" t="t" r="r" b="b"/>
              <a:pathLst>
                <a:path w="47625" h="27304">
                  <a:moveTo>
                    <a:pt x="47025" y="27038"/>
                  </a:moveTo>
                  <a:lnTo>
                    <a:pt x="0" y="21832"/>
                  </a:ln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6612033" y="12262051"/>
              <a:ext cx="1905" cy="13970"/>
            </a:xfrm>
            <a:custGeom>
              <a:avLst/>
              <a:gdLst/>
              <a:ahLst/>
              <a:cxnLst/>
              <a:rect l="l" t="t" r="r" b="b"/>
              <a:pathLst>
                <a:path w="1905" h="13970">
                  <a:moveTo>
                    <a:pt x="0" y="13435"/>
                  </a:moveTo>
                  <a:lnTo>
                    <a:pt x="14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6636638" y="12256341"/>
              <a:ext cx="2540" cy="22225"/>
            </a:xfrm>
            <a:custGeom>
              <a:avLst/>
              <a:gdLst/>
              <a:ahLst/>
              <a:cxnLst/>
              <a:rect l="l" t="t" r="r" b="b"/>
              <a:pathLst>
                <a:path w="2540" h="22225">
                  <a:moveTo>
                    <a:pt x="0" y="21832"/>
                  </a:moveTo>
                  <a:lnTo>
                    <a:pt x="2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16535028" y="12227792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25696" y="0"/>
                  </a:moveTo>
                  <a:lnTo>
                    <a:pt x="0" y="16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6555853" y="12228547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0" y="27122"/>
                  </a:moveTo>
                  <a:lnTo>
                    <a:pt x="1175" y="23427"/>
                  </a:lnTo>
                  <a:lnTo>
                    <a:pt x="2951" y="17262"/>
                  </a:lnTo>
                  <a:lnTo>
                    <a:pt x="3568" y="10227"/>
                  </a:lnTo>
                  <a:lnTo>
                    <a:pt x="2771" y="3862"/>
                  </a:lnTo>
                  <a:lnTo>
                    <a:pt x="22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6553250" y="12256677"/>
              <a:ext cx="2540" cy="27305"/>
            </a:xfrm>
            <a:custGeom>
              <a:avLst/>
              <a:gdLst/>
              <a:ahLst/>
              <a:cxnLst/>
              <a:rect l="l" t="t" r="r" b="b"/>
              <a:pathLst>
                <a:path w="2540" h="27304">
                  <a:moveTo>
                    <a:pt x="0" y="27290"/>
                  </a:moveTo>
                  <a:lnTo>
                    <a:pt x="839" y="23427"/>
                  </a:lnTo>
                  <a:lnTo>
                    <a:pt x="2060" y="16987"/>
                  </a:lnTo>
                  <a:lnTo>
                    <a:pt x="2158" y="10308"/>
                  </a:lnTo>
                  <a:lnTo>
                    <a:pt x="923" y="3862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6550731" y="12285142"/>
              <a:ext cx="3810" cy="27305"/>
            </a:xfrm>
            <a:custGeom>
              <a:avLst/>
              <a:gdLst/>
              <a:ahLst/>
              <a:cxnLst/>
              <a:rect l="l" t="t" r="r" b="b"/>
              <a:pathLst>
                <a:path w="3809" h="27304">
                  <a:moveTo>
                    <a:pt x="2099" y="27122"/>
                  </a:moveTo>
                  <a:lnTo>
                    <a:pt x="2687" y="23259"/>
                  </a:lnTo>
                  <a:lnTo>
                    <a:pt x="3329" y="16187"/>
                  </a:lnTo>
                  <a:lnTo>
                    <a:pt x="2965" y="10661"/>
                  </a:lnTo>
                  <a:lnTo>
                    <a:pt x="1175" y="377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6535447" y="12313692"/>
              <a:ext cx="20320" cy="51435"/>
            </a:xfrm>
            <a:custGeom>
              <a:avLst/>
              <a:gdLst/>
              <a:ahLst/>
              <a:cxnLst/>
              <a:rect l="l" t="t" r="r" b="b"/>
              <a:pathLst>
                <a:path w="20319" h="51434">
                  <a:moveTo>
                    <a:pt x="0" y="50885"/>
                  </a:moveTo>
                  <a:lnTo>
                    <a:pt x="19230" y="26954"/>
                  </a:lnTo>
                  <a:lnTo>
                    <a:pt x="19482" y="23007"/>
                  </a:lnTo>
                  <a:lnTo>
                    <a:pt x="19739" y="16425"/>
                  </a:lnTo>
                  <a:lnTo>
                    <a:pt x="18645" y="9816"/>
                  </a:lnTo>
                  <a:lnTo>
                    <a:pt x="16459" y="3610"/>
                  </a:lnTo>
                  <a:lnTo>
                    <a:pt x="1494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6541493" y="12342158"/>
              <a:ext cx="17780" cy="52069"/>
            </a:xfrm>
            <a:custGeom>
              <a:avLst/>
              <a:gdLst/>
              <a:ahLst/>
              <a:cxnLst/>
              <a:rect l="l" t="t" r="r" b="b"/>
              <a:pathLst>
                <a:path w="17780" h="52070">
                  <a:moveTo>
                    <a:pt x="0" y="51893"/>
                  </a:moveTo>
                  <a:lnTo>
                    <a:pt x="17298" y="26534"/>
                  </a:lnTo>
                  <a:lnTo>
                    <a:pt x="17214" y="22587"/>
                  </a:lnTo>
                  <a:lnTo>
                    <a:pt x="16849" y="15325"/>
                  </a:lnTo>
                  <a:lnTo>
                    <a:pt x="15470" y="10199"/>
                  </a:lnTo>
                  <a:lnTo>
                    <a:pt x="12680" y="3526"/>
                  </a:lnTo>
                  <a:lnTo>
                    <a:pt x="109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6549891" y="12396318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15199" y="0"/>
                  </a:moveTo>
                  <a:lnTo>
                    <a:pt x="0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6540234" y="12394387"/>
              <a:ext cx="10160" cy="29209"/>
            </a:xfrm>
            <a:custGeom>
              <a:avLst/>
              <a:gdLst/>
              <a:ahLst/>
              <a:cxnLst/>
              <a:rect l="l" t="t" r="r" b="b"/>
              <a:pathLst>
                <a:path w="10159" h="29209">
                  <a:moveTo>
                    <a:pt x="0" y="0"/>
                  </a:moveTo>
                  <a:lnTo>
                    <a:pt x="0" y="2603"/>
                  </a:lnTo>
                  <a:lnTo>
                    <a:pt x="480" y="11475"/>
                  </a:lnTo>
                  <a:lnTo>
                    <a:pt x="3122" y="19285"/>
                  </a:lnTo>
                  <a:lnTo>
                    <a:pt x="8145" y="26618"/>
                  </a:lnTo>
                  <a:lnTo>
                    <a:pt x="9657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6556608" y="12370456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8481" y="25862"/>
                  </a:moveTo>
                  <a:lnTo>
                    <a:pt x="8145" y="21916"/>
                  </a:lnTo>
                  <a:lnTo>
                    <a:pt x="7233" y="15216"/>
                  </a:lnTo>
                  <a:lnTo>
                    <a:pt x="5235" y="9296"/>
                  </a:lnTo>
                  <a:lnTo>
                    <a:pt x="2015" y="3358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6560555" y="12423356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13016" y="0"/>
                  </a:moveTo>
                  <a:lnTo>
                    <a:pt x="0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6548632" y="12423441"/>
              <a:ext cx="12065" cy="27940"/>
            </a:xfrm>
            <a:custGeom>
              <a:avLst/>
              <a:gdLst/>
              <a:ahLst/>
              <a:cxnLst/>
              <a:rect l="l" t="t" r="r" b="b"/>
              <a:pathLst>
                <a:path w="12065" h="27940">
                  <a:moveTo>
                    <a:pt x="0" y="0"/>
                  </a:moveTo>
                  <a:lnTo>
                    <a:pt x="251" y="2519"/>
                  </a:lnTo>
                  <a:lnTo>
                    <a:pt x="1242" y="11086"/>
                  </a:lnTo>
                  <a:lnTo>
                    <a:pt x="4750" y="19216"/>
                  </a:lnTo>
                  <a:lnTo>
                    <a:pt x="10244" y="25862"/>
                  </a:lnTo>
                  <a:lnTo>
                    <a:pt x="11924" y="27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16563075" y="12398249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10496" y="25190"/>
                  </a:moveTo>
                  <a:lnTo>
                    <a:pt x="9992" y="22419"/>
                  </a:lnTo>
                  <a:lnTo>
                    <a:pt x="8901" y="15581"/>
                  </a:lnTo>
                  <a:lnTo>
                    <a:pt x="5623" y="7895"/>
                  </a:lnTo>
                  <a:lnTo>
                    <a:pt x="1595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6571725" y="12425540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12428" y="24183"/>
                  </a:moveTo>
                  <a:lnTo>
                    <a:pt x="11840" y="21496"/>
                  </a:lnTo>
                  <a:lnTo>
                    <a:pt x="9710" y="14238"/>
                  </a:lnTo>
                  <a:lnTo>
                    <a:pt x="6555" y="7891"/>
                  </a:lnTo>
                  <a:lnTo>
                    <a:pt x="1763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6595490" y="12220570"/>
              <a:ext cx="48260" cy="28575"/>
            </a:xfrm>
            <a:custGeom>
              <a:avLst/>
              <a:gdLst/>
              <a:ahLst/>
              <a:cxnLst/>
              <a:rect l="l" t="t" r="r" b="b"/>
              <a:pathLst>
                <a:path w="48259" h="28575">
                  <a:moveTo>
                    <a:pt x="13855" y="0"/>
                  </a:moveTo>
                  <a:lnTo>
                    <a:pt x="9153" y="839"/>
                  </a:lnTo>
                  <a:lnTo>
                    <a:pt x="4114" y="3358"/>
                  </a:lnTo>
                  <a:lnTo>
                    <a:pt x="1259" y="6213"/>
                  </a:lnTo>
                  <a:lnTo>
                    <a:pt x="0" y="12847"/>
                  </a:lnTo>
                  <a:lnTo>
                    <a:pt x="1595" y="16625"/>
                  </a:lnTo>
                  <a:lnTo>
                    <a:pt x="5374" y="20740"/>
                  </a:lnTo>
                  <a:lnTo>
                    <a:pt x="9489" y="23259"/>
                  </a:lnTo>
                  <a:lnTo>
                    <a:pt x="15871" y="26114"/>
                  </a:lnTo>
                  <a:lnTo>
                    <a:pt x="26955" y="28213"/>
                  </a:lnTo>
                  <a:lnTo>
                    <a:pt x="33841" y="27793"/>
                  </a:lnTo>
                  <a:lnTo>
                    <a:pt x="38628" y="26954"/>
                  </a:lnTo>
                  <a:lnTo>
                    <a:pt x="43666" y="24519"/>
                  </a:lnTo>
                  <a:lnTo>
                    <a:pt x="46522" y="21580"/>
                  </a:lnTo>
                  <a:lnTo>
                    <a:pt x="47781" y="14946"/>
                  </a:lnTo>
                  <a:lnTo>
                    <a:pt x="46186" y="11251"/>
                  </a:lnTo>
                  <a:lnTo>
                    <a:pt x="42323" y="7053"/>
                  </a:lnTo>
                  <a:lnTo>
                    <a:pt x="38208" y="4618"/>
                  </a:lnTo>
                  <a:lnTo>
                    <a:pt x="31574" y="3358"/>
                  </a:lnTo>
                  <a:lnTo>
                    <a:pt x="30062" y="11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6656287" y="12092349"/>
              <a:ext cx="36195" cy="45085"/>
            </a:xfrm>
            <a:custGeom>
              <a:avLst/>
              <a:gdLst/>
              <a:ahLst/>
              <a:cxnLst/>
              <a:rect l="l" t="t" r="r" b="b"/>
              <a:pathLst>
                <a:path w="36194" h="45084">
                  <a:moveTo>
                    <a:pt x="35605" y="44923"/>
                  </a:moveTo>
                  <a:lnTo>
                    <a:pt x="0" y="13771"/>
                  </a:lnTo>
                  <a:lnTo>
                    <a:pt x="10076" y="2267"/>
                  </a:lnTo>
                  <a:lnTo>
                    <a:pt x="15115" y="0"/>
                  </a:lnTo>
                  <a:lnTo>
                    <a:pt x="16962" y="285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6681060" y="12112082"/>
              <a:ext cx="26670" cy="7620"/>
            </a:xfrm>
            <a:custGeom>
              <a:avLst/>
              <a:gdLst/>
              <a:ahLst/>
              <a:cxnLst/>
              <a:rect l="l" t="t" r="r" b="b"/>
              <a:pathLst>
                <a:path w="26669" h="7620">
                  <a:moveTo>
                    <a:pt x="0" y="0"/>
                  </a:moveTo>
                  <a:lnTo>
                    <a:pt x="26368" y="7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6689205" y="11977059"/>
              <a:ext cx="24765" cy="17780"/>
            </a:xfrm>
            <a:custGeom>
              <a:avLst/>
              <a:gdLst/>
              <a:ahLst/>
              <a:cxnLst/>
              <a:rect l="l" t="t" r="r" b="b"/>
              <a:pathLst>
                <a:path w="24765" h="17779">
                  <a:moveTo>
                    <a:pt x="24520" y="0"/>
                  </a:moveTo>
                  <a:lnTo>
                    <a:pt x="22085" y="839"/>
                  </a:lnTo>
                  <a:lnTo>
                    <a:pt x="13978" y="3630"/>
                  </a:lnTo>
                  <a:lnTo>
                    <a:pt x="6773" y="8862"/>
                  </a:lnTo>
                  <a:lnTo>
                    <a:pt x="1511" y="15618"/>
                  </a:lnTo>
                  <a:lnTo>
                    <a:pt x="0" y="17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6665357" y="1201316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482" y="42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6665440" y="11993684"/>
              <a:ext cx="23495" cy="19685"/>
            </a:xfrm>
            <a:custGeom>
              <a:avLst/>
              <a:gdLst/>
              <a:ahLst/>
              <a:cxnLst/>
              <a:rect l="l" t="t" r="r" b="b"/>
              <a:pathLst>
                <a:path w="23494" h="19684">
                  <a:moveTo>
                    <a:pt x="23093" y="0"/>
                  </a:moveTo>
                  <a:lnTo>
                    <a:pt x="20741" y="923"/>
                  </a:lnTo>
                  <a:lnTo>
                    <a:pt x="12520" y="4642"/>
                  </a:lnTo>
                  <a:lnTo>
                    <a:pt x="6457" y="9890"/>
                  </a:lnTo>
                  <a:lnTo>
                    <a:pt x="1343" y="17297"/>
                  </a:lnTo>
                  <a:lnTo>
                    <a:pt x="0" y="194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6643104" y="12033486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30734" y="18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6643104" y="12012157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90">
                  <a:moveTo>
                    <a:pt x="21413" y="0"/>
                  </a:moveTo>
                  <a:lnTo>
                    <a:pt x="19146" y="1175"/>
                  </a:lnTo>
                  <a:lnTo>
                    <a:pt x="11503" y="5416"/>
                  </a:lnTo>
                  <a:lnTo>
                    <a:pt x="5438" y="11429"/>
                  </a:lnTo>
                  <a:lnTo>
                    <a:pt x="1175" y="19061"/>
                  </a:lnTo>
                  <a:lnTo>
                    <a:pt x="0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6673838" y="12016272"/>
              <a:ext cx="19685" cy="19050"/>
            </a:xfrm>
            <a:custGeom>
              <a:avLst/>
              <a:gdLst/>
              <a:ahLst/>
              <a:cxnLst/>
              <a:rect l="l" t="t" r="r" b="b"/>
              <a:pathLst>
                <a:path w="19684" h="19050">
                  <a:moveTo>
                    <a:pt x="0" y="18977"/>
                  </a:moveTo>
                  <a:lnTo>
                    <a:pt x="2351" y="17549"/>
                  </a:lnTo>
                  <a:lnTo>
                    <a:pt x="8505" y="13818"/>
                  </a:lnTo>
                  <a:lnTo>
                    <a:pt x="14090" y="8318"/>
                  </a:lnTo>
                  <a:lnTo>
                    <a:pt x="17970" y="2267"/>
                  </a:lnTo>
                  <a:lnTo>
                    <a:pt x="1948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6653264" y="12034326"/>
              <a:ext cx="18415" cy="20955"/>
            </a:xfrm>
            <a:custGeom>
              <a:avLst/>
              <a:gdLst/>
              <a:ahLst/>
              <a:cxnLst/>
              <a:rect l="l" t="t" r="r" b="b"/>
              <a:pathLst>
                <a:path w="18415" h="20954">
                  <a:moveTo>
                    <a:pt x="0" y="20488"/>
                  </a:moveTo>
                  <a:lnTo>
                    <a:pt x="2267" y="18977"/>
                  </a:lnTo>
                  <a:lnTo>
                    <a:pt x="8396" y="14214"/>
                  </a:lnTo>
                  <a:lnTo>
                    <a:pt x="12831" y="9224"/>
                  </a:lnTo>
                  <a:lnTo>
                    <a:pt x="16627" y="2435"/>
                  </a:lnTo>
                  <a:lnTo>
                    <a:pt x="178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6603802" y="12076058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30566" y="0"/>
                  </a:moveTo>
                  <a:lnTo>
                    <a:pt x="0" y="3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6603719" y="12054646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7802" y="0"/>
                  </a:moveTo>
                  <a:lnTo>
                    <a:pt x="15787" y="1511"/>
                  </a:lnTo>
                  <a:lnTo>
                    <a:pt x="8930" y="6667"/>
                  </a:lnTo>
                  <a:lnTo>
                    <a:pt x="3724" y="13937"/>
                  </a:lnTo>
                  <a:lnTo>
                    <a:pt x="839" y="22000"/>
                  </a:lnTo>
                  <a:lnTo>
                    <a:pt x="0" y="244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6586924" y="12098646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30230" y="0"/>
                  </a:moveTo>
                  <a:lnTo>
                    <a:pt x="0" y="53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6586924" y="12078242"/>
              <a:ext cx="15875" cy="26034"/>
            </a:xfrm>
            <a:custGeom>
              <a:avLst/>
              <a:gdLst/>
              <a:ahLst/>
              <a:cxnLst/>
              <a:rect l="l" t="t" r="r" b="b"/>
              <a:pathLst>
                <a:path w="15875" h="26034">
                  <a:moveTo>
                    <a:pt x="15787" y="0"/>
                  </a:moveTo>
                  <a:lnTo>
                    <a:pt x="587" y="23343"/>
                  </a:lnTo>
                  <a:lnTo>
                    <a:pt x="0" y="25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6617155" y="12075471"/>
              <a:ext cx="14604" cy="23495"/>
            </a:xfrm>
            <a:custGeom>
              <a:avLst/>
              <a:gdLst/>
              <a:ahLst/>
              <a:cxnLst/>
              <a:rect l="l" t="t" r="r" b="b"/>
              <a:pathLst>
                <a:path w="14605" h="23495">
                  <a:moveTo>
                    <a:pt x="0" y="23091"/>
                  </a:moveTo>
                  <a:lnTo>
                    <a:pt x="2015" y="21160"/>
                  </a:lnTo>
                  <a:lnTo>
                    <a:pt x="7186" y="15849"/>
                  </a:lnTo>
                  <a:lnTo>
                    <a:pt x="11070" y="9562"/>
                  </a:lnTo>
                  <a:lnTo>
                    <a:pt x="13603" y="2603"/>
                  </a:lnTo>
                  <a:lnTo>
                    <a:pt x="144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6572144" y="12122493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727" y="0"/>
                  </a:moveTo>
                  <a:lnTo>
                    <a:pt x="0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6572060" y="12103349"/>
              <a:ext cx="13970" cy="27305"/>
            </a:xfrm>
            <a:custGeom>
              <a:avLst/>
              <a:gdLst/>
              <a:ahLst/>
              <a:cxnLst/>
              <a:rect l="l" t="t" r="r" b="b"/>
              <a:pathLst>
                <a:path w="13969" h="27304">
                  <a:moveTo>
                    <a:pt x="13771" y="0"/>
                  </a:moveTo>
                  <a:lnTo>
                    <a:pt x="11924" y="1763"/>
                  </a:lnTo>
                  <a:lnTo>
                    <a:pt x="5729" y="8538"/>
                  </a:lnTo>
                  <a:lnTo>
                    <a:pt x="2314" y="15386"/>
                  </a:lnTo>
                  <a:lnTo>
                    <a:pt x="419" y="24351"/>
                  </a:ln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6601787" y="12098227"/>
              <a:ext cx="12700" cy="24765"/>
            </a:xfrm>
            <a:custGeom>
              <a:avLst/>
              <a:gdLst/>
              <a:ahLst/>
              <a:cxnLst/>
              <a:rect l="l" t="t" r="r" b="b"/>
              <a:pathLst>
                <a:path w="12700" h="24765">
                  <a:moveTo>
                    <a:pt x="0" y="24183"/>
                  </a:moveTo>
                  <a:lnTo>
                    <a:pt x="1847" y="22167"/>
                  </a:lnTo>
                  <a:lnTo>
                    <a:pt x="6505" y="16463"/>
                  </a:lnTo>
                  <a:lnTo>
                    <a:pt x="9938" y="9775"/>
                  </a:lnTo>
                  <a:lnTo>
                    <a:pt x="11924" y="2687"/>
                  </a:lnTo>
                  <a:lnTo>
                    <a:pt x="12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6559464" y="12147517"/>
              <a:ext cx="29209" cy="10160"/>
            </a:xfrm>
            <a:custGeom>
              <a:avLst/>
              <a:gdLst/>
              <a:ahLst/>
              <a:cxnLst/>
              <a:rect l="l" t="t" r="r" b="b"/>
              <a:pathLst>
                <a:path w="29209" h="10159">
                  <a:moveTo>
                    <a:pt x="28971" y="0"/>
                  </a:moveTo>
                  <a:lnTo>
                    <a:pt x="0" y="10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6559464" y="12129631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504" y="0"/>
                  </a:moveTo>
                  <a:lnTo>
                    <a:pt x="9825" y="2015"/>
                  </a:lnTo>
                  <a:lnTo>
                    <a:pt x="4464" y="8658"/>
                  </a:lnTo>
                  <a:lnTo>
                    <a:pt x="1091" y="16968"/>
                  </a:lnTo>
                  <a:lnTo>
                    <a:pt x="167" y="25442"/>
                  </a:lnTo>
                  <a:lnTo>
                    <a:pt x="0" y="2796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6588436" y="12122410"/>
              <a:ext cx="10795" cy="25400"/>
            </a:xfrm>
            <a:custGeom>
              <a:avLst/>
              <a:gdLst/>
              <a:ahLst/>
              <a:cxnLst/>
              <a:rect l="l" t="t" r="r" b="b"/>
              <a:pathLst>
                <a:path w="10794" h="25400">
                  <a:moveTo>
                    <a:pt x="0" y="25106"/>
                  </a:moveTo>
                  <a:lnTo>
                    <a:pt x="1679" y="22839"/>
                  </a:lnTo>
                  <a:lnTo>
                    <a:pt x="5893" y="16779"/>
                  </a:lnTo>
                  <a:lnTo>
                    <a:pt x="8761" y="9933"/>
                  </a:lnTo>
                  <a:lnTo>
                    <a:pt x="10160" y="2687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6549051" y="12173463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28047" y="0"/>
                  </a:moveTo>
                  <a:lnTo>
                    <a:pt x="0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6548967" y="12157089"/>
              <a:ext cx="9525" cy="29209"/>
            </a:xfrm>
            <a:custGeom>
              <a:avLst/>
              <a:gdLst/>
              <a:ahLst/>
              <a:cxnLst/>
              <a:rect l="l" t="t" r="r" b="b"/>
              <a:pathLst>
                <a:path w="9525" h="29209">
                  <a:moveTo>
                    <a:pt x="9321" y="0"/>
                  </a:moveTo>
                  <a:lnTo>
                    <a:pt x="7809" y="2099"/>
                  </a:lnTo>
                  <a:lnTo>
                    <a:pt x="2962" y="9152"/>
                  </a:lnTo>
                  <a:lnTo>
                    <a:pt x="215" y="17642"/>
                  </a:lnTo>
                  <a:lnTo>
                    <a:pt x="0" y="26198"/>
                  </a:lnTo>
                  <a:lnTo>
                    <a:pt x="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6577099" y="12147600"/>
              <a:ext cx="8890" cy="26034"/>
            </a:xfrm>
            <a:custGeom>
              <a:avLst/>
              <a:gdLst/>
              <a:ahLst/>
              <a:cxnLst/>
              <a:rect l="l" t="t" r="r" b="b"/>
              <a:pathLst>
                <a:path w="8890" h="26034">
                  <a:moveTo>
                    <a:pt x="0" y="25862"/>
                  </a:moveTo>
                  <a:lnTo>
                    <a:pt x="1427" y="23511"/>
                  </a:lnTo>
                  <a:lnTo>
                    <a:pt x="4979" y="17675"/>
                  </a:lnTo>
                  <a:lnTo>
                    <a:pt x="7738" y="9499"/>
                  </a:lnTo>
                  <a:lnTo>
                    <a:pt x="8313" y="2687"/>
                  </a:lnTo>
                  <a:lnTo>
                    <a:pt x="85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6567862" y="12173799"/>
              <a:ext cx="6985" cy="26670"/>
            </a:xfrm>
            <a:custGeom>
              <a:avLst/>
              <a:gdLst/>
              <a:ahLst/>
              <a:cxnLst/>
              <a:rect l="l" t="t" r="r" b="b"/>
              <a:pathLst>
                <a:path w="6984" h="26670">
                  <a:moveTo>
                    <a:pt x="0" y="26450"/>
                  </a:moveTo>
                  <a:lnTo>
                    <a:pt x="1259" y="24015"/>
                  </a:lnTo>
                  <a:lnTo>
                    <a:pt x="4461" y="17171"/>
                  </a:lnTo>
                  <a:lnTo>
                    <a:pt x="6172" y="10325"/>
                  </a:lnTo>
                  <a:lnTo>
                    <a:pt x="6466" y="2770"/>
                  </a:lnTo>
                  <a:lnTo>
                    <a:pt x="646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6624545" y="12154402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323" y="21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6619254" y="12143822"/>
              <a:ext cx="10795" cy="21590"/>
            </a:xfrm>
            <a:custGeom>
              <a:avLst/>
              <a:gdLst/>
              <a:ahLst/>
              <a:cxnLst/>
              <a:rect l="l" t="t" r="r" b="b"/>
              <a:pathLst>
                <a:path w="10794" h="21590">
                  <a:moveTo>
                    <a:pt x="0" y="21160"/>
                  </a:move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6637645" y="12115020"/>
              <a:ext cx="38735" cy="45720"/>
            </a:xfrm>
            <a:custGeom>
              <a:avLst/>
              <a:gdLst/>
              <a:ahLst/>
              <a:cxnLst/>
              <a:rect l="l" t="t" r="r" b="b"/>
              <a:pathLst>
                <a:path w="38734" h="45720">
                  <a:moveTo>
                    <a:pt x="38376" y="45427"/>
                  </a:moveTo>
                  <a:lnTo>
                    <a:pt x="0" y="17801"/>
                  </a:ln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6655951" y="1213500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29">
                  <a:moveTo>
                    <a:pt x="0" y="11000"/>
                  </a:moveTo>
                  <a:lnTo>
                    <a:pt x="78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6676021" y="12142646"/>
              <a:ext cx="13335" cy="18415"/>
            </a:xfrm>
            <a:custGeom>
              <a:avLst/>
              <a:gdLst/>
              <a:ahLst/>
              <a:cxnLst/>
              <a:rect l="l" t="t" r="r" b="b"/>
              <a:pathLst>
                <a:path w="13334" h="18415">
                  <a:moveTo>
                    <a:pt x="0" y="17801"/>
                  </a:moveTo>
                  <a:lnTo>
                    <a:pt x="12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6622530" y="12054898"/>
              <a:ext cx="31115" cy="635"/>
            </a:xfrm>
            <a:custGeom>
              <a:avLst/>
              <a:gdLst/>
              <a:ahLst/>
              <a:cxnLst/>
              <a:rect l="l" t="t" r="r" b="b"/>
              <a:pathLst>
                <a:path w="31115" h="634">
                  <a:moveTo>
                    <a:pt x="30734" y="0"/>
                  </a:moveTo>
                  <a:lnTo>
                    <a:pt x="0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6622530" y="12032562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19734" y="0"/>
                  </a:moveTo>
                  <a:lnTo>
                    <a:pt x="17466" y="1343"/>
                  </a:lnTo>
                  <a:lnTo>
                    <a:pt x="10293" y="6114"/>
                  </a:lnTo>
                  <a:lnTo>
                    <a:pt x="4531" y="12691"/>
                  </a:lnTo>
                  <a:lnTo>
                    <a:pt x="1007" y="20572"/>
                  </a:lnTo>
                  <a:lnTo>
                    <a:pt x="0" y="23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6634369" y="12054142"/>
              <a:ext cx="16510" cy="22225"/>
            </a:xfrm>
            <a:custGeom>
              <a:avLst/>
              <a:gdLst/>
              <a:ahLst/>
              <a:cxnLst/>
              <a:rect l="l" t="t" r="r" b="b"/>
              <a:pathLst>
                <a:path w="16509" h="22225">
                  <a:moveTo>
                    <a:pt x="0" y="21832"/>
                  </a:moveTo>
                  <a:lnTo>
                    <a:pt x="2099" y="20068"/>
                  </a:lnTo>
                  <a:lnTo>
                    <a:pt x="7511" y="15423"/>
                  </a:lnTo>
                  <a:lnTo>
                    <a:pt x="12258" y="9054"/>
                  </a:lnTo>
                  <a:lnTo>
                    <a:pt x="15115" y="2519"/>
                  </a:lnTo>
                  <a:lnTo>
                    <a:pt x="16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7165007" y="12190089"/>
              <a:ext cx="52069" cy="20955"/>
            </a:xfrm>
            <a:custGeom>
              <a:avLst/>
              <a:gdLst/>
              <a:ahLst/>
              <a:cxnLst/>
              <a:rect l="l" t="t" r="r" b="b"/>
              <a:pathLst>
                <a:path w="52069" h="20954">
                  <a:moveTo>
                    <a:pt x="0" y="14862"/>
                  </a:moveTo>
                  <a:lnTo>
                    <a:pt x="44926" y="0"/>
                  </a:lnTo>
                  <a:lnTo>
                    <a:pt x="51812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7188519" y="12197227"/>
              <a:ext cx="4445" cy="13335"/>
            </a:xfrm>
            <a:custGeom>
              <a:avLst/>
              <a:gdLst/>
              <a:ahLst/>
              <a:cxnLst/>
              <a:rect l="l" t="t" r="r" b="b"/>
              <a:pathLst>
                <a:path w="4444" h="13334">
                  <a:moveTo>
                    <a:pt x="0" y="0"/>
                  </a:moveTo>
                  <a:lnTo>
                    <a:pt x="4282" y="127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7165007" y="12204952"/>
              <a:ext cx="6985" cy="20955"/>
            </a:xfrm>
            <a:custGeom>
              <a:avLst/>
              <a:gdLst/>
              <a:ahLst/>
              <a:cxnLst/>
              <a:rect l="l" t="t" r="r" b="b"/>
              <a:pathLst>
                <a:path w="6984" h="20954">
                  <a:moveTo>
                    <a:pt x="0" y="0"/>
                  </a:moveTo>
                  <a:lnTo>
                    <a:pt x="6885" y="209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7257210" y="12197646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0" y="26114"/>
                  </a:moveTo>
                  <a:lnTo>
                    <a:pt x="162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7273501" y="12197731"/>
              <a:ext cx="8890" cy="29209"/>
            </a:xfrm>
            <a:custGeom>
              <a:avLst/>
              <a:gdLst/>
              <a:ahLst/>
              <a:cxnLst/>
              <a:rect l="l" t="t" r="r" b="b"/>
              <a:pathLst>
                <a:path w="8890" h="29209">
                  <a:moveTo>
                    <a:pt x="8481" y="28969"/>
                  </a:moveTo>
                  <a:lnTo>
                    <a:pt x="8565" y="26450"/>
                  </a:lnTo>
                  <a:lnTo>
                    <a:pt x="8503" y="17879"/>
                  </a:lnTo>
                  <a:lnTo>
                    <a:pt x="6131" y="9294"/>
                  </a:lnTo>
                  <a:lnTo>
                    <a:pt x="1427" y="209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7249820" y="12196387"/>
              <a:ext cx="9525" cy="26034"/>
            </a:xfrm>
            <a:custGeom>
              <a:avLst/>
              <a:gdLst/>
              <a:ahLst/>
              <a:cxnLst/>
              <a:rect l="l" t="t" r="r" b="b"/>
              <a:pathLst>
                <a:path w="9525" h="26034">
                  <a:moveTo>
                    <a:pt x="0" y="0"/>
                  </a:moveTo>
                  <a:lnTo>
                    <a:pt x="503" y="3862"/>
                  </a:lnTo>
                  <a:lnTo>
                    <a:pt x="1749" y="10609"/>
                  </a:lnTo>
                  <a:lnTo>
                    <a:pt x="3855" y="16320"/>
                  </a:lnTo>
                  <a:lnTo>
                    <a:pt x="7305" y="22251"/>
                  </a:lnTo>
                  <a:lnTo>
                    <a:pt x="9489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7062474" y="12625387"/>
              <a:ext cx="29209" cy="10795"/>
            </a:xfrm>
            <a:custGeom>
              <a:avLst/>
              <a:gdLst/>
              <a:ahLst/>
              <a:cxnLst/>
              <a:rect l="l" t="t" r="r" b="b"/>
              <a:pathLst>
                <a:path w="29209" h="10795">
                  <a:moveTo>
                    <a:pt x="0" y="0"/>
                  </a:moveTo>
                  <a:lnTo>
                    <a:pt x="28971" y="10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7064907" y="12635632"/>
              <a:ext cx="26670" cy="14604"/>
            </a:xfrm>
            <a:custGeom>
              <a:avLst/>
              <a:gdLst/>
              <a:ahLst/>
              <a:cxnLst/>
              <a:rect l="l" t="t" r="r" b="b"/>
              <a:pathLst>
                <a:path w="26669" h="14604">
                  <a:moveTo>
                    <a:pt x="0" y="14610"/>
                  </a:moveTo>
                  <a:lnTo>
                    <a:pt x="2519" y="14106"/>
                  </a:lnTo>
                  <a:lnTo>
                    <a:pt x="10806" y="12305"/>
                  </a:lnTo>
                  <a:lnTo>
                    <a:pt x="18790" y="7977"/>
                  </a:lnTo>
                  <a:lnTo>
                    <a:pt x="24688" y="1847"/>
                  </a:ln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7064656" y="12612288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22841" y="0"/>
                  </a:moveTo>
                  <a:lnTo>
                    <a:pt x="20237" y="923"/>
                  </a:lnTo>
                  <a:lnTo>
                    <a:pt x="13722" y="3340"/>
                  </a:lnTo>
                  <a:lnTo>
                    <a:pt x="6752" y="7741"/>
                  </a:lnTo>
                  <a:lnTo>
                    <a:pt x="1931" y="12763"/>
                  </a:lnTo>
                  <a:lnTo>
                    <a:pt x="0" y="14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6898639" y="12492044"/>
              <a:ext cx="1905" cy="31750"/>
            </a:xfrm>
            <a:custGeom>
              <a:avLst/>
              <a:gdLst/>
              <a:ahLst/>
              <a:cxnLst/>
              <a:rect l="l" t="t" r="r" b="b"/>
              <a:pathLst>
                <a:path w="1905" h="31750">
                  <a:moveTo>
                    <a:pt x="1679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6892423" y="12491623"/>
              <a:ext cx="15875" cy="1270"/>
            </a:xfrm>
            <a:custGeom>
              <a:avLst/>
              <a:gdLst/>
              <a:ahLst/>
              <a:cxnLst/>
              <a:rect l="l" t="t" r="r" b="b"/>
              <a:pathLst>
                <a:path w="15875" h="1270">
                  <a:moveTo>
                    <a:pt x="0" y="0"/>
                  </a:moveTo>
                  <a:lnTo>
                    <a:pt x="15787" y="8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6888142" y="12682067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0" y="839"/>
                  </a:moveTo>
                  <a:lnTo>
                    <a:pt x="2519" y="1511"/>
                  </a:lnTo>
                  <a:lnTo>
                    <a:pt x="8832" y="2712"/>
                  </a:lnTo>
                  <a:lnTo>
                    <a:pt x="15251" y="3015"/>
                  </a:lnTo>
                  <a:lnTo>
                    <a:pt x="21645" y="2398"/>
                  </a:lnTo>
                  <a:lnTo>
                    <a:pt x="27879" y="839"/>
                  </a:lnTo>
                  <a:lnTo>
                    <a:pt x="3023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6870087" y="12657527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27207" y="2204"/>
                  </a:moveTo>
                  <a:lnTo>
                    <a:pt x="24520" y="1616"/>
                  </a:lnTo>
                  <a:lnTo>
                    <a:pt x="17337" y="0"/>
                  </a:lnTo>
                  <a:lnTo>
                    <a:pt x="9846" y="446"/>
                  </a:lnTo>
                  <a:lnTo>
                    <a:pt x="2687" y="1952"/>
                  </a:lnTo>
                  <a:lnTo>
                    <a:pt x="0" y="27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6833137" y="12480204"/>
              <a:ext cx="13335" cy="34290"/>
            </a:xfrm>
            <a:custGeom>
              <a:avLst/>
              <a:gdLst/>
              <a:ahLst/>
              <a:cxnLst/>
              <a:rect l="l" t="t" r="r" b="b"/>
              <a:pathLst>
                <a:path w="13334" h="34290">
                  <a:moveTo>
                    <a:pt x="9909" y="0"/>
                  </a:moveTo>
                  <a:lnTo>
                    <a:pt x="0" y="29893"/>
                  </a:lnTo>
                  <a:lnTo>
                    <a:pt x="12764" y="341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6812312" y="12472059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4" h="29209">
                  <a:moveTo>
                    <a:pt x="0" y="29053"/>
                  </a:moveTo>
                  <a:lnTo>
                    <a:pt x="12260" y="0"/>
                  </a:lnTo>
                  <a:lnTo>
                    <a:pt x="25780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6818695" y="12485914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0" y="0"/>
                  </a:moveTo>
                  <a:lnTo>
                    <a:pt x="8313" y="3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6812312" y="12501112"/>
              <a:ext cx="13970" cy="5715"/>
            </a:xfrm>
            <a:custGeom>
              <a:avLst/>
              <a:gdLst/>
              <a:ahLst/>
              <a:cxnLst/>
              <a:rect l="l" t="t" r="r" b="b"/>
              <a:pathLst>
                <a:path w="13969" h="5715">
                  <a:moveTo>
                    <a:pt x="0" y="0"/>
                  </a:moveTo>
                  <a:lnTo>
                    <a:pt x="13435" y="57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6850100" y="12484654"/>
              <a:ext cx="20955" cy="31115"/>
            </a:xfrm>
            <a:custGeom>
              <a:avLst/>
              <a:gdLst/>
              <a:ahLst/>
              <a:cxnLst/>
              <a:rect l="l" t="t" r="r" b="b"/>
              <a:pathLst>
                <a:path w="20955" h="31115">
                  <a:moveTo>
                    <a:pt x="0" y="30816"/>
                  </a:moveTo>
                  <a:lnTo>
                    <a:pt x="6634" y="0"/>
                  </a:lnTo>
                  <a:lnTo>
                    <a:pt x="20909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6853544" y="12499349"/>
              <a:ext cx="8890" cy="2540"/>
            </a:xfrm>
            <a:custGeom>
              <a:avLst/>
              <a:gdLst/>
              <a:ahLst/>
              <a:cxnLst/>
              <a:rect l="l" t="t" r="r" b="b"/>
              <a:pathLst>
                <a:path w="8890" h="2540">
                  <a:moveTo>
                    <a:pt x="0" y="0"/>
                  </a:moveTo>
                  <a:lnTo>
                    <a:pt x="8817" y="1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6850100" y="12515471"/>
              <a:ext cx="14604" cy="3175"/>
            </a:xfrm>
            <a:custGeom>
              <a:avLst/>
              <a:gdLst/>
              <a:ahLst/>
              <a:cxnLst/>
              <a:rect l="l" t="t" r="r" b="b"/>
              <a:pathLst>
                <a:path w="14605" h="3175">
                  <a:moveTo>
                    <a:pt x="0" y="0"/>
                  </a:moveTo>
                  <a:lnTo>
                    <a:pt x="14275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6870758" y="12489861"/>
              <a:ext cx="19050" cy="32384"/>
            </a:xfrm>
            <a:custGeom>
              <a:avLst/>
              <a:gdLst/>
              <a:ahLst/>
              <a:cxnLst/>
              <a:rect l="l" t="t" r="r" b="b"/>
              <a:pathLst>
                <a:path w="19050" h="32384">
                  <a:moveTo>
                    <a:pt x="18474" y="8984"/>
                  </a:moveTo>
                  <a:lnTo>
                    <a:pt x="17802" y="5793"/>
                  </a:lnTo>
                  <a:lnTo>
                    <a:pt x="16039" y="2519"/>
                  </a:lnTo>
                  <a:lnTo>
                    <a:pt x="14023" y="671"/>
                  </a:lnTo>
                  <a:lnTo>
                    <a:pt x="9573" y="0"/>
                  </a:lnTo>
                  <a:lnTo>
                    <a:pt x="7137" y="1175"/>
                  </a:lnTo>
                  <a:lnTo>
                    <a:pt x="4450" y="3778"/>
                  </a:lnTo>
                  <a:lnTo>
                    <a:pt x="2855" y="6633"/>
                  </a:lnTo>
                  <a:lnTo>
                    <a:pt x="1091" y="10916"/>
                  </a:lnTo>
                  <a:lnTo>
                    <a:pt x="0" y="18305"/>
                  </a:lnTo>
                  <a:lnTo>
                    <a:pt x="419" y="22923"/>
                  </a:lnTo>
                  <a:lnTo>
                    <a:pt x="1091" y="26114"/>
                  </a:lnTo>
                  <a:lnTo>
                    <a:pt x="2855" y="29389"/>
                  </a:lnTo>
                  <a:lnTo>
                    <a:pt x="4870" y="31236"/>
                  </a:lnTo>
                  <a:lnTo>
                    <a:pt x="9321" y="31908"/>
                  </a:lnTo>
                  <a:lnTo>
                    <a:pt x="11756" y="30732"/>
                  </a:lnTo>
                  <a:lnTo>
                    <a:pt x="14443" y="28129"/>
                  </a:lnTo>
                  <a:lnTo>
                    <a:pt x="16039" y="2527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6813403" y="12646716"/>
              <a:ext cx="15240" cy="27305"/>
            </a:xfrm>
            <a:custGeom>
              <a:avLst/>
              <a:gdLst/>
              <a:ahLst/>
              <a:cxnLst/>
              <a:rect l="l" t="t" r="r" b="b"/>
              <a:pathLst>
                <a:path w="15240" h="27304">
                  <a:moveTo>
                    <a:pt x="0" y="0"/>
                  </a:moveTo>
                  <a:lnTo>
                    <a:pt x="15199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6841031" y="12653265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80" h="26034">
                  <a:moveTo>
                    <a:pt x="0" y="0"/>
                  </a:moveTo>
                  <a:lnTo>
                    <a:pt x="17214" y="254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16828184" y="12674677"/>
              <a:ext cx="30480" cy="5080"/>
            </a:xfrm>
            <a:custGeom>
              <a:avLst/>
              <a:gdLst/>
              <a:ahLst/>
              <a:cxnLst/>
              <a:rect l="l" t="t" r="r" b="b"/>
              <a:pathLst>
                <a:path w="30480" h="5079">
                  <a:moveTo>
                    <a:pt x="0" y="0"/>
                  </a:moveTo>
                  <a:lnTo>
                    <a:pt x="2351" y="1091"/>
                  </a:lnTo>
                  <a:lnTo>
                    <a:pt x="8392" y="3230"/>
                  </a:lnTo>
                  <a:lnTo>
                    <a:pt x="14674" y="4539"/>
                  </a:lnTo>
                  <a:lnTo>
                    <a:pt x="21072" y="4964"/>
                  </a:lnTo>
                  <a:lnTo>
                    <a:pt x="27459" y="4450"/>
                  </a:lnTo>
                  <a:lnTo>
                    <a:pt x="30062" y="3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6814076" y="12648521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955" y="4744"/>
                  </a:moveTo>
                  <a:lnTo>
                    <a:pt x="24352" y="3736"/>
                  </a:lnTo>
                  <a:lnTo>
                    <a:pt x="17431" y="1311"/>
                  </a:lnTo>
                  <a:lnTo>
                    <a:pt x="10025" y="0"/>
                  </a:lnTo>
                  <a:lnTo>
                    <a:pt x="2687" y="713"/>
                  </a:lnTo>
                  <a:lnTo>
                    <a:pt x="0" y="96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6868995" y="12657632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0" y="0"/>
                  </a:moveTo>
                  <a:lnTo>
                    <a:pt x="19230" y="23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6857995" y="12679968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0" y="0"/>
                  </a:moveTo>
                  <a:lnTo>
                    <a:pt x="2435" y="923"/>
                  </a:lnTo>
                  <a:lnTo>
                    <a:pt x="8635" y="2610"/>
                  </a:lnTo>
                  <a:lnTo>
                    <a:pt x="14975" y="3379"/>
                  </a:lnTo>
                  <a:lnTo>
                    <a:pt x="21364" y="3256"/>
                  </a:lnTo>
                  <a:lnTo>
                    <a:pt x="27711" y="2267"/>
                  </a:lnTo>
                  <a:lnTo>
                    <a:pt x="30230" y="1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6841788" y="12654380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27207" y="3251"/>
                  </a:moveTo>
                  <a:lnTo>
                    <a:pt x="24520" y="2411"/>
                  </a:lnTo>
                  <a:lnTo>
                    <a:pt x="17206" y="382"/>
                  </a:lnTo>
                  <a:lnTo>
                    <a:pt x="10194" y="0"/>
                  </a:lnTo>
                  <a:lnTo>
                    <a:pt x="2687" y="1067"/>
                  </a:lnTo>
                  <a:lnTo>
                    <a:pt x="0" y="15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6734887" y="12614304"/>
              <a:ext cx="8890" cy="29845"/>
            </a:xfrm>
            <a:custGeom>
              <a:avLst/>
              <a:gdLst/>
              <a:ahLst/>
              <a:cxnLst/>
              <a:rect l="l" t="t" r="r" b="b"/>
              <a:pathLst>
                <a:path w="8890" h="29845">
                  <a:moveTo>
                    <a:pt x="0" y="0"/>
                  </a:moveTo>
                  <a:lnTo>
                    <a:pt x="8481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6716078" y="12630677"/>
              <a:ext cx="27305" cy="13335"/>
            </a:xfrm>
            <a:custGeom>
              <a:avLst/>
              <a:gdLst/>
              <a:ahLst/>
              <a:cxnLst/>
              <a:rect l="l" t="t" r="r" b="b"/>
              <a:pathLst>
                <a:path w="27305" h="13334">
                  <a:moveTo>
                    <a:pt x="0" y="0"/>
                  </a:moveTo>
                  <a:lnTo>
                    <a:pt x="1847" y="1763"/>
                  </a:lnTo>
                  <a:lnTo>
                    <a:pt x="8208" y="7504"/>
                  </a:lnTo>
                  <a:lnTo>
                    <a:pt x="16239" y="11398"/>
                  </a:lnTo>
                  <a:lnTo>
                    <a:pt x="24688" y="12847"/>
                  </a:lnTo>
                  <a:lnTo>
                    <a:pt x="27207" y="13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6760163" y="12627151"/>
              <a:ext cx="10795" cy="29209"/>
            </a:xfrm>
            <a:custGeom>
              <a:avLst/>
              <a:gdLst/>
              <a:ahLst/>
              <a:cxnLst/>
              <a:rect l="l" t="t" r="r" b="b"/>
              <a:pathLst>
                <a:path w="10794" h="29209">
                  <a:moveTo>
                    <a:pt x="0" y="0"/>
                  </a:moveTo>
                  <a:lnTo>
                    <a:pt x="10748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6742698" y="12644952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0"/>
                  </a:moveTo>
                  <a:lnTo>
                    <a:pt x="2015" y="1595"/>
                  </a:lnTo>
                  <a:lnTo>
                    <a:pt x="8986" y="6959"/>
                  </a:lnTo>
                  <a:lnTo>
                    <a:pt x="16871" y="9965"/>
                  </a:lnTo>
                  <a:lnTo>
                    <a:pt x="25612" y="10832"/>
                  </a:lnTo>
                  <a:lnTo>
                    <a:pt x="28215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6734887" y="126170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25276" y="10076"/>
                  </a:moveTo>
                  <a:lnTo>
                    <a:pt x="23009" y="8480"/>
                  </a:lnTo>
                  <a:lnTo>
                    <a:pt x="16846" y="4461"/>
                  </a:lnTo>
                  <a:lnTo>
                    <a:pt x="9974" y="1574"/>
                  </a:lnTo>
                  <a:lnTo>
                    <a:pt x="2687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6786363" y="12637983"/>
              <a:ext cx="13335" cy="27940"/>
            </a:xfrm>
            <a:custGeom>
              <a:avLst/>
              <a:gdLst/>
              <a:ahLst/>
              <a:cxnLst/>
              <a:rect l="l" t="t" r="r" b="b"/>
              <a:pathLst>
                <a:path w="13334" h="27940">
                  <a:moveTo>
                    <a:pt x="0" y="0"/>
                  </a:moveTo>
                  <a:lnTo>
                    <a:pt x="13016" y="2787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6770409" y="12657128"/>
              <a:ext cx="29209" cy="8890"/>
            </a:xfrm>
            <a:custGeom>
              <a:avLst/>
              <a:gdLst/>
              <a:ahLst/>
              <a:cxnLst/>
              <a:rect l="l" t="t" r="r" b="b"/>
              <a:pathLst>
                <a:path w="29209" h="8890">
                  <a:moveTo>
                    <a:pt x="0" y="0"/>
                  </a:moveTo>
                  <a:lnTo>
                    <a:pt x="2099" y="1427"/>
                  </a:lnTo>
                  <a:lnTo>
                    <a:pt x="9251" y="6136"/>
                  </a:lnTo>
                  <a:lnTo>
                    <a:pt x="17809" y="8679"/>
                  </a:lnTo>
                  <a:lnTo>
                    <a:pt x="26368" y="8732"/>
                  </a:lnTo>
                  <a:lnTo>
                    <a:pt x="28971" y="86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6760332" y="12629921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26032" y="8061"/>
                  </a:moveTo>
                  <a:lnTo>
                    <a:pt x="23680" y="6717"/>
                  </a:lnTo>
                  <a:lnTo>
                    <a:pt x="17521" y="3014"/>
                  </a:lnTo>
                  <a:lnTo>
                    <a:pt x="9885" y="911"/>
                  </a:lnTo>
                  <a:lnTo>
                    <a:pt x="2771" y="1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6798959" y="12667120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0" y="0"/>
                  </a:moveTo>
                  <a:lnTo>
                    <a:pt x="27039" y="6633"/>
                  </a:lnTo>
                  <a:lnTo>
                    <a:pt x="29559" y="63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6786783" y="12640754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26619" y="6045"/>
                  </a:moveTo>
                  <a:lnTo>
                    <a:pt x="24100" y="4786"/>
                  </a:lnTo>
                  <a:lnTo>
                    <a:pt x="17522" y="1746"/>
                  </a:lnTo>
                  <a:lnTo>
                    <a:pt x="10019" y="40"/>
                  </a:lnTo>
                  <a:lnTo>
                    <a:pt x="2771" y="0"/>
                  </a:lnTo>
                  <a:lnTo>
                    <a:pt x="0" y="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6979590" y="12478776"/>
              <a:ext cx="25400" cy="29209"/>
            </a:xfrm>
            <a:custGeom>
              <a:avLst/>
              <a:gdLst/>
              <a:ahLst/>
              <a:cxnLst/>
              <a:rect l="l" t="t" r="r" b="b"/>
              <a:pathLst>
                <a:path w="25400" h="29209">
                  <a:moveTo>
                    <a:pt x="0" y="0"/>
                  </a:moveTo>
                  <a:lnTo>
                    <a:pt x="12596" y="28885"/>
                  </a:lnTo>
                  <a:lnTo>
                    <a:pt x="25024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6966994" y="12483059"/>
              <a:ext cx="19050" cy="33020"/>
            </a:xfrm>
            <a:custGeom>
              <a:avLst/>
              <a:gdLst/>
              <a:ahLst/>
              <a:cxnLst/>
              <a:rect l="l" t="t" r="r" b="b"/>
              <a:pathLst>
                <a:path w="19050" h="33020">
                  <a:moveTo>
                    <a:pt x="1763" y="32748"/>
                  </a:moveTo>
                  <a:lnTo>
                    <a:pt x="0" y="0"/>
                  </a:lnTo>
                  <a:lnTo>
                    <a:pt x="18726" y="26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6968506" y="12501028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4" h="3809">
                  <a:moveTo>
                    <a:pt x="0" y="3694"/>
                  </a:moveTo>
                  <a:lnTo>
                    <a:pt x="1066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16943481" y="12487090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15451" y="6045"/>
                  </a:moveTo>
                  <a:lnTo>
                    <a:pt x="13687" y="3358"/>
                  </a:lnTo>
                  <a:lnTo>
                    <a:pt x="10748" y="923"/>
                  </a:lnTo>
                  <a:lnTo>
                    <a:pt x="8229" y="0"/>
                  </a:lnTo>
                  <a:lnTo>
                    <a:pt x="3862" y="1007"/>
                  </a:lnTo>
                  <a:lnTo>
                    <a:pt x="2015" y="3022"/>
                  </a:lnTo>
                  <a:lnTo>
                    <a:pt x="503" y="6465"/>
                  </a:lnTo>
                  <a:lnTo>
                    <a:pt x="83" y="9656"/>
                  </a:lnTo>
                  <a:lnTo>
                    <a:pt x="0" y="14274"/>
                  </a:lnTo>
                  <a:lnTo>
                    <a:pt x="1763" y="21580"/>
                  </a:lnTo>
                  <a:lnTo>
                    <a:pt x="3862" y="25694"/>
                  </a:lnTo>
                  <a:lnTo>
                    <a:pt x="5626" y="28381"/>
                  </a:lnTo>
                  <a:lnTo>
                    <a:pt x="8481" y="30816"/>
                  </a:lnTo>
                  <a:lnTo>
                    <a:pt x="11084" y="31740"/>
                  </a:lnTo>
                  <a:lnTo>
                    <a:pt x="15451" y="30732"/>
                  </a:lnTo>
                  <a:lnTo>
                    <a:pt x="17298" y="28717"/>
                  </a:lnTo>
                  <a:lnTo>
                    <a:pt x="18810" y="25274"/>
                  </a:lnTo>
                  <a:lnTo>
                    <a:pt x="19230" y="22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/>
            <p:cNvSpPr/>
            <p:nvPr/>
          </p:nvSpPr>
          <p:spPr>
            <a:xfrm>
              <a:off x="16934748" y="12490616"/>
              <a:ext cx="5080" cy="31750"/>
            </a:xfrm>
            <a:custGeom>
              <a:avLst/>
              <a:gdLst/>
              <a:ahLst/>
              <a:cxnLst/>
              <a:rect l="l" t="t" r="r" b="b"/>
              <a:pathLst>
                <a:path w="5080" h="31750">
                  <a:moveTo>
                    <a:pt x="0" y="0"/>
                  </a:moveTo>
                  <a:lnTo>
                    <a:pt x="4702" y="31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/>
            <p:cNvSpPr/>
            <p:nvPr/>
          </p:nvSpPr>
          <p:spPr>
            <a:xfrm>
              <a:off x="16914005" y="12491456"/>
              <a:ext cx="16510" cy="32384"/>
            </a:xfrm>
            <a:custGeom>
              <a:avLst/>
              <a:gdLst/>
              <a:ahLst/>
              <a:cxnLst/>
              <a:rect l="l" t="t" r="r" b="b"/>
              <a:pathLst>
                <a:path w="16509" h="32384">
                  <a:moveTo>
                    <a:pt x="2099" y="32160"/>
                  </a:moveTo>
                  <a:lnTo>
                    <a:pt x="0" y="755"/>
                  </a:lnTo>
                  <a:lnTo>
                    <a:pt x="10076" y="0"/>
                  </a:lnTo>
                  <a:lnTo>
                    <a:pt x="13519" y="1343"/>
                  </a:lnTo>
                  <a:lnTo>
                    <a:pt x="14779" y="2687"/>
                  </a:lnTo>
                  <a:lnTo>
                    <a:pt x="16123" y="5625"/>
                  </a:lnTo>
                  <a:lnTo>
                    <a:pt x="16291" y="8648"/>
                  </a:lnTo>
                  <a:lnTo>
                    <a:pt x="15367" y="11755"/>
                  </a:lnTo>
                  <a:lnTo>
                    <a:pt x="14359" y="13267"/>
                  </a:lnTo>
                  <a:lnTo>
                    <a:pt x="11084" y="15030"/>
                  </a:lnTo>
                  <a:lnTo>
                    <a:pt x="1007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6922907" y="12506654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8985" y="15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6981940" y="12652425"/>
              <a:ext cx="26034" cy="17145"/>
            </a:xfrm>
            <a:custGeom>
              <a:avLst/>
              <a:gdLst/>
              <a:ahLst/>
              <a:cxnLst/>
              <a:rect l="l" t="t" r="r" b="b"/>
              <a:pathLst>
                <a:path w="26034" h="17145">
                  <a:moveTo>
                    <a:pt x="0" y="0"/>
                  </a:moveTo>
                  <a:lnTo>
                    <a:pt x="25696" y="16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6978499" y="12669220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7893"/>
                  </a:moveTo>
                  <a:lnTo>
                    <a:pt x="27039" y="1427"/>
                  </a:lnTo>
                  <a:lnTo>
                    <a:pt x="2922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7009485" y="12645624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0" y="0"/>
                  </a:moveTo>
                  <a:lnTo>
                    <a:pt x="26955" y="1461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7007973" y="12660235"/>
              <a:ext cx="28575" cy="10795"/>
            </a:xfrm>
            <a:custGeom>
              <a:avLst/>
              <a:gdLst/>
              <a:ahLst/>
              <a:cxnLst/>
              <a:rect l="l" t="t" r="r" b="b"/>
              <a:pathLst>
                <a:path w="28575" h="10795">
                  <a:moveTo>
                    <a:pt x="0" y="10244"/>
                  </a:moveTo>
                  <a:lnTo>
                    <a:pt x="26452" y="1595"/>
                  </a:lnTo>
                  <a:lnTo>
                    <a:pt x="2846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6983705" y="12645624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25696" y="0"/>
                  </a:moveTo>
                  <a:lnTo>
                    <a:pt x="23009" y="251"/>
                  </a:lnTo>
                  <a:lnTo>
                    <a:pt x="16048" y="1034"/>
                  </a:lnTo>
                  <a:lnTo>
                    <a:pt x="8270" y="3740"/>
                  </a:lnTo>
                  <a:lnTo>
                    <a:pt x="2351" y="7473"/>
                  </a:lnTo>
                  <a:lnTo>
                    <a:pt x="0" y="8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7036357" y="12636555"/>
              <a:ext cx="28575" cy="12700"/>
            </a:xfrm>
            <a:custGeom>
              <a:avLst/>
              <a:gdLst/>
              <a:ahLst/>
              <a:cxnLst/>
              <a:rect l="l" t="t" r="r" b="b"/>
              <a:pathLst>
                <a:path w="28575" h="12700">
                  <a:moveTo>
                    <a:pt x="0" y="0"/>
                  </a:moveTo>
                  <a:lnTo>
                    <a:pt x="28047" y="12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7036861" y="12649067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0" y="12427"/>
                  </a:moveTo>
                  <a:lnTo>
                    <a:pt x="2519" y="12175"/>
                  </a:lnTo>
                  <a:lnTo>
                    <a:pt x="10468" y="11093"/>
                  </a:lnTo>
                  <a:lnTo>
                    <a:pt x="19683" y="7138"/>
                  </a:lnTo>
                  <a:lnTo>
                    <a:pt x="25612" y="1679"/>
                  </a:ln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7011416" y="12636555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24856" y="0"/>
                  </a:moveTo>
                  <a:lnTo>
                    <a:pt x="22169" y="503"/>
                  </a:lnTo>
                  <a:lnTo>
                    <a:pt x="14976" y="1962"/>
                  </a:lnTo>
                  <a:lnTo>
                    <a:pt x="8130" y="5025"/>
                  </a:lnTo>
                  <a:lnTo>
                    <a:pt x="2183" y="9320"/>
                  </a:lnTo>
                  <a:lnTo>
                    <a:pt x="0" y="110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7038540" y="12625387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23932" y="0"/>
                  </a:moveTo>
                  <a:lnTo>
                    <a:pt x="21245" y="755"/>
                  </a:lnTo>
                  <a:lnTo>
                    <a:pt x="14601" y="2573"/>
                  </a:lnTo>
                  <a:lnTo>
                    <a:pt x="7179" y="6627"/>
                  </a:lnTo>
                  <a:lnTo>
                    <a:pt x="2015" y="11167"/>
                  </a:lnTo>
                  <a:lnTo>
                    <a:pt x="0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6897294" y="12659647"/>
              <a:ext cx="21590" cy="22860"/>
            </a:xfrm>
            <a:custGeom>
              <a:avLst/>
              <a:gdLst/>
              <a:ahLst/>
              <a:cxnLst/>
              <a:rect l="l" t="t" r="r" b="b"/>
              <a:pathLst>
                <a:path w="21590" h="22859">
                  <a:moveTo>
                    <a:pt x="0" y="0"/>
                  </a:moveTo>
                  <a:lnTo>
                    <a:pt x="21077" y="22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6925679" y="12659563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757" y="205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6918372" y="12680135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3190"/>
                  </a:moveTo>
                  <a:lnTo>
                    <a:pt x="2519" y="3694"/>
                  </a:lnTo>
                  <a:lnTo>
                    <a:pt x="8803" y="4419"/>
                  </a:lnTo>
                  <a:lnTo>
                    <a:pt x="15309" y="4189"/>
                  </a:lnTo>
                  <a:lnTo>
                    <a:pt x="21718" y="3039"/>
                  </a:lnTo>
                  <a:lnTo>
                    <a:pt x="27711" y="1007"/>
                  </a:ln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6898555" y="12658296"/>
              <a:ext cx="27305" cy="4445"/>
            </a:xfrm>
            <a:custGeom>
              <a:avLst/>
              <a:gdLst/>
              <a:ahLst/>
              <a:cxnLst/>
              <a:rect l="l" t="t" r="r" b="b"/>
              <a:pathLst>
                <a:path w="27305" h="4445">
                  <a:moveTo>
                    <a:pt x="27123" y="1266"/>
                  </a:moveTo>
                  <a:lnTo>
                    <a:pt x="24436" y="846"/>
                  </a:lnTo>
                  <a:lnTo>
                    <a:pt x="17118" y="0"/>
                  </a:lnTo>
                  <a:lnTo>
                    <a:pt x="9638" y="794"/>
                  </a:lnTo>
                  <a:lnTo>
                    <a:pt x="2603" y="2945"/>
                  </a:lnTo>
                  <a:lnTo>
                    <a:pt x="0" y="38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927105" y="12656845"/>
              <a:ext cx="27305" cy="5080"/>
            </a:xfrm>
            <a:custGeom>
              <a:avLst/>
              <a:gdLst/>
              <a:ahLst/>
              <a:cxnLst/>
              <a:rect l="l" t="t" r="r" b="b"/>
              <a:pathLst>
                <a:path w="27305" h="5079">
                  <a:moveTo>
                    <a:pt x="26787" y="282"/>
                  </a:moveTo>
                  <a:lnTo>
                    <a:pt x="24016" y="114"/>
                  </a:lnTo>
                  <a:lnTo>
                    <a:pt x="16261" y="0"/>
                  </a:lnTo>
                  <a:lnTo>
                    <a:pt x="9746" y="1165"/>
                  </a:lnTo>
                  <a:lnTo>
                    <a:pt x="2519" y="3977"/>
                  </a:lnTo>
                  <a:lnTo>
                    <a:pt x="0" y="5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6953978" y="12657128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24268" y="187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948603" y="12675853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0" y="5541"/>
                  </a:moveTo>
                  <a:lnTo>
                    <a:pt x="2519" y="5877"/>
                  </a:lnTo>
                  <a:lnTo>
                    <a:pt x="8911" y="6122"/>
                  </a:lnTo>
                  <a:lnTo>
                    <a:pt x="15309" y="5363"/>
                  </a:lnTo>
                  <a:lnTo>
                    <a:pt x="21548" y="3706"/>
                  </a:lnTo>
                  <a:lnTo>
                    <a:pt x="27459" y="1259"/>
                  </a:lnTo>
                  <a:lnTo>
                    <a:pt x="2972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955573" y="12652510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26368" y="0"/>
                  </a:moveTo>
                  <a:lnTo>
                    <a:pt x="23596" y="83"/>
                  </a:lnTo>
                  <a:lnTo>
                    <a:pt x="16060" y="393"/>
                  </a:lnTo>
                  <a:lnTo>
                    <a:pt x="9153" y="2190"/>
                  </a:lnTo>
                  <a:lnTo>
                    <a:pt x="2435" y="5625"/>
                  </a:lnTo>
                  <a:lnTo>
                    <a:pt x="0" y="688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763272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0" y="31488"/>
                  </a:moveTo>
                  <a:lnTo>
                    <a:pt x="0" y="0"/>
                  </a:ln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16763272" y="1239489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6763272" y="12411349"/>
              <a:ext cx="15240" cy="0"/>
            </a:xfrm>
            <a:custGeom>
              <a:avLst/>
              <a:gdLst/>
              <a:ahLst/>
              <a:cxnLst/>
              <a:rect l="l" t="t" r="r" b="b"/>
              <a:pathLst>
                <a:path w="15240" h="0">
                  <a:moveTo>
                    <a:pt x="0" y="0"/>
                  </a:moveTo>
                  <a:lnTo>
                    <a:pt x="1469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16783593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0"/>
                  </a:moveTo>
                  <a:lnTo>
                    <a:pt x="15703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16783593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5703" y="0"/>
                  </a:moveTo>
                  <a:lnTo>
                    <a:pt x="0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/>
            <p:cNvSpPr/>
            <p:nvPr/>
          </p:nvSpPr>
          <p:spPr>
            <a:xfrm>
              <a:off x="16807190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0" y="31488"/>
                  </a:moveTo>
                  <a:lnTo>
                    <a:pt x="0" y="0"/>
                  </a:lnTo>
                  <a:lnTo>
                    <a:pt x="10160" y="0"/>
                  </a:lnTo>
                  <a:lnTo>
                    <a:pt x="13519" y="1511"/>
                  </a:lnTo>
                  <a:lnTo>
                    <a:pt x="14695" y="3022"/>
                  </a:lnTo>
                  <a:lnTo>
                    <a:pt x="15787" y="5961"/>
                  </a:lnTo>
                  <a:lnTo>
                    <a:pt x="15787" y="10496"/>
                  </a:lnTo>
                  <a:lnTo>
                    <a:pt x="14695" y="13519"/>
                  </a:lnTo>
                  <a:lnTo>
                    <a:pt x="13519" y="15030"/>
                  </a:lnTo>
                  <a:lnTo>
                    <a:pt x="10160" y="16542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/>
            <p:cNvSpPr/>
            <p:nvPr/>
          </p:nvSpPr>
          <p:spPr>
            <a:xfrm>
              <a:off x="16830871" y="12408410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091" y="0"/>
                  </a:moveTo>
                  <a:lnTo>
                    <a:pt x="0" y="1427"/>
                  </a:lnTo>
                  <a:lnTo>
                    <a:pt x="1091" y="2938"/>
                  </a:lnTo>
                  <a:lnTo>
                    <a:pt x="2267" y="1427"/>
                  </a:lnTo>
                  <a:lnTo>
                    <a:pt x="109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/>
            <p:cNvSpPr/>
            <p:nvPr/>
          </p:nvSpPr>
          <p:spPr>
            <a:xfrm>
              <a:off x="16865803" y="12379861"/>
              <a:ext cx="15240" cy="31750"/>
            </a:xfrm>
            <a:custGeom>
              <a:avLst/>
              <a:gdLst/>
              <a:ahLst/>
              <a:cxnLst/>
              <a:rect l="l" t="t" r="r" b="b"/>
              <a:pathLst>
                <a:path w="15240" h="31750">
                  <a:moveTo>
                    <a:pt x="13435" y="4534"/>
                  </a:moveTo>
                  <a:lnTo>
                    <a:pt x="12344" y="1511"/>
                  </a:lnTo>
                  <a:lnTo>
                    <a:pt x="8985" y="0"/>
                  </a:lnTo>
                  <a:lnTo>
                    <a:pt x="6717" y="0"/>
                  </a:ln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20992"/>
                  </a:lnTo>
                  <a:lnTo>
                    <a:pt x="1091" y="27038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7809" y="31488"/>
                  </a:lnTo>
                  <a:lnTo>
                    <a:pt x="11252" y="29977"/>
                  </a:lnTo>
                  <a:lnTo>
                    <a:pt x="13435" y="27038"/>
                  </a:lnTo>
                  <a:lnTo>
                    <a:pt x="14611" y="22503"/>
                  </a:lnTo>
                  <a:lnTo>
                    <a:pt x="14611" y="20992"/>
                  </a:lnTo>
                  <a:lnTo>
                    <a:pt x="0" y="2099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16888309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16916441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2267" y="0"/>
                  </a:moveTo>
                  <a:lnTo>
                    <a:pt x="14611" y="0"/>
                  </a:lnTo>
                  <a:lnTo>
                    <a:pt x="7893" y="12007"/>
                  </a:lnTo>
                  <a:lnTo>
                    <a:pt x="11252" y="12007"/>
                  </a:lnTo>
                  <a:lnTo>
                    <a:pt x="13519" y="13519"/>
                  </a:lnTo>
                  <a:lnTo>
                    <a:pt x="14611" y="15030"/>
                  </a:lnTo>
                  <a:lnTo>
                    <a:pt x="15787" y="19480"/>
                  </a:lnTo>
                  <a:lnTo>
                    <a:pt x="15787" y="22503"/>
                  </a:lnTo>
                  <a:lnTo>
                    <a:pt x="14611" y="27038"/>
                  </a:lnTo>
                  <a:lnTo>
                    <a:pt x="12344" y="29977"/>
                  </a:lnTo>
                  <a:lnTo>
                    <a:pt x="8985" y="31488"/>
                  </a:lnTo>
                  <a:lnTo>
                    <a:pt x="5626" y="31488"/>
                  </a:lnTo>
                  <a:lnTo>
                    <a:pt x="2267" y="29977"/>
                  </a:lnTo>
                  <a:lnTo>
                    <a:pt x="1091" y="28549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/>
            <p:cNvSpPr/>
            <p:nvPr/>
          </p:nvSpPr>
          <p:spPr>
            <a:xfrm>
              <a:off x="16938946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801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801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801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/>
            <p:cNvSpPr/>
            <p:nvPr/>
          </p:nvSpPr>
          <p:spPr>
            <a:xfrm>
              <a:off x="16962627" y="1239783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/>
            <p:cNvSpPr/>
            <p:nvPr/>
          </p:nvSpPr>
          <p:spPr>
            <a:xfrm>
              <a:off x="16990759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091" y="7473"/>
                  </a:moveTo>
                  <a:lnTo>
                    <a:pt x="1091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344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701326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6717" y="0"/>
                  </a:moveTo>
                  <a:lnTo>
                    <a:pt x="3358" y="1511"/>
                  </a:lnTo>
                  <a:lnTo>
                    <a:pt x="1091" y="5961"/>
                  </a:lnTo>
                  <a:lnTo>
                    <a:pt x="0" y="13519"/>
                  </a:lnTo>
                  <a:lnTo>
                    <a:pt x="0" y="17969"/>
                  </a:lnTo>
                  <a:lnTo>
                    <a:pt x="1091" y="25526"/>
                  </a:lnTo>
                  <a:lnTo>
                    <a:pt x="3358" y="29977"/>
                  </a:lnTo>
                  <a:lnTo>
                    <a:pt x="6717" y="31488"/>
                  </a:lnTo>
                  <a:lnTo>
                    <a:pt x="8985" y="31488"/>
                  </a:lnTo>
                  <a:lnTo>
                    <a:pt x="12428" y="29977"/>
                  </a:lnTo>
                  <a:lnTo>
                    <a:pt x="14611" y="25526"/>
                  </a:lnTo>
                  <a:lnTo>
                    <a:pt x="15787" y="17969"/>
                  </a:lnTo>
                  <a:lnTo>
                    <a:pt x="15787" y="13519"/>
                  </a:lnTo>
                  <a:lnTo>
                    <a:pt x="14611" y="5961"/>
                  </a:lnTo>
                  <a:lnTo>
                    <a:pt x="12428" y="1511"/>
                  </a:lnTo>
                  <a:lnTo>
                    <a:pt x="8985" y="0"/>
                  </a:lnTo>
                  <a:lnTo>
                    <a:pt x="671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7035768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1175" y="7473"/>
                  </a:moveTo>
                  <a:lnTo>
                    <a:pt x="1175" y="5961"/>
                  </a:lnTo>
                  <a:lnTo>
                    <a:pt x="2267" y="3022"/>
                  </a:lnTo>
                  <a:lnTo>
                    <a:pt x="3358" y="1511"/>
                  </a:lnTo>
                  <a:lnTo>
                    <a:pt x="5626" y="0"/>
                  </a:lnTo>
                  <a:lnTo>
                    <a:pt x="10160" y="0"/>
                  </a:lnTo>
                  <a:lnTo>
                    <a:pt x="12428" y="1511"/>
                  </a:lnTo>
                  <a:lnTo>
                    <a:pt x="13519" y="3022"/>
                  </a:lnTo>
                  <a:lnTo>
                    <a:pt x="14611" y="5961"/>
                  </a:lnTo>
                  <a:lnTo>
                    <a:pt x="14611" y="8984"/>
                  </a:lnTo>
                  <a:lnTo>
                    <a:pt x="13519" y="12007"/>
                  </a:lnTo>
                  <a:lnTo>
                    <a:pt x="11252" y="16542"/>
                  </a:lnTo>
                  <a:lnTo>
                    <a:pt x="0" y="31488"/>
                  </a:lnTo>
                  <a:lnTo>
                    <a:pt x="15787" y="31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7058274" y="12379861"/>
              <a:ext cx="15875" cy="31750"/>
            </a:xfrm>
            <a:custGeom>
              <a:avLst/>
              <a:gdLst/>
              <a:ahLst/>
              <a:cxnLst/>
              <a:rect l="l" t="t" r="r" b="b"/>
              <a:pathLst>
                <a:path w="15875" h="31750">
                  <a:moveTo>
                    <a:pt x="4534" y="31488"/>
                  </a:moveTo>
                  <a:lnTo>
                    <a:pt x="15787" y="0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769065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0" y="43412"/>
                  </a:moveTo>
                  <a:lnTo>
                    <a:pt x="0" y="0"/>
                  </a:lnTo>
                  <a:lnTo>
                    <a:pt x="21749" y="43412"/>
                  </a:lnTo>
                  <a:lnTo>
                    <a:pt x="217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801648" y="12295975"/>
              <a:ext cx="20320" cy="29209"/>
            </a:xfrm>
            <a:custGeom>
              <a:avLst/>
              <a:gdLst/>
              <a:ahLst/>
              <a:cxnLst/>
              <a:rect l="l" t="t" r="r" b="b"/>
              <a:pathLst>
                <a:path w="20319" h="29209">
                  <a:moveTo>
                    <a:pt x="7725" y="0"/>
                  </a:moveTo>
                  <a:lnTo>
                    <a:pt x="4618" y="2015"/>
                  </a:lnTo>
                  <a:lnTo>
                    <a:pt x="1511" y="6129"/>
                  </a:lnTo>
                  <a:lnTo>
                    <a:pt x="0" y="12343"/>
                  </a:lnTo>
                  <a:lnTo>
                    <a:pt x="0" y="16458"/>
                  </a:lnTo>
                  <a:lnTo>
                    <a:pt x="1511" y="22671"/>
                  </a:lnTo>
                  <a:lnTo>
                    <a:pt x="4618" y="26786"/>
                  </a:lnTo>
                  <a:lnTo>
                    <a:pt x="7725" y="28885"/>
                  </a:lnTo>
                  <a:lnTo>
                    <a:pt x="12344" y="28885"/>
                  </a:lnTo>
                  <a:lnTo>
                    <a:pt x="15451" y="26786"/>
                  </a:lnTo>
                  <a:lnTo>
                    <a:pt x="18558" y="22671"/>
                  </a:lnTo>
                  <a:lnTo>
                    <a:pt x="20069" y="16458"/>
                  </a:lnTo>
                  <a:lnTo>
                    <a:pt x="20069" y="12343"/>
                  </a:lnTo>
                  <a:lnTo>
                    <a:pt x="18558" y="6129"/>
                  </a:lnTo>
                  <a:lnTo>
                    <a:pt x="15451" y="2015"/>
                  </a:lnTo>
                  <a:lnTo>
                    <a:pt x="12344" y="0"/>
                  </a:lnTo>
                  <a:lnTo>
                    <a:pt x="772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832550" y="12320746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5" y="0"/>
                  </a:moveTo>
                  <a:lnTo>
                    <a:pt x="0" y="2015"/>
                  </a:lnTo>
                  <a:lnTo>
                    <a:pt x="1595" y="4114"/>
                  </a:lnTo>
                  <a:lnTo>
                    <a:pt x="3107" y="2015"/>
                  </a:lnTo>
                  <a:lnTo>
                    <a:pt x="159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/>
            <p:cNvSpPr/>
            <p:nvPr/>
          </p:nvSpPr>
          <p:spPr>
            <a:xfrm>
              <a:off x="16880584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0" y="43412"/>
                  </a:moveTo>
                  <a:lnTo>
                    <a:pt x="0" y="0"/>
                  </a:ln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/>
            <p:cNvSpPr/>
            <p:nvPr/>
          </p:nvSpPr>
          <p:spPr>
            <a:xfrm>
              <a:off x="16880584" y="12302105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1234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/>
            <p:cNvSpPr/>
            <p:nvPr/>
          </p:nvSpPr>
          <p:spPr>
            <a:xfrm>
              <a:off x="16880584" y="12324860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20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909974" y="12306219"/>
              <a:ext cx="27940" cy="0"/>
            </a:xfrm>
            <a:custGeom>
              <a:avLst/>
              <a:gdLst/>
              <a:ahLst/>
              <a:cxnLst/>
              <a:rect l="l" t="t" r="r" b="b"/>
              <a:pathLst>
                <a:path w="27940" h="0">
                  <a:moveTo>
                    <a:pt x="0" y="0"/>
                  </a:moveTo>
                  <a:lnTo>
                    <a:pt x="278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953305" y="12281448"/>
              <a:ext cx="8255" cy="43815"/>
            </a:xfrm>
            <a:custGeom>
              <a:avLst/>
              <a:gdLst/>
              <a:ahLst/>
              <a:cxnLst/>
              <a:rect l="l" t="t" r="r" b="b"/>
              <a:pathLst>
                <a:path w="8255" h="43815">
                  <a:moveTo>
                    <a:pt x="0" y="8312"/>
                  </a:moveTo>
                  <a:lnTo>
                    <a:pt x="3107" y="6213"/>
                  </a:lnTo>
                  <a:lnTo>
                    <a:pt x="7809" y="0"/>
                  </a:lnTo>
                  <a:lnTo>
                    <a:pt x="7809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981185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18558" y="6213"/>
                  </a:moveTo>
                  <a:lnTo>
                    <a:pt x="17046" y="2099"/>
                  </a:lnTo>
                  <a:lnTo>
                    <a:pt x="12428" y="0"/>
                  </a:lnTo>
                  <a:lnTo>
                    <a:pt x="9321" y="0"/>
                  </a:lnTo>
                  <a:lnTo>
                    <a:pt x="4618" y="2099"/>
                  </a:lnTo>
                  <a:lnTo>
                    <a:pt x="1595" y="8312"/>
                  </a:lnTo>
                  <a:lnTo>
                    <a:pt x="0" y="18641"/>
                  </a:lnTo>
                  <a:lnTo>
                    <a:pt x="0" y="28969"/>
                  </a:lnTo>
                  <a:lnTo>
                    <a:pt x="1595" y="37198"/>
                  </a:lnTo>
                  <a:lnTo>
                    <a:pt x="4618" y="41313"/>
                  </a:lnTo>
                  <a:lnTo>
                    <a:pt x="9321" y="43412"/>
                  </a:lnTo>
                  <a:lnTo>
                    <a:pt x="10832" y="43412"/>
                  </a:lnTo>
                  <a:lnTo>
                    <a:pt x="15535" y="41313"/>
                  </a:lnTo>
                  <a:lnTo>
                    <a:pt x="18558" y="37198"/>
                  </a:lnTo>
                  <a:lnTo>
                    <a:pt x="20153" y="30984"/>
                  </a:lnTo>
                  <a:lnTo>
                    <a:pt x="20153" y="28969"/>
                  </a:lnTo>
                  <a:lnTo>
                    <a:pt x="0" y="28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7010576" y="12281448"/>
              <a:ext cx="20320" cy="43815"/>
            </a:xfrm>
            <a:custGeom>
              <a:avLst/>
              <a:gdLst/>
              <a:ahLst/>
              <a:cxnLst/>
              <a:rect l="l" t="t" r="r" b="b"/>
              <a:pathLst>
                <a:path w="20319" h="43815">
                  <a:moveTo>
                    <a:pt x="20153" y="14526"/>
                  </a:moveTo>
                  <a:lnTo>
                    <a:pt x="0" y="14526"/>
                  </a:lnTo>
                  <a:lnTo>
                    <a:pt x="0" y="12427"/>
                  </a:lnTo>
                  <a:lnTo>
                    <a:pt x="1595" y="6213"/>
                  </a:lnTo>
                  <a:lnTo>
                    <a:pt x="4702" y="2099"/>
                  </a:lnTo>
                  <a:lnTo>
                    <a:pt x="9321" y="0"/>
                  </a:lnTo>
                  <a:lnTo>
                    <a:pt x="10916" y="0"/>
                  </a:lnTo>
                  <a:lnTo>
                    <a:pt x="15535" y="2099"/>
                  </a:lnTo>
                  <a:lnTo>
                    <a:pt x="18642" y="6213"/>
                  </a:lnTo>
                  <a:lnTo>
                    <a:pt x="20153" y="14526"/>
                  </a:lnTo>
                  <a:lnTo>
                    <a:pt x="20153" y="24771"/>
                  </a:lnTo>
                  <a:lnTo>
                    <a:pt x="18642" y="35099"/>
                  </a:lnTo>
                  <a:lnTo>
                    <a:pt x="15535" y="41313"/>
                  </a:lnTo>
                  <a:lnTo>
                    <a:pt x="10916" y="43412"/>
                  </a:lnTo>
                  <a:lnTo>
                    <a:pt x="7809" y="43412"/>
                  </a:lnTo>
                  <a:lnTo>
                    <a:pt x="3107" y="41313"/>
                  </a:lnTo>
                  <a:lnTo>
                    <a:pt x="1595" y="37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7041563" y="12281448"/>
              <a:ext cx="23495" cy="43815"/>
            </a:xfrm>
            <a:custGeom>
              <a:avLst/>
              <a:gdLst/>
              <a:ahLst/>
              <a:cxnLst/>
              <a:rect l="l" t="t" r="r" b="b"/>
              <a:pathLst>
                <a:path w="23494" h="43815">
                  <a:moveTo>
                    <a:pt x="15535" y="0"/>
                  </a:moveTo>
                  <a:lnTo>
                    <a:pt x="0" y="28969"/>
                  </a:lnTo>
                  <a:lnTo>
                    <a:pt x="23261" y="28969"/>
                  </a:lnTo>
                </a:path>
                <a:path w="23494" h="43815">
                  <a:moveTo>
                    <a:pt x="15535" y="0"/>
                  </a:moveTo>
                  <a:lnTo>
                    <a:pt x="15535" y="434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/>
            <p:cNvSpPr/>
            <p:nvPr/>
          </p:nvSpPr>
          <p:spPr>
            <a:xfrm>
              <a:off x="17072550" y="12281448"/>
              <a:ext cx="22225" cy="43815"/>
            </a:xfrm>
            <a:custGeom>
              <a:avLst/>
              <a:gdLst/>
              <a:ahLst/>
              <a:cxnLst/>
              <a:rect l="l" t="t" r="r" b="b"/>
              <a:pathLst>
                <a:path w="22225" h="43815">
                  <a:moveTo>
                    <a:pt x="18558" y="0"/>
                  </a:moveTo>
                  <a:lnTo>
                    <a:pt x="3107" y="0"/>
                  </a:lnTo>
                  <a:lnTo>
                    <a:pt x="1511" y="18641"/>
                  </a:lnTo>
                  <a:lnTo>
                    <a:pt x="3107" y="16542"/>
                  </a:lnTo>
                  <a:lnTo>
                    <a:pt x="7725" y="14526"/>
                  </a:lnTo>
                  <a:lnTo>
                    <a:pt x="12344" y="14526"/>
                  </a:lnTo>
                  <a:lnTo>
                    <a:pt x="17046" y="16542"/>
                  </a:lnTo>
                  <a:lnTo>
                    <a:pt x="20153" y="20656"/>
                  </a:lnTo>
                  <a:lnTo>
                    <a:pt x="21665" y="26870"/>
                  </a:lnTo>
                  <a:lnTo>
                    <a:pt x="21665" y="30984"/>
                  </a:lnTo>
                  <a:lnTo>
                    <a:pt x="20153" y="37198"/>
                  </a:lnTo>
                  <a:lnTo>
                    <a:pt x="17046" y="41313"/>
                  </a:lnTo>
                  <a:lnTo>
                    <a:pt x="12344" y="43412"/>
                  </a:lnTo>
                  <a:lnTo>
                    <a:pt x="7725" y="43412"/>
                  </a:lnTo>
                  <a:lnTo>
                    <a:pt x="3107" y="41313"/>
                  </a:lnTo>
                  <a:lnTo>
                    <a:pt x="1511" y="39297"/>
                  </a:lnTo>
                  <a:lnTo>
                    <a:pt x="0" y="35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/>
            <p:cNvSpPr/>
            <p:nvPr/>
          </p:nvSpPr>
          <p:spPr>
            <a:xfrm>
              <a:off x="17254524" y="12434608"/>
              <a:ext cx="10795" cy="28575"/>
            </a:xfrm>
            <a:custGeom>
              <a:avLst/>
              <a:gdLst/>
              <a:ahLst/>
              <a:cxnLst/>
              <a:rect l="l" t="t" r="r" b="b"/>
              <a:pathLst>
                <a:path w="10794" h="28575">
                  <a:moveTo>
                    <a:pt x="0" y="28465"/>
                  </a:moveTo>
                  <a:lnTo>
                    <a:pt x="1595" y="26366"/>
                  </a:lnTo>
                  <a:lnTo>
                    <a:pt x="6849" y="19091"/>
                  </a:lnTo>
                  <a:lnTo>
                    <a:pt x="9626" y="11550"/>
                  </a:lnTo>
                  <a:lnTo>
                    <a:pt x="10328" y="2603"/>
                  </a:lnTo>
                  <a:lnTo>
                    <a:pt x="1041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/>
            <p:cNvSpPr/>
            <p:nvPr/>
          </p:nvSpPr>
          <p:spPr>
            <a:xfrm>
              <a:off x="17226811" y="12445944"/>
              <a:ext cx="10160" cy="26034"/>
            </a:xfrm>
            <a:custGeom>
              <a:avLst/>
              <a:gdLst/>
              <a:ahLst/>
              <a:cxnLst/>
              <a:rect l="l" t="t" r="r" b="b"/>
              <a:pathLst>
                <a:path w="10159" h="26034">
                  <a:moveTo>
                    <a:pt x="9573" y="0"/>
                  </a:moveTo>
                  <a:lnTo>
                    <a:pt x="7389" y="3274"/>
                  </a:lnTo>
                  <a:lnTo>
                    <a:pt x="3885" y="8983"/>
                  </a:lnTo>
                  <a:lnTo>
                    <a:pt x="1706" y="15002"/>
                  </a:lnTo>
                  <a:lnTo>
                    <a:pt x="503" y="21580"/>
                  </a:lnTo>
                  <a:lnTo>
                    <a:pt x="0" y="2552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7155601" y="12561402"/>
              <a:ext cx="31115" cy="1270"/>
            </a:xfrm>
            <a:custGeom>
              <a:avLst/>
              <a:gdLst/>
              <a:ahLst/>
              <a:cxnLst/>
              <a:rect l="l" t="t" r="r" b="b"/>
              <a:pathLst>
                <a:path w="31115" h="1270">
                  <a:moveTo>
                    <a:pt x="0" y="0"/>
                  </a:moveTo>
                  <a:lnTo>
                    <a:pt x="30650" y="6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7165678" y="12561990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0" y="22167"/>
                  </a:moveTo>
                  <a:lnTo>
                    <a:pt x="2183" y="20908"/>
                  </a:lnTo>
                  <a:lnTo>
                    <a:pt x="9259" y="16936"/>
                  </a:lnTo>
                  <a:lnTo>
                    <a:pt x="15959" y="9636"/>
                  </a:lnTo>
                  <a:lnTo>
                    <a:pt x="19482" y="2351"/>
                  </a:lnTo>
                  <a:lnTo>
                    <a:pt x="20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7175335" y="12539235"/>
              <a:ext cx="31115" cy="1905"/>
            </a:xfrm>
            <a:custGeom>
              <a:avLst/>
              <a:gdLst/>
              <a:ahLst/>
              <a:cxnLst/>
              <a:rect l="l" t="t" r="r" b="b"/>
              <a:pathLst>
                <a:path w="31115" h="1904">
                  <a:moveTo>
                    <a:pt x="0" y="1763"/>
                  </a:moveTo>
                  <a:lnTo>
                    <a:pt x="3065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7187260" y="12539235"/>
              <a:ext cx="19050" cy="24130"/>
            </a:xfrm>
            <a:custGeom>
              <a:avLst/>
              <a:gdLst/>
              <a:ahLst/>
              <a:cxnLst/>
              <a:rect l="l" t="t" r="r" b="b"/>
              <a:pathLst>
                <a:path w="19050" h="24129">
                  <a:moveTo>
                    <a:pt x="0" y="23763"/>
                  </a:moveTo>
                  <a:lnTo>
                    <a:pt x="17886" y="2435"/>
                  </a:lnTo>
                  <a:lnTo>
                    <a:pt x="1872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17158204" y="12541082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17130" y="0"/>
                  </a:moveTo>
                  <a:lnTo>
                    <a:pt x="14947" y="1679"/>
                  </a:lnTo>
                  <a:lnTo>
                    <a:pt x="8890" y="6563"/>
                  </a:lnTo>
                  <a:lnTo>
                    <a:pt x="4768" y="11848"/>
                  </a:lnTo>
                  <a:lnTo>
                    <a:pt x="1175" y="18725"/>
                  </a:lnTo>
                  <a:lnTo>
                    <a:pt x="0" y="2116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17193390" y="12514883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0" y="4282"/>
                  </a:moveTo>
                  <a:lnTo>
                    <a:pt x="303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/>
            <p:cNvSpPr/>
            <p:nvPr/>
          </p:nvSpPr>
          <p:spPr>
            <a:xfrm>
              <a:off x="17206993" y="12514883"/>
              <a:ext cx="17145" cy="25400"/>
            </a:xfrm>
            <a:custGeom>
              <a:avLst/>
              <a:gdLst/>
              <a:ahLst/>
              <a:cxnLst/>
              <a:rect l="l" t="t" r="r" b="b"/>
              <a:pathLst>
                <a:path w="17144" h="25400">
                  <a:moveTo>
                    <a:pt x="0" y="25190"/>
                  </a:moveTo>
                  <a:lnTo>
                    <a:pt x="2015" y="23595"/>
                  </a:lnTo>
                  <a:lnTo>
                    <a:pt x="8568" y="18078"/>
                  </a:lnTo>
                  <a:lnTo>
                    <a:pt x="13529" y="10683"/>
                  </a:lnTo>
                  <a:lnTo>
                    <a:pt x="16123" y="2519"/>
                  </a:lnTo>
                  <a:lnTo>
                    <a:pt x="16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/>
            <p:cNvSpPr/>
            <p:nvPr/>
          </p:nvSpPr>
          <p:spPr>
            <a:xfrm>
              <a:off x="17178022" y="12519166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15367" y="0"/>
                  </a:moveTo>
                  <a:lnTo>
                    <a:pt x="13351" y="1847"/>
                  </a:lnTo>
                  <a:lnTo>
                    <a:pt x="8027" y="6931"/>
                  </a:lnTo>
                  <a:lnTo>
                    <a:pt x="3718" y="13130"/>
                  </a:lnTo>
                  <a:lnTo>
                    <a:pt x="1007" y="19984"/>
                  </a:ln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/>
            <p:cNvSpPr/>
            <p:nvPr/>
          </p:nvSpPr>
          <p:spPr>
            <a:xfrm>
              <a:off x="17209596" y="12489272"/>
              <a:ext cx="30480" cy="6985"/>
            </a:xfrm>
            <a:custGeom>
              <a:avLst/>
              <a:gdLst/>
              <a:ahLst/>
              <a:cxnLst/>
              <a:rect l="l" t="t" r="r" b="b"/>
              <a:pathLst>
                <a:path w="30480" h="6984">
                  <a:moveTo>
                    <a:pt x="0" y="6633"/>
                  </a:moveTo>
                  <a:lnTo>
                    <a:pt x="300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17224795" y="12489272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0" y="26450"/>
                  </a:moveTo>
                  <a:lnTo>
                    <a:pt x="1931" y="24687"/>
                  </a:lnTo>
                  <a:lnTo>
                    <a:pt x="7997" y="18757"/>
                  </a:lnTo>
                  <a:lnTo>
                    <a:pt x="12491" y="10816"/>
                  </a:lnTo>
                  <a:lnTo>
                    <a:pt x="14275" y="2519"/>
                  </a:lnTo>
                  <a:lnTo>
                    <a:pt x="147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17196160" y="12495990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13519" y="0"/>
                  </a:moveTo>
                  <a:lnTo>
                    <a:pt x="11588" y="2015"/>
                  </a:lnTo>
                  <a:lnTo>
                    <a:pt x="6699" y="7526"/>
                  </a:lnTo>
                  <a:lnTo>
                    <a:pt x="2997" y="13971"/>
                  </a:lnTo>
                  <a:lnTo>
                    <a:pt x="755" y="20992"/>
                  </a:lnTo>
                  <a:lnTo>
                    <a:pt x="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/>
            <p:cNvSpPr/>
            <p:nvPr/>
          </p:nvSpPr>
          <p:spPr>
            <a:xfrm>
              <a:off x="17223957" y="12462486"/>
              <a:ext cx="29845" cy="9525"/>
            </a:xfrm>
            <a:custGeom>
              <a:avLst/>
              <a:gdLst/>
              <a:ahLst/>
              <a:cxnLst/>
              <a:rect l="l" t="t" r="r" b="b"/>
              <a:pathLst>
                <a:path w="29844" h="9525">
                  <a:moveTo>
                    <a:pt x="0" y="8984"/>
                  </a:moveTo>
                  <a:lnTo>
                    <a:pt x="293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/>
            <p:cNvSpPr/>
            <p:nvPr/>
          </p:nvSpPr>
          <p:spPr>
            <a:xfrm>
              <a:off x="17240667" y="12462486"/>
              <a:ext cx="12700" cy="27940"/>
            </a:xfrm>
            <a:custGeom>
              <a:avLst/>
              <a:gdLst/>
              <a:ahLst/>
              <a:cxnLst/>
              <a:rect l="l" t="t" r="r" b="b"/>
              <a:pathLst>
                <a:path w="12700" h="27940">
                  <a:moveTo>
                    <a:pt x="0" y="27458"/>
                  </a:moveTo>
                  <a:lnTo>
                    <a:pt x="12344" y="2519"/>
                  </a:lnTo>
                  <a:lnTo>
                    <a:pt x="126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/>
            <p:cNvSpPr/>
            <p:nvPr/>
          </p:nvSpPr>
          <p:spPr>
            <a:xfrm>
              <a:off x="17212368" y="12471471"/>
              <a:ext cx="12065" cy="24765"/>
            </a:xfrm>
            <a:custGeom>
              <a:avLst/>
              <a:gdLst/>
              <a:ahLst/>
              <a:cxnLst/>
              <a:rect l="l" t="t" r="r" b="b"/>
              <a:pathLst>
                <a:path w="12065" h="24765">
                  <a:moveTo>
                    <a:pt x="11588" y="0"/>
                  </a:moveTo>
                  <a:lnTo>
                    <a:pt x="9153" y="3106"/>
                  </a:lnTo>
                  <a:lnTo>
                    <a:pt x="5102" y="8752"/>
                  </a:lnTo>
                  <a:lnTo>
                    <a:pt x="2682" y="14147"/>
                  </a:lnTo>
                  <a:lnTo>
                    <a:pt x="839" y="20824"/>
                  </a:lnTo>
                  <a:lnTo>
                    <a:pt x="0" y="246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17087582" y="12612288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0" y="0"/>
                  </a:moveTo>
                  <a:lnTo>
                    <a:pt x="29643" y="78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17092031" y="12620097"/>
              <a:ext cx="25400" cy="17145"/>
            </a:xfrm>
            <a:custGeom>
              <a:avLst/>
              <a:gdLst/>
              <a:ahLst/>
              <a:cxnLst/>
              <a:rect l="l" t="t" r="r" b="b"/>
              <a:pathLst>
                <a:path w="25400" h="17145">
                  <a:moveTo>
                    <a:pt x="0" y="16625"/>
                  </a:moveTo>
                  <a:lnTo>
                    <a:pt x="2435" y="15954"/>
                  </a:lnTo>
                  <a:lnTo>
                    <a:pt x="10424" y="13597"/>
                  </a:lnTo>
                  <a:lnTo>
                    <a:pt x="18271" y="8406"/>
                  </a:lnTo>
                  <a:lnTo>
                    <a:pt x="23596" y="2015"/>
                  </a:lnTo>
                  <a:lnTo>
                    <a:pt x="2527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17111514" y="12597089"/>
              <a:ext cx="30480" cy="5715"/>
            </a:xfrm>
            <a:custGeom>
              <a:avLst/>
              <a:gdLst/>
              <a:ahLst/>
              <a:cxnLst/>
              <a:rect l="l" t="t" r="r" b="b"/>
              <a:pathLst>
                <a:path w="30480" h="5715">
                  <a:moveTo>
                    <a:pt x="0" y="0"/>
                  </a:moveTo>
                  <a:lnTo>
                    <a:pt x="30230" y="55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/>
            <p:cNvSpPr/>
            <p:nvPr/>
          </p:nvSpPr>
          <p:spPr>
            <a:xfrm>
              <a:off x="17117980" y="12602631"/>
              <a:ext cx="24130" cy="19050"/>
            </a:xfrm>
            <a:custGeom>
              <a:avLst/>
              <a:gdLst/>
              <a:ahLst/>
              <a:cxnLst/>
              <a:rect l="l" t="t" r="r" b="b"/>
              <a:pathLst>
                <a:path w="24130" h="19050">
                  <a:moveTo>
                    <a:pt x="0" y="18557"/>
                  </a:moveTo>
                  <a:lnTo>
                    <a:pt x="2435" y="17717"/>
                  </a:lnTo>
                  <a:lnTo>
                    <a:pt x="10620" y="14365"/>
                  </a:lnTo>
                  <a:lnTo>
                    <a:pt x="17209" y="9256"/>
                  </a:lnTo>
                  <a:lnTo>
                    <a:pt x="22421" y="2099"/>
                  </a:lnTo>
                  <a:lnTo>
                    <a:pt x="238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/>
            <p:cNvSpPr/>
            <p:nvPr/>
          </p:nvSpPr>
          <p:spPr>
            <a:xfrm>
              <a:off x="17090016" y="12597174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21581" y="0"/>
                  </a:moveTo>
                  <a:lnTo>
                    <a:pt x="19062" y="1091"/>
                  </a:lnTo>
                  <a:lnTo>
                    <a:pt x="12258" y="4321"/>
                  </a:lnTo>
                  <a:lnTo>
                    <a:pt x="6636" y="8704"/>
                  </a:lnTo>
                  <a:lnTo>
                    <a:pt x="1679" y="14358"/>
                  </a:lnTo>
                  <a:lnTo>
                    <a:pt x="0" y="1654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/>
            <p:cNvSpPr/>
            <p:nvPr/>
          </p:nvSpPr>
          <p:spPr>
            <a:xfrm>
              <a:off x="17114033" y="1258012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20237" y="0"/>
                  </a:moveTo>
                  <a:lnTo>
                    <a:pt x="17802" y="1343"/>
                  </a:lnTo>
                  <a:lnTo>
                    <a:pt x="11399" y="4936"/>
                  </a:lnTo>
                  <a:lnTo>
                    <a:pt x="5883" y="10009"/>
                  </a:lnTo>
                  <a:lnTo>
                    <a:pt x="1595" y="15954"/>
                  </a:lnTo>
                  <a:lnTo>
                    <a:pt x="0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17134271" y="12580127"/>
              <a:ext cx="31115" cy="3175"/>
            </a:xfrm>
            <a:custGeom>
              <a:avLst/>
              <a:gdLst/>
              <a:ahLst/>
              <a:cxnLst/>
              <a:rect l="l" t="t" r="r" b="b"/>
              <a:pathLst>
                <a:path w="31115" h="3175">
                  <a:moveTo>
                    <a:pt x="0" y="0"/>
                  </a:moveTo>
                  <a:lnTo>
                    <a:pt x="30566" y="3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17142585" y="12583234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20404"/>
                  </a:moveTo>
                  <a:lnTo>
                    <a:pt x="2351" y="19396"/>
                  </a:lnTo>
                  <a:lnTo>
                    <a:pt x="9939" y="15457"/>
                  </a:lnTo>
                  <a:lnTo>
                    <a:pt x="16709" y="9650"/>
                  </a:lnTo>
                  <a:lnTo>
                    <a:pt x="20993" y="2183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/>
            <p:cNvSpPr/>
            <p:nvPr/>
          </p:nvSpPr>
          <p:spPr>
            <a:xfrm>
              <a:off x="17136875" y="12561402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18726" y="0"/>
                  </a:moveTo>
                  <a:lnTo>
                    <a:pt x="16375" y="1511"/>
                  </a:lnTo>
                  <a:lnTo>
                    <a:pt x="10324" y="5672"/>
                  </a:lnTo>
                  <a:lnTo>
                    <a:pt x="5221" y="11158"/>
                  </a:lnTo>
                  <a:lnTo>
                    <a:pt x="1343" y="17381"/>
                  </a:lnTo>
                  <a:lnTo>
                    <a:pt x="0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/>
            <p:cNvSpPr/>
            <p:nvPr/>
          </p:nvSpPr>
          <p:spPr>
            <a:xfrm>
              <a:off x="17236384" y="1243460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0" y="11335"/>
                  </a:moveTo>
                  <a:lnTo>
                    <a:pt x="2855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/>
            <p:cNvSpPr/>
            <p:nvPr/>
          </p:nvSpPr>
          <p:spPr>
            <a:xfrm>
              <a:off x="17246713" y="12405975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0" y="13519"/>
                  </a:moveTo>
                  <a:lnTo>
                    <a:pt x="2754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/>
            <p:cNvSpPr/>
            <p:nvPr/>
          </p:nvSpPr>
          <p:spPr>
            <a:xfrm>
              <a:off x="17254859" y="12376669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0" y="15702"/>
                  </a:moveTo>
                  <a:lnTo>
                    <a:pt x="2645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/>
            <p:cNvSpPr/>
            <p:nvPr/>
          </p:nvSpPr>
          <p:spPr>
            <a:xfrm>
              <a:off x="17256728" y="12364661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4092" y="0"/>
                  </a:moveTo>
                  <a:lnTo>
                    <a:pt x="2748" y="3694"/>
                  </a:lnTo>
                  <a:lnTo>
                    <a:pt x="822" y="10116"/>
                  </a:lnTo>
                  <a:lnTo>
                    <a:pt x="0" y="16389"/>
                  </a:lnTo>
                  <a:lnTo>
                    <a:pt x="397" y="23091"/>
                  </a:lnTo>
                  <a:lnTo>
                    <a:pt x="817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7257210" y="12223761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0" y="0"/>
                  </a:moveTo>
                  <a:lnTo>
                    <a:pt x="251" y="3946"/>
                  </a:lnTo>
                  <a:lnTo>
                    <a:pt x="877" y="10714"/>
                  </a:lnTo>
                  <a:lnTo>
                    <a:pt x="2610" y="16634"/>
                  </a:lnTo>
                  <a:lnTo>
                    <a:pt x="5542" y="22755"/>
                  </a:lnTo>
                  <a:lnTo>
                    <a:pt x="747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7180373" y="12259616"/>
              <a:ext cx="48895" cy="24765"/>
            </a:xfrm>
            <a:custGeom>
              <a:avLst/>
              <a:gdLst/>
              <a:ahLst/>
              <a:cxnLst/>
              <a:rect l="l" t="t" r="r" b="b"/>
              <a:pathLst>
                <a:path w="48894" h="24765">
                  <a:moveTo>
                    <a:pt x="0" y="4450"/>
                  </a:moveTo>
                  <a:lnTo>
                    <a:pt x="47109" y="0"/>
                  </a:lnTo>
                  <a:lnTo>
                    <a:pt x="48537" y="15114"/>
                  </a:lnTo>
                  <a:lnTo>
                    <a:pt x="46773" y="20404"/>
                  </a:lnTo>
                  <a:lnTo>
                    <a:pt x="44674" y="22251"/>
                  </a:lnTo>
                  <a:lnTo>
                    <a:pt x="40391" y="24351"/>
                  </a:lnTo>
                  <a:lnTo>
                    <a:pt x="35857" y="24771"/>
                  </a:lnTo>
                  <a:lnTo>
                    <a:pt x="31238" y="23511"/>
                  </a:lnTo>
                  <a:lnTo>
                    <a:pt x="28803" y="22083"/>
                  </a:lnTo>
                  <a:lnTo>
                    <a:pt x="26116" y="17213"/>
                  </a:lnTo>
                  <a:lnTo>
                    <a:pt x="24688" y="209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7182641" y="12273471"/>
              <a:ext cx="24130" cy="14604"/>
            </a:xfrm>
            <a:custGeom>
              <a:avLst/>
              <a:gdLst/>
              <a:ahLst/>
              <a:cxnLst/>
              <a:rect l="l" t="t" r="r" b="b"/>
              <a:pathLst>
                <a:path w="24130" h="14604">
                  <a:moveTo>
                    <a:pt x="23512" y="0"/>
                  </a:moveTo>
                  <a:lnTo>
                    <a:pt x="0" y="141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7173823" y="12224013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0" y="8816"/>
                  </a:moveTo>
                  <a:lnTo>
                    <a:pt x="46438" y="0"/>
                  </a:lnTo>
                  <a:lnTo>
                    <a:pt x="50552" y="21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17198177" y="12228212"/>
              <a:ext cx="2540" cy="13335"/>
            </a:xfrm>
            <a:custGeom>
              <a:avLst/>
              <a:gdLst/>
              <a:ahLst/>
              <a:cxnLst/>
              <a:rect l="l" t="t" r="r" b="b"/>
              <a:pathLst>
                <a:path w="2540" h="13334">
                  <a:moveTo>
                    <a:pt x="0" y="0"/>
                  </a:moveTo>
                  <a:lnTo>
                    <a:pt x="2519" y="132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17173823" y="12232830"/>
              <a:ext cx="4445" cy="21590"/>
            </a:xfrm>
            <a:custGeom>
              <a:avLst/>
              <a:gdLst/>
              <a:ahLst/>
              <a:cxnLst/>
              <a:rect l="l" t="t" r="r" b="b"/>
              <a:pathLst>
                <a:path w="4444" h="21590">
                  <a:moveTo>
                    <a:pt x="0" y="0"/>
                  </a:moveTo>
                  <a:lnTo>
                    <a:pt x="4114" y="21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17239156" y="12419494"/>
              <a:ext cx="7620" cy="26670"/>
            </a:xfrm>
            <a:custGeom>
              <a:avLst/>
              <a:gdLst/>
              <a:ahLst/>
              <a:cxnLst/>
              <a:rect l="l" t="t" r="r" b="b"/>
              <a:pathLst>
                <a:path w="7619" h="26670">
                  <a:moveTo>
                    <a:pt x="7557" y="0"/>
                  </a:moveTo>
                  <a:lnTo>
                    <a:pt x="5626" y="3442"/>
                  </a:lnTo>
                  <a:lnTo>
                    <a:pt x="2755" y="8973"/>
                  </a:lnTo>
                  <a:lnTo>
                    <a:pt x="719" y="16046"/>
                  </a:lnTo>
                  <a:lnTo>
                    <a:pt x="167" y="22251"/>
                  </a:ln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17249256" y="12392371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5602" y="0"/>
                  </a:moveTo>
                  <a:lnTo>
                    <a:pt x="4006" y="3610"/>
                  </a:lnTo>
                  <a:lnTo>
                    <a:pt x="1603" y="9050"/>
                  </a:lnTo>
                  <a:lnTo>
                    <a:pt x="0" y="16802"/>
                  </a:lnTo>
                  <a:lnTo>
                    <a:pt x="60" y="22755"/>
                  </a:lnTo>
                  <a:lnTo>
                    <a:pt x="144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17266112" y="12405975"/>
              <a:ext cx="8255" cy="29209"/>
            </a:xfrm>
            <a:custGeom>
              <a:avLst/>
              <a:gdLst/>
              <a:ahLst/>
              <a:cxnLst/>
              <a:rect l="l" t="t" r="r" b="b"/>
              <a:pathLst>
                <a:path w="8255" h="29209">
                  <a:moveTo>
                    <a:pt x="0" y="29137"/>
                  </a:moveTo>
                  <a:lnTo>
                    <a:pt x="1427" y="26954"/>
                  </a:lnTo>
                  <a:lnTo>
                    <a:pt x="6104" y="19269"/>
                  </a:lnTo>
                  <a:lnTo>
                    <a:pt x="8212" y="11503"/>
                  </a:lnTo>
                  <a:lnTo>
                    <a:pt x="8229" y="2519"/>
                  </a:lnTo>
                  <a:lnTo>
                    <a:pt x="81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17275516" y="12376669"/>
              <a:ext cx="6350" cy="29845"/>
            </a:xfrm>
            <a:custGeom>
              <a:avLst/>
              <a:gdLst/>
              <a:ahLst/>
              <a:cxnLst/>
              <a:rect l="l" t="t" r="r" b="b"/>
              <a:pathLst>
                <a:path w="6350" h="29845">
                  <a:moveTo>
                    <a:pt x="0" y="29725"/>
                  </a:moveTo>
                  <a:lnTo>
                    <a:pt x="1259" y="27458"/>
                  </a:lnTo>
                  <a:lnTo>
                    <a:pt x="3790" y="21523"/>
                  </a:lnTo>
                  <a:lnTo>
                    <a:pt x="5456" y="15331"/>
                  </a:lnTo>
                  <a:lnTo>
                    <a:pt x="6242" y="8967"/>
                  </a:lnTo>
                  <a:lnTo>
                    <a:pt x="6130" y="2519"/>
                  </a:lnTo>
                  <a:lnTo>
                    <a:pt x="57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17260821" y="12346860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0" y="17801"/>
                  </a:moveTo>
                  <a:lnTo>
                    <a:pt x="2510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17282570" y="12346860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061"/>
                  </a:moveTo>
                  <a:lnTo>
                    <a:pt x="1007" y="27709"/>
                  </a:lnTo>
                  <a:lnTo>
                    <a:pt x="3085" y="21611"/>
                  </a:lnTo>
                  <a:lnTo>
                    <a:pt x="4247" y="15323"/>
                  </a:lnTo>
                  <a:lnTo>
                    <a:pt x="4503" y="8931"/>
                  </a:lnTo>
                  <a:lnTo>
                    <a:pt x="3862" y="2519"/>
                  </a:lnTo>
                  <a:lnTo>
                    <a:pt x="335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/>
            <p:cNvSpPr/>
            <p:nvPr/>
          </p:nvSpPr>
          <p:spPr>
            <a:xfrm>
              <a:off x="17264601" y="12316799"/>
              <a:ext cx="24130" cy="20320"/>
            </a:xfrm>
            <a:custGeom>
              <a:avLst/>
              <a:gdLst/>
              <a:ahLst/>
              <a:cxnLst/>
              <a:rect l="l" t="t" r="r" b="b"/>
              <a:pathLst>
                <a:path w="24130" h="20320">
                  <a:moveTo>
                    <a:pt x="0" y="19732"/>
                  </a:moveTo>
                  <a:lnTo>
                    <a:pt x="2359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/>
            <p:cNvSpPr/>
            <p:nvPr/>
          </p:nvSpPr>
          <p:spPr>
            <a:xfrm>
              <a:off x="17287274" y="12316883"/>
              <a:ext cx="3175" cy="30480"/>
            </a:xfrm>
            <a:custGeom>
              <a:avLst/>
              <a:gdLst/>
              <a:ahLst/>
              <a:cxnLst/>
              <a:rect l="l" t="t" r="r" b="b"/>
              <a:pathLst>
                <a:path w="3175" h="30479">
                  <a:moveTo>
                    <a:pt x="0" y="30229"/>
                  </a:moveTo>
                  <a:lnTo>
                    <a:pt x="839" y="27793"/>
                  </a:lnTo>
                  <a:lnTo>
                    <a:pt x="2425" y="21568"/>
                  </a:lnTo>
                  <a:lnTo>
                    <a:pt x="3090" y="15176"/>
                  </a:lnTo>
                  <a:lnTo>
                    <a:pt x="2840" y="8753"/>
                  </a:lnTo>
                  <a:lnTo>
                    <a:pt x="1679" y="2435"/>
                  </a:lnTo>
                  <a:lnTo>
                    <a:pt x="10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0" name="object 440"/>
            <p:cNvSpPr/>
            <p:nvPr/>
          </p:nvSpPr>
          <p:spPr>
            <a:xfrm>
              <a:off x="17261869" y="12336532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2730" y="0"/>
                  </a:moveTo>
                  <a:lnTo>
                    <a:pt x="1722" y="3778"/>
                  </a:lnTo>
                  <a:lnTo>
                    <a:pt x="159" y="10167"/>
                  </a:lnTo>
                  <a:lnTo>
                    <a:pt x="0" y="16842"/>
                  </a:lnTo>
                  <a:lnTo>
                    <a:pt x="883" y="23343"/>
                  </a:lnTo>
                  <a:lnTo>
                    <a:pt x="1638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/>
            <p:cNvSpPr/>
            <p:nvPr/>
          </p:nvSpPr>
          <p:spPr>
            <a:xfrm>
              <a:off x="17266196" y="12286738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0" y="21496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17288112" y="12286738"/>
              <a:ext cx="3810" cy="30480"/>
            </a:xfrm>
            <a:custGeom>
              <a:avLst/>
              <a:gdLst/>
              <a:ahLst/>
              <a:cxnLst/>
              <a:rect l="l" t="t" r="r" b="b"/>
              <a:pathLst>
                <a:path w="3809" h="30479">
                  <a:moveTo>
                    <a:pt x="1427" y="30145"/>
                  </a:moveTo>
                  <a:lnTo>
                    <a:pt x="2099" y="27709"/>
                  </a:lnTo>
                  <a:lnTo>
                    <a:pt x="3158" y="21348"/>
                  </a:lnTo>
                  <a:lnTo>
                    <a:pt x="3298" y="14949"/>
                  </a:lnTo>
                  <a:lnTo>
                    <a:pt x="2544" y="8590"/>
                  </a:lnTo>
                  <a:lnTo>
                    <a:pt x="923" y="23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17264368" y="12308235"/>
              <a:ext cx="3175" cy="27305"/>
            </a:xfrm>
            <a:custGeom>
              <a:avLst/>
              <a:gdLst/>
              <a:ahLst/>
              <a:cxnLst/>
              <a:rect l="l" t="t" r="r" b="b"/>
              <a:pathLst>
                <a:path w="3175" h="27304">
                  <a:moveTo>
                    <a:pt x="1827" y="0"/>
                  </a:moveTo>
                  <a:lnTo>
                    <a:pt x="1072" y="3862"/>
                  </a:lnTo>
                  <a:lnTo>
                    <a:pt x="0" y="10081"/>
                  </a:lnTo>
                  <a:lnTo>
                    <a:pt x="330" y="17296"/>
                  </a:lnTo>
                  <a:lnTo>
                    <a:pt x="1827" y="23427"/>
                  </a:lnTo>
                  <a:lnTo>
                    <a:pt x="2835" y="27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17265439" y="1225667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0" y="23175"/>
                  </a:moveTo>
                  <a:lnTo>
                    <a:pt x="20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/>
            <p:cNvSpPr/>
            <p:nvPr/>
          </p:nvSpPr>
          <p:spPr>
            <a:xfrm>
              <a:off x="17285593" y="1225667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3862" y="29977"/>
                  </a:moveTo>
                  <a:lnTo>
                    <a:pt x="4282" y="27458"/>
                  </a:lnTo>
                  <a:lnTo>
                    <a:pt x="4854" y="21050"/>
                  </a:lnTo>
                  <a:lnTo>
                    <a:pt x="4526" y="14624"/>
                  </a:lnTo>
                  <a:lnTo>
                    <a:pt x="3279" y="8317"/>
                  </a:lnTo>
                  <a:lnTo>
                    <a:pt x="1091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/>
            <p:cNvSpPr/>
            <p:nvPr/>
          </p:nvSpPr>
          <p:spPr>
            <a:xfrm>
              <a:off x="17264429" y="12279853"/>
              <a:ext cx="4445" cy="27305"/>
            </a:xfrm>
            <a:custGeom>
              <a:avLst/>
              <a:gdLst/>
              <a:ahLst/>
              <a:cxnLst/>
              <a:rect l="l" t="t" r="r" b="b"/>
              <a:pathLst>
                <a:path w="4444" h="27304">
                  <a:moveTo>
                    <a:pt x="1011" y="0"/>
                  </a:moveTo>
                  <a:lnTo>
                    <a:pt x="592" y="3946"/>
                  </a:lnTo>
                  <a:lnTo>
                    <a:pt x="0" y="10452"/>
                  </a:lnTo>
                  <a:lnTo>
                    <a:pt x="1002" y="17108"/>
                  </a:lnTo>
                  <a:lnTo>
                    <a:pt x="2859" y="23343"/>
                  </a:lnTo>
                  <a:lnTo>
                    <a:pt x="4202" y="270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/>
            <p:cNvSpPr/>
            <p:nvPr/>
          </p:nvSpPr>
          <p:spPr>
            <a:xfrm>
              <a:off x="17262416" y="12226952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0" y="24687"/>
                  </a:moveTo>
                  <a:lnTo>
                    <a:pt x="1830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7280807" y="12226952"/>
              <a:ext cx="6985" cy="29845"/>
            </a:xfrm>
            <a:custGeom>
              <a:avLst/>
              <a:gdLst/>
              <a:ahLst/>
              <a:cxnLst/>
              <a:rect l="l" t="t" r="r" b="b"/>
              <a:pathLst>
                <a:path w="6984" h="29845">
                  <a:moveTo>
                    <a:pt x="6130" y="29641"/>
                  </a:moveTo>
                  <a:lnTo>
                    <a:pt x="6382" y="27038"/>
                  </a:lnTo>
                  <a:lnTo>
                    <a:pt x="6485" y="20630"/>
                  </a:lnTo>
                  <a:lnTo>
                    <a:pt x="5618" y="14287"/>
                  </a:lnTo>
                  <a:lnTo>
                    <a:pt x="3853" y="8127"/>
                  </a:lnTo>
                  <a:lnTo>
                    <a:pt x="1259" y="226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7262333" y="12251639"/>
              <a:ext cx="5715" cy="27305"/>
            </a:xfrm>
            <a:custGeom>
              <a:avLst/>
              <a:gdLst/>
              <a:ahLst/>
              <a:cxnLst/>
              <a:rect l="l" t="t" r="r" b="b"/>
              <a:pathLst>
                <a:path w="5715" h="27304">
                  <a:moveTo>
                    <a:pt x="83" y="0"/>
                  </a:moveTo>
                  <a:lnTo>
                    <a:pt x="0" y="3946"/>
                  </a:lnTo>
                  <a:lnTo>
                    <a:pt x="26" y="10498"/>
                  </a:lnTo>
                  <a:lnTo>
                    <a:pt x="1389" y="17029"/>
                  </a:lnTo>
                  <a:lnTo>
                    <a:pt x="3862" y="23091"/>
                  </a:lnTo>
                  <a:lnTo>
                    <a:pt x="5458" y="26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7061884" y="12037349"/>
              <a:ext cx="27940" cy="50800"/>
            </a:xfrm>
            <a:custGeom>
              <a:avLst/>
              <a:gdLst/>
              <a:ahLst/>
              <a:cxnLst/>
              <a:rect l="l" t="t" r="r" b="b"/>
              <a:pathLst>
                <a:path w="27940" h="50800">
                  <a:moveTo>
                    <a:pt x="27711" y="0"/>
                  </a:moveTo>
                  <a:lnTo>
                    <a:pt x="0" y="38290"/>
                  </a:lnTo>
                  <a:lnTo>
                    <a:pt x="16459" y="50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7071457" y="11985371"/>
              <a:ext cx="25400" cy="11430"/>
            </a:xfrm>
            <a:custGeom>
              <a:avLst/>
              <a:gdLst/>
              <a:ahLst/>
              <a:cxnLst/>
              <a:rect l="l" t="t" r="r" b="b"/>
              <a:pathLst>
                <a:path w="25400" h="11429">
                  <a:moveTo>
                    <a:pt x="0" y="0"/>
                  </a:moveTo>
                  <a:lnTo>
                    <a:pt x="3191" y="2351"/>
                  </a:lnTo>
                  <a:lnTo>
                    <a:pt x="9185" y="6488"/>
                  </a:lnTo>
                  <a:lnTo>
                    <a:pt x="14034" y="8555"/>
                  </a:lnTo>
                  <a:lnTo>
                    <a:pt x="21077" y="10328"/>
                  </a:lnTo>
                  <a:lnTo>
                    <a:pt x="24940" y="110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7061884" y="11956150"/>
              <a:ext cx="27940" cy="12700"/>
            </a:xfrm>
            <a:custGeom>
              <a:avLst/>
              <a:gdLst/>
              <a:ahLst/>
              <a:cxnLst/>
              <a:rect l="l" t="t" r="r" b="b"/>
              <a:pathLst>
                <a:path w="27940" h="12700">
                  <a:moveTo>
                    <a:pt x="27795" y="12091"/>
                  </a:moveTo>
                  <a:lnTo>
                    <a:pt x="25864" y="10412"/>
                  </a:lnTo>
                  <a:lnTo>
                    <a:pt x="19325" y="4849"/>
                  </a:lnTo>
                  <a:lnTo>
                    <a:pt x="11088" y="1385"/>
                  </a:lnTo>
                  <a:lnTo>
                    <a:pt x="2603" y="25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6823146" y="11949097"/>
              <a:ext cx="26034" cy="8255"/>
            </a:xfrm>
            <a:custGeom>
              <a:avLst/>
              <a:gdLst/>
              <a:ahLst/>
              <a:cxnLst/>
              <a:rect l="l" t="t" r="r" b="b"/>
              <a:pathLst>
                <a:path w="26034" h="8254">
                  <a:moveTo>
                    <a:pt x="0" y="7893"/>
                  </a:moveTo>
                  <a:lnTo>
                    <a:pt x="3946" y="7641"/>
                  </a:lnTo>
                  <a:lnTo>
                    <a:pt x="10864" y="6843"/>
                  </a:lnTo>
                  <a:lnTo>
                    <a:pt x="16463" y="5045"/>
                  </a:lnTo>
                  <a:lnTo>
                    <a:pt x="22673" y="1931"/>
                  </a:lnTo>
                  <a:lnTo>
                    <a:pt x="2603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7033838" y="11945150"/>
              <a:ext cx="12065" cy="28575"/>
            </a:xfrm>
            <a:custGeom>
              <a:avLst/>
              <a:gdLst/>
              <a:ahLst/>
              <a:cxnLst/>
              <a:rect l="l" t="t" r="r" b="b"/>
              <a:pathLst>
                <a:path w="12065" h="28575">
                  <a:moveTo>
                    <a:pt x="11840" y="28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7005034" y="1193641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14023" y="2729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/>
            <p:cNvSpPr/>
            <p:nvPr/>
          </p:nvSpPr>
          <p:spPr>
            <a:xfrm>
              <a:off x="16991766" y="11956066"/>
              <a:ext cx="27305" cy="5715"/>
            </a:xfrm>
            <a:custGeom>
              <a:avLst/>
              <a:gdLst/>
              <a:ahLst/>
              <a:cxnLst/>
              <a:rect l="l" t="t" r="r" b="b"/>
              <a:pathLst>
                <a:path w="27305" h="5715">
                  <a:moveTo>
                    <a:pt x="0" y="0"/>
                  </a:moveTo>
                  <a:lnTo>
                    <a:pt x="3610" y="1511"/>
                  </a:lnTo>
                  <a:lnTo>
                    <a:pt x="9407" y="3963"/>
                  </a:lnTo>
                  <a:lnTo>
                    <a:pt x="16561" y="5136"/>
                  </a:lnTo>
                  <a:lnTo>
                    <a:pt x="22841" y="5038"/>
                  </a:lnTo>
                  <a:lnTo>
                    <a:pt x="26787" y="48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/>
            <p:cNvSpPr/>
            <p:nvPr/>
          </p:nvSpPr>
          <p:spPr>
            <a:xfrm>
              <a:off x="16768394" y="11951363"/>
              <a:ext cx="27940" cy="13970"/>
            </a:xfrm>
            <a:custGeom>
              <a:avLst/>
              <a:gdLst/>
              <a:ahLst/>
              <a:cxnLst/>
              <a:rect l="l" t="t" r="r" b="b"/>
              <a:pathLst>
                <a:path w="27940" h="13970">
                  <a:moveTo>
                    <a:pt x="27543" y="136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/>
            <p:cNvSpPr/>
            <p:nvPr/>
          </p:nvSpPr>
          <p:spPr>
            <a:xfrm>
              <a:off x="16740850" y="11950188"/>
              <a:ext cx="27305" cy="13970"/>
            </a:xfrm>
            <a:custGeom>
              <a:avLst/>
              <a:gdLst/>
              <a:ahLst/>
              <a:cxnLst/>
              <a:rect l="l" t="t" r="r" b="b"/>
              <a:pathLst>
                <a:path w="27305" h="13970">
                  <a:moveTo>
                    <a:pt x="27039" y="0"/>
                  </a:moveTo>
                  <a:lnTo>
                    <a:pt x="24520" y="419"/>
                  </a:lnTo>
                  <a:lnTo>
                    <a:pt x="15991" y="1922"/>
                  </a:lnTo>
                  <a:lnTo>
                    <a:pt x="8172" y="5831"/>
                  </a:lnTo>
                  <a:lnTo>
                    <a:pt x="1847" y="11755"/>
                  </a:lnTo>
                  <a:lnTo>
                    <a:pt x="0" y="135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6796777" y="11941287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69" h="15875">
                  <a:moveTo>
                    <a:pt x="26368" y="15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/>
            <p:cNvSpPr/>
            <p:nvPr/>
          </p:nvSpPr>
          <p:spPr>
            <a:xfrm>
              <a:off x="16795936" y="11954974"/>
              <a:ext cx="25400" cy="10160"/>
            </a:xfrm>
            <a:custGeom>
              <a:avLst/>
              <a:gdLst/>
              <a:ahLst/>
              <a:cxnLst/>
              <a:rect l="l" t="t" r="r" b="b"/>
              <a:pathLst>
                <a:path w="25400" h="10159">
                  <a:moveTo>
                    <a:pt x="0" y="9992"/>
                  </a:moveTo>
                  <a:lnTo>
                    <a:pt x="3862" y="9404"/>
                  </a:lnTo>
                  <a:lnTo>
                    <a:pt x="10620" y="8234"/>
                  </a:lnTo>
                  <a:lnTo>
                    <a:pt x="16237" y="5764"/>
                  </a:lnTo>
                  <a:lnTo>
                    <a:pt x="22085" y="2267"/>
                  </a:lnTo>
                  <a:lnTo>
                    <a:pt x="253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/>
            <p:cNvSpPr/>
            <p:nvPr/>
          </p:nvSpPr>
          <p:spPr>
            <a:xfrm>
              <a:off x="16886126" y="11982936"/>
              <a:ext cx="22225" cy="47625"/>
            </a:xfrm>
            <a:custGeom>
              <a:avLst/>
              <a:gdLst/>
              <a:ahLst/>
              <a:cxnLst/>
              <a:rect l="l" t="t" r="r" b="b"/>
              <a:pathLst>
                <a:path w="22225" h="47625">
                  <a:moveTo>
                    <a:pt x="671" y="47526"/>
                  </a:moveTo>
                  <a:lnTo>
                    <a:pt x="0" y="251"/>
                  </a:lnTo>
                  <a:lnTo>
                    <a:pt x="2200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/>
            <p:cNvSpPr/>
            <p:nvPr/>
          </p:nvSpPr>
          <p:spPr>
            <a:xfrm>
              <a:off x="16886463" y="12005524"/>
              <a:ext cx="13970" cy="635"/>
            </a:xfrm>
            <a:custGeom>
              <a:avLst/>
              <a:gdLst/>
              <a:ahLst/>
              <a:cxnLst/>
              <a:rect l="l" t="t" r="r" b="b"/>
              <a:pathLst>
                <a:path w="13969" h="634">
                  <a:moveTo>
                    <a:pt x="0" y="167"/>
                  </a:move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/>
            <p:cNvSpPr/>
            <p:nvPr/>
          </p:nvSpPr>
          <p:spPr>
            <a:xfrm>
              <a:off x="16886797" y="12030211"/>
              <a:ext cx="22225" cy="635"/>
            </a:xfrm>
            <a:custGeom>
              <a:avLst/>
              <a:gdLst/>
              <a:ahLst/>
              <a:cxnLst/>
              <a:rect l="l" t="t" r="r" b="b"/>
              <a:pathLst>
                <a:path w="22225" h="634">
                  <a:moveTo>
                    <a:pt x="0" y="251"/>
                  </a:moveTo>
                  <a:lnTo>
                    <a:pt x="219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/>
            <p:cNvSpPr/>
            <p:nvPr/>
          </p:nvSpPr>
          <p:spPr>
            <a:xfrm>
              <a:off x="16849933" y="12096883"/>
              <a:ext cx="17780" cy="32384"/>
            </a:xfrm>
            <a:custGeom>
              <a:avLst/>
              <a:gdLst/>
              <a:ahLst/>
              <a:cxnLst/>
              <a:rect l="l" t="t" r="r" b="b"/>
              <a:pathLst>
                <a:path w="17780" h="32384">
                  <a:moveTo>
                    <a:pt x="0" y="1427"/>
                  </a:moveTo>
                  <a:lnTo>
                    <a:pt x="2099" y="23847"/>
                  </a:lnTo>
                  <a:lnTo>
                    <a:pt x="3610" y="28297"/>
                  </a:lnTo>
                  <a:lnTo>
                    <a:pt x="6130" y="31068"/>
                  </a:lnTo>
                  <a:lnTo>
                    <a:pt x="9657" y="32244"/>
                  </a:lnTo>
                  <a:lnTo>
                    <a:pt x="11840" y="31992"/>
                  </a:lnTo>
                  <a:lnTo>
                    <a:pt x="15115" y="30229"/>
                  </a:lnTo>
                  <a:lnTo>
                    <a:pt x="17046" y="27038"/>
                  </a:lnTo>
                  <a:lnTo>
                    <a:pt x="17718" y="22419"/>
                  </a:lnTo>
                  <a:lnTo>
                    <a:pt x="1570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/>
            <p:cNvSpPr/>
            <p:nvPr/>
          </p:nvSpPr>
          <p:spPr>
            <a:xfrm>
              <a:off x="16826252" y="11990494"/>
              <a:ext cx="29209" cy="47625"/>
            </a:xfrm>
            <a:custGeom>
              <a:avLst/>
              <a:gdLst/>
              <a:ahLst/>
              <a:cxnLst/>
              <a:rect l="l" t="t" r="r" b="b"/>
              <a:pathLst>
                <a:path w="29209" h="47625">
                  <a:moveTo>
                    <a:pt x="5878" y="1427"/>
                  </a:moveTo>
                  <a:lnTo>
                    <a:pt x="3107" y="4366"/>
                  </a:lnTo>
                  <a:lnTo>
                    <a:pt x="839" y="9572"/>
                  </a:lnTo>
                  <a:lnTo>
                    <a:pt x="167" y="14274"/>
                  </a:lnTo>
                  <a:lnTo>
                    <a:pt x="0" y="21244"/>
                  </a:lnTo>
                  <a:lnTo>
                    <a:pt x="2519" y="32244"/>
                  </a:lnTo>
                  <a:lnTo>
                    <a:pt x="5710" y="38458"/>
                  </a:lnTo>
                  <a:lnTo>
                    <a:pt x="8313" y="42488"/>
                  </a:lnTo>
                  <a:lnTo>
                    <a:pt x="12596" y="46099"/>
                  </a:lnTo>
                  <a:lnTo>
                    <a:pt x="16375" y="47610"/>
                  </a:lnTo>
                  <a:lnTo>
                    <a:pt x="23009" y="46099"/>
                  </a:lnTo>
                  <a:lnTo>
                    <a:pt x="25780" y="43160"/>
                  </a:lnTo>
                  <a:lnTo>
                    <a:pt x="28047" y="37954"/>
                  </a:lnTo>
                  <a:lnTo>
                    <a:pt x="28719" y="33251"/>
                  </a:lnTo>
                  <a:lnTo>
                    <a:pt x="28887" y="26282"/>
                  </a:lnTo>
                  <a:lnTo>
                    <a:pt x="26368" y="15282"/>
                  </a:lnTo>
                  <a:lnTo>
                    <a:pt x="23261" y="9068"/>
                  </a:lnTo>
                  <a:lnTo>
                    <a:pt x="20573" y="5038"/>
                  </a:lnTo>
                  <a:lnTo>
                    <a:pt x="16291" y="1427"/>
                  </a:lnTo>
                  <a:lnTo>
                    <a:pt x="12512" y="0"/>
                  </a:lnTo>
                  <a:lnTo>
                    <a:pt x="5878" y="14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6858835" y="11984196"/>
              <a:ext cx="22225" cy="49530"/>
            </a:xfrm>
            <a:custGeom>
              <a:avLst/>
              <a:gdLst/>
              <a:ahLst/>
              <a:cxnLst/>
              <a:rect l="l" t="t" r="r" b="b"/>
              <a:pathLst>
                <a:path w="22225" h="49529">
                  <a:moveTo>
                    <a:pt x="4702" y="49206"/>
                  </a:moveTo>
                  <a:lnTo>
                    <a:pt x="0" y="2183"/>
                  </a:lnTo>
                  <a:lnTo>
                    <a:pt x="2183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/>
            <p:cNvSpPr/>
            <p:nvPr/>
          </p:nvSpPr>
          <p:spPr>
            <a:xfrm>
              <a:off x="16861101" y="12007455"/>
              <a:ext cx="13970" cy="1905"/>
            </a:xfrm>
            <a:custGeom>
              <a:avLst/>
              <a:gdLst/>
              <a:ahLst/>
              <a:cxnLst/>
              <a:rect l="l" t="t" r="r" b="b"/>
              <a:pathLst>
                <a:path w="13969" h="1904">
                  <a:moveTo>
                    <a:pt x="0" y="1343"/>
                  </a:moveTo>
                  <a:lnTo>
                    <a:pt x="1343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/>
            <p:cNvSpPr/>
            <p:nvPr/>
          </p:nvSpPr>
          <p:spPr>
            <a:xfrm>
              <a:off x="16824153" y="12105112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/>
            <p:cNvSpPr/>
            <p:nvPr/>
          </p:nvSpPr>
          <p:spPr>
            <a:xfrm>
              <a:off x="16838932" y="12099654"/>
              <a:ext cx="11430" cy="29845"/>
            </a:xfrm>
            <a:custGeom>
              <a:avLst/>
              <a:gdLst/>
              <a:ahLst/>
              <a:cxnLst/>
              <a:rect l="l" t="t" r="r" b="b"/>
              <a:pathLst>
                <a:path w="11430" h="29845">
                  <a:moveTo>
                    <a:pt x="0" y="0"/>
                  </a:moveTo>
                  <a:lnTo>
                    <a:pt x="10832" y="2964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/>
            <p:cNvSpPr/>
            <p:nvPr/>
          </p:nvSpPr>
          <p:spPr>
            <a:xfrm>
              <a:off x="16829275" y="12113760"/>
              <a:ext cx="15240" cy="5715"/>
            </a:xfrm>
            <a:custGeom>
              <a:avLst/>
              <a:gdLst/>
              <a:ahLst/>
              <a:cxnLst/>
              <a:rect l="l" t="t" r="r" b="b"/>
              <a:pathLst>
                <a:path w="15240" h="5715">
                  <a:moveTo>
                    <a:pt x="0" y="5458"/>
                  </a:moveTo>
                  <a:lnTo>
                    <a:pt x="148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/>
            <p:cNvSpPr/>
            <p:nvPr/>
          </p:nvSpPr>
          <p:spPr>
            <a:xfrm>
              <a:off x="16760583" y="12012746"/>
              <a:ext cx="28575" cy="49530"/>
            </a:xfrm>
            <a:custGeom>
              <a:avLst/>
              <a:gdLst/>
              <a:ahLst/>
              <a:cxnLst/>
              <a:rect l="l" t="t" r="r" b="b"/>
              <a:pathLst>
                <a:path w="28575" h="49529">
                  <a:moveTo>
                    <a:pt x="19398" y="49374"/>
                  </a:moveTo>
                  <a:lnTo>
                    <a:pt x="0" y="6213"/>
                  </a:lnTo>
                  <a:lnTo>
                    <a:pt x="13855" y="0"/>
                  </a:lnTo>
                  <a:lnTo>
                    <a:pt x="19482" y="0"/>
                  </a:lnTo>
                  <a:lnTo>
                    <a:pt x="21917" y="1343"/>
                  </a:lnTo>
                  <a:lnTo>
                    <a:pt x="25276" y="4786"/>
                  </a:lnTo>
                  <a:lnTo>
                    <a:pt x="28047" y="10916"/>
                  </a:lnTo>
                  <a:lnTo>
                    <a:pt x="28383" y="15702"/>
                  </a:lnTo>
                  <a:lnTo>
                    <a:pt x="27711" y="18473"/>
                  </a:lnTo>
                  <a:lnTo>
                    <a:pt x="24016" y="22587"/>
                  </a:lnTo>
                  <a:lnTo>
                    <a:pt x="10160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/>
            <p:cNvSpPr/>
            <p:nvPr/>
          </p:nvSpPr>
          <p:spPr>
            <a:xfrm>
              <a:off x="16743705" y="12161623"/>
              <a:ext cx="22860" cy="22225"/>
            </a:xfrm>
            <a:custGeom>
              <a:avLst/>
              <a:gdLst/>
              <a:ahLst/>
              <a:cxnLst/>
              <a:rect l="l" t="t" r="r" b="b"/>
              <a:pathLst>
                <a:path w="22859" h="22225">
                  <a:moveTo>
                    <a:pt x="0" y="0"/>
                  </a:moveTo>
                  <a:lnTo>
                    <a:pt x="22757" y="2183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/>
            <p:cNvSpPr/>
            <p:nvPr/>
          </p:nvSpPr>
          <p:spPr>
            <a:xfrm>
              <a:off x="16729178" y="12179425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5024" y="19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/>
            <p:cNvSpPr/>
            <p:nvPr/>
          </p:nvSpPr>
          <p:spPr>
            <a:xfrm>
              <a:off x="16738834" y="12166914"/>
              <a:ext cx="25400" cy="19685"/>
            </a:xfrm>
            <a:custGeom>
              <a:avLst/>
              <a:gdLst/>
              <a:ahLst/>
              <a:cxnLst/>
              <a:rect l="l" t="t" r="r" b="b"/>
              <a:pathLst>
                <a:path w="25400" h="19684">
                  <a:moveTo>
                    <a:pt x="0" y="0"/>
                  </a:moveTo>
                  <a:lnTo>
                    <a:pt x="24940" y="193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/>
            <p:cNvSpPr/>
            <p:nvPr/>
          </p:nvSpPr>
          <p:spPr>
            <a:xfrm>
              <a:off x="16741101" y="12176150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59" h="12700">
                  <a:moveTo>
                    <a:pt x="0" y="12427"/>
                  </a:moveTo>
                  <a:lnTo>
                    <a:pt x="965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/>
            <p:cNvSpPr/>
            <p:nvPr/>
          </p:nvSpPr>
          <p:spPr>
            <a:xfrm>
              <a:off x="16770577" y="12137272"/>
              <a:ext cx="26034" cy="31115"/>
            </a:xfrm>
            <a:custGeom>
              <a:avLst/>
              <a:gdLst/>
              <a:ahLst/>
              <a:cxnLst/>
              <a:rect l="l" t="t" r="r" b="b"/>
              <a:pathLst>
                <a:path w="26034" h="31115">
                  <a:moveTo>
                    <a:pt x="11168" y="30816"/>
                  </a:moveTo>
                  <a:lnTo>
                    <a:pt x="0" y="0"/>
                  </a:lnTo>
                  <a:lnTo>
                    <a:pt x="25780" y="203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/>
            <p:cNvSpPr/>
            <p:nvPr/>
          </p:nvSpPr>
          <p:spPr>
            <a:xfrm>
              <a:off x="16778302" y="12151043"/>
              <a:ext cx="9525" cy="6985"/>
            </a:xfrm>
            <a:custGeom>
              <a:avLst/>
              <a:gdLst/>
              <a:ahLst/>
              <a:cxnLst/>
              <a:rect l="l" t="t" r="r" b="b"/>
              <a:pathLst>
                <a:path w="9525" h="6984">
                  <a:moveTo>
                    <a:pt x="0" y="6549"/>
                  </a:moveTo>
                  <a:lnTo>
                    <a:pt x="91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/>
            <p:cNvSpPr/>
            <p:nvPr/>
          </p:nvSpPr>
          <p:spPr>
            <a:xfrm>
              <a:off x="16748828" y="12144745"/>
              <a:ext cx="34925" cy="35560"/>
            </a:xfrm>
            <a:custGeom>
              <a:avLst/>
              <a:gdLst/>
              <a:ahLst/>
              <a:cxnLst/>
              <a:rect l="l" t="t" r="r" b="b"/>
              <a:pathLst>
                <a:path w="34925" h="35559">
                  <a:moveTo>
                    <a:pt x="20909" y="35519"/>
                  </a:moveTo>
                  <a:lnTo>
                    <a:pt x="0" y="12007"/>
                  </a:lnTo>
                  <a:lnTo>
                    <a:pt x="27627" y="29473"/>
                  </a:lnTo>
                  <a:lnTo>
                    <a:pt x="13435" y="0"/>
                  </a:lnTo>
                  <a:lnTo>
                    <a:pt x="34429" y="2351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/>
            <p:cNvSpPr/>
            <p:nvPr/>
          </p:nvSpPr>
          <p:spPr>
            <a:xfrm>
              <a:off x="16740850" y="11963119"/>
              <a:ext cx="53340" cy="12065"/>
            </a:xfrm>
            <a:custGeom>
              <a:avLst/>
              <a:gdLst/>
              <a:ahLst/>
              <a:cxnLst/>
              <a:rect l="l" t="t" r="r" b="b"/>
              <a:pathLst>
                <a:path w="53340" h="12065">
                  <a:moveTo>
                    <a:pt x="0" y="587"/>
                  </a:moveTo>
                  <a:lnTo>
                    <a:pt x="28551" y="11923"/>
                  </a:lnTo>
                  <a:lnTo>
                    <a:pt x="32414" y="11083"/>
                  </a:lnTo>
                  <a:lnTo>
                    <a:pt x="38480" y="9364"/>
                  </a:lnTo>
                  <a:lnTo>
                    <a:pt x="45002" y="6353"/>
                  </a:lnTo>
                  <a:lnTo>
                    <a:pt x="49964" y="2435"/>
                  </a:lnTo>
                  <a:lnTo>
                    <a:pt x="530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/>
            <p:cNvSpPr/>
            <p:nvPr/>
          </p:nvSpPr>
          <p:spPr>
            <a:xfrm>
              <a:off x="16743789" y="11973364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0" y="13854"/>
                  </a:moveTo>
                  <a:lnTo>
                    <a:pt x="3778" y="12679"/>
                  </a:lnTo>
                  <a:lnTo>
                    <a:pt x="9910" y="10375"/>
                  </a:lnTo>
                  <a:lnTo>
                    <a:pt x="15718" y="7116"/>
                  </a:lnTo>
                  <a:lnTo>
                    <a:pt x="20573" y="2687"/>
                  </a:lnTo>
                  <a:lnTo>
                    <a:pt x="234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/>
            <p:cNvSpPr/>
            <p:nvPr/>
          </p:nvSpPr>
          <p:spPr>
            <a:xfrm>
              <a:off x="16719184" y="11985707"/>
              <a:ext cx="22860" cy="15875"/>
            </a:xfrm>
            <a:custGeom>
              <a:avLst/>
              <a:gdLst/>
              <a:ahLst/>
              <a:cxnLst/>
              <a:rect l="l" t="t" r="r" b="b"/>
              <a:pathLst>
                <a:path w="22859" h="15875">
                  <a:moveTo>
                    <a:pt x="0" y="15702"/>
                  </a:moveTo>
                  <a:lnTo>
                    <a:pt x="3694" y="14190"/>
                  </a:lnTo>
                  <a:lnTo>
                    <a:pt x="9829" y="11424"/>
                  </a:lnTo>
                  <a:lnTo>
                    <a:pt x="14908" y="7686"/>
                  </a:lnTo>
                  <a:lnTo>
                    <a:pt x="19650" y="2938"/>
                  </a:lnTo>
                  <a:lnTo>
                    <a:pt x="222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/>
            <p:cNvSpPr/>
            <p:nvPr/>
          </p:nvSpPr>
          <p:spPr>
            <a:xfrm>
              <a:off x="16790394" y="12000486"/>
              <a:ext cx="27305" cy="50165"/>
            </a:xfrm>
            <a:custGeom>
              <a:avLst/>
              <a:gdLst/>
              <a:ahLst/>
              <a:cxnLst/>
              <a:rect l="l" t="t" r="r" b="b"/>
              <a:pathLst>
                <a:path w="27305" h="50165">
                  <a:moveTo>
                    <a:pt x="14863" y="49709"/>
                  </a:moveTo>
                  <a:lnTo>
                    <a:pt x="0" y="4786"/>
                  </a:lnTo>
                  <a:lnTo>
                    <a:pt x="14443" y="0"/>
                  </a:lnTo>
                  <a:lnTo>
                    <a:pt x="19902" y="587"/>
                  </a:lnTo>
                  <a:lnTo>
                    <a:pt x="22253" y="2183"/>
                  </a:lnTo>
                  <a:lnTo>
                    <a:pt x="25276" y="5877"/>
                  </a:lnTo>
                  <a:lnTo>
                    <a:pt x="26703" y="10160"/>
                  </a:lnTo>
                  <a:lnTo>
                    <a:pt x="26536" y="15030"/>
                  </a:lnTo>
                  <a:lnTo>
                    <a:pt x="25612" y="17633"/>
                  </a:lnTo>
                  <a:lnTo>
                    <a:pt x="21497" y="21412"/>
                  </a:lnTo>
                  <a:lnTo>
                    <a:pt x="7053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16808701" y="12022906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8978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16803830" y="12111494"/>
              <a:ext cx="24130" cy="31115"/>
            </a:xfrm>
            <a:custGeom>
              <a:avLst/>
              <a:gdLst/>
              <a:ahLst/>
              <a:cxnLst/>
              <a:rect l="l" t="t" r="r" b="b"/>
              <a:pathLst>
                <a:path w="24130" h="31115">
                  <a:moveTo>
                    <a:pt x="14275" y="1763"/>
                  </a:moveTo>
                  <a:lnTo>
                    <a:pt x="11000" y="0"/>
                  </a:lnTo>
                  <a:lnTo>
                    <a:pt x="7305" y="83"/>
                  </a:lnTo>
                  <a:lnTo>
                    <a:pt x="3191" y="1931"/>
                  </a:lnTo>
                  <a:lnTo>
                    <a:pt x="755" y="4702"/>
                  </a:lnTo>
                  <a:lnTo>
                    <a:pt x="0" y="8396"/>
                  </a:lnTo>
                  <a:lnTo>
                    <a:pt x="1259" y="11167"/>
                  </a:lnTo>
                  <a:lnTo>
                    <a:pt x="3610" y="13351"/>
                  </a:lnTo>
                  <a:lnTo>
                    <a:pt x="5206" y="14274"/>
                  </a:lnTo>
                  <a:lnTo>
                    <a:pt x="7893" y="14694"/>
                  </a:lnTo>
                  <a:lnTo>
                    <a:pt x="15283" y="14526"/>
                  </a:lnTo>
                  <a:lnTo>
                    <a:pt x="17970" y="14946"/>
                  </a:lnTo>
                  <a:lnTo>
                    <a:pt x="19650" y="15870"/>
                  </a:lnTo>
                  <a:lnTo>
                    <a:pt x="21917" y="18053"/>
                  </a:lnTo>
                  <a:lnTo>
                    <a:pt x="23848" y="22167"/>
                  </a:lnTo>
                  <a:lnTo>
                    <a:pt x="23009" y="25862"/>
                  </a:lnTo>
                  <a:lnTo>
                    <a:pt x="20573" y="28633"/>
                  </a:lnTo>
                  <a:lnTo>
                    <a:pt x="16543" y="30564"/>
                  </a:lnTo>
                  <a:lnTo>
                    <a:pt x="12848" y="30564"/>
                  </a:lnTo>
                  <a:lnTo>
                    <a:pt x="9489" y="28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/>
            <p:cNvSpPr/>
            <p:nvPr/>
          </p:nvSpPr>
          <p:spPr>
            <a:xfrm>
              <a:off x="16783929" y="12118883"/>
              <a:ext cx="29845" cy="35560"/>
            </a:xfrm>
            <a:custGeom>
              <a:avLst/>
              <a:gdLst/>
              <a:ahLst/>
              <a:cxnLst/>
              <a:rect l="l" t="t" r="r" b="b"/>
              <a:pathLst>
                <a:path w="29844" h="35559">
                  <a:moveTo>
                    <a:pt x="16123" y="35099"/>
                  </a:moveTo>
                  <a:lnTo>
                    <a:pt x="0" y="8061"/>
                  </a:lnTo>
                  <a:lnTo>
                    <a:pt x="29643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/>
            <p:cNvSpPr/>
            <p:nvPr/>
          </p:nvSpPr>
          <p:spPr>
            <a:xfrm>
              <a:off x="16984125" y="11997127"/>
              <a:ext cx="30480" cy="46990"/>
            </a:xfrm>
            <a:custGeom>
              <a:avLst/>
              <a:gdLst/>
              <a:ahLst/>
              <a:cxnLst/>
              <a:rect l="l" t="t" r="r" b="b"/>
              <a:pathLst>
                <a:path w="30480" h="46990">
                  <a:moveTo>
                    <a:pt x="19818" y="0"/>
                  </a:moveTo>
                  <a:lnTo>
                    <a:pt x="0" y="31152"/>
                  </a:lnTo>
                  <a:lnTo>
                    <a:pt x="83" y="36022"/>
                  </a:lnTo>
                  <a:lnTo>
                    <a:pt x="1763" y="41396"/>
                  </a:lnTo>
                  <a:lnTo>
                    <a:pt x="4198" y="44587"/>
                  </a:lnTo>
                  <a:lnTo>
                    <a:pt x="10580" y="46855"/>
                  </a:lnTo>
                  <a:lnTo>
                    <a:pt x="14527" y="45847"/>
                  </a:lnTo>
                  <a:lnTo>
                    <a:pt x="30482" y="15618"/>
                  </a:lnTo>
                  <a:lnTo>
                    <a:pt x="30314" y="10832"/>
                  </a:lnTo>
                  <a:lnTo>
                    <a:pt x="28635" y="5458"/>
                  </a:lnTo>
                  <a:lnTo>
                    <a:pt x="26200" y="2183"/>
                  </a:lnTo>
                  <a:lnTo>
                    <a:pt x="19818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/>
            <p:cNvSpPr/>
            <p:nvPr/>
          </p:nvSpPr>
          <p:spPr>
            <a:xfrm>
              <a:off x="17009233" y="12005860"/>
              <a:ext cx="41910" cy="53340"/>
            </a:xfrm>
            <a:custGeom>
              <a:avLst/>
              <a:gdLst/>
              <a:ahLst/>
              <a:cxnLst/>
              <a:rect l="l" t="t" r="r" b="b"/>
              <a:pathLst>
                <a:path w="41909" h="53340">
                  <a:moveTo>
                    <a:pt x="0" y="42572"/>
                  </a:moveTo>
                  <a:lnTo>
                    <a:pt x="20573" y="0"/>
                  </a:lnTo>
                  <a:lnTo>
                    <a:pt x="21245" y="52900"/>
                  </a:lnTo>
                  <a:lnTo>
                    <a:pt x="41819" y="10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/>
            <p:cNvSpPr/>
            <p:nvPr/>
          </p:nvSpPr>
          <p:spPr>
            <a:xfrm>
              <a:off x="17033165" y="12025425"/>
              <a:ext cx="36830" cy="47625"/>
            </a:xfrm>
            <a:custGeom>
              <a:avLst/>
              <a:gdLst/>
              <a:ahLst/>
              <a:cxnLst/>
              <a:rect l="l" t="t" r="r" b="b"/>
              <a:pathLst>
                <a:path w="36830" h="47625">
                  <a:moveTo>
                    <a:pt x="0" y="33251"/>
                  </a:moveTo>
                  <a:lnTo>
                    <a:pt x="36277" y="0"/>
                  </a:lnTo>
                  <a:lnTo>
                    <a:pt x="23009" y="473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/>
            <p:cNvSpPr/>
            <p:nvPr/>
          </p:nvSpPr>
          <p:spPr>
            <a:xfrm>
              <a:off x="17045678" y="12047844"/>
              <a:ext cx="14604" cy="9525"/>
            </a:xfrm>
            <a:custGeom>
              <a:avLst/>
              <a:gdLst/>
              <a:ahLst/>
              <a:cxnLst/>
              <a:rect l="l" t="t" r="r" b="b"/>
              <a:pathLst>
                <a:path w="14605" h="9525">
                  <a:moveTo>
                    <a:pt x="0" y="0"/>
                  </a:moveTo>
                  <a:lnTo>
                    <a:pt x="14443" y="890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/>
            <p:cNvSpPr/>
            <p:nvPr/>
          </p:nvSpPr>
          <p:spPr>
            <a:xfrm>
              <a:off x="17008393" y="12121318"/>
              <a:ext cx="17780" cy="26670"/>
            </a:xfrm>
            <a:custGeom>
              <a:avLst/>
              <a:gdLst/>
              <a:ahLst/>
              <a:cxnLst/>
              <a:rect l="l" t="t" r="r" b="b"/>
              <a:pathLst>
                <a:path w="17780" h="26670">
                  <a:moveTo>
                    <a:pt x="17466" y="0"/>
                  </a:moveTo>
                  <a:lnTo>
                    <a:pt x="0" y="2619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/>
            <p:cNvSpPr/>
            <p:nvPr/>
          </p:nvSpPr>
          <p:spPr>
            <a:xfrm>
              <a:off x="17019394" y="12116952"/>
              <a:ext cx="13335" cy="8890"/>
            </a:xfrm>
            <a:custGeom>
              <a:avLst/>
              <a:gdLst/>
              <a:ahLst/>
              <a:cxnLst/>
              <a:rect l="l" t="t" r="r" b="b"/>
              <a:pathLst>
                <a:path w="13334" h="8890">
                  <a:moveTo>
                    <a:pt x="0" y="0"/>
                  </a:moveTo>
                  <a:lnTo>
                    <a:pt x="13016" y="8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/>
            <p:cNvSpPr/>
            <p:nvPr/>
          </p:nvSpPr>
          <p:spPr>
            <a:xfrm>
              <a:off x="16986391" y="12107799"/>
              <a:ext cx="26034" cy="28575"/>
            </a:xfrm>
            <a:custGeom>
              <a:avLst/>
              <a:gdLst/>
              <a:ahLst/>
              <a:cxnLst/>
              <a:rect l="l" t="t" r="r" b="b"/>
              <a:pathLst>
                <a:path w="26034" h="28575">
                  <a:moveTo>
                    <a:pt x="0" y="28045"/>
                  </a:moveTo>
                  <a:lnTo>
                    <a:pt x="14443" y="0"/>
                  </a:lnTo>
                  <a:lnTo>
                    <a:pt x="23428" y="4618"/>
                  </a:lnTo>
                  <a:lnTo>
                    <a:pt x="25696" y="7557"/>
                  </a:lnTo>
                  <a:lnTo>
                    <a:pt x="26032" y="9404"/>
                  </a:lnTo>
                  <a:lnTo>
                    <a:pt x="25696" y="12595"/>
                  </a:lnTo>
                  <a:lnTo>
                    <a:pt x="7557" y="133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/>
            <p:cNvSpPr/>
            <p:nvPr/>
          </p:nvSpPr>
          <p:spPr>
            <a:xfrm>
              <a:off x="17000332" y="12124761"/>
              <a:ext cx="635" cy="18415"/>
            </a:xfrm>
            <a:custGeom>
              <a:avLst/>
              <a:gdLst/>
              <a:ahLst/>
              <a:cxnLst/>
              <a:rect l="l" t="t" r="r" b="b"/>
              <a:pathLst>
                <a:path w="634" h="18415">
                  <a:moveTo>
                    <a:pt x="587" y="0"/>
                  </a:moveTo>
                  <a:lnTo>
                    <a:pt x="0" y="183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/>
            <p:cNvSpPr/>
            <p:nvPr/>
          </p:nvSpPr>
          <p:spPr>
            <a:xfrm>
              <a:off x="17022250" y="12132066"/>
              <a:ext cx="19685" cy="25400"/>
            </a:xfrm>
            <a:custGeom>
              <a:avLst/>
              <a:gdLst/>
              <a:ahLst/>
              <a:cxnLst/>
              <a:rect l="l" t="t" r="r" b="b"/>
              <a:pathLst>
                <a:path w="19684" h="25400">
                  <a:moveTo>
                    <a:pt x="19146" y="0"/>
                  </a:moveTo>
                  <a:lnTo>
                    <a:pt x="0" y="250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17038624" y="12154570"/>
              <a:ext cx="29845" cy="28575"/>
            </a:xfrm>
            <a:custGeom>
              <a:avLst/>
              <a:gdLst/>
              <a:ahLst/>
              <a:cxnLst/>
              <a:rect l="l" t="t" r="r" b="b"/>
              <a:pathLst>
                <a:path w="29844" h="28575">
                  <a:moveTo>
                    <a:pt x="0" y="14862"/>
                  </a:moveTo>
                  <a:lnTo>
                    <a:pt x="29223" y="0"/>
                  </a:lnTo>
                  <a:lnTo>
                    <a:pt x="12260" y="2804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17048617" y="12164730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7641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/>
            <p:cNvSpPr/>
            <p:nvPr/>
          </p:nvSpPr>
          <p:spPr>
            <a:xfrm>
              <a:off x="17029891" y="12133158"/>
              <a:ext cx="14604" cy="29845"/>
            </a:xfrm>
            <a:custGeom>
              <a:avLst/>
              <a:gdLst/>
              <a:ahLst/>
              <a:cxnLst/>
              <a:rect l="l" t="t" r="r" b="b"/>
              <a:pathLst>
                <a:path w="14605" h="29845">
                  <a:moveTo>
                    <a:pt x="14191" y="0"/>
                  </a:moveTo>
                  <a:lnTo>
                    <a:pt x="10916" y="17213"/>
                  </a:lnTo>
                  <a:lnTo>
                    <a:pt x="0" y="29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/>
            <p:cNvSpPr/>
            <p:nvPr/>
          </p:nvSpPr>
          <p:spPr>
            <a:xfrm>
              <a:off x="17040808" y="12145166"/>
              <a:ext cx="17145" cy="5715"/>
            </a:xfrm>
            <a:custGeom>
              <a:avLst/>
              <a:gdLst/>
              <a:ahLst/>
              <a:cxnLst/>
              <a:rect l="l" t="t" r="r" b="b"/>
              <a:pathLst>
                <a:path w="17144" h="5715">
                  <a:moveTo>
                    <a:pt x="16710" y="0"/>
                  </a:moveTo>
                  <a:lnTo>
                    <a:pt x="0" y="52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/>
            <p:cNvSpPr/>
            <p:nvPr/>
          </p:nvSpPr>
          <p:spPr>
            <a:xfrm>
              <a:off x="17061884" y="11956150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9573" y="29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17045678" y="11973447"/>
              <a:ext cx="26034" cy="9525"/>
            </a:xfrm>
            <a:custGeom>
              <a:avLst/>
              <a:gdLst/>
              <a:ahLst/>
              <a:cxnLst/>
              <a:rect l="l" t="t" r="r" b="b"/>
              <a:pathLst>
                <a:path w="26034" h="9525">
                  <a:moveTo>
                    <a:pt x="0" y="0"/>
                  </a:moveTo>
                  <a:lnTo>
                    <a:pt x="3358" y="2099"/>
                  </a:lnTo>
                  <a:lnTo>
                    <a:pt x="8989" y="5652"/>
                  </a:lnTo>
                  <a:lnTo>
                    <a:pt x="15312" y="7554"/>
                  </a:lnTo>
                  <a:lnTo>
                    <a:pt x="21833" y="8648"/>
                  </a:lnTo>
                  <a:lnTo>
                    <a:pt x="25696" y="91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17019058" y="11963707"/>
              <a:ext cx="26670" cy="6985"/>
            </a:xfrm>
            <a:custGeom>
              <a:avLst/>
              <a:gdLst/>
              <a:ahLst/>
              <a:cxnLst/>
              <a:rect l="l" t="t" r="r" b="b"/>
              <a:pathLst>
                <a:path w="26669" h="6984">
                  <a:moveTo>
                    <a:pt x="0" y="0"/>
                  </a:moveTo>
                  <a:lnTo>
                    <a:pt x="3526" y="1847"/>
                  </a:lnTo>
                  <a:lnTo>
                    <a:pt x="9081" y="4598"/>
                  </a:lnTo>
                  <a:lnTo>
                    <a:pt x="16235" y="6497"/>
                  </a:lnTo>
                  <a:lnTo>
                    <a:pt x="22421" y="6885"/>
                  </a:lnTo>
                  <a:lnTo>
                    <a:pt x="26368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16913250" y="11982600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696" y="7725"/>
                  </a:moveTo>
                  <a:lnTo>
                    <a:pt x="22589" y="3022"/>
                  </a:lnTo>
                  <a:lnTo>
                    <a:pt x="17634" y="419"/>
                  </a:lnTo>
                  <a:lnTo>
                    <a:pt x="10916" y="0"/>
                  </a:lnTo>
                  <a:lnTo>
                    <a:pt x="5710" y="1931"/>
                  </a:lnTo>
                  <a:lnTo>
                    <a:pt x="2099" y="6297"/>
                  </a:lnTo>
                  <a:lnTo>
                    <a:pt x="1847" y="10748"/>
                  </a:lnTo>
                  <a:lnTo>
                    <a:pt x="3191" y="15366"/>
                  </a:lnTo>
                  <a:lnTo>
                    <a:pt x="4786" y="17717"/>
                  </a:lnTo>
                  <a:lnTo>
                    <a:pt x="7977" y="20152"/>
                  </a:lnTo>
                  <a:lnTo>
                    <a:pt x="17886" y="25274"/>
                  </a:lnTo>
                  <a:lnTo>
                    <a:pt x="21077" y="27709"/>
                  </a:lnTo>
                  <a:lnTo>
                    <a:pt x="22673" y="30061"/>
                  </a:lnTo>
                  <a:lnTo>
                    <a:pt x="24016" y="34679"/>
                  </a:lnTo>
                  <a:lnTo>
                    <a:pt x="23680" y="41396"/>
                  </a:lnTo>
                  <a:lnTo>
                    <a:pt x="19985" y="45679"/>
                  </a:lnTo>
                  <a:lnTo>
                    <a:pt x="14779" y="47610"/>
                  </a:lnTo>
                  <a:lnTo>
                    <a:pt x="8061" y="47190"/>
                  </a:lnTo>
                  <a:lnTo>
                    <a:pt x="3107" y="44671"/>
                  </a:lnTo>
                  <a:lnTo>
                    <a:pt x="0" y="39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16944152" y="11986211"/>
              <a:ext cx="29209" cy="48260"/>
            </a:xfrm>
            <a:custGeom>
              <a:avLst/>
              <a:gdLst/>
              <a:ahLst/>
              <a:cxnLst/>
              <a:rect l="l" t="t" r="r" b="b"/>
              <a:pathLst>
                <a:path w="29209" h="48259">
                  <a:moveTo>
                    <a:pt x="29055" y="9236"/>
                  </a:moveTo>
                  <a:lnTo>
                    <a:pt x="26452" y="4198"/>
                  </a:lnTo>
                  <a:lnTo>
                    <a:pt x="21917" y="1175"/>
                  </a:lnTo>
                  <a:lnTo>
                    <a:pt x="15199" y="0"/>
                  </a:lnTo>
                  <a:lnTo>
                    <a:pt x="9825" y="1343"/>
                  </a:lnTo>
                  <a:lnTo>
                    <a:pt x="5710" y="5206"/>
                  </a:lnTo>
                  <a:lnTo>
                    <a:pt x="4954" y="9656"/>
                  </a:lnTo>
                  <a:lnTo>
                    <a:pt x="5878" y="14358"/>
                  </a:lnTo>
                  <a:lnTo>
                    <a:pt x="7137" y="16877"/>
                  </a:lnTo>
                  <a:lnTo>
                    <a:pt x="10076" y="19648"/>
                  </a:lnTo>
                  <a:lnTo>
                    <a:pt x="19314" y="25862"/>
                  </a:lnTo>
                  <a:lnTo>
                    <a:pt x="22253" y="28633"/>
                  </a:lnTo>
                  <a:lnTo>
                    <a:pt x="23512" y="31152"/>
                  </a:lnTo>
                  <a:lnTo>
                    <a:pt x="24436" y="35854"/>
                  </a:lnTo>
                  <a:lnTo>
                    <a:pt x="23261" y="42572"/>
                  </a:lnTo>
                  <a:lnTo>
                    <a:pt x="19146" y="46435"/>
                  </a:lnTo>
                  <a:lnTo>
                    <a:pt x="13771" y="47778"/>
                  </a:lnTo>
                  <a:lnTo>
                    <a:pt x="7137" y="46603"/>
                  </a:lnTo>
                  <a:lnTo>
                    <a:pt x="2519" y="43496"/>
                  </a:lnTo>
                  <a:lnTo>
                    <a:pt x="0" y="384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16948856" y="1209360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16963971" y="12098058"/>
              <a:ext cx="8890" cy="30480"/>
            </a:xfrm>
            <a:custGeom>
              <a:avLst/>
              <a:gdLst/>
              <a:ahLst/>
              <a:cxnLst/>
              <a:rect l="l" t="t" r="r" b="b"/>
              <a:pathLst>
                <a:path w="8890" h="30479">
                  <a:moveTo>
                    <a:pt x="8817" y="0"/>
                  </a:moveTo>
                  <a:lnTo>
                    <a:pt x="0" y="30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16953474" y="12108051"/>
              <a:ext cx="15240" cy="4445"/>
            </a:xfrm>
            <a:custGeom>
              <a:avLst/>
              <a:gdLst/>
              <a:ahLst/>
              <a:cxnLst/>
              <a:rect l="l" t="t" r="r" b="b"/>
              <a:pathLst>
                <a:path w="15240" h="4445">
                  <a:moveTo>
                    <a:pt x="0" y="0"/>
                  </a:moveTo>
                  <a:lnTo>
                    <a:pt x="15115" y="436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16929037" y="12089409"/>
              <a:ext cx="19685" cy="31750"/>
            </a:xfrm>
            <a:custGeom>
              <a:avLst/>
              <a:gdLst/>
              <a:ahLst/>
              <a:cxnLst/>
              <a:rect l="l" t="t" r="r" b="b"/>
              <a:pathLst>
                <a:path w="19684" h="31750">
                  <a:moveTo>
                    <a:pt x="0" y="31236"/>
                  </a:moveTo>
                  <a:lnTo>
                    <a:pt x="4534" y="0"/>
                  </a:lnTo>
                  <a:lnTo>
                    <a:pt x="14611" y="1511"/>
                  </a:lnTo>
                  <a:lnTo>
                    <a:pt x="17718" y="3442"/>
                  </a:lnTo>
                  <a:lnTo>
                    <a:pt x="18642" y="5122"/>
                  </a:lnTo>
                  <a:lnTo>
                    <a:pt x="19314" y="8229"/>
                  </a:lnTo>
                  <a:lnTo>
                    <a:pt x="18894" y="11251"/>
                  </a:lnTo>
                  <a:lnTo>
                    <a:pt x="17298" y="14022"/>
                  </a:lnTo>
                  <a:lnTo>
                    <a:pt x="15955" y="15366"/>
                  </a:lnTo>
                  <a:lnTo>
                    <a:pt x="12428" y="16374"/>
                  </a:lnTo>
                  <a:lnTo>
                    <a:pt x="2435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/>
            <p:cNvSpPr/>
            <p:nvPr/>
          </p:nvSpPr>
          <p:spPr>
            <a:xfrm>
              <a:off x="16929037" y="12105783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12428" y="0"/>
                  </a:moveTo>
                  <a:lnTo>
                    <a:pt x="15535" y="1931"/>
                  </a:lnTo>
                  <a:lnTo>
                    <a:pt x="16459" y="3610"/>
                  </a:lnTo>
                  <a:lnTo>
                    <a:pt x="17130" y="6717"/>
                  </a:lnTo>
                  <a:lnTo>
                    <a:pt x="16459" y="11167"/>
                  </a:lnTo>
                  <a:lnTo>
                    <a:pt x="14947" y="14022"/>
                  </a:lnTo>
                  <a:lnTo>
                    <a:pt x="13603" y="15282"/>
                  </a:lnTo>
                  <a:lnTo>
                    <a:pt x="10076" y="16290"/>
                  </a:lnTo>
                  <a:lnTo>
                    <a:pt x="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/>
            <p:cNvSpPr/>
            <p:nvPr/>
          </p:nvSpPr>
          <p:spPr>
            <a:xfrm>
              <a:off x="16972284" y="11990914"/>
              <a:ext cx="12700" cy="45720"/>
            </a:xfrm>
            <a:custGeom>
              <a:avLst/>
              <a:gdLst/>
              <a:ahLst/>
              <a:cxnLst/>
              <a:rect l="l" t="t" r="r" b="b"/>
              <a:pathLst>
                <a:path w="12700" h="45720">
                  <a:moveTo>
                    <a:pt x="12344" y="0"/>
                  </a:moveTo>
                  <a:lnTo>
                    <a:pt x="0" y="45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/>
            <p:cNvSpPr/>
            <p:nvPr/>
          </p:nvSpPr>
          <p:spPr>
            <a:xfrm>
              <a:off x="16963718" y="12101585"/>
              <a:ext cx="20320" cy="33020"/>
            </a:xfrm>
            <a:custGeom>
              <a:avLst/>
              <a:gdLst/>
              <a:ahLst/>
              <a:cxnLst/>
              <a:rect l="l" t="t" r="r" b="b"/>
              <a:pathLst>
                <a:path w="20319" h="33020">
                  <a:moveTo>
                    <a:pt x="0" y="25778"/>
                  </a:moveTo>
                  <a:lnTo>
                    <a:pt x="20237" y="0"/>
                  </a:lnTo>
                  <a:lnTo>
                    <a:pt x="16710" y="325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6970856" y="12118883"/>
              <a:ext cx="10795" cy="4445"/>
            </a:xfrm>
            <a:custGeom>
              <a:avLst/>
              <a:gdLst/>
              <a:ahLst/>
              <a:cxnLst/>
              <a:rect l="l" t="t" r="r" b="b"/>
              <a:pathLst>
                <a:path w="10794" h="4445">
                  <a:moveTo>
                    <a:pt x="0" y="0"/>
                  </a:moveTo>
                  <a:lnTo>
                    <a:pt x="10412" y="42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6885455" y="11924913"/>
              <a:ext cx="22225" cy="21590"/>
            </a:xfrm>
            <a:custGeom>
              <a:avLst/>
              <a:gdLst/>
              <a:ahLst/>
              <a:cxnLst/>
              <a:rect l="l" t="t" r="r" b="b"/>
              <a:pathLst>
                <a:path w="22225" h="21590">
                  <a:moveTo>
                    <a:pt x="21917" y="214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6885539" y="11921323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146" y="1575"/>
                  </a:moveTo>
                  <a:lnTo>
                    <a:pt x="27627" y="987"/>
                  </a:lnTo>
                  <a:lnTo>
                    <a:pt x="21283" y="31"/>
                  </a:lnTo>
                  <a:lnTo>
                    <a:pt x="14868" y="0"/>
                  </a:lnTo>
                  <a:lnTo>
                    <a:pt x="8513" y="881"/>
                  </a:lnTo>
                  <a:lnTo>
                    <a:pt x="2351" y="2667"/>
                  </a:lnTo>
                  <a:lnTo>
                    <a:pt x="0" y="359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6855308" y="11926760"/>
              <a:ext cx="50800" cy="21590"/>
            </a:xfrm>
            <a:custGeom>
              <a:avLst/>
              <a:gdLst/>
              <a:ahLst/>
              <a:cxnLst/>
              <a:rect l="l" t="t" r="r" b="b"/>
              <a:pathLst>
                <a:path w="50800" h="21590">
                  <a:moveTo>
                    <a:pt x="25192" y="21160"/>
                  </a:moveTo>
                  <a:lnTo>
                    <a:pt x="29559" y="21412"/>
                  </a:lnTo>
                  <a:lnTo>
                    <a:pt x="33841" y="21244"/>
                  </a:lnTo>
                  <a:lnTo>
                    <a:pt x="38208" y="20824"/>
                  </a:lnTo>
                  <a:lnTo>
                    <a:pt x="42491" y="19984"/>
                  </a:lnTo>
                  <a:lnTo>
                    <a:pt x="46689" y="18809"/>
                  </a:lnTo>
                  <a:lnTo>
                    <a:pt x="50720" y="17213"/>
                  </a:lnTo>
                </a:path>
                <a:path w="50800" h="21590">
                  <a:moveTo>
                    <a:pt x="25192" y="211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6825832" y="11933478"/>
              <a:ext cx="25400" cy="18415"/>
            </a:xfrm>
            <a:custGeom>
              <a:avLst/>
              <a:gdLst/>
              <a:ahLst/>
              <a:cxnLst/>
              <a:rect l="l" t="t" r="r" b="b"/>
              <a:pathLst>
                <a:path w="25400" h="18415">
                  <a:moveTo>
                    <a:pt x="25108" y="178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6825832" y="11926508"/>
              <a:ext cx="29845" cy="6985"/>
            </a:xfrm>
            <a:custGeom>
              <a:avLst/>
              <a:gdLst/>
              <a:ahLst/>
              <a:cxnLst/>
              <a:rect l="l" t="t" r="r" b="b"/>
              <a:pathLst>
                <a:path w="29844" h="6984">
                  <a:moveTo>
                    <a:pt x="29475" y="251"/>
                  </a:moveTo>
                  <a:lnTo>
                    <a:pt x="26955" y="0"/>
                  </a:lnTo>
                  <a:lnTo>
                    <a:pt x="20525" y="71"/>
                  </a:lnTo>
                  <a:lnTo>
                    <a:pt x="14180" y="1075"/>
                  </a:lnTo>
                  <a:lnTo>
                    <a:pt x="8030" y="2947"/>
                  </a:lnTo>
                  <a:lnTo>
                    <a:pt x="2183" y="5625"/>
                  </a:lnTo>
                  <a:lnTo>
                    <a:pt x="0" y="69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6850941" y="11945402"/>
              <a:ext cx="26670" cy="6350"/>
            </a:xfrm>
            <a:custGeom>
              <a:avLst/>
              <a:gdLst/>
              <a:ahLst/>
              <a:cxnLst/>
              <a:rect l="l" t="t" r="r" b="b"/>
              <a:pathLst>
                <a:path w="26669" h="6350">
                  <a:moveTo>
                    <a:pt x="0" y="5877"/>
                  </a:moveTo>
                  <a:lnTo>
                    <a:pt x="3946" y="5877"/>
                  </a:lnTo>
                  <a:lnTo>
                    <a:pt x="10494" y="5733"/>
                  </a:lnTo>
                  <a:lnTo>
                    <a:pt x="17004" y="4286"/>
                  </a:lnTo>
                  <a:lnTo>
                    <a:pt x="23009" y="1679"/>
                  </a:lnTo>
                  <a:lnTo>
                    <a:pt x="266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/>
            <p:cNvSpPr/>
            <p:nvPr/>
          </p:nvSpPr>
          <p:spPr>
            <a:xfrm>
              <a:off x="16856316" y="11922020"/>
              <a:ext cx="29209" cy="5715"/>
            </a:xfrm>
            <a:custGeom>
              <a:avLst/>
              <a:gdLst/>
              <a:ahLst/>
              <a:cxnLst/>
              <a:rect l="l" t="t" r="r" b="b"/>
              <a:pathLst>
                <a:path w="29209" h="5715">
                  <a:moveTo>
                    <a:pt x="29139" y="1549"/>
                  </a:moveTo>
                  <a:lnTo>
                    <a:pt x="26619" y="1129"/>
                  </a:lnTo>
                  <a:lnTo>
                    <a:pt x="18359" y="0"/>
                  </a:lnTo>
                  <a:lnTo>
                    <a:pt x="9907" y="1140"/>
                  </a:lnTo>
                  <a:lnTo>
                    <a:pt x="2267" y="4488"/>
                  </a:lnTo>
                  <a:lnTo>
                    <a:pt x="0" y="54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/>
            <p:cNvSpPr/>
            <p:nvPr/>
          </p:nvSpPr>
          <p:spPr>
            <a:xfrm>
              <a:off x="16768394" y="11940028"/>
              <a:ext cx="28575" cy="11430"/>
            </a:xfrm>
            <a:custGeom>
              <a:avLst/>
              <a:gdLst/>
              <a:ahLst/>
              <a:cxnLst/>
              <a:rect l="l" t="t" r="r" b="b"/>
              <a:pathLst>
                <a:path w="28575" h="11429">
                  <a:moveTo>
                    <a:pt x="28047" y="0"/>
                  </a:moveTo>
                  <a:lnTo>
                    <a:pt x="25444" y="251"/>
                  </a:lnTo>
                  <a:lnTo>
                    <a:pt x="16794" y="1118"/>
                  </a:lnTo>
                  <a:lnTo>
                    <a:pt x="8773" y="4384"/>
                  </a:lnTo>
                  <a:lnTo>
                    <a:pt x="1931" y="9740"/>
                  </a:lnTo>
                  <a:lnTo>
                    <a:pt x="0" y="1141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/>
            <p:cNvSpPr/>
            <p:nvPr/>
          </p:nvSpPr>
          <p:spPr>
            <a:xfrm>
              <a:off x="16796777" y="11932219"/>
              <a:ext cx="29209" cy="9525"/>
            </a:xfrm>
            <a:custGeom>
              <a:avLst/>
              <a:gdLst/>
              <a:ahLst/>
              <a:cxnLst/>
              <a:rect l="l" t="t" r="r" b="b"/>
              <a:pathLst>
                <a:path w="29209" h="9525">
                  <a:moveTo>
                    <a:pt x="28887" y="0"/>
                  </a:moveTo>
                  <a:lnTo>
                    <a:pt x="26284" y="0"/>
                  </a:lnTo>
                  <a:lnTo>
                    <a:pt x="17714" y="228"/>
                  </a:lnTo>
                  <a:lnTo>
                    <a:pt x="9189" y="2790"/>
                  </a:lnTo>
                  <a:lnTo>
                    <a:pt x="2099" y="7641"/>
                  </a:lnTo>
                  <a:lnTo>
                    <a:pt x="0" y="9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/>
            <p:cNvSpPr/>
            <p:nvPr/>
          </p:nvSpPr>
          <p:spPr>
            <a:xfrm>
              <a:off x="17033838" y="11945150"/>
              <a:ext cx="28575" cy="10160"/>
            </a:xfrm>
            <a:custGeom>
              <a:avLst/>
              <a:gdLst/>
              <a:ahLst/>
              <a:cxnLst/>
              <a:rect l="l" t="t" r="r" b="b"/>
              <a:pathLst>
                <a:path w="28575" h="10159">
                  <a:moveTo>
                    <a:pt x="28551" y="9824"/>
                  </a:moveTo>
                  <a:lnTo>
                    <a:pt x="26536" y="8312"/>
                  </a:lnTo>
                  <a:lnTo>
                    <a:pt x="19489" y="3258"/>
                  </a:lnTo>
                  <a:lnTo>
                    <a:pt x="11170" y="456"/>
                  </a:lnTo>
                  <a:lnTo>
                    <a:pt x="2519" y="83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/>
            <p:cNvSpPr/>
            <p:nvPr/>
          </p:nvSpPr>
          <p:spPr>
            <a:xfrm>
              <a:off x="17005034" y="11936249"/>
              <a:ext cx="29845" cy="8255"/>
            </a:xfrm>
            <a:custGeom>
              <a:avLst/>
              <a:gdLst/>
              <a:ahLst/>
              <a:cxnLst/>
              <a:rect l="l" t="t" r="r" b="b"/>
              <a:pathLst>
                <a:path w="29844" h="8254">
                  <a:moveTo>
                    <a:pt x="29307" y="7725"/>
                  </a:moveTo>
                  <a:lnTo>
                    <a:pt x="2519" y="0"/>
                  </a:lnTo>
                  <a:lnTo>
                    <a:pt x="0" y="1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/>
            <p:cNvSpPr/>
            <p:nvPr/>
          </p:nvSpPr>
          <p:spPr>
            <a:xfrm>
              <a:off x="16945664" y="11925921"/>
              <a:ext cx="18415" cy="24765"/>
            </a:xfrm>
            <a:custGeom>
              <a:avLst/>
              <a:gdLst/>
              <a:ahLst/>
              <a:cxnLst/>
              <a:rect l="l" t="t" r="r" b="b"/>
              <a:pathLst>
                <a:path w="18415" h="24765">
                  <a:moveTo>
                    <a:pt x="18306" y="246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6945747" y="11924550"/>
              <a:ext cx="30480" cy="4445"/>
            </a:xfrm>
            <a:custGeom>
              <a:avLst/>
              <a:gdLst/>
              <a:ahLst/>
              <a:cxnLst/>
              <a:rect l="l" t="t" r="r" b="b"/>
              <a:pathLst>
                <a:path w="30480" h="4445">
                  <a:moveTo>
                    <a:pt x="30062" y="4142"/>
                  </a:moveTo>
                  <a:lnTo>
                    <a:pt x="27711" y="3134"/>
                  </a:lnTo>
                  <a:lnTo>
                    <a:pt x="21499" y="1155"/>
                  </a:lnTo>
                  <a:lnTo>
                    <a:pt x="15247" y="117"/>
                  </a:lnTo>
                  <a:lnTo>
                    <a:pt x="8908" y="0"/>
                  </a:lnTo>
                  <a:lnTo>
                    <a:pt x="2435" y="783"/>
                  </a:lnTo>
                  <a:lnTo>
                    <a:pt x="0" y="13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6915600" y="11924157"/>
              <a:ext cx="20320" cy="23495"/>
            </a:xfrm>
            <a:custGeom>
              <a:avLst/>
              <a:gdLst/>
              <a:ahLst/>
              <a:cxnLst/>
              <a:rect l="l" t="t" r="r" b="b"/>
              <a:pathLst>
                <a:path w="20319" h="23495">
                  <a:moveTo>
                    <a:pt x="20153" y="2325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6915600" y="11921813"/>
              <a:ext cx="30480" cy="3175"/>
            </a:xfrm>
            <a:custGeom>
              <a:avLst/>
              <a:gdLst/>
              <a:ahLst/>
              <a:cxnLst/>
              <a:rect l="l" t="t" r="r" b="b"/>
              <a:pathLst>
                <a:path w="30480" h="3175">
                  <a:moveTo>
                    <a:pt x="30230" y="2764"/>
                  </a:moveTo>
                  <a:lnTo>
                    <a:pt x="27795" y="2008"/>
                  </a:lnTo>
                  <a:lnTo>
                    <a:pt x="21540" y="534"/>
                  </a:lnTo>
                  <a:lnTo>
                    <a:pt x="15140" y="0"/>
                  </a:lnTo>
                  <a:lnTo>
                    <a:pt x="8727" y="385"/>
                  </a:lnTo>
                  <a:lnTo>
                    <a:pt x="2435" y="1672"/>
                  </a:lnTo>
                  <a:lnTo>
                    <a:pt x="0" y="24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6935756" y="11947417"/>
              <a:ext cx="27305" cy="2540"/>
            </a:xfrm>
            <a:custGeom>
              <a:avLst/>
              <a:gdLst/>
              <a:ahLst/>
              <a:cxnLst/>
              <a:rect l="l" t="t" r="r" b="b"/>
              <a:pathLst>
                <a:path w="27305" h="2540">
                  <a:moveTo>
                    <a:pt x="0" y="0"/>
                  </a:moveTo>
                  <a:lnTo>
                    <a:pt x="3778" y="923"/>
                  </a:lnTo>
                  <a:lnTo>
                    <a:pt x="10650" y="2328"/>
                  </a:lnTo>
                  <a:lnTo>
                    <a:pt x="16417" y="2489"/>
                  </a:lnTo>
                  <a:lnTo>
                    <a:pt x="23344" y="1343"/>
                  </a:lnTo>
                  <a:lnTo>
                    <a:pt x="27207" y="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/>
            <p:cNvSpPr/>
            <p:nvPr/>
          </p:nvSpPr>
          <p:spPr>
            <a:xfrm>
              <a:off x="16907371" y="11944898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5" h="3175">
                  <a:moveTo>
                    <a:pt x="0" y="1511"/>
                  </a:moveTo>
                  <a:lnTo>
                    <a:pt x="3946" y="2183"/>
                  </a:lnTo>
                  <a:lnTo>
                    <a:pt x="10431" y="3154"/>
                  </a:lnTo>
                  <a:lnTo>
                    <a:pt x="17067" y="2569"/>
                  </a:lnTo>
                  <a:lnTo>
                    <a:pt x="23428" y="1091"/>
                  </a:lnTo>
                  <a:lnTo>
                    <a:pt x="272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/>
            <p:cNvSpPr/>
            <p:nvPr/>
          </p:nvSpPr>
          <p:spPr>
            <a:xfrm>
              <a:off x="16975559" y="11929952"/>
              <a:ext cx="16510" cy="26670"/>
            </a:xfrm>
            <a:custGeom>
              <a:avLst/>
              <a:gdLst/>
              <a:ahLst/>
              <a:cxnLst/>
              <a:rect l="l" t="t" r="r" b="b"/>
              <a:pathLst>
                <a:path w="16509" h="26670">
                  <a:moveTo>
                    <a:pt x="16207" y="261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/>
            <p:cNvSpPr/>
            <p:nvPr/>
          </p:nvSpPr>
          <p:spPr>
            <a:xfrm>
              <a:off x="16975476" y="11929318"/>
              <a:ext cx="29845" cy="6350"/>
            </a:xfrm>
            <a:custGeom>
              <a:avLst/>
              <a:gdLst/>
              <a:ahLst/>
              <a:cxnLst/>
              <a:rect l="l" t="t" r="r" b="b"/>
              <a:pathLst>
                <a:path w="29844" h="6350">
                  <a:moveTo>
                    <a:pt x="29811" y="5755"/>
                  </a:moveTo>
                  <a:lnTo>
                    <a:pt x="27543" y="4580"/>
                  </a:lnTo>
                  <a:lnTo>
                    <a:pt x="21610" y="2161"/>
                  </a:lnTo>
                  <a:lnTo>
                    <a:pt x="15387" y="641"/>
                  </a:lnTo>
                  <a:lnTo>
                    <a:pt x="9006" y="0"/>
                  </a:lnTo>
                  <a:lnTo>
                    <a:pt x="2603" y="213"/>
                  </a:lnTo>
                  <a:lnTo>
                    <a:pt x="0" y="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/>
            <p:cNvSpPr/>
            <p:nvPr/>
          </p:nvSpPr>
          <p:spPr>
            <a:xfrm>
              <a:off x="16963971" y="11950608"/>
              <a:ext cx="27305" cy="3810"/>
            </a:xfrm>
            <a:custGeom>
              <a:avLst/>
              <a:gdLst/>
              <a:ahLst/>
              <a:cxnLst/>
              <a:rect l="l" t="t" r="r" b="b"/>
              <a:pathLst>
                <a:path w="27305" h="3809">
                  <a:moveTo>
                    <a:pt x="0" y="0"/>
                  </a:moveTo>
                  <a:lnTo>
                    <a:pt x="3694" y="1259"/>
                  </a:lnTo>
                  <a:lnTo>
                    <a:pt x="9974" y="3196"/>
                  </a:lnTo>
                  <a:lnTo>
                    <a:pt x="16636" y="3788"/>
                  </a:lnTo>
                  <a:lnTo>
                    <a:pt x="23177" y="3274"/>
                  </a:lnTo>
                  <a:lnTo>
                    <a:pt x="27039" y="2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/>
            <p:cNvSpPr/>
            <p:nvPr/>
          </p:nvSpPr>
          <p:spPr>
            <a:xfrm>
              <a:off x="17249820" y="12169097"/>
              <a:ext cx="14604" cy="27305"/>
            </a:xfrm>
            <a:custGeom>
              <a:avLst/>
              <a:gdLst/>
              <a:ahLst/>
              <a:cxnLst/>
              <a:rect l="l" t="t" r="r" b="b"/>
              <a:pathLst>
                <a:path w="14605" h="27304">
                  <a:moveTo>
                    <a:pt x="0" y="27290"/>
                  </a:moveTo>
                  <a:lnTo>
                    <a:pt x="141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/>
            <p:cNvSpPr/>
            <p:nvPr/>
          </p:nvSpPr>
          <p:spPr>
            <a:xfrm>
              <a:off x="17252172" y="12141387"/>
              <a:ext cx="13335" cy="27305"/>
            </a:xfrm>
            <a:custGeom>
              <a:avLst/>
              <a:gdLst/>
              <a:ahLst/>
              <a:cxnLst/>
              <a:rect l="l" t="t" r="r" b="b"/>
              <a:pathLst>
                <a:path w="13334" h="27304">
                  <a:moveTo>
                    <a:pt x="13016" y="27290"/>
                  </a:moveTo>
                  <a:lnTo>
                    <a:pt x="12680" y="24687"/>
                  </a:lnTo>
                  <a:lnTo>
                    <a:pt x="11290" y="16180"/>
                  </a:lnTo>
                  <a:lnTo>
                    <a:pt x="7533" y="8252"/>
                  </a:lnTo>
                  <a:lnTo>
                    <a:pt x="1763" y="184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/>
            <p:cNvSpPr/>
            <p:nvPr/>
          </p:nvSpPr>
          <p:spPr>
            <a:xfrm>
              <a:off x="17147707" y="12145501"/>
              <a:ext cx="41910" cy="22860"/>
            </a:xfrm>
            <a:custGeom>
              <a:avLst/>
              <a:gdLst/>
              <a:ahLst/>
              <a:cxnLst/>
              <a:rect l="l" t="t" r="r" b="b"/>
              <a:pathLst>
                <a:path w="41909" h="22859">
                  <a:moveTo>
                    <a:pt x="41651" y="0"/>
                  </a:moveTo>
                  <a:lnTo>
                    <a:pt x="0" y="225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/>
            <p:cNvSpPr/>
            <p:nvPr/>
          </p:nvSpPr>
          <p:spPr>
            <a:xfrm>
              <a:off x="17152242" y="12158181"/>
              <a:ext cx="53340" cy="40640"/>
            </a:xfrm>
            <a:custGeom>
              <a:avLst/>
              <a:gdLst/>
              <a:ahLst/>
              <a:cxnLst/>
              <a:rect l="l" t="t" r="r" b="b"/>
              <a:pathLst>
                <a:path w="53340" h="40640">
                  <a:moveTo>
                    <a:pt x="0" y="18809"/>
                  </a:moveTo>
                  <a:lnTo>
                    <a:pt x="43414" y="0"/>
                  </a:lnTo>
                  <a:lnTo>
                    <a:pt x="9405" y="40557"/>
                  </a:lnTo>
                  <a:lnTo>
                    <a:pt x="52820" y="217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/>
            <p:cNvSpPr/>
            <p:nvPr/>
          </p:nvSpPr>
          <p:spPr>
            <a:xfrm>
              <a:off x="17240247" y="12141387"/>
              <a:ext cx="12065" cy="53340"/>
            </a:xfrm>
            <a:custGeom>
              <a:avLst/>
              <a:gdLst/>
              <a:ahLst/>
              <a:cxnLst/>
              <a:rect l="l" t="t" r="r" b="b"/>
              <a:pathLst>
                <a:path w="12065" h="53340">
                  <a:moveTo>
                    <a:pt x="11924" y="0"/>
                  </a:moveTo>
                  <a:lnTo>
                    <a:pt x="0" y="28297"/>
                  </a:lnTo>
                  <a:lnTo>
                    <a:pt x="839" y="32160"/>
                  </a:lnTo>
                  <a:lnTo>
                    <a:pt x="2222" y="38011"/>
                  </a:lnTo>
                  <a:lnTo>
                    <a:pt x="5535" y="45018"/>
                  </a:lnTo>
                  <a:lnTo>
                    <a:pt x="9069" y="49877"/>
                  </a:lnTo>
                  <a:lnTo>
                    <a:pt x="11504" y="529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/>
            <p:cNvSpPr/>
            <p:nvPr/>
          </p:nvSpPr>
          <p:spPr>
            <a:xfrm>
              <a:off x="17228659" y="12114601"/>
              <a:ext cx="10160" cy="29845"/>
            </a:xfrm>
            <a:custGeom>
              <a:avLst/>
              <a:gdLst/>
              <a:ahLst/>
              <a:cxnLst/>
              <a:rect l="l" t="t" r="r" b="b"/>
              <a:pathLst>
                <a:path w="10159" h="29845">
                  <a:moveTo>
                    <a:pt x="0" y="29221"/>
                  </a:moveTo>
                  <a:lnTo>
                    <a:pt x="95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/>
            <p:cNvSpPr/>
            <p:nvPr/>
          </p:nvSpPr>
          <p:spPr>
            <a:xfrm>
              <a:off x="17238232" y="12114684"/>
              <a:ext cx="15240" cy="26670"/>
            </a:xfrm>
            <a:custGeom>
              <a:avLst/>
              <a:gdLst/>
              <a:ahLst/>
              <a:cxnLst/>
              <a:rect l="l" t="t" r="r" b="b"/>
              <a:pathLst>
                <a:path w="15240" h="26670">
                  <a:moveTo>
                    <a:pt x="15115" y="26114"/>
                  </a:moveTo>
                  <a:lnTo>
                    <a:pt x="14611" y="23679"/>
                  </a:lnTo>
                  <a:lnTo>
                    <a:pt x="12585" y="15328"/>
                  </a:lnTo>
                  <a:lnTo>
                    <a:pt x="8067" y="7676"/>
                  </a:lnTo>
                  <a:lnTo>
                    <a:pt x="1931" y="167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/>
            <p:cNvSpPr/>
            <p:nvPr/>
          </p:nvSpPr>
          <p:spPr>
            <a:xfrm>
              <a:off x="17228659" y="12143822"/>
              <a:ext cx="13970" cy="24130"/>
            </a:xfrm>
            <a:custGeom>
              <a:avLst/>
              <a:gdLst/>
              <a:ahLst/>
              <a:cxnLst/>
              <a:rect l="l" t="t" r="r" b="b"/>
              <a:pathLst>
                <a:path w="13969" h="24129">
                  <a:moveTo>
                    <a:pt x="0" y="0"/>
                  </a:moveTo>
                  <a:lnTo>
                    <a:pt x="1091" y="3778"/>
                  </a:lnTo>
                  <a:lnTo>
                    <a:pt x="3213" y="9912"/>
                  </a:lnTo>
                  <a:lnTo>
                    <a:pt x="6536" y="15878"/>
                  </a:lnTo>
                  <a:lnTo>
                    <a:pt x="10748" y="20824"/>
                  </a:lnTo>
                  <a:lnTo>
                    <a:pt x="13351" y="236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/>
            <p:cNvSpPr/>
            <p:nvPr/>
          </p:nvSpPr>
          <p:spPr>
            <a:xfrm>
              <a:off x="17214971" y="12089074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0" y="29893"/>
                  </a:moveTo>
                  <a:lnTo>
                    <a:pt x="730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/>
            <p:cNvSpPr/>
            <p:nvPr/>
          </p:nvSpPr>
          <p:spPr>
            <a:xfrm>
              <a:off x="17222192" y="12089074"/>
              <a:ext cx="17780" cy="25400"/>
            </a:xfrm>
            <a:custGeom>
              <a:avLst/>
              <a:gdLst/>
              <a:ahLst/>
              <a:cxnLst/>
              <a:rect l="l" t="t" r="r" b="b"/>
              <a:pathLst>
                <a:path w="17780" h="25400">
                  <a:moveTo>
                    <a:pt x="17214" y="24938"/>
                  </a:moveTo>
                  <a:lnTo>
                    <a:pt x="16459" y="22419"/>
                  </a:lnTo>
                  <a:lnTo>
                    <a:pt x="13630" y="14294"/>
                  </a:lnTo>
                  <a:lnTo>
                    <a:pt x="8855" y="6989"/>
                  </a:lnTo>
                  <a:lnTo>
                    <a:pt x="2099" y="159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/>
            <p:cNvSpPr/>
            <p:nvPr/>
          </p:nvSpPr>
          <p:spPr>
            <a:xfrm>
              <a:off x="17214971" y="12118967"/>
              <a:ext cx="15875" cy="22860"/>
            </a:xfrm>
            <a:custGeom>
              <a:avLst/>
              <a:gdLst/>
              <a:ahLst/>
              <a:cxnLst/>
              <a:rect l="l" t="t" r="r" b="b"/>
              <a:pathLst>
                <a:path w="15875" h="22859">
                  <a:moveTo>
                    <a:pt x="0" y="0"/>
                  </a:moveTo>
                  <a:lnTo>
                    <a:pt x="1427" y="3694"/>
                  </a:lnTo>
                  <a:lnTo>
                    <a:pt x="4202" y="10037"/>
                  </a:lnTo>
                  <a:lnTo>
                    <a:pt x="7486" y="14961"/>
                  </a:lnTo>
                  <a:lnTo>
                    <a:pt x="12344" y="19900"/>
                  </a:lnTo>
                  <a:lnTo>
                    <a:pt x="15283" y="2258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/>
            <p:cNvSpPr/>
            <p:nvPr/>
          </p:nvSpPr>
          <p:spPr>
            <a:xfrm>
              <a:off x="17199352" y="12064891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0" y="30396"/>
                  </a:moveTo>
                  <a:lnTo>
                    <a:pt x="487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/>
            <p:cNvSpPr/>
            <p:nvPr/>
          </p:nvSpPr>
          <p:spPr>
            <a:xfrm>
              <a:off x="17204307" y="12064891"/>
              <a:ext cx="19685" cy="24130"/>
            </a:xfrm>
            <a:custGeom>
              <a:avLst/>
              <a:gdLst/>
              <a:ahLst/>
              <a:cxnLst/>
              <a:rect l="l" t="t" r="r" b="b"/>
              <a:pathLst>
                <a:path w="19684" h="24129">
                  <a:moveTo>
                    <a:pt x="19062" y="23511"/>
                  </a:moveTo>
                  <a:lnTo>
                    <a:pt x="18138" y="21076"/>
                  </a:lnTo>
                  <a:lnTo>
                    <a:pt x="14748" y="13219"/>
                  </a:lnTo>
                  <a:lnTo>
                    <a:pt x="9196" y="6243"/>
                  </a:lnTo>
                  <a:lnTo>
                    <a:pt x="2099" y="142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/>
            <p:cNvSpPr/>
            <p:nvPr/>
          </p:nvSpPr>
          <p:spPr>
            <a:xfrm>
              <a:off x="17199352" y="12095203"/>
              <a:ext cx="17145" cy="21590"/>
            </a:xfrm>
            <a:custGeom>
              <a:avLst/>
              <a:gdLst/>
              <a:ahLst/>
              <a:cxnLst/>
              <a:rect l="l" t="t" r="r" b="b"/>
              <a:pathLst>
                <a:path w="17144" h="21590">
                  <a:moveTo>
                    <a:pt x="0" y="0"/>
                  </a:moveTo>
                  <a:lnTo>
                    <a:pt x="1175" y="2519"/>
                  </a:lnTo>
                  <a:lnTo>
                    <a:pt x="4782" y="9338"/>
                  </a:lnTo>
                  <a:lnTo>
                    <a:pt x="8855" y="14756"/>
                  </a:lnTo>
                  <a:lnTo>
                    <a:pt x="14863" y="19648"/>
                  </a:lnTo>
                  <a:lnTo>
                    <a:pt x="17046" y="213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/>
            <p:cNvSpPr/>
            <p:nvPr/>
          </p:nvSpPr>
          <p:spPr>
            <a:xfrm>
              <a:off x="17181885" y="12042219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0" y="30648"/>
                  </a:moveTo>
                  <a:lnTo>
                    <a:pt x="2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/>
            <p:cNvSpPr/>
            <p:nvPr/>
          </p:nvSpPr>
          <p:spPr>
            <a:xfrm>
              <a:off x="17184320" y="12042303"/>
              <a:ext cx="20955" cy="22225"/>
            </a:xfrm>
            <a:custGeom>
              <a:avLst/>
              <a:gdLst/>
              <a:ahLst/>
              <a:cxnLst/>
              <a:rect l="l" t="t" r="r" b="b"/>
              <a:pathLst>
                <a:path w="20955" h="22225">
                  <a:moveTo>
                    <a:pt x="20909" y="21832"/>
                  </a:moveTo>
                  <a:lnTo>
                    <a:pt x="2267" y="117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/>
            <p:cNvSpPr/>
            <p:nvPr/>
          </p:nvSpPr>
          <p:spPr>
            <a:xfrm>
              <a:off x="17181969" y="12072868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20">
                  <a:moveTo>
                    <a:pt x="0" y="0"/>
                  </a:moveTo>
                  <a:lnTo>
                    <a:pt x="1343" y="2351"/>
                  </a:lnTo>
                  <a:lnTo>
                    <a:pt x="5202" y="8751"/>
                  </a:lnTo>
                  <a:lnTo>
                    <a:pt x="10137" y="14057"/>
                  </a:lnTo>
                  <a:lnTo>
                    <a:pt x="16291" y="18305"/>
                  </a:lnTo>
                  <a:lnTo>
                    <a:pt x="18642" y="19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/>
            <p:cNvSpPr/>
            <p:nvPr/>
          </p:nvSpPr>
          <p:spPr>
            <a:xfrm>
              <a:off x="17162739" y="12021227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4" h="31115">
                  <a:moveTo>
                    <a:pt x="0" y="30732"/>
                  </a:moveTo>
                  <a:lnTo>
                    <a:pt x="8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/>
            <p:cNvSpPr/>
            <p:nvPr/>
          </p:nvSpPr>
          <p:spPr>
            <a:xfrm>
              <a:off x="17162739" y="12021227"/>
              <a:ext cx="22860" cy="20320"/>
            </a:xfrm>
            <a:custGeom>
              <a:avLst/>
              <a:gdLst/>
              <a:ahLst/>
              <a:cxnLst/>
              <a:rect l="l" t="t" r="r" b="b"/>
              <a:pathLst>
                <a:path w="22859" h="20320">
                  <a:moveTo>
                    <a:pt x="22589" y="20152"/>
                  </a:moveTo>
                  <a:lnTo>
                    <a:pt x="21329" y="17885"/>
                  </a:lnTo>
                  <a:lnTo>
                    <a:pt x="16740" y="10647"/>
                  </a:lnTo>
                  <a:lnTo>
                    <a:pt x="10092" y="4688"/>
                  </a:lnTo>
                  <a:lnTo>
                    <a:pt x="2351" y="1007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/>
            <p:cNvSpPr/>
            <p:nvPr/>
          </p:nvSpPr>
          <p:spPr>
            <a:xfrm>
              <a:off x="17162822" y="12051875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0" y="0"/>
                  </a:moveTo>
                  <a:lnTo>
                    <a:pt x="1511" y="2351"/>
                  </a:lnTo>
                  <a:lnTo>
                    <a:pt x="5904" y="8364"/>
                  </a:lnTo>
                  <a:lnTo>
                    <a:pt x="11255" y="13323"/>
                  </a:lnTo>
                  <a:lnTo>
                    <a:pt x="17718" y="17045"/>
                  </a:lnTo>
                  <a:lnTo>
                    <a:pt x="20153" y="1838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/>
            <p:cNvSpPr/>
            <p:nvPr/>
          </p:nvSpPr>
          <p:spPr>
            <a:xfrm>
              <a:off x="17088757" y="12063547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0" y="33000"/>
                  </a:moveTo>
                  <a:lnTo>
                    <a:pt x="33841" y="0"/>
                  </a:lnTo>
                  <a:lnTo>
                    <a:pt x="49125" y="157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/>
            <p:cNvSpPr/>
            <p:nvPr/>
          </p:nvSpPr>
          <p:spPr>
            <a:xfrm>
              <a:off x="17106475" y="12079249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59">
                  <a:moveTo>
                    <a:pt x="0" y="0"/>
                  </a:moveTo>
                  <a:lnTo>
                    <a:pt x="9405" y="97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/>
            <p:cNvSpPr/>
            <p:nvPr/>
          </p:nvSpPr>
          <p:spPr>
            <a:xfrm>
              <a:off x="17088757" y="12096547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0"/>
                  </a:moveTo>
                  <a:lnTo>
                    <a:pt x="15283" y="15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/>
            <p:cNvSpPr/>
            <p:nvPr/>
          </p:nvSpPr>
          <p:spPr>
            <a:xfrm>
              <a:off x="17139562" y="12001998"/>
              <a:ext cx="2540" cy="31115"/>
            </a:xfrm>
            <a:custGeom>
              <a:avLst/>
              <a:gdLst/>
              <a:ahLst/>
              <a:cxnLst/>
              <a:rect l="l" t="t" r="r" b="b"/>
              <a:pathLst>
                <a:path w="2540" h="31115">
                  <a:moveTo>
                    <a:pt x="2435" y="306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/>
            <p:cNvSpPr/>
            <p:nvPr/>
          </p:nvSpPr>
          <p:spPr>
            <a:xfrm>
              <a:off x="17114957" y="11984699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79">
                  <a:moveTo>
                    <a:pt x="4786" y="303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/>
            <p:cNvSpPr/>
            <p:nvPr/>
          </p:nvSpPr>
          <p:spPr>
            <a:xfrm>
              <a:off x="17114957" y="11984699"/>
              <a:ext cx="26034" cy="16510"/>
            </a:xfrm>
            <a:custGeom>
              <a:avLst/>
              <a:gdLst/>
              <a:ahLst/>
              <a:cxnLst/>
              <a:rect l="l" t="t" r="r" b="b"/>
              <a:pathLst>
                <a:path w="26034" h="16509">
                  <a:moveTo>
                    <a:pt x="25444" y="16290"/>
                  </a:moveTo>
                  <a:lnTo>
                    <a:pt x="23848" y="14358"/>
                  </a:lnTo>
                  <a:lnTo>
                    <a:pt x="18244" y="7891"/>
                  </a:lnTo>
                  <a:lnTo>
                    <a:pt x="10752" y="3031"/>
                  </a:lnTo>
                  <a:lnTo>
                    <a:pt x="2519" y="671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/>
            <p:cNvSpPr/>
            <p:nvPr/>
          </p:nvSpPr>
          <p:spPr>
            <a:xfrm>
              <a:off x="17119744" y="12015012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0"/>
                  </a:moveTo>
                  <a:lnTo>
                    <a:pt x="1931" y="2015"/>
                  </a:lnTo>
                  <a:lnTo>
                    <a:pt x="7280" y="7434"/>
                  </a:lnTo>
                  <a:lnTo>
                    <a:pt x="13181" y="11200"/>
                  </a:lnTo>
                  <a:lnTo>
                    <a:pt x="20237" y="14022"/>
                  </a:lnTo>
                  <a:lnTo>
                    <a:pt x="22841" y="149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/>
            <p:cNvSpPr/>
            <p:nvPr/>
          </p:nvSpPr>
          <p:spPr>
            <a:xfrm>
              <a:off x="17089008" y="11969333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19" h="30479">
                  <a:moveTo>
                    <a:pt x="7221" y="2989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/>
            <p:cNvSpPr/>
            <p:nvPr/>
          </p:nvSpPr>
          <p:spPr>
            <a:xfrm>
              <a:off x="17089008" y="11969333"/>
              <a:ext cx="27305" cy="14604"/>
            </a:xfrm>
            <a:custGeom>
              <a:avLst/>
              <a:gdLst/>
              <a:ahLst/>
              <a:cxnLst/>
              <a:rect l="l" t="t" r="r" b="b"/>
              <a:pathLst>
                <a:path w="27305" h="14604">
                  <a:moveTo>
                    <a:pt x="26703" y="14274"/>
                  </a:moveTo>
                  <a:lnTo>
                    <a:pt x="24856" y="12427"/>
                  </a:lnTo>
                  <a:lnTo>
                    <a:pt x="19112" y="6499"/>
                  </a:lnTo>
                  <a:lnTo>
                    <a:pt x="10572" y="2086"/>
                  </a:lnTo>
                  <a:lnTo>
                    <a:pt x="2519" y="41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/>
            <p:cNvSpPr/>
            <p:nvPr/>
          </p:nvSpPr>
          <p:spPr>
            <a:xfrm>
              <a:off x="17096231" y="11999226"/>
              <a:ext cx="24130" cy="13335"/>
            </a:xfrm>
            <a:custGeom>
              <a:avLst/>
              <a:gdLst/>
              <a:ahLst/>
              <a:cxnLst/>
              <a:rect l="l" t="t" r="r" b="b"/>
              <a:pathLst>
                <a:path w="24130" h="13334">
                  <a:moveTo>
                    <a:pt x="0" y="0"/>
                  </a:moveTo>
                  <a:lnTo>
                    <a:pt x="2939" y="2603"/>
                  </a:lnTo>
                  <a:lnTo>
                    <a:pt x="7899" y="6683"/>
                  </a:lnTo>
                  <a:lnTo>
                    <a:pt x="14041" y="10038"/>
                  </a:lnTo>
                  <a:lnTo>
                    <a:pt x="20153" y="12007"/>
                  </a:lnTo>
                  <a:lnTo>
                    <a:pt x="23932" y="130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/>
            <p:cNvSpPr/>
            <p:nvPr/>
          </p:nvSpPr>
          <p:spPr>
            <a:xfrm>
              <a:off x="17110002" y="12086639"/>
              <a:ext cx="52069" cy="48895"/>
            </a:xfrm>
            <a:custGeom>
              <a:avLst/>
              <a:gdLst/>
              <a:ahLst/>
              <a:cxnLst/>
              <a:rect l="l" t="t" r="r" b="b"/>
              <a:pathLst>
                <a:path w="52069" h="48895">
                  <a:moveTo>
                    <a:pt x="0" y="30229"/>
                  </a:moveTo>
                  <a:lnTo>
                    <a:pt x="36361" y="0"/>
                  </a:lnTo>
                  <a:lnTo>
                    <a:pt x="15115" y="48450"/>
                  </a:lnTo>
                  <a:lnTo>
                    <a:pt x="51476" y="1822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/>
            <p:cNvSpPr/>
            <p:nvPr/>
          </p:nvSpPr>
          <p:spPr>
            <a:xfrm>
              <a:off x="17134691" y="12120562"/>
              <a:ext cx="43815" cy="35560"/>
            </a:xfrm>
            <a:custGeom>
              <a:avLst/>
              <a:gdLst/>
              <a:ahLst/>
              <a:cxnLst/>
              <a:rect l="l" t="t" r="r" b="b"/>
              <a:pathLst>
                <a:path w="43815" h="35559">
                  <a:moveTo>
                    <a:pt x="38544" y="20908"/>
                  </a:moveTo>
                  <a:lnTo>
                    <a:pt x="41399" y="17045"/>
                  </a:lnTo>
                  <a:lnTo>
                    <a:pt x="43330" y="11755"/>
                  </a:lnTo>
                  <a:lnTo>
                    <a:pt x="43330" y="7725"/>
                  </a:lnTo>
                  <a:lnTo>
                    <a:pt x="39720" y="2015"/>
                  </a:lnTo>
                  <a:lnTo>
                    <a:pt x="35941" y="419"/>
                  </a:lnTo>
                  <a:lnTo>
                    <a:pt x="30314" y="0"/>
                  </a:lnTo>
                  <a:lnTo>
                    <a:pt x="25612" y="1091"/>
                  </a:lnTo>
                  <a:lnTo>
                    <a:pt x="0" y="27793"/>
                  </a:lnTo>
                  <a:lnTo>
                    <a:pt x="3694" y="33419"/>
                  </a:lnTo>
                  <a:lnTo>
                    <a:pt x="7389" y="35015"/>
                  </a:lnTo>
                  <a:lnTo>
                    <a:pt x="13016" y="35435"/>
                  </a:lnTo>
                  <a:lnTo>
                    <a:pt x="17718" y="34427"/>
                  </a:lnTo>
                  <a:lnTo>
                    <a:pt x="23428" y="30732"/>
                  </a:lnTo>
                  <a:lnTo>
                    <a:pt x="18810" y="235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/>
            <p:cNvSpPr/>
            <p:nvPr/>
          </p:nvSpPr>
          <p:spPr>
            <a:xfrm>
              <a:off x="17139562" y="12001998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30" h="18415">
                  <a:moveTo>
                    <a:pt x="24100" y="18305"/>
                  </a:moveTo>
                  <a:lnTo>
                    <a:pt x="2435" y="839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5" name="object 565"/>
            <p:cNvSpPr/>
            <p:nvPr/>
          </p:nvSpPr>
          <p:spPr>
            <a:xfrm>
              <a:off x="17141997" y="12032646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0" y="0"/>
                  </a:moveTo>
                  <a:lnTo>
                    <a:pt x="1763" y="2183"/>
                  </a:lnTo>
                  <a:lnTo>
                    <a:pt x="6260" y="7600"/>
                  </a:lnTo>
                  <a:lnTo>
                    <a:pt x="12652" y="12602"/>
                  </a:lnTo>
                  <a:lnTo>
                    <a:pt x="19062" y="15534"/>
                  </a:lnTo>
                  <a:lnTo>
                    <a:pt x="21581" y="166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6" name="object 566"/>
            <p:cNvSpPr/>
            <p:nvPr/>
          </p:nvSpPr>
          <p:spPr>
            <a:xfrm>
              <a:off x="17263928" y="12169097"/>
              <a:ext cx="11430" cy="28575"/>
            </a:xfrm>
            <a:custGeom>
              <a:avLst/>
              <a:gdLst/>
              <a:ahLst/>
              <a:cxnLst/>
              <a:rect l="l" t="t" r="r" b="b"/>
              <a:pathLst>
                <a:path w="11430" h="28575">
                  <a:moveTo>
                    <a:pt x="10832" y="28297"/>
                  </a:moveTo>
                  <a:lnTo>
                    <a:pt x="10664" y="25694"/>
                  </a:lnTo>
                  <a:lnTo>
                    <a:pt x="9976" y="16821"/>
                  </a:lnTo>
                  <a:lnTo>
                    <a:pt x="6957" y="9154"/>
                  </a:lnTo>
                  <a:lnTo>
                    <a:pt x="1679" y="2015"/>
                  </a:ln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7" name="object 567"/>
            <p:cNvSpPr/>
            <p:nvPr/>
          </p:nvSpPr>
          <p:spPr>
            <a:xfrm>
              <a:off x="16591953" y="12339057"/>
              <a:ext cx="636905" cy="53340"/>
            </a:xfrm>
            <a:custGeom>
              <a:avLst/>
              <a:gdLst/>
              <a:ahLst/>
              <a:cxnLst/>
              <a:rect l="l" t="t" r="r" b="b"/>
              <a:pathLst>
                <a:path w="636905" h="53340">
                  <a:moveTo>
                    <a:pt x="48958" y="9829"/>
                  </a:moveTo>
                  <a:lnTo>
                    <a:pt x="30264" y="15925"/>
                  </a:lnTo>
                  <a:lnTo>
                    <a:pt x="18732" y="0"/>
                  </a:lnTo>
                  <a:lnTo>
                    <a:pt x="18732" y="19685"/>
                  </a:lnTo>
                  <a:lnTo>
                    <a:pt x="0" y="25781"/>
                  </a:lnTo>
                  <a:lnTo>
                    <a:pt x="18732" y="31826"/>
                  </a:lnTo>
                  <a:lnTo>
                    <a:pt x="18732" y="51562"/>
                  </a:lnTo>
                  <a:lnTo>
                    <a:pt x="30238" y="35598"/>
                  </a:lnTo>
                  <a:lnTo>
                    <a:pt x="48958" y="41732"/>
                  </a:lnTo>
                  <a:lnTo>
                    <a:pt x="37414" y="25793"/>
                  </a:lnTo>
                  <a:lnTo>
                    <a:pt x="48958" y="9829"/>
                  </a:lnTo>
                  <a:close/>
                </a:path>
                <a:path w="636905" h="53340">
                  <a:moveTo>
                    <a:pt x="636447" y="27203"/>
                  </a:moveTo>
                  <a:lnTo>
                    <a:pt x="617728" y="21120"/>
                  </a:lnTo>
                  <a:lnTo>
                    <a:pt x="617728" y="1422"/>
                  </a:lnTo>
                  <a:lnTo>
                    <a:pt x="606132" y="17348"/>
                  </a:lnTo>
                  <a:lnTo>
                    <a:pt x="587413" y="11252"/>
                  </a:lnTo>
                  <a:lnTo>
                    <a:pt x="598970" y="27190"/>
                  </a:lnTo>
                  <a:lnTo>
                    <a:pt x="587413" y="43078"/>
                  </a:lnTo>
                  <a:lnTo>
                    <a:pt x="606132" y="37033"/>
                  </a:lnTo>
                  <a:lnTo>
                    <a:pt x="608342" y="30226"/>
                  </a:lnTo>
                  <a:lnTo>
                    <a:pt x="606132" y="37033"/>
                  </a:lnTo>
                  <a:lnTo>
                    <a:pt x="617728" y="52984"/>
                  </a:lnTo>
                  <a:lnTo>
                    <a:pt x="617728" y="33248"/>
                  </a:lnTo>
                  <a:lnTo>
                    <a:pt x="636447" y="272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/>
            <p:cNvSpPr/>
            <p:nvPr/>
          </p:nvSpPr>
          <p:spPr>
            <a:xfrm>
              <a:off x="17124026" y="12456692"/>
              <a:ext cx="52705" cy="46990"/>
            </a:xfrm>
            <a:custGeom>
              <a:avLst/>
              <a:gdLst/>
              <a:ahLst/>
              <a:cxnLst/>
              <a:rect l="l" t="t" r="r" b="b"/>
              <a:pathLst>
                <a:path w="52705" h="46990">
                  <a:moveTo>
                    <a:pt x="38796" y="46435"/>
                  </a:moveTo>
                  <a:lnTo>
                    <a:pt x="0" y="19396"/>
                  </a:lnTo>
                  <a:lnTo>
                    <a:pt x="52316" y="27038"/>
                  </a:lnTo>
                  <a:lnTo>
                    <a:pt x="1351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/>
            <p:cNvSpPr/>
            <p:nvPr/>
          </p:nvSpPr>
          <p:spPr>
            <a:xfrm>
              <a:off x="17146448" y="12443761"/>
              <a:ext cx="42545" cy="21590"/>
            </a:xfrm>
            <a:custGeom>
              <a:avLst/>
              <a:gdLst/>
              <a:ahLst/>
              <a:cxnLst/>
              <a:rect l="l" t="t" r="r" b="b"/>
              <a:pathLst>
                <a:path w="42544" h="21590">
                  <a:moveTo>
                    <a:pt x="0" y="0"/>
                  </a:moveTo>
                  <a:lnTo>
                    <a:pt x="42239" y="212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/>
            <p:cNvSpPr/>
            <p:nvPr/>
          </p:nvSpPr>
          <p:spPr>
            <a:xfrm>
              <a:off x="17097239" y="12491540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20">
                  <a:moveTo>
                    <a:pt x="34513" y="45595"/>
                  </a:moveTo>
                  <a:lnTo>
                    <a:pt x="0" y="13267"/>
                  </a:lnTo>
                  <a:lnTo>
                    <a:pt x="10412" y="2183"/>
                  </a:lnTo>
                  <a:lnTo>
                    <a:pt x="15535" y="0"/>
                  </a:lnTo>
                  <a:lnTo>
                    <a:pt x="16459" y="2863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/>
            <p:cNvSpPr/>
            <p:nvPr/>
          </p:nvSpPr>
          <p:spPr>
            <a:xfrm>
              <a:off x="17121760" y="12511608"/>
              <a:ext cx="26670" cy="8255"/>
            </a:xfrm>
            <a:custGeom>
              <a:avLst/>
              <a:gdLst/>
              <a:ahLst/>
              <a:cxnLst/>
              <a:rect l="l" t="t" r="r" b="b"/>
              <a:pathLst>
                <a:path w="26669" h="8254">
                  <a:moveTo>
                    <a:pt x="0" y="0"/>
                  </a:moveTo>
                  <a:lnTo>
                    <a:pt x="26200" y="822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/>
            <p:cNvSpPr/>
            <p:nvPr/>
          </p:nvSpPr>
          <p:spPr>
            <a:xfrm>
              <a:off x="17071961" y="12519670"/>
              <a:ext cx="37465" cy="41910"/>
            </a:xfrm>
            <a:custGeom>
              <a:avLst/>
              <a:gdLst/>
              <a:ahLst/>
              <a:cxnLst/>
              <a:rect l="l" t="t" r="r" b="b"/>
              <a:pathLst>
                <a:path w="37465" h="41909">
                  <a:moveTo>
                    <a:pt x="1259" y="4534"/>
                  </a:moveTo>
                  <a:lnTo>
                    <a:pt x="0" y="8396"/>
                  </a:lnTo>
                  <a:lnTo>
                    <a:pt x="251" y="14022"/>
                  </a:lnTo>
                  <a:lnTo>
                    <a:pt x="1679" y="18641"/>
                  </a:lnTo>
                  <a:lnTo>
                    <a:pt x="26787" y="41816"/>
                  </a:lnTo>
                  <a:lnTo>
                    <a:pt x="30818" y="41480"/>
                  </a:lnTo>
                  <a:lnTo>
                    <a:pt x="36109" y="37198"/>
                  </a:lnTo>
                  <a:lnTo>
                    <a:pt x="37368" y="33335"/>
                  </a:lnTo>
                  <a:lnTo>
                    <a:pt x="37200" y="27709"/>
                  </a:lnTo>
                  <a:lnTo>
                    <a:pt x="10580" y="0"/>
                  </a:lnTo>
                  <a:lnTo>
                    <a:pt x="6550" y="335"/>
                  </a:lnTo>
                  <a:lnTo>
                    <a:pt x="1259" y="453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/>
            <p:cNvSpPr/>
            <p:nvPr/>
          </p:nvSpPr>
          <p:spPr>
            <a:xfrm>
              <a:off x="17032830" y="12538395"/>
              <a:ext cx="24130" cy="52069"/>
            </a:xfrm>
            <a:custGeom>
              <a:avLst/>
              <a:gdLst/>
              <a:ahLst/>
              <a:cxnLst/>
              <a:rect l="l" t="t" r="r" b="b"/>
              <a:pathLst>
                <a:path w="24130" h="52070">
                  <a:moveTo>
                    <a:pt x="24016" y="51893"/>
                  </a:moveTo>
                  <a:lnTo>
                    <a:pt x="0" y="11167"/>
                  </a:lnTo>
                  <a:lnTo>
                    <a:pt x="1889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/>
            <p:cNvSpPr/>
            <p:nvPr/>
          </p:nvSpPr>
          <p:spPr>
            <a:xfrm>
              <a:off x="17044250" y="12562074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0" y="6885"/>
                  </a:moveTo>
                  <a:lnTo>
                    <a:pt x="1167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/>
            <p:cNvSpPr/>
            <p:nvPr/>
          </p:nvSpPr>
          <p:spPr>
            <a:xfrm>
              <a:off x="17012928" y="12558547"/>
              <a:ext cx="20955" cy="42545"/>
            </a:xfrm>
            <a:custGeom>
              <a:avLst/>
              <a:gdLst/>
              <a:ahLst/>
              <a:cxnLst/>
              <a:rect l="l" t="t" r="r" b="b"/>
              <a:pathLst>
                <a:path w="20955" h="42545">
                  <a:moveTo>
                    <a:pt x="0" y="0"/>
                  </a:moveTo>
                  <a:lnTo>
                    <a:pt x="20741" y="42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/>
            <p:cNvSpPr/>
            <p:nvPr/>
          </p:nvSpPr>
          <p:spPr>
            <a:xfrm>
              <a:off x="16975559" y="12570723"/>
              <a:ext cx="34290" cy="45085"/>
            </a:xfrm>
            <a:custGeom>
              <a:avLst/>
              <a:gdLst/>
              <a:ahLst/>
              <a:cxnLst/>
              <a:rect l="l" t="t" r="r" b="b"/>
              <a:pathLst>
                <a:path w="34290" h="45084">
                  <a:moveTo>
                    <a:pt x="0" y="0"/>
                  </a:moveTo>
                  <a:lnTo>
                    <a:pt x="14443" y="45007"/>
                  </a:lnTo>
                  <a:lnTo>
                    <a:pt x="33757" y="387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/>
            <p:cNvSpPr/>
            <p:nvPr/>
          </p:nvSpPr>
          <p:spPr>
            <a:xfrm>
              <a:off x="16939701" y="12575929"/>
              <a:ext cx="27305" cy="48895"/>
            </a:xfrm>
            <a:custGeom>
              <a:avLst/>
              <a:gdLst/>
              <a:ahLst/>
              <a:cxnLst/>
              <a:rect l="l" t="t" r="r" b="b"/>
              <a:pathLst>
                <a:path w="27305" h="48895">
                  <a:moveTo>
                    <a:pt x="0" y="48870"/>
                  </a:moveTo>
                  <a:lnTo>
                    <a:pt x="5458" y="0"/>
                  </a:lnTo>
                  <a:lnTo>
                    <a:pt x="26703" y="443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/>
            <p:cNvSpPr/>
            <p:nvPr/>
          </p:nvSpPr>
          <p:spPr>
            <a:xfrm>
              <a:off x="16942053" y="12605654"/>
              <a:ext cx="17145" cy="3175"/>
            </a:xfrm>
            <a:custGeom>
              <a:avLst/>
              <a:gdLst/>
              <a:ahLst/>
              <a:cxnLst/>
              <a:rect l="l" t="t" r="r" b="b"/>
              <a:pathLst>
                <a:path w="17144" h="3175">
                  <a:moveTo>
                    <a:pt x="0" y="2770"/>
                  </a:moveTo>
                  <a:lnTo>
                    <a:pt x="1671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/>
            <p:cNvSpPr/>
            <p:nvPr/>
          </p:nvSpPr>
          <p:spPr>
            <a:xfrm>
              <a:off x="16896287" y="12578113"/>
              <a:ext cx="26034" cy="47625"/>
            </a:xfrm>
            <a:custGeom>
              <a:avLst/>
              <a:gdLst/>
              <a:ahLst/>
              <a:cxnLst/>
              <a:rect l="l" t="t" r="r" b="b"/>
              <a:pathLst>
                <a:path w="26034" h="47625">
                  <a:moveTo>
                    <a:pt x="25108" y="11000"/>
                  </a:moveTo>
                  <a:lnTo>
                    <a:pt x="23344" y="6549"/>
                  </a:lnTo>
                  <a:lnTo>
                    <a:pt x="19818" y="2099"/>
                  </a:lnTo>
                  <a:lnTo>
                    <a:pt x="16375" y="0"/>
                  </a:lnTo>
                  <a:lnTo>
                    <a:pt x="9657" y="167"/>
                  </a:lnTo>
                  <a:lnTo>
                    <a:pt x="6298" y="2519"/>
                  </a:lnTo>
                  <a:lnTo>
                    <a:pt x="3107" y="7053"/>
                  </a:lnTo>
                  <a:lnTo>
                    <a:pt x="1511" y="11587"/>
                  </a:lnTo>
                  <a:lnTo>
                    <a:pt x="0" y="18389"/>
                  </a:lnTo>
                  <a:lnTo>
                    <a:pt x="251" y="29641"/>
                  </a:lnTo>
                  <a:lnTo>
                    <a:pt x="2099" y="36358"/>
                  </a:lnTo>
                  <a:lnTo>
                    <a:pt x="3946" y="40809"/>
                  </a:lnTo>
                  <a:lnTo>
                    <a:pt x="7473" y="45259"/>
                  </a:lnTo>
                  <a:lnTo>
                    <a:pt x="10832" y="47442"/>
                  </a:lnTo>
                  <a:lnTo>
                    <a:pt x="17634" y="47274"/>
                  </a:lnTo>
                  <a:lnTo>
                    <a:pt x="20909" y="44923"/>
                  </a:lnTo>
                  <a:lnTo>
                    <a:pt x="24184" y="40305"/>
                  </a:lnTo>
                  <a:lnTo>
                    <a:pt x="25780" y="3577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/>
            <p:cNvSpPr/>
            <p:nvPr/>
          </p:nvSpPr>
          <p:spPr>
            <a:xfrm>
              <a:off x="16615391" y="12410342"/>
              <a:ext cx="46355" cy="36195"/>
            </a:xfrm>
            <a:custGeom>
              <a:avLst/>
              <a:gdLst/>
              <a:ahLst/>
              <a:cxnLst/>
              <a:rect l="l" t="t" r="r" b="b"/>
              <a:pathLst>
                <a:path w="46355" h="36195">
                  <a:moveTo>
                    <a:pt x="43246" y="21160"/>
                  </a:moveTo>
                  <a:lnTo>
                    <a:pt x="45850" y="16122"/>
                  </a:lnTo>
                  <a:lnTo>
                    <a:pt x="45598" y="10580"/>
                  </a:lnTo>
                  <a:lnTo>
                    <a:pt x="42575" y="4534"/>
                  </a:lnTo>
                  <a:lnTo>
                    <a:pt x="38292" y="1007"/>
                  </a:lnTo>
                  <a:lnTo>
                    <a:pt x="32750" y="0"/>
                  </a:lnTo>
                  <a:lnTo>
                    <a:pt x="28719" y="2015"/>
                  </a:lnTo>
                  <a:lnTo>
                    <a:pt x="25444" y="5458"/>
                  </a:lnTo>
                  <a:lnTo>
                    <a:pt x="24184" y="7977"/>
                  </a:lnTo>
                  <a:lnTo>
                    <a:pt x="23680" y="12007"/>
                  </a:lnTo>
                  <a:lnTo>
                    <a:pt x="24184" y="23091"/>
                  </a:lnTo>
                  <a:lnTo>
                    <a:pt x="23680" y="27122"/>
                  </a:lnTo>
                  <a:lnTo>
                    <a:pt x="22421" y="29641"/>
                  </a:lnTo>
                  <a:lnTo>
                    <a:pt x="19062" y="33167"/>
                  </a:lnTo>
                  <a:lnTo>
                    <a:pt x="13016" y="36190"/>
                  </a:lnTo>
                  <a:lnTo>
                    <a:pt x="7557" y="35183"/>
                  </a:lnTo>
                  <a:lnTo>
                    <a:pt x="3275" y="31656"/>
                  </a:lnTo>
                  <a:lnTo>
                    <a:pt x="251" y="25610"/>
                  </a:lnTo>
                  <a:lnTo>
                    <a:pt x="0" y="20068"/>
                  </a:lnTo>
                  <a:lnTo>
                    <a:pt x="2519" y="150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/>
            <p:cNvSpPr/>
            <p:nvPr/>
          </p:nvSpPr>
          <p:spPr>
            <a:xfrm>
              <a:off x="16637476" y="12449471"/>
              <a:ext cx="39370" cy="27305"/>
            </a:xfrm>
            <a:custGeom>
              <a:avLst/>
              <a:gdLst/>
              <a:ahLst/>
              <a:cxnLst/>
              <a:rect l="l" t="t" r="r" b="b"/>
              <a:pathLst>
                <a:path w="39369" h="27304">
                  <a:moveTo>
                    <a:pt x="38880" y="0"/>
                  </a:moveTo>
                  <a:lnTo>
                    <a:pt x="0" y="269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/>
            <p:cNvSpPr/>
            <p:nvPr/>
          </p:nvSpPr>
          <p:spPr>
            <a:xfrm>
              <a:off x="16669639" y="12439814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0" y="0"/>
                  </a:moveTo>
                  <a:lnTo>
                    <a:pt x="13519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/>
            <p:cNvSpPr/>
            <p:nvPr/>
          </p:nvSpPr>
          <p:spPr>
            <a:xfrm>
              <a:off x="16656875" y="12482387"/>
              <a:ext cx="44450" cy="42545"/>
            </a:xfrm>
            <a:custGeom>
              <a:avLst/>
              <a:gdLst/>
              <a:ahLst/>
              <a:cxnLst/>
              <a:rect l="l" t="t" r="r" b="b"/>
              <a:pathLst>
                <a:path w="44450" h="42545">
                  <a:moveTo>
                    <a:pt x="0" y="22335"/>
                  </a:moveTo>
                  <a:lnTo>
                    <a:pt x="43834" y="0"/>
                  </a:lnTo>
                  <a:lnTo>
                    <a:pt x="18390" y="4206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/>
            <p:cNvSpPr/>
            <p:nvPr/>
          </p:nvSpPr>
          <p:spPr>
            <a:xfrm>
              <a:off x="16671907" y="12497670"/>
              <a:ext cx="12065" cy="12700"/>
            </a:xfrm>
            <a:custGeom>
              <a:avLst/>
              <a:gdLst/>
              <a:ahLst/>
              <a:cxnLst/>
              <a:rect l="l" t="t" r="r" b="b"/>
              <a:pathLst>
                <a:path w="12065" h="12700">
                  <a:moveTo>
                    <a:pt x="0" y="0"/>
                  </a:moveTo>
                  <a:lnTo>
                    <a:pt x="11504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/>
            <p:cNvSpPr/>
            <p:nvPr/>
          </p:nvSpPr>
          <p:spPr>
            <a:xfrm>
              <a:off x="16697350" y="12509257"/>
              <a:ext cx="29845" cy="36830"/>
            </a:xfrm>
            <a:custGeom>
              <a:avLst/>
              <a:gdLst/>
              <a:ahLst/>
              <a:cxnLst/>
              <a:rect l="l" t="t" r="r" b="b"/>
              <a:pathLst>
                <a:path w="29844" h="36829">
                  <a:moveTo>
                    <a:pt x="29727" y="0"/>
                  </a:moveTo>
                  <a:lnTo>
                    <a:pt x="0" y="3677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/>
            <p:cNvSpPr/>
            <p:nvPr/>
          </p:nvSpPr>
          <p:spPr>
            <a:xfrm>
              <a:off x="16717840" y="12501784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0" y="0"/>
                  </a:moveTo>
                  <a:lnTo>
                    <a:pt x="18390" y="14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/>
            <p:cNvSpPr/>
            <p:nvPr/>
          </p:nvSpPr>
          <p:spPr>
            <a:xfrm>
              <a:off x="16711627" y="12519166"/>
              <a:ext cx="45085" cy="39370"/>
            </a:xfrm>
            <a:custGeom>
              <a:avLst/>
              <a:gdLst/>
              <a:ahLst/>
              <a:cxnLst/>
              <a:rect l="l" t="t" r="r" b="b"/>
              <a:pathLst>
                <a:path w="45084" h="39370">
                  <a:moveTo>
                    <a:pt x="0" y="39045"/>
                  </a:moveTo>
                  <a:lnTo>
                    <a:pt x="26703" y="0"/>
                  </a:lnTo>
                  <a:lnTo>
                    <a:pt x="44842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/>
            <p:cNvSpPr/>
            <p:nvPr/>
          </p:nvSpPr>
          <p:spPr>
            <a:xfrm>
              <a:off x="16725651" y="12537807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0" y="0"/>
                  </a:moveTo>
                  <a:lnTo>
                    <a:pt x="11168" y="75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/>
            <p:cNvSpPr/>
            <p:nvPr/>
          </p:nvSpPr>
          <p:spPr>
            <a:xfrm>
              <a:off x="16711627" y="12558212"/>
              <a:ext cx="18415" cy="12700"/>
            </a:xfrm>
            <a:custGeom>
              <a:avLst/>
              <a:gdLst/>
              <a:ahLst/>
              <a:cxnLst/>
              <a:rect l="l" t="t" r="r" b="b"/>
              <a:pathLst>
                <a:path w="18415" h="12700">
                  <a:moveTo>
                    <a:pt x="0" y="0"/>
                  </a:moveTo>
                  <a:lnTo>
                    <a:pt x="18138" y="1242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/>
            <p:cNvSpPr/>
            <p:nvPr/>
          </p:nvSpPr>
          <p:spPr>
            <a:xfrm>
              <a:off x="16781241" y="12556364"/>
              <a:ext cx="31115" cy="46990"/>
            </a:xfrm>
            <a:custGeom>
              <a:avLst/>
              <a:gdLst/>
              <a:ahLst/>
              <a:cxnLst/>
              <a:rect l="l" t="t" r="r" b="b"/>
              <a:pathLst>
                <a:path w="31115" h="46990">
                  <a:moveTo>
                    <a:pt x="20657" y="0"/>
                  </a:moveTo>
                  <a:lnTo>
                    <a:pt x="0" y="30732"/>
                  </a:lnTo>
                  <a:lnTo>
                    <a:pt x="0" y="35519"/>
                  </a:lnTo>
                  <a:lnTo>
                    <a:pt x="1511" y="40977"/>
                  </a:lnTo>
                  <a:lnTo>
                    <a:pt x="3862" y="44251"/>
                  </a:lnTo>
                  <a:lnTo>
                    <a:pt x="10244" y="46603"/>
                  </a:lnTo>
                  <a:lnTo>
                    <a:pt x="14191" y="45763"/>
                  </a:lnTo>
                  <a:lnTo>
                    <a:pt x="30902" y="15954"/>
                  </a:lnTo>
                  <a:lnTo>
                    <a:pt x="30902" y="11167"/>
                  </a:lnTo>
                  <a:lnTo>
                    <a:pt x="29391" y="5709"/>
                  </a:lnTo>
                  <a:lnTo>
                    <a:pt x="27039" y="2435"/>
                  </a:lnTo>
                  <a:lnTo>
                    <a:pt x="206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/>
            <p:cNvSpPr/>
            <p:nvPr/>
          </p:nvSpPr>
          <p:spPr>
            <a:xfrm>
              <a:off x="16820541" y="12567280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4">
                  <a:moveTo>
                    <a:pt x="0" y="46183"/>
                  </a:moveTo>
                  <a:lnTo>
                    <a:pt x="10328" y="0"/>
                  </a:lnTo>
                  <a:lnTo>
                    <a:pt x="31742" y="478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/>
            <p:cNvSpPr/>
            <p:nvPr/>
          </p:nvSpPr>
          <p:spPr>
            <a:xfrm>
              <a:off x="16825916" y="12589280"/>
              <a:ext cx="13335" cy="3175"/>
            </a:xfrm>
            <a:custGeom>
              <a:avLst/>
              <a:gdLst/>
              <a:ahLst/>
              <a:cxnLst/>
              <a:rect l="l" t="t" r="r" b="b"/>
              <a:pathLst>
                <a:path w="13334" h="3175">
                  <a:moveTo>
                    <a:pt x="0" y="0"/>
                  </a:moveTo>
                  <a:lnTo>
                    <a:pt x="13184" y="293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/>
            <p:cNvSpPr/>
            <p:nvPr/>
          </p:nvSpPr>
          <p:spPr>
            <a:xfrm>
              <a:off x="17157953" y="12421173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4" h="31115">
                  <a:moveTo>
                    <a:pt x="38208" y="31068"/>
                  </a:moveTo>
                  <a:lnTo>
                    <a:pt x="0" y="0"/>
                  </a:lnTo>
                  <a:lnTo>
                    <a:pt x="48789" y="62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/>
            <p:cNvSpPr/>
            <p:nvPr/>
          </p:nvSpPr>
          <p:spPr>
            <a:xfrm>
              <a:off x="17183649" y="12425876"/>
              <a:ext cx="6985" cy="15875"/>
            </a:xfrm>
            <a:custGeom>
              <a:avLst/>
              <a:gdLst/>
              <a:ahLst/>
              <a:cxnLst/>
              <a:rect l="l" t="t" r="r" b="b"/>
              <a:pathLst>
                <a:path w="6984" h="15875">
                  <a:moveTo>
                    <a:pt x="0" y="15450"/>
                  </a:moveTo>
                  <a:lnTo>
                    <a:pt x="663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/>
            <p:cNvSpPr/>
            <p:nvPr/>
          </p:nvSpPr>
          <p:spPr>
            <a:xfrm>
              <a:off x="16887965" y="12063721"/>
              <a:ext cx="24130" cy="5080"/>
            </a:xfrm>
            <a:custGeom>
              <a:avLst/>
              <a:gdLst/>
              <a:ahLst/>
              <a:cxnLst/>
              <a:rect l="l" t="t" r="r" b="b"/>
              <a:pathLst>
                <a:path w="24130" h="5079">
                  <a:moveTo>
                    <a:pt x="2108" y="1092"/>
                  </a:moveTo>
                  <a:lnTo>
                    <a:pt x="1765" y="927"/>
                  </a:lnTo>
                  <a:lnTo>
                    <a:pt x="1257" y="838"/>
                  </a:lnTo>
                  <a:lnTo>
                    <a:pt x="838" y="838"/>
                  </a:lnTo>
                  <a:lnTo>
                    <a:pt x="419" y="927"/>
                  </a:lnTo>
                  <a:lnTo>
                    <a:pt x="0" y="1092"/>
                  </a:lnTo>
                  <a:lnTo>
                    <a:pt x="2108" y="1092"/>
                  </a:lnTo>
                  <a:close/>
                </a:path>
                <a:path w="24130" h="5079">
                  <a:moveTo>
                    <a:pt x="23761" y="1841"/>
                  </a:moveTo>
                  <a:lnTo>
                    <a:pt x="23596" y="1422"/>
                  </a:lnTo>
                  <a:lnTo>
                    <a:pt x="23431" y="1003"/>
                  </a:lnTo>
                  <a:lnTo>
                    <a:pt x="23177" y="673"/>
                  </a:lnTo>
                  <a:lnTo>
                    <a:pt x="22847" y="419"/>
                  </a:lnTo>
                  <a:lnTo>
                    <a:pt x="22504" y="165"/>
                  </a:lnTo>
                  <a:lnTo>
                    <a:pt x="22085" y="88"/>
                  </a:lnTo>
                  <a:lnTo>
                    <a:pt x="21666" y="0"/>
                  </a:lnTo>
                  <a:lnTo>
                    <a:pt x="21247" y="0"/>
                  </a:lnTo>
                  <a:lnTo>
                    <a:pt x="20916" y="88"/>
                  </a:lnTo>
                  <a:lnTo>
                    <a:pt x="19405" y="1422"/>
                  </a:lnTo>
                  <a:lnTo>
                    <a:pt x="19227" y="1841"/>
                  </a:lnTo>
                  <a:lnTo>
                    <a:pt x="19227" y="2273"/>
                  </a:lnTo>
                  <a:lnTo>
                    <a:pt x="19227" y="2692"/>
                  </a:lnTo>
                  <a:lnTo>
                    <a:pt x="19405" y="3111"/>
                  </a:lnTo>
                  <a:lnTo>
                    <a:pt x="21082" y="4445"/>
                  </a:lnTo>
                  <a:lnTo>
                    <a:pt x="21501" y="4533"/>
                  </a:lnTo>
                  <a:lnTo>
                    <a:pt x="21920" y="4445"/>
                  </a:lnTo>
                  <a:lnTo>
                    <a:pt x="22339" y="4368"/>
                  </a:lnTo>
                  <a:lnTo>
                    <a:pt x="22758" y="4114"/>
                  </a:lnTo>
                  <a:lnTo>
                    <a:pt x="23101" y="3860"/>
                  </a:lnTo>
                  <a:lnTo>
                    <a:pt x="23342" y="3530"/>
                  </a:lnTo>
                  <a:lnTo>
                    <a:pt x="23596" y="3111"/>
                  </a:lnTo>
                  <a:lnTo>
                    <a:pt x="23685" y="2692"/>
                  </a:lnTo>
                  <a:lnTo>
                    <a:pt x="23761" y="2273"/>
                  </a:lnTo>
                  <a:lnTo>
                    <a:pt x="23761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/>
            <p:cNvSpPr/>
            <p:nvPr/>
          </p:nvSpPr>
          <p:spPr>
            <a:xfrm>
              <a:off x="16866972" y="12064813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441" y="3022"/>
                  </a:moveTo>
                  <a:lnTo>
                    <a:pt x="3111" y="2768"/>
                  </a:lnTo>
                  <a:lnTo>
                    <a:pt x="2768" y="2514"/>
                  </a:lnTo>
                  <a:lnTo>
                    <a:pt x="2438" y="2349"/>
                  </a:lnTo>
                  <a:lnTo>
                    <a:pt x="2273" y="2349"/>
                  </a:lnTo>
                  <a:lnTo>
                    <a:pt x="2019" y="2260"/>
                  </a:lnTo>
                  <a:lnTo>
                    <a:pt x="1511" y="2260"/>
                  </a:lnTo>
                  <a:lnTo>
                    <a:pt x="1181" y="2349"/>
                  </a:lnTo>
                  <a:lnTo>
                    <a:pt x="762" y="2438"/>
                  </a:lnTo>
                  <a:lnTo>
                    <a:pt x="419" y="2692"/>
                  </a:lnTo>
                  <a:lnTo>
                    <a:pt x="88" y="2933"/>
                  </a:lnTo>
                  <a:lnTo>
                    <a:pt x="3441" y="3022"/>
                  </a:lnTo>
                  <a:close/>
                </a:path>
                <a:path w="24765" h="4445">
                  <a:moveTo>
                    <a:pt x="24269" y="1346"/>
                  </a:moveTo>
                  <a:lnTo>
                    <a:pt x="24104" y="927"/>
                  </a:lnTo>
                  <a:lnTo>
                    <a:pt x="23850" y="584"/>
                  </a:lnTo>
                  <a:lnTo>
                    <a:pt x="23520" y="254"/>
                  </a:lnTo>
                  <a:lnTo>
                    <a:pt x="23177" y="0"/>
                  </a:lnTo>
                  <a:lnTo>
                    <a:pt x="20916" y="0"/>
                  </a:lnTo>
                  <a:lnTo>
                    <a:pt x="20662" y="254"/>
                  </a:lnTo>
                  <a:lnTo>
                    <a:pt x="20320" y="508"/>
                  </a:lnTo>
                  <a:lnTo>
                    <a:pt x="20066" y="927"/>
                  </a:lnTo>
                  <a:lnTo>
                    <a:pt x="19900" y="1346"/>
                  </a:lnTo>
                  <a:lnTo>
                    <a:pt x="19824" y="1765"/>
                  </a:lnTo>
                  <a:lnTo>
                    <a:pt x="19735" y="2184"/>
                  </a:lnTo>
                  <a:lnTo>
                    <a:pt x="19824" y="2603"/>
                  </a:lnTo>
                  <a:lnTo>
                    <a:pt x="19989" y="3022"/>
                  </a:lnTo>
                  <a:lnTo>
                    <a:pt x="20243" y="3352"/>
                  </a:lnTo>
                  <a:lnTo>
                    <a:pt x="20497" y="3695"/>
                  </a:lnTo>
                  <a:lnTo>
                    <a:pt x="20828" y="3949"/>
                  </a:lnTo>
                  <a:lnTo>
                    <a:pt x="21158" y="4114"/>
                  </a:lnTo>
                  <a:lnTo>
                    <a:pt x="21590" y="4203"/>
                  </a:lnTo>
                  <a:lnTo>
                    <a:pt x="22009" y="4279"/>
                  </a:lnTo>
                  <a:lnTo>
                    <a:pt x="22428" y="4203"/>
                  </a:lnTo>
                  <a:lnTo>
                    <a:pt x="22847" y="4114"/>
                  </a:lnTo>
                  <a:lnTo>
                    <a:pt x="23266" y="3949"/>
                  </a:lnTo>
                  <a:lnTo>
                    <a:pt x="23596" y="3695"/>
                  </a:lnTo>
                  <a:lnTo>
                    <a:pt x="23850" y="3352"/>
                  </a:lnTo>
                  <a:lnTo>
                    <a:pt x="24104" y="3022"/>
                  </a:lnTo>
                  <a:lnTo>
                    <a:pt x="24180" y="2603"/>
                  </a:lnTo>
                  <a:lnTo>
                    <a:pt x="24269" y="2184"/>
                  </a:lnTo>
                  <a:lnTo>
                    <a:pt x="24269" y="1765"/>
                  </a:lnTo>
                  <a:lnTo>
                    <a:pt x="24269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/>
            <p:cNvSpPr/>
            <p:nvPr/>
          </p:nvSpPr>
          <p:spPr>
            <a:xfrm>
              <a:off x="16846487" y="12067747"/>
              <a:ext cx="24765" cy="5715"/>
            </a:xfrm>
            <a:custGeom>
              <a:avLst/>
              <a:gdLst/>
              <a:ahLst/>
              <a:cxnLst/>
              <a:rect l="l" t="t" r="r" b="b"/>
              <a:pathLst>
                <a:path w="24765" h="5715">
                  <a:moveTo>
                    <a:pt x="4368" y="5130"/>
                  </a:moveTo>
                  <a:lnTo>
                    <a:pt x="4279" y="4787"/>
                  </a:lnTo>
                  <a:lnTo>
                    <a:pt x="4025" y="4457"/>
                  </a:lnTo>
                  <a:lnTo>
                    <a:pt x="3771" y="4114"/>
                  </a:lnTo>
                  <a:lnTo>
                    <a:pt x="3441" y="3873"/>
                  </a:lnTo>
                  <a:lnTo>
                    <a:pt x="3098" y="3695"/>
                  </a:lnTo>
                  <a:lnTo>
                    <a:pt x="2933" y="3619"/>
                  </a:lnTo>
                  <a:lnTo>
                    <a:pt x="2679" y="3530"/>
                  </a:lnTo>
                  <a:lnTo>
                    <a:pt x="1765" y="3530"/>
                  </a:lnTo>
                  <a:lnTo>
                    <a:pt x="1422" y="3619"/>
                  </a:lnTo>
                  <a:lnTo>
                    <a:pt x="1092" y="3784"/>
                  </a:lnTo>
                  <a:lnTo>
                    <a:pt x="927" y="3873"/>
                  </a:lnTo>
                  <a:lnTo>
                    <a:pt x="749" y="4038"/>
                  </a:lnTo>
                  <a:lnTo>
                    <a:pt x="419" y="4368"/>
                  </a:lnTo>
                  <a:lnTo>
                    <a:pt x="165" y="4711"/>
                  </a:lnTo>
                  <a:lnTo>
                    <a:pt x="0" y="5130"/>
                  </a:lnTo>
                  <a:lnTo>
                    <a:pt x="4368" y="5130"/>
                  </a:lnTo>
                  <a:close/>
                </a:path>
                <a:path w="24765" h="5715">
                  <a:moveTo>
                    <a:pt x="23926" y="88"/>
                  </a:moveTo>
                  <a:lnTo>
                    <a:pt x="20574" y="0"/>
                  </a:lnTo>
                  <a:lnTo>
                    <a:pt x="23926" y="88"/>
                  </a:lnTo>
                  <a:close/>
                </a:path>
                <a:path w="24765" h="5715">
                  <a:moveTo>
                    <a:pt x="24523" y="1511"/>
                  </a:moveTo>
                  <a:lnTo>
                    <a:pt x="24434" y="1181"/>
                  </a:lnTo>
                  <a:lnTo>
                    <a:pt x="24345" y="850"/>
                  </a:lnTo>
                  <a:lnTo>
                    <a:pt x="24180" y="419"/>
                  </a:lnTo>
                  <a:lnTo>
                    <a:pt x="23926" y="88"/>
                  </a:lnTo>
                  <a:lnTo>
                    <a:pt x="20485" y="88"/>
                  </a:lnTo>
                  <a:lnTo>
                    <a:pt x="20320" y="342"/>
                  </a:lnTo>
                  <a:lnTo>
                    <a:pt x="20154" y="762"/>
                  </a:lnTo>
                  <a:lnTo>
                    <a:pt x="19989" y="1092"/>
                  </a:lnTo>
                  <a:lnTo>
                    <a:pt x="19989" y="2108"/>
                  </a:lnTo>
                  <a:lnTo>
                    <a:pt x="20066" y="2438"/>
                  </a:lnTo>
                  <a:lnTo>
                    <a:pt x="20320" y="2781"/>
                  </a:lnTo>
                  <a:lnTo>
                    <a:pt x="20408" y="2946"/>
                  </a:lnTo>
                  <a:lnTo>
                    <a:pt x="20574" y="3111"/>
                  </a:lnTo>
                  <a:lnTo>
                    <a:pt x="20650" y="3276"/>
                  </a:lnTo>
                  <a:lnTo>
                    <a:pt x="20904" y="3441"/>
                  </a:lnTo>
                  <a:lnTo>
                    <a:pt x="21069" y="3530"/>
                  </a:lnTo>
                  <a:lnTo>
                    <a:pt x="21323" y="3695"/>
                  </a:lnTo>
                  <a:lnTo>
                    <a:pt x="21742" y="3784"/>
                  </a:lnTo>
                  <a:lnTo>
                    <a:pt x="21920" y="3873"/>
                  </a:lnTo>
                  <a:lnTo>
                    <a:pt x="22580" y="3873"/>
                  </a:lnTo>
                  <a:lnTo>
                    <a:pt x="23012" y="3695"/>
                  </a:lnTo>
                  <a:lnTo>
                    <a:pt x="23177" y="3695"/>
                  </a:lnTo>
                  <a:lnTo>
                    <a:pt x="23431" y="3530"/>
                  </a:lnTo>
                  <a:lnTo>
                    <a:pt x="23761" y="3276"/>
                  </a:lnTo>
                  <a:lnTo>
                    <a:pt x="23850" y="3111"/>
                  </a:lnTo>
                  <a:lnTo>
                    <a:pt x="24104" y="2946"/>
                  </a:lnTo>
                  <a:lnTo>
                    <a:pt x="24180" y="2781"/>
                  </a:lnTo>
                  <a:lnTo>
                    <a:pt x="24269" y="2527"/>
                  </a:lnTo>
                  <a:lnTo>
                    <a:pt x="24434" y="2108"/>
                  </a:lnTo>
                  <a:lnTo>
                    <a:pt x="24434" y="1930"/>
                  </a:lnTo>
                  <a:lnTo>
                    <a:pt x="24523" y="1689"/>
                  </a:lnTo>
                  <a:lnTo>
                    <a:pt x="24523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/>
            <p:cNvSpPr/>
            <p:nvPr/>
          </p:nvSpPr>
          <p:spPr>
            <a:xfrm>
              <a:off x="16826840" y="12072535"/>
              <a:ext cx="24130" cy="6985"/>
            </a:xfrm>
            <a:custGeom>
              <a:avLst/>
              <a:gdLst/>
              <a:ahLst/>
              <a:cxnLst/>
              <a:rect l="l" t="t" r="r" b="b"/>
              <a:pathLst>
                <a:path w="24130" h="6984">
                  <a:moveTo>
                    <a:pt x="4533" y="6718"/>
                  </a:moveTo>
                  <a:lnTo>
                    <a:pt x="4445" y="6464"/>
                  </a:lnTo>
                  <a:lnTo>
                    <a:pt x="4445" y="6299"/>
                  </a:lnTo>
                  <a:lnTo>
                    <a:pt x="4356" y="6134"/>
                  </a:lnTo>
                  <a:lnTo>
                    <a:pt x="4279" y="5969"/>
                  </a:lnTo>
                  <a:lnTo>
                    <a:pt x="4191" y="5715"/>
                  </a:lnTo>
                  <a:lnTo>
                    <a:pt x="4114" y="5549"/>
                  </a:lnTo>
                  <a:lnTo>
                    <a:pt x="3937" y="5372"/>
                  </a:lnTo>
                  <a:lnTo>
                    <a:pt x="3860" y="5207"/>
                  </a:lnTo>
                  <a:lnTo>
                    <a:pt x="3683" y="5041"/>
                  </a:lnTo>
                  <a:lnTo>
                    <a:pt x="3517" y="4953"/>
                  </a:lnTo>
                  <a:lnTo>
                    <a:pt x="3352" y="4876"/>
                  </a:lnTo>
                  <a:lnTo>
                    <a:pt x="3187" y="4787"/>
                  </a:lnTo>
                  <a:lnTo>
                    <a:pt x="2933" y="4711"/>
                  </a:lnTo>
                  <a:lnTo>
                    <a:pt x="2768" y="4622"/>
                  </a:lnTo>
                  <a:lnTo>
                    <a:pt x="2514" y="4622"/>
                  </a:lnTo>
                  <a:lnTo>
                    <a:pt x="2095" y="4533"/>
                  </a:lnTo>
                  <a:lnTo>
                    <a:pt x="1676" y="4622"/>
                  </a:lnTo>
                  <a:lnTo>
                    <a:pt x="1333" y="4787"/>
                  </a:lnTo>
                  <a:lnTo>
                    <a:pt x="1168" y="4876"/>
                  </a:lnTo>
                  <a:lnTo>
                    <a:pt x="914" y="4953"/>
                  </a:lnTo>
                  <a:lnTo>
                    <a:pt x="584" y="5207"/>
                  </a:lnTo>
                  <a:lnTo>
                    <a:pt x="495" y="5372"/>
                  </a:lnTo>
                  <a:lnTo>
                    <a:pt x="330" y="5549"/>
                  </a:lnTo>
                  <a:lnTo>
                    <a:pt x="241" y="5715"/>
                  </a:lnTo>
                  <a:lnTo>
                    <a:pt x="165" y="5969"/>
                  </a:lnTo>
                  <a:lnTo>
                    <a:pt x="76" y="6134"/>
                  </a:lnTo>
                  <a:lnTo>
                    <a:pt x="0" y="6299"/>
                  </a:lnTo>
                  <a:lnTo>
                    <a:pt x="0" y="6464"/>
                  </a:lnTo>
                  <a:lnTo>
                    <a:pt x="0" y="6718"/>
                  </a:lnTo>
                  <a:lnTo>
                    <a:pt x="0" y="6883"/>
                  </a:lnTo>
                  <a:lnTo>
                    <a:pt x="4533" y="6883"/>
                  </a:lnTo>
                  <a:lnTo>
                    <a:pt x="4533" y="6718"/>
                  </a:lnTo>
                  <a:close/>
                </a:path>
                <a:path w="24130" h="6984">
                  <a:moveTo>
                    <a:pt x="24015" y="342"/>
                  </a:moveTo>
                  <a:lnTo>
                    <a:pt x="23926" y="0"/>
                  </a:lnTo>
                  <a:lnTo>
                    <a:pt x="19812" y="0"/>
                  </a:lnTo>
                  <a:lnTo>
                    <a:pt x="24015" y="342"/>
                  </a:lnTo>
                  <a:close/>
                </a:path>
                <a:path w="24130" h="6984">
                  <a:moveTo>
                    <a:pt x="24091" y="762"/>
                  </a:moveTo>
                  <a:lnTo>
                    <a:pt x="24015" y="419"/>
                  </a:lnTo>
                  <a:lnTo>
                    <a:pt x="19646" y="342"/>
                  </a:lnTo>
                  <a:lnTo>
                    <a:pt x="19558" y="762"/>
                  </a:lnTo>
                  <a:lnTo>
                    <a:pt x="19558" y="1181"/>
                  </a:lnTo>
                  <a:lnTo>
                    <a:pt x="19646" y="1346"/>
                  </a:lnTo>
                  <a:lnTo>
                    <a:pt x="19646" y="1600"/>
                  </a:lnTo>
                  <a:lnTo>
                    <a:pt x="19723" y="1765"/>
                  </a:lnTo>
                  <a:lnTo>
                    <a:pt x="19812" y="2019"/>
                  </a:lnTo>
                  <a:lnTo>
                    <a:pt x="19900" y="2184"/>
                  </a:lnTo>
                  <a:lnTo>
                    <a:pt x="20066" y="2349"/>
                  </a:lnTo>
                  <a:lnTo>
                    <a:pt x="20142" y="2527"/>
                  </a:lnTo>
                  <a:lnTo>
                    <a:pt x="20320" y="2692"/>
                  </a:lnTo>
                  <a:lnTo>
                    <a:pt x="20485" y="2857"/>
                  </a:lnTo>
                  <a:lnTo>
                    <a:pt x="20650" y="2946"/>
                  </a:lnTo>
                  <a:lnTo>
                    <a:pt x="20904" y="3022"/>
                  </a:lnTo>
                  <a:lnTo>
                    <a:pt x="21069" y="3111"/>
                  </a:lnTo>
                  <a:lnTo>
                    <a:pt x="21323" y="3200"/>
                  </a:lnTo>
                  <a:lnTo>
                    <a:pt x="21488" y="3276"/>
                  </a:lnTo>
                  <a:lnTo>
                    <a:pt x="22085" y="3276"/>
                  </a:lnTo>
                  <a:lnTo>
                    <a:pt x="22415" y="3200"/>
                  </a:lnTo>
                  <a:lnTo>
                    <a:pt x="22580" y="3111"/>
                  </a:lnTo>
                  <a:lnTo>
                    <a:pt x="22834" y="3022"/>
                  </a:lnTo>
                  <a:lnTo>
                    <a:pt x="22999" y="2946"/>
                  </a:lnTo>
                  <a:lnTo>
                    <a:pt x="23177" y="2857"/>
                  </a:lnTo>
                  <a:lnTo>
                    <a:pt x="23342" y="2692"/>
                  </a:lnTo>
                  <a:lnTo>
                    <a:pt x="23507" y="2527"/>
                  </a:lnTo>
                  <a:lnTo>
                    <a:pt x="23672" y="2349"/>
                  </a:lnTo>
                  <a:lnTo>
                    <a:pt x="23837" y="2184"/>
                  </a:lnTo>
                  <a:lnTo>
                    <a:pt x="23926" y="2019"/>
                  </a:lnTo>
                  <a:lnTo>
                    <a:pt x="24015" y="1765"/>
                  </a:lnTo>
                  <a:lnTo>
                    <a:pt x="24015" y="1600"/>
                  </a:lnTo>
                  <a:lnTo>
                    <a:pt x="24091" y="1346"/>
                  </a:lnTo>
                  <a:lnTo>
                    <a:pt x="24091" y="1181"/>
                  </a:lnTo>
                  <a:lnTo>
                    <a:pt x="24091" y="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/>
            <p:cNvSpPr/>
            <p:nvPr/>
          </p:nvSpPr>
          <p:spPr>
            <a:xfrm>
              <a:off x="16807777" y="12079253"/>
              <a:ext cx="24130" cy="8890"/>
            </a:xfrm>
            <a:custGeom>
              <a:avLst/>
              <a:gdLst/>
              <a:ahLst/>
              <a:cxnLst/>
              <a:rect l="l" t="t" r="r" b="b"/>
              <a:pathLst>
                <a:path w="24130" h="8890">
                  <a:moveTo>
                    <a:pt x="4533" y="7480"/>
                  </a:moveTo>
                  <a:lnTo>
                    <a:pt x="4445" y="7226"/>
                  </a:lnTo>
                  <a:lnTo>
                    <a:pt x="4445" y="7061"/>
                  </a:lnTo>
                  <a:lnTo>
                    <a:pt x="4356" y="6807"/>
                  </a:lnTo>
                  <a:lnTo>
                    <a:pt x="4356" y="6642"/>
                  </a:lnTo>
                  <a:lnTo>
                    <a:pt x="4191" y="6464"/>
                  </a:lnTo>
                  <a:lnTo>
                    <a:pt x="4114" y="6299"/>
                  </a:lnTo>
                  <a:lnTo>
                    <a:pt x="3937" y="6134"/>
                  </a:lnTo>
                  <a:lnTo>
                    <a:pt x="3860" y="5969"/>
                  </a:lnTo>
                  <a:lnTo>
                    <a:pt x="3695" y="5791"/>
                  </a:lnTo>
                  <a:lnTo>
                    <a:pt x="3517" y="5715"/>
                  </a:lnTo>
                  <a:lnTo>
                    <a:pt x="3352" y="5549"/>
                  </a:lnTo>
                  <a:lnTo>
                    <a:pt x="3187" y="5461"/>
                  </a:lnTo>
                  <a:lnTo>
                    <a:pt x="2933" y="5372"/>
                  </a:lnTo>
                  <a:lnTo>
                    <a:pt x="2768" y="5372"/>
                  </a:lnTo>
                  <a:lnTo>
                    <a:pt x="2514" y="5295"/>
                  </a:lnTo>
                  <a:lnTo>
                    <a:pt x="1930" y="5295"/>
                  </a:lnTo>
                  <a:lnTo>
                    <a:pt x="1752" y="5372"/>
                  </a:lnTo>
                  <a:lnTo>
                    <a:pt x="1511" y="5372"/>
                  </a:lnTo>
                  <a:lnTo>
                    <a:pt x="1333" y="5461"/>
                  </a:lnTo>
                  <a:lnTo>
                    <a:pt x="1168" y="5549"/>
                  </a:lnTo>
                  <a:lnTo>
                    <a:pt x="1003" y="5715"/>
                  </a:lnTo>
                  <a:lnTo>
                    <a:pt x="749" y="5791"/>
                  </a:lnTo>
                  <a:lnTo>
                    <a:pt x="660" y="5969"/>
                  </a:lnTo>
                  <a:lnTo>
                    <a:pt x="495" y="6134"/>
                  </a:lnTo>
                  <a:lnTo>
                    <a:pt x="330" y="6299"/>
                  </a:lnTo>
                  <a:lnTo>
                    <a:pt x="241" y="6464"/>
                  </a:lnTo>
                  <a:lnTo>
                    <a:pt x="165" y="6642"/>
                  </a:lnTo>
                  <a:lnTo>
                    <a:pt x="76" y="6807"/>
                  </a:lnTo>
                  <a:lnTo>
                    <a:pt x="0" y="7061"/>
                  </a:lnTo>
                  <a:lnTo>
                    <a:pt x="0" y="7226"/>
                  </a:lnTo>
                  <a:lnTo>
                    <a:pt x="0" y="7480"/>
                  </a:lnTo>
                  <a:lnTo>
                    <a:pt x="0" y="7645"/>
                  </a:lnTo>
                  <a:lnTo>
                    <a:pt x="0" y="7975"/>
                  </a:lnTo>
                  <a:lnTo>
                    <a:pt x="165" y="8394"/>
                  </a:lnTo>
                  <a:lnTo>
                    <a:pt x="4356" y="8394"/>
                  </a:lnTo>
                  <a:lnTo>
                    <a:pt x="4445" y="8064"/>
                  </a:lnTo>
                  <a:lnTo>
                    <a:pt x="4533" y="7645"/>
                  </a:lnTo>
                  <a:lnTo>
                    <a:pt x="4533" y="7480"/>
                  </a:lnTo>
                  <a:close/>
                </a:path>
                <a:path w="24130" h="8890">
                  <a:moveTo>
                    <a:pt x="23596" y="165"/>
                  </a:moveTo>
                  <a:lnTo>
                    <a:pt x="19062" y="165"/>
                  </a:lnTo>
                  <a:lnTo>
                    <a:pt x="19062" y="419"/>
                  </a:lnTo>
                  <a:lnTo>
                    <a:pt x="19062" y="584"/>
                  </a:lnTo>
                  <a:lnTo>
                    <a:pt x="19138" y="838"/>
                  </a:lnTo>
                  <a:lnTo>
                    <a:pt x="19227" y="1016"/>
                  </a:lnTo>
                  <a:lnTo>
                    <a:pt x="19304" y="1257"/>
                  </a:lnTo>
                  <a:lnTo>
                    <a:pt x="19392" y="1435"/>
                  </a:lnTo>
                  <a:lnTo>
                    <a:pt x="19558" y="1600"/>
                  </a:lnTo>
                  <a:lnTo>
                    <a:pt x="19723" y="1676"/>
                  </a:lnTo>
                  <a:lnTo>
                    <a:pt x="19900" y="1854"/>
                  </a:lnTo>
                  <a:lnTo>
                    <a:pt x="19977" y="2019"/>
                  </a:lnTo>
                  <a:lnTo>
                    <a:pt x="20231" y="2095"/>
                  </a:lnTo>
                  <a:lnTo>
                    <a:pt x="20396" y="2184"/>
                  </a:lnTo>
                  <a:lnTo>
                    <a:pt x="20574" y="2273"/>
                  </a:lnTo>
                  <a:lnTo>
                    <a:pt x="20815" y="2349"/>
                  </a:lnTo>
                  <a:lnTo>
                    <a:pt x="20993" y="2349"/>
                  </a:lnTo>
                  <a:lnTo>
                    <a:pt x="21488" y="2349"/>
                  </a:lnTo>
                  <a:lnTo>
                    <a:pt x="21831" y="2349"/>
                  </a:lnTo>
                  <a:lnTo>
                    <a:pt x="21996" y="2273"/>
                  </a:lnTo>
                  <a:lnTo>
                    <a:pt x="22250" y="2184"/>
                  </a:lnTo>
                  <a:lnTo>
                    <a:pt x="22580" y="2019"/>
                  </a:lnTo>
                  <a:lnTo>
                    <a:pt x="22745" y="1854"/>
                  </a:lnTo>
                  <a:lnTo>
                    <a:pt x="22923" y="1676"/>
                  </a:lnTo>
                  <a:lnTo>
                    <a:pt x="23177" y="1435"/>
                  </a:lnTo>
                  <a:lnTo>
                    <a:pt x="23253" y="1257"/>
                  </a:lnTo>
                  <a:lnTo>
                    <a:pt x="23418" y="1016"/>
                  </a:lnTo>
                  <a:lnTo>
                    <a:pt x="23418" y="838"/>
                  </a:lnTo>
                  <a:lnTo>
                    <a:pt x="23507" y="584"/>
                  </a:lnTo>
                  <a:lnTo>
                    <a:pt x="23507" y="419"/>
                  </a:lnTo>
                  <a:lnTo>
                    <a:pt x="23596" y="165"/>
                  </a:lnTo>
                  <a:close/>
                </a:path>
                <a:path w="24130" h="8890">
                  <a:moveTo>
                    <a:pt x="23596" y="0"/>
                  </a:moveTo>
                  <a:lnTo>
                    <a:pt x="19062" y="0"/>
                  </a:lnTo>
                  <a:lnTo>
                    <a:pt x="23596" y="165"/>
                  </a:lnTo>
                  <a:lnTo>
                    <a:pt x="23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/>
            <p:cNvSpPr/>
            <p:nvPr/>
          </p:nvSpPr>
          <p:spPr>
            <a:xfrm>
              <a:off x="16789388" y="12087318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533" y="8229"/>
                  </a:moveTo>
                  <a:lnTo>
                    <a:pt x="4445" y="7975"/>
                  </a:lnTo>
                  <a:lnTo>
                    <a:pt x="4445" y="7810"/>
                  </a:lnTo>
                  <a:lnTo>
                    <a:pt x="4279" y="7556"/>
                  </a:lnTo>
                  <a:lnTo>
                    <a:pt x="4279" y="7391"/>
                  </a:lnTo>
                  <a:lnTo>
                    <a:pt x="4114" y="7137"/>
                  </a:lnTo>
                  <a:lnTo>
                    <a:pt x="3860" y="6883"/>
                  </a:lnTo>
                  <a:lnTo>
                    <a:pt x="3683" y="6718"/>
                  </a:lnTo>
                  <a:lnTo>
                    <a:pt x="3517" y="6553"/>
                  </a:lnTo>
                  <a:lnTo>
                    <a:pt x="3352" y="6464"/>
                  </a:lnTo>
                  <a:lnTo>
                    <a:pt x="3098" y="6375"/>
                  </a:lnTo>
                  <a:lnTo>
                    <a:pt x="2679" y="6299"/>
                  </a:lnTo>
                  <a:lnTo>
                    <a:pt x="2006" y="6210"/>
                  </a:lnTo>
                  <a:lnTo>
                    <a:pt x="1752" y="6299"/>
                  </a:lnTo>
                  <a:lnTo>
                    <a:pt x="1511" y="6299"/>
                  </a:lnTo>
                  <a:lnTo>
                    <a:pt x="1333" y="6375"/>
                  </a:lnTo>
                  <a:lnTo>
                    <a:pt x="1168" y="6464"/>
                  </a:lnTo>
                  <a:lnTo>
                    <a:pt x="1003" y="6553"/>
                  </a:lnTo>
                  <a:lnTo>
                    <a:pt x="749" y="6718"/>
                  </a:lnTo>
                  <a:lnTo>
                    <a:pt x="660" y="6883"/>
                  </a:lnTo>
                  <a:lnTo>
                    <a:pt x="495" y="7048"/>
                  </a:lnTo>
                  <a:lnTo>
                    <a:pt x="241" y="7391"/>
                  </a:lnTo>
                  <a:lnTo>
                    <a:pt x="165" y="7556"/>
                  </a:lnTo>
                  <a:lnTo>
                    <a:pt x="76" y="7810"/>
                  </a:lnTo>
                  <a:lnTo>
                    <a:pt x="0" y="7975"/>
                  </a:lnTo>
                  <a:lnTo>
                    <a:pt x="0" y="8229"/>
                  </a:lnTo>
                  <a:lnTo>
                    <a:pt x="0" y="8648"/>
                  </a:lnTo>
                  <a:lnTo>
                    <a:pt x="76" y="8978"/>
                  </a:lnTo>
                  <a:lnTo>
                    <a:pt x="76" y="9156"/>
                  </a:lnTo>
                  <a:lnTo>
                    <a:pt x="165" y="9398"/>
                  </a:lnTo>
                  <a:lnTo>
                    <a:pt x="241" y="9575"/>
                  </a:lnTo>
                  <a:lnTo>
                    <a:pt x="419" y="9829"/>
                  </a:lnTo>
                  <a:lnTo>
                    <a:pt x="4025" y="9906"/>
                  </a:lnTo>
                  <a:lnTo>
                    <a:pt x="4191" y="9575"/>
                  </a:lnTo>
                  <a:lnTo>
                    <a:pt x="4279" y="9398"/>
                  </a:lnTo>
                  <a:lnTo>
                    <a:pt x="4356" y="9156"/>
                  </a:lnTo>
                  <a:lnTo>
                    <a:pt x="4445" y="8978"/>
                  </a:lnTo>
                  <a:lnTo>
                    <a:pt x="4533" y="8737"/>
                  </a:lnTo>
                  <a:lnTo>
                    <a:pt x="4533" y="8305"/>
                  </a:lnTo>
                  <a:close/>
                </a:path>
                <a:path w="22859" h="10159">
                  <a:moveTo>
                    <a:pt x="22745" y="330"/>
                  </a:moveTo>
                  <a:lnTo>
                    <a:pt x="18554" y="330"/>
                  </a:lnTo>
                  <a:lnTo>
                    <a:pt x="18719" y="749"/>
                  </a:lnTo>
                  <a:lnTo>
                    <a:pt x="18973" y="1092"/>
                  </a:lnTo>
                  <a:lnTo>
                    <a:pt x="19304" y="1346"/>
                  </a:lnTo>
                  <a:lnTo>
                    <a:pt x="19723" y="1600"/>
                  </a:lnTo>
                  <a:lnTo>
                    <a:pt x="20142" y="1676"/>
                  </a:lnTo>
                  <a:lnTo>
                    <a:pt x="20993" y="1765"/>
                  </a:lnTo>
                  <a:lnTo>
                    <a:pt x="21158" y="1676"/>
                  </a:lnTo>
                  <a:lnTo>
                    <a:pt x="21412" y="1600"/>
                  </a:lnTo>
                  <a:lnTo>
                    <a:pt x="21577" y="1600"/>
                  </a:lnTo>
                  <a:lnTo>
                    <a:pt x="21831" y="1422"/>
                  </a:lnTo>
                  <a:lnTo>
                    <a:pt x="22161" y="1168"/>
                  </a:lnTo>
                  <a:lnTo>
                    <a:pt x="22504" y="838"/>
                  </a:lnTo>
                  <a:lnTo>
                    <a:pt x="22669" y="419"/>
                  </a:lnTo>
                  <a:close/>
                </a:path>
                <a:path w="22859" h="10159">
                  <a:moveTo>
                    <a:pt x="22834" y="0"/>
                  </a:moveTo>
                  <a:lnTo>
                    <a:pt x="18389" y="0"/>
                  </a:lnTo>
                  <a:lnTo>
                    <a:pt x="22745" y="330"/>
                  </a:lnTo>
                  <a:lnTo>
                    <a:pt x="228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/>
            <p:cNvSpPr/>
            <p:nvPr/>
          </p:nvSpPr>
          <p:spPr>
            <a:xfrm>
              <a:off x="16771747" y="12097148"/>
              <a:ext cx="22225" cy="11430"/>
            </a:xfrm>
            <a:custGeom>
              <a:avLst/>
              <a:gdLst/>
              <a:ahLst/>
              <a:cxnLst/>
              <a:rect l="l" t="t" r="r" b="b"/>
              <a:pathLst>
                <a:path w="22225" h="11429">
                  <a:moveTo>
                    <a:pt x="4622" y="9144"/>
                  </a:moveTo>
                  <a:lnTo>
                    <a:pt x="4533" y="8724"/>
                  </a:lnTo>
                  <a:lnTo>
                    <a:pt x="4445" y="8394"/>
                  </a:lnTo>
                  <a:lnTo>
                    <a:pt x="4279" y="7975"/>
                  </a:lnTo>
                  <a:lnTo>
                    <a:pt x="4025" y="7632"/>
                  </a:lnTo>
                  <a:lnTo>
                    <a:pt x="3695" y="7378"/>
                  </a:lnTo>
                  <a:lnTo>
                    <a:pt x="3352" y="7137"/>
                  </a:lnTo>
                  <a:lnTo>
                    <a:pt x="2933" y="6959"/>
                  </a:lnTo>
                  <a:lnTo>
                    <a:pt x="1765" y="6883"/>
                  </a:lnTo>
                  <a:lnTo>
                    <a:pt x="1600" y="6959"/>
                  </a:lnTo>
                  <a:lnTo>
                    <a:pt x="1346" y="7048"/>
                  </a:lnTo>
                  <a:lnTo>
                    <a:pt x="1003" y="7302"/>
                  </a:lnTo>
                  <a:lnTo>
                    <a:pt x="673" y="7556"/>
                  </a:lnTo>
                  <a:lnTo>
                    <a:pt x="419" y="7886"/>
                  </a:lnTo>
                  <a:lnTo>
                    <a:pt x="165" y="8305"/>
                  </a:lnTo>
                  <a:lnTo>
                    <a:pt x="88" y="8724"/>
                  </a:lnTo>
                  <a:lnTo>
                    <a:pt x="0" y="9144"/>
                  </a:lnTo>
                  <a:lnTo>
                    <a:pt x="88" y="9563"/>
                  </a:lnTo>
                  <a:lnTo>
                    <a:pt x="165" y="9982"/>
                  </a:lnTo>
                  <a:lnTo>
                    <a:pt x="419" y="10401"/>
                  </a:lnTo>
                  <a:lnTo>
                    <a:pt x="673" y="10744"/>
                  </a:lnTo>
                  <a:lnTo>
                    <a:pt x="1003" y="10998"/>
                  </a:lnTo>
                  <a:lnTo>
                    <a:pt x="3530" y="10998"/>
                  </a:lnTo>
                  <a:lnTo>
                    <a:pt x="3860" y="10744"/>
                  </a:lnTo>
                  <a:lnTo>
                    <a:pt x="4203" y="10401"/>
                  </a:lnTo>
                  <a:lnTo>
                    <a:pt x="4368" y="9982"/>
                  </a:lnTo>
                  <a:lnTo>
                    <a:pt x="4533" y="9563"/>
                  </a:lnTo>
                  <a:lnTo>
                    <a:pt x="4622" y="9144"/>
                  </a:lnTo>
                  <a:close/>
                </a:path>
                <a:path w="22225" h="11429">
                  <a:moveTo>
                    <a:pt x="21666" y="76"/>
                  </a:moveTo>
                  <a:lnTo>
                    <a:pt x="18135" y="76"/>
                  </a:lnTo>
                  <a:lnTo>
                    <a:pt x="18300" y="241"/>
                  </a:lnTo>
                  <a:lnTo>
                    <a:pt x="18389" y="419"/>
                  </a:lnTo>
                  <a:lnTo>
                    <a:pt x="18643" y="584"/>
                  </a:lnTo>
                  <a:lnTo>
                    <a:pt x="18973" y="749"/>
                  </a:lnTo>
                  <a:lnTo>
                    <a:pt x="19151" y="838"/>
                  </a:lnTo>
                  <a:lnTo>
                    <a:pt x="19392" y="838"/>
                  </a:lnTo>
                  <a:lnTo>
                    <a:pt x="19570" y="914"/>
                  </a:lnTo>
                  <a:lnTo>
                    <a:pt x="20154" y="914"/>
                  </a:lnTo>
                  <a:lnTo>
                    <a:pt x="20408" y="838"/>
                  </a:lnTo>
                  <a:lnTo>
                    <a:pt x="20574" y="838"/>
                  </a:lnTo>
                  <a:lnTo>
                    <a:pt x="20828" y="749"/>
                  </a:lnTo>
                  <a:lnTo>
                    <a:pt x="20993" y="660"/>
                  </a:lnTo>
                  <a:lnTo>
                    <a:pt x="21158" y="584"/>
                  </a:lnTo>
                  <a:lnTo>
                    <a:pt x="21323" y="419"/>
                  </a:lnTo>
                  <a:lnTo>
                    <a:pt x="21501" y="241"/>
                  </a:lnTo>
                  <a:lnTo>
                    <a:pt x="21666" y="76"/>
                  </a:lnTo>
                  <a:close/>
                </a:path>
                <a:path w="22225" h="11429">
                  <a:moveTo>
                    <a:pt x="21755" y="0"/>
                  </a:moveTo>
                  <a:lnTo>
                    <a:pt x="18059" y="0"/>
                  </a:lnTo>
                  <a:lnTo>
                    <a:pt x="2166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/>
            <p:cNvSpPr/>
            <p:nvPr/>
          </p:nvSpPr>
          <p:spPr>
            <a:xfrm>
              <a:off x="16755123" y="12108145"/>
              <a:ext cx="20320" cy="12700"/>
            </a:xfrm>
            <a:custGeom>
              <a:avLst/>
              <a:gdLst/>
              <a:ahLst/>
              <a:cxnLst/>
              <a:rect l="l" t="t" r="r" b="b"/>
              <a:pathLst>
                <a:path w="20319" h="12700">
                  <a:moveTo>
                    <a:pt x="4533" y="9740"/>
                  </a:moveTo>
                  <a:lnTo>
                    <a:pt x="4445" y="9398"/>
                  </a:lnTo>
                  <a:lnTo>
                    <a:pt x="4368" y="9067"/>
                  </a:lnTo>
                  <a:lnTo>
                    <a:pt x="4114" y="8648"/>
                  </a:lnTo>
                  <a:lnTo>
                    <a:pt x="3860" y="8394"/>
                  </a:lnTo>
                  <a:lnTo>
                    <a:pt x="3517" y="8140"/>
                  </a:lnTo>
                  <a:lnTo>
                    <a:pt x="3098" y="7886"/>
                  </a:lnTo>
                  <a:lnTo>
                    <a:pt x="2679" y="7810"/>
                  </a:lnTo>
                  <a:lnTo>
                    <a:pt x="2260" y="7721"/>
                  </a:lnTo>
                  <a:lnTo>
                    <a:pt x="1930" y="7810"/>
                  </a:lnTo>
                  <a:lnTo>
                    <a:pt x="1511" y="7886"/>
                  </a:lnTo>
                  <a:lnTo>
                    <a:pt x="1092" y="8051"/>
                  </a:lnTo>
                  <a:lnTo>
                    <a:pt x="749" y="8305"/>
                  </a:lnTo>
                  <a:lnTo>
                    <a:pt x="495" y="8648"/>
                  </a:lnTo>
                  <a:lnTo>
                    <a:pt x="254" y="8978"/>
                  </a:lnTo>
                  <a:lnTo>
                    <a:pt x="76" y="9321"/>
                  </a:lnTo>
                  <a:lnTo>
                    <a:pt x="0" y="9740"/>
                  </a:lnTo>
                  <a:lnTo>
                    <a:pt x="0" y="10160"/>
                  </a:lnTo>
                  <a:lnTo>
                    <a:pt x="76" y="10579"/>
                  </a:lnTo>
                  <a:lnTo>
                    <a:pt x="254" y="10998"/>
                  </a:lnTo>
                  <a:lnTo>
                    <a:pt x="419" y="11328"/>
                  </a:lnTo>
                  <a:lnTo>
                    <a:pt x="749" y="11671"/>
                  </a:lnTo>
                  <a:lnTo>
                    <a:pt x="1092" y="11925"/>
                  </a:lnTo>
                  <a:lnTo>
                    <a:pt x="1422" y="12090"/>
                  </a:lnTo>
                  <a:lnTo>
                    <a:pt x="1841" y="12255"/>
                  </a:lnTo>
                  <a:lnTo>
                    <a:pt x="2768" y="12255"/>
                  </a:lnTo>
                  <a:lnTo>
                    <a:pt x="3022" y="12166"/>
                  </a:lnTo>
                  <a:lnTo>
                    <a:pt x="3441" y="12001"/>
                  </a:lnTo>
                  <a:lnTo>
                    <a:pt x="3771" y="11747"/>
                  </a:lnTo>
                  <a:lnTo>
                    <a:pt x="4025" y="11417"/>
                  </a:lnTo>
                  <a:lnTo>
                    <a:pt x="4279" y="11074"/>
                  </a:lnTo>
                  <a:lnTo>
                    <a:pt x="4445" y="10655"/>
                  </a:lnTo>
                  <a:lnTo>
                    <a:pt x="4533" y="10236"/>
                  </a:lnTo>
                  <a:lnTo>
                    <a:pt x="4533" y="9817"/>
                  </a:lnTo>
                  <a:close/>
                </a:path>
                <a:path w="20319" h="12700">
                  <a:moveTo>
                    <a:pt x="20154" y="0"/>
                  </a:moveTo>
                  <a:lnTo>
                    <a:pt x="17716" y="0"/>
                  </a:lnTo>
                  <a:lnTo>
                    <a:pt x="18046" y="241"/>
                  </a:lnTo>
                  <a:lnTo>
                    <a:pt x="18465" y="330"/>
                  </a:lnTo>
                  <a:lnTo>
                    <a:pt x="18884" y="419"/>
                  </a:lnTo>
                  <a:lnTo>
                    <a:pt x="19392" y="330"/>
                  </a:lnTo>
                  <a:lnTo>
                    <a:pt x="19812" y="241"/>
                  </a:lnTo>
                  <a:lnTo>
                    <a:pt x="201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/>
            <p:cNvSpPr/>
            <p:nvPr/>
          </p:nvSpPr>
          <p:spPr>
            <a:xfrm>
              <a:off x="16726573" y="12120312"/>
              <a:ext cx="31750" cy="23495"/>
            </a:xfrm>
            <a:custGeom>
              <a:avLst/>
              <a:gdLst/>
              <a:ahLst/>
              <a:cxnLst/>
              <a:rect l="l" t="t" r="r" b="b"/>
              <a:pathLst>
                <a:path w="31750" h="23495">
                  <a:moveTo>
                    <a:pt x="1511" y="23431"/>
                  </a:moveTo>
                  <a:lnTo>
                    <a:pt x="1257" y="23342"/>
                  </a:lnTo>
                  <a:lnTo>
                    <a:pt x="1092" y="23266"/>
                  </a:lnTo>
                  <a:lnTo>
                    <a:pt x="495" y="23266"/>
                  </a:lnTo>
                  <a:lnTo>
                    <a:pt x="241" y="23342"/>
                  </a:lnTo>
                  <a:lnTo>
                    <a:pt x="0" y="23431"/>
                  </a:lnTo>
                  <a:lnTo>
                    <a:pt x="1511" y="23431"/>
                  </a:lnTo>
                  <a:close/>
                </a:path>
                <a:path w="31750" h="23495">
                  <a:moveTo>
                    <a:pt x="17462" y="10502"/>
                  </a:moveTo>
                  <a:lnTo>
                    <a:pt x="17297" y="10248"/>
                  </a:lnTo>
                  <a:lnTo>
                    <a:pt x="17297" y="10083"/>
                  </a:lnTo>
                  <a:lnTo>
                    <a:pt x="17119" y="9829"/>
                  </a:lnTo>
                  <a:lnTo>
                    <a:pt x="16878" y="9486"/>
                  </a:lnTo>
                  <a:lnTo>
                    <a:pt x="16700" y="9410"/>
                  </a:lnTo>
                  <a:lnTo>
                    <a:pt x="16535" y="9245"/>
                  </a:lnTo>
                  <a:lnTo>
                    <a:pt x="16370" y="9156"/>
                  </a:lnTo>
                  <a:lnTo>
                    <a:pt x="16205" y="8991"/>
                  </a:lnTo>
                  <a:lnTo>
                    <a:pt x="15951" y="8902"/>
                  </a:lnTo>
                  <a:lnTo>
                    <a:pt x="15786" y="8826"/>
                  </a:lnTo>
                  <a:lnTo>
                    <a:pt x="14693" y="8826"/>
                  </a:lnTo>
                  <a:lnTo>
                    <a:pt x="14439" y="8902"/>
                  </a:lnTo>
                  <a:lnTo>
                    <a:pt x="14274" y="8991"/>
                  </a:lnTo>
                  <a:lnTo>
                    <a:pt x="14020" y="9156"/>
                  </a:lnTo>
                  <a:lnTo>
                    <a:pt x="13677" y="9410"/>
                  </a:lnTo>
                  <a:lnTo>
                    <a:pt x="13347" y="9740"/>
                  </a:lnTo>
                  <a:lnTo>
                    <a:pt x="13182" y="10083"/>
                  </a:lnTo>
                  <a:lnTo>
                    <a:pt x="13093" y="10248"/>
                  </a:lnTo>
                  <a:lnTo>
                    <a:pt x="13004" y="10502"/>
                  </a:lnTo>
                  <a:lnTo>
                    <a:pt x="13004" y="10668"/>
                  </a:lnTo>
                  <a:lnTo>
                    <a:pt x="12928" y="10998"/>
                  </a:lnTo>
                  <a:lnTo>
                    <a:pt x="13004" y="11430"/>
                  </a:lnTo>
                  <a:lnTo>
                    <a:pt x="13093" y="11849"/>
                  </a:lnTo>
                  <a:lnTo>
                    <a:pt x="13258" y="12268"/>
                  </a:lnTo>
                  <a:lnTo>
                    <a:pt x="13512" y="12598"/>
                  </a:lnTo>
                  <a:lnTo>
                    <a:pt x="13855" y="12852"/>
                  </a:lnTo>
                  <a:lnTo>
                    <a:pt x="14185" y="13106"/>
                  </a:lnTo>
                  <a:lnTo>
                    <a:pt x="14605" y="13271"/>
                  </a:lnTo>
                  <a:lnTo>
                    <a:pt x="15024" y="13360"/>
                  </a:lnTo>
                  <a:lnTo>
                    <a:pt x="15443" y="13360"/>
                  </a:lnTo>
                  <a:lnTo>
                    <a:pt x="15786" y="13271"/>
                  </a:lnTo>
                  <a:lnTo>
                    <a:pt x="16205" y="13106"/>
                  </a:lnTo>
                  <a:lnTo>
                    <a:pt x="16535" y="12941"/>
                  </a:lnTo>
                  <a:lnTo>
                    <a:pt x="16878" y="12598"/>
                  </a:lnTo>
                  <a:lnTo>
                    <a:pt x="17119" y="12268"/>
                  </a:lnTo>
                  <a:lnTo>
                    <a:pt x="17373" y="11849"/>
                  </a:lnTo>
                  <a:lnTo>
                    <a:pt x="17462" y="11506"/>
                  </a:lnTo>
                  <a:lnTo>
                    <a:pt x="17462" y="11087"/>
                  </a:lnTo>
                  <a:lnTo>
                    <a:pt x="17462" y="10668"/>
                  </a:lnTo>
                  <a:lnTo>
                    <a:pt x="17462" y="10502"/>
                  </a:lnTo>
                  <a:close/>
                </a:path>
                <a:path w="31750" h="23495">
                  <a:moveTo>
                    <a:pt x="31572" y="0"/>
                  </a:moveTo>
                  <a:lnTo>
                    <a:pt x="30060" y="0"/>
                  </a:lnTo>
                  <a:lnTo>
                    <a:pt x="31153" y="88"/>
                  </a:lnTo>
                  <a:lnTo>
                    <a:pt x="31318" y="88"/>
                  </a:lnTo>
                  <a:lnTo>
                    <a:pt x="315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/>
            <p:cNvSpPr/>
            <p:nvPr/>
          </p:nvSpPr>
          <p:spPr>
            <a:xfrm>
              <a:off x="16712628" y="12143655"/>
              <a:ext cx="17145" cy="16510"/>
            </a:xfrm>
            <a:custGeom>
              <a:avLst/>
              <a:gdLst/>
              <a:ahLst/>
              <a:cxnLst/>
              <a:rect l="l" t="t" r="r" b="b"/>
              <a:pathLst>
                <a:path w="17144" h="16509">
                  <a:moveTo>
                    <a:pt x="2933" y="16129"/>
                  </a:moveTo>
                  <a:lnTo>
                    <a:pt x="2603" y="15786"/>
                  </a:lnTo>
                  <a:lnTo>
                    <a:pt x="2184" y="15621"/>
                  </a:lnTo>
                  <a:lnTo>
                    <a:pt x="1676" y="15544"/>
                  </a:lnTo>
                  <a:lnTo>
                    <a:pt x="1181" y="15544"/>
                  </a:lnTo>
                  <a:lnTo>
                    <a:pt x="927" y="15621"/>
                  </a:lnTo>
                  <a:lnTo>
                    <a:pt x="749" y="15621"/>
                  </a:lnTo>
                  <a:lnTo>
                    <a:pt x="508" y="15786"/>
                  </a:lnTo>
                  <a:lnTo>
                    <a:pt x="330" y="15786"/>
                  </a:lnTo>
                  <a:lnTo>
                    <a:pt x="88" y="16040"/>
                  </a:lnTo>
                  <a:lnTo>
                    <a:pt x="2933" y="16129"/>
                  </a:lnTo>
                  <a:close/>
                </a:path>
                <a:path w="17144" h="16509">
                  <a:moveTo>
                    <a:pt x="15455" y="88"/>
                  </a:moveTo>
                  <a:lnTo>
                    <a:pt x="15201" y="0"/>
                  </a:lnTo>
                  <a:lnTo>
                    <a:pt x="14185" y="0"/>
                  </a:lnTo>
                  <a:lnTo>
                    <a:pt x="15455" y="88"/>
                  </a:lnTo>
                  <a:close/>
                </a:path>
                <a:path w="17144" h="16509">
                  <a:moveTo>
                    <a:pt x="16967" y="1854"/>
                  </a:moveTo>
                  <a:lnTo>
                    <a:pt x="16878" y="1600"/>
                  </a:lnTo>
                  <a:lnTo>
                    <a:pt x="16789" y="1435"/>
                  </a:lnTo>
                  <a:lnTo>
                    <a:pt x="16713" y="1181"/>
                  </a:lnTo>
                  <a:lnTo>
                    <a:pt x="16624" y="1016"/>
                  </a:lnTo>
                  <a:lnTo>
                    <a:pt x="16548" y="850"/>
                  </a:lnTo>
                  <a:lnTo>
                    <a:pt x="16370" y="673"/>
                  </a:lnTo>
                  <a:lnTo>
                    <a:pt x="16205" y="508"/>
                  </a:lnTo>
                  <a:lnTo>
                    <a:pt x="16040" y="342"/>
                  </a:lnTo>
                  <a:lnTo>
                    <a:pt x="15875" y="254"/>
                  </a:lnTo>
                  <a:lnTo>
                    <a:pt x="15621" y="177"/>
                  </a:lnTo>
                  <a:lnTo>
                    <a:pt x="15455" y="88"/>
                  </a:lnTo>
                  <a:lnTo>
                    <a:pt x="13944" y="88"/>
                  </a:lnTo>
                  <a:lnTo>
                    <a:pt x="13766" y="177"/>
                  </a:lnTo>
                  <a:lnTo>
                    <a:pt x="13525" y="254"/>
                  </a:lnTo>
                  <a:lnTo>
                    <a:pt x="13347" y="342"/>
                  </a:lnTo>
                  <a:lnTo>
                    <a:pt x="13182" y="508"/>
                  </a:lnTo>
                  <a:lnTo>
                    <a:pt x="13017" y="673"/>
                  </a:lnTo>
                  <a:lnTo>
                    <a:pt x="12852" y="850"/>
                  </a:lnTo>
                  <a:lnTo>
                    <a:pt x="12763" y="1016"/>
                  </a:lnTo>
                  <a:lnTo>
                    <a:pt x="12674" y="1181"/>
                  </a:lnTo>
                  <a:lnTo>
                    <a:pt x="12598" y="1435"/>
                  </a:lnTo>
                  <a:lnTo>
                    <a:pt x="12509" y="1600"/>
                  </a:lnTo>
                  <a:lnTo>
                    <a:pt x="12433" y="1854"/>
                  </a:lnTo>
                  <a:lnTo>
                    <a:pt x="12433" y="2019"/>
                  </a:lnTo>
                  <a:lnTo>
                    <a:pt x="12433" y="2273"/>
                  </a:lnTo>
                  <a:lnTo>
                    <a:pt x="12433" y="2438"/>
                  </a:lnTo>
                  <a:lnTo>
                    <a:pt x="12509" y="2781"/>
                  </a:lnTo>
                  <a:lnTo>
                    <a:pt x="12598" y="3200"/>
                  </a:lnTo>
                  <a:lnTo>
                    <a:pt x="12852" y="3530"/>
                  </a:lnTo>
                  <a:lnTo>
                    <a:pt x="13182" y="3873"/>
                  </a:lnTo>
                  <a:lnTo>
                    <a:pt x="13525" y="4114"/>
                  </a:lnTo>
                  <a:lnTo>
                    <a:pt x="13855" y="4292"/>
                  </a:lnTo>
                  <a:lnTo>
                    <a:pt x="14274" y="4457"/>
                  </a:lnTo>
                  <a:lnTo>
                    <a:pt x="15113" y="4457"/>
                  </a:lnTo>
                  <a:lnTo>
                    <a:pt x="16878" y="2857"/>
                  </a:lnTo>
                  <a:lnTo>
                    <a:pt x="16967" y="2438"/>
                  </a:lnTo>
                  <a:lnTo>
                    <a:pt x="16967" y="2273"/>
                  </a:lnTo>
                  <a:lnTo>
                    <a:pt x="16967" y="2019"/>
                  </a:lnTo>
                  <a:lnTo>
                    <a:pt x="16967" y="18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/>
            <p:cNvSpPr/>
            <p:nvPr/>
          </p:nvSpPr>
          <p:spPr>
            <a:xfrm>
              <a:off x="16700195" y="12159695"/>
              <a:ext cx="16510" cy="17780"/>
            </a:xfrm>
            <a:custGeom>
              <a:avLst/>
              <a:gdLst/>
              <a:ahLst/>
              <a:cxnLst/>
              <a:rect l="l" t="t" r="r" b="b"/>
              <a:pathLst>
                <a:path w="16509" h="17779">
                  <a:moveTo>
                    <a:pt x="4038" y="17386"/>
                  </a:moveTo>
                  <a:lnTo>
                    <a:pt x="3873" y="17132"/>
                  </a:lnTo>
                  <a:lnTo>
                    <a:pt x="3619" y="16802"/>
                  </a:lnTo>
                  <a:lnTo>
                    <a:pt x="3276" y="16548"/>
                  </a:lnTo>
                  <a:lnTo>
                    <a:pt x="3111" y="16459"/>
                  </a:lnTo>
                  <a:lnTo>
                    <a:pt x="2857" y="16294"/>
                  </a:lnTo>
                  <a:lnTo>
                    <a:pt x="2527" y="16205"/>
                  </a:lnTo>
                  <a:lnTo>
                    <a:pt x="2362" y="16205"/>
                  </a:lnTo>
                  <a:lnTo>
                    <a:pt x="2108" y="16129"/>
                  </a:lnTo>
                  <a:lnTo>
                    <a:pt x="1689" y="16205"/>
                  </a:lnTo>
                  <a:lnTo>
                    <a:pt x="1270" y="16294"/>
                  </a:lnTo>
                  <a:lnTo>
                    <a:pt x="850" y="16459"/>
                  </a:lnTo>
                  <a:lnTo>
                    <a:pt x="508" y="16713"/>
                  </a:lnTo>
                  <a:lnTo>
                    <a:pt x="254" y="17043"/>
                  </a:lnTo>
                  <a:lnTo>
                    <a:pt x="0" y="17386"/>
                  </a:lnTo>
                  <a:lnTo>
                    <a:pt x="4038" y="17386"/>
                  </a:lnTo>
                  <a:close/>
                </a:path>
                <a:path w="16509" h="17779">
                  <a:moveTo>
                    <a:pt x="15367" y="88"/>
                  </a:moveTo>
                  <a:lnTo>
                    <a:pt x="12522" y="0"/>
                  </a:lnTo>
                  <a:lnTo>
                    <a:pt x="15367" y="88"/>
                  </a:lnTo>
                  <a:close/>
                </a:path>
                <a:path w="16509" h="17779">
                  <a:moveTo>
                    <a:pt x="16217" y="1765"/>
                  </a:moveTo>
                  <a:lnTo>
                    <a:pt x="16129" y="1600"/>
                  </a:lnTo>
                  <a:lnTo>
                    <a:pt x="16129" y="1346"/>
                  </a:lnTo>
                  <a:lnTo>
                    <a:pt x="16129" y="1181"/>
                  </a:lnTo>
                  <a:lnTo>
                    <a:pt x="16040" y="1016"/>
                  </a:lnTo>
                  <a:lnTo>
                    <a:pt x="15963" y="762"/>
                  </a:lnTo>
                  <a:lnTo>
                    <a:pt x="15875" y="596"/>
                  </a:lnTo>
                  <a:lnTo>
                    <a:pt x="15709" y="342"/>
                  </a:lnTo>
                  <a:lnTo>
                    <a:pt x="15367" y="88"/>
                  </a:lnTo>
                  <a:lnTo>
                    <a:pt x="12433" y="88"/>
                  </a:lnTo>
                  <a:lnTo>
                    <a:pt x="11760" y="1016"/>
                  </a:lnTo>
                  <a:lnTo>
                    <a:pt x="11671" y="1181"/>
                  </a:lnTo>
                  <a:lnTo>
                    <a:pt x="11671" y="1346"/>
                  </a:lnTo>
                  <a:lnTo>
                    <a:pt x="11595" y="1600"/>
                  </a:lnTo>
                  <a:lnTo>
                    <a:pt x="11671" y="1765"/>
                  </a:lnTo>
                  <a:lnTo>
                    <a:pt x="11671" y="2019"/>
                  </a:lnTo>
                  <a:lnTo>
                    <a:pt x="11671" y="2184"/>
                  </a:lnTo>
                  <a:lnTo>
                    <a:pt x="11760" y="2527"/>
                  </a:lnTo>
                  <a:lnTo>
                    <a:pt x="11925" y="2857"/>
                  </a:lnTo>
                  <a:lnTo>
                    <a:pt x="12014" y="3022"/>
                  </a:lnTo>
                  <a:lnTo>
                    <a:pt x="12179" y="3276"/>
                  </a:lnTo>
                  <a:lnTo>
                    <a:pt x="12522" y="3530"/>
                  </a:lnTo>
                  <a:lnTo>
                    <a:pt x="12852" y="3784"/>
                  </a:lnTo>
                  <a:lnTo>
                    <a:pt x="13271" y="3949"/>
                  </a:lnTo>
                  <a:lnTo>
                    <a:pt x="13690" y="4038"/>
                  </a:lnTo>
                  <a:lnTo>
                    <a:pt x="14109" y="4038"/>
                  </a:lnTo>
                  <a:lnTo>
                    <a:pt x="14528" y="3949"/>
                  </a:lnTo>
                  <a:lnTo>
                    <a:pt x="14871" y="3784"/>
                  </a:lnTo>
                  <a:lnTo>
                    <a:pt x="15290" y="3619"/>
                  </a:lnTo>
                  <a:lnTo>
                    <a:pt x="15544" y="3365"/>
                  </a:lnTo>
                  <a:lnTo>
                    <a:pt x="15786" y="3022"/>
                  </a:lnTo>
                  <a:lnTo>
                    <a:pt x="15875" y="2857"/>
                  </a:lnTo>
                  <a:lnTo>
                    <a:pt x="16040" y="2603"/>
                  </a:lnTo>
                  <a:lnTo>
                    <a:pt x="16129" y="2184"/>
                  </a:lnTo>
                  <a:lnTo>
                    <a:pt x="16129" y="2019"/>
                  </a:lnTo>
                  <a:lnTo>
                    <a:pt x="16217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/>
            <p:cNvSpPr/>
            <p:nvPr/>
          </p:nvSpPr>
          <p:spPr>
            <a:xfrm>
              <a:off x="16689451" y="12176827"/>
              <a:ext cx="15240" cy="19050"/>
            </a:xfrm>
            <a:custGeom>
              <a:avLst/>
              <a:gdLst/>
              <a:ahLst/>
              <a:cxnLst/>
              <a:rect l="l" t="t" r="r" b="b"/>
              <a:pathLst>
                <a:path w="15240" h="19050">
                  <a:moveTo>
                    <a:pt x="4533" y="18554"/>
                  </a:moveTo>
                  <a:lnTo>
                    <a:pt x="4445" y="18224"/>
                  </a:lnTo>
                  <a:lnTo>
                    <a:pt x="4279" y="17805"/>
                  </a:lnTo>
                  <a:lnTo>
                    <a:pt x="4025" y="17386"/>
                  </a:lnTo>
                  <a:lnTo>
                    <a:pt x="3695" y="17132"/>
                  </a:lnTo>
                  <a:lnTo>
                    <a:pt x="3365" y="16878"/>
                  </a:lnTo>
                  <a:lnTo>
                    <a:pt x="2933" y="16713"/>
                  </a:lnTo>
                  <a:lnTo>
                    <a:pt x="2514" y="16624"/>
                  </a:lnTo>
                  <a:lnTo>
                    <a:pt x="2095" y="16624"/>
                  </a:lnTo>
                  <a:lnTo>
                    <a:pt x="1600" y="16713"/>
                  </a:lnTo>
                  <a:lnTo>
                    <a:pt x="1257" y="16878"/>
                  </a:lnTo>
                  <a:lnTo>
                    <a:pt x="838" y="17132"/>
                  </a:lnTo>
                  <a:lnTo>
                    <a:pt x="584" y="17386"/>
                  </a:lnTo>
                  <a:lnTo>
                    <a:pt x="330" y="17716"/>
                  </a:lnTo>
                  <a:lnTo>
                    <a:pt x="165" y="18135"/>
                  </a:lnTo>
                  <a:lnTo>
                    <a:pt x="88" y="18554"/>
                  </a:lnTo>
                  <a:lnTo>
                    <a:pt x="4533" y="18643"/>
                  </a:lnTo>
                  <a:close/>
                </a:path>
                <a:path w="15240" h="19050">
                  <a:moveTo>
                    <a:pt x="14782" y="254"/>
                  </a:moveTo>
                  <a:lnTo>
                    <a:pt x="14617" y="0"/>
                  </a:lnTo>
                  <a:lnTo>
                    <a:pt x="10922" y="0"/>
                  </a:lnTo>
                  <a:lnTo>
                    <a:pt x="14782" y="254"/>
                  </a:lnTo>
                  <a:close/>
                </a:path>
                <a:path w="15240" h="19050">
                  <a:moveTo>
                    <a:pt x="15036" y="1003"/>
                  </a:moveTo>
                  <a:lnTo>
                    <a:pt x="14947" y="838"/>
                  </a:lnTo>
                  <a:lnTo>
                    <a:pt x="14947" y="584"/>
                  </a:lnTo>
                  <a:lnTo>
                    <a:pt x="14859" y="419"/>
                  </a:lnTo>
                  <a:lnTo>
                    <a:pt x="14782" y="254"/>
                  </a:lnTo>
                  <a:lnTo>
                    <a:pt x="10744" y="254"/>
                  </a:lnTo>
                  <a:lnTo>
                    <a:pt x="10668" y="419"/>
                  </a:lnTo>
                  <a:lnTo>
                    <a:pt x="10579" y="584"/>
                  </a:lnTo>
                  <a:lnTo>
                    <a:pt x="10579" y="838"/>
                  </a:lnTo>
                  <a:lnTo>
                    <a:pt x="10502" y="1003"/>
                  </a:lnTo>
                  <a:lnTo>
                    <a:pt x="10502" y="1257"/>
                  </a:lnTo>
                  <a:lnTo>
                    <a:pt x="10502" y="1422"/>
                  </a:lnTo>
                  <a:lnTo>
                    <a:pt x="10502" y="1676"/>
                  </a:lnTo>
                  <a:lnTo>
                    <a:pt x="10579" y="1854"/>
                  </a:lnTo>
                  <a:lnTo>
                    <a:pt x="10668" y="2095"/>
                  </a:lnTo>
                  <a:lnTo>
                    <a:pt x="10668" y="2273"/>
                  </a:lnTo>
                  <a:lnTo>
                    <a:pt x="10833" y="2514"/>
                  </a:lnTo>
                  <a:lnTo>
                    <a:pt x="11163" y="2857"/>
                  </a:lnTo>
                  <a:lnTo>
                    <a:pt x="11506" y="3187"/>
                  </a:lnTo>
                  <a:lnTo>
                    <a:pt x="11836" y="3365"/>
                  </a:lnTo>
                  <a:lnTo>
                    <a:pt x="12344" y="3530"/>
                  </a:lnTo>
                  <a:lnTo>
                    <a:pt x="13106" y="3530"/>
                  </a:lnTo>
                  <a:lnTo>
                    <a:pt x="13271" y="3530"/>
                  </a:lnTo>
                  <a:lnTo>
                    <a:pt x="13601" y="3365"/>
                  </a:lnTo>
                  <a:lnTo>
                    <a:pt x="14020" y="3187"/>
                  </a:lnTo>
                  <a:lnTo>
                    <a:pt x="14363" y="2933"/>
                  </a:lnTo>
                  <a:lnTo>
                    <a:pt x="14617" y="2603"/>
                  </a:lnTo>
                  <a:lnTo>
                    <a:pt x="14782" y="2273"/>
                  </a:lnTo>
                  <a:lnTo>
                    <a:pt x="14859" y="2095"/>
                  </a:lnTo>
                  <a:lnTo>
                    <a:pt x="14947" y="1854"/>
                  </a:lnTo>
                  <a:lnTo>
                    <a:pt x="15036" y="1676"/>
                  </a:lnTo>
                  <a:lnTo>
                    <a:pt x="15036" y="1422"/>
                  </a:lnTo>
                  <a:lnTo>
                    <a:pt x="15036" y="1257"/>
                  </a:lnTo>
                  <a:lnTo>
                    <a:pt x="15036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/>
            <p:cNvSpPr/>
            <p:nvPr/>
          </p:nvSpPr>
          <p:spPr>
            <a:xfrm>
              <a:off x="16680472" y="12195382"/>
              <a:ext cx="13970" cy="19685"/>
            </a:xfrm>
            <a:custGeom>
              <a:avLst/>
              <a:gdLst/>
              <a:ahLst/>
              <a:cxnLst/>
              <a:rect l="l" t="t" r="r" b="b"/>
              <a:pathLst>
                <a:path w="13969" h="19684">
                  <a:moveTo>
                    <a:pt x="4533" y="18135"/>
                  </a:moveTo>
                  <a:lnTo>
                    <a:pt x="4356" y="17805"/>
                  </a:lnTo>
                  <a:lnTo>
                    <a:pt x="4114" y="17386"/>
                  </a:lnTo>
                  <a:lnTo>
                    <a:pt x="3860" y="17043"/>
                  </a:lnTo>
                  <a:lnTo>
                    <a:pt x="3517" y="16802"/>
                  </a:lnTo>
                  <a:lnTo>
                    <a:pt x="3187" y="16624"/>
                  </a:lnTo>
                  <a:lnTo>
                    <a:pt x="2768" y="16459"/>
                  </a:lnTo>
                  <a:lnTo>
                    <a:pt x="2590" y="16459"/>
                  </a:lnTo>
                  <a:lnTo>
                    <a:pt x="2349" y="16383"/>
                  </a:lnTo>
                  <a:lnTo>
                    <a:pt x="1841" y="16459"/>
                  </a:lnTo>
                  <a:lnTo>
                    <a:pt x="1422" y="16548"/>
                  </a:lnTo>
                  <a:lnTo>
                    <a:pt x="1079" y="16802"/>
                  </a:lnTo>
                  <a:lnTo>
                    <a:pt x="660" y="17043"/>
                  </a:lnTo>
                  <a:lnTo>
                    <a:pt x="419" y="17386"/>
                  </a:lnTo>
                  <a:lnTo>
                    <a:pt x="165" y="17716"/>
                  </a:lnTo>
                  <a:lnTo>
                    <a:pt x="76" y="18135"/>
                  </a:lnTo>
                  <a:lnTo>
                    <a:pt x="0" y="18554"/>
                  </a:lnTo>
                  <a:lnTo>
                    <a:pt x="0" y="18986"/>
                  </a:lnTo>
                  <a:lnTo>
                    <a:pt x="165" y="19405"/>
                  </a:lnTo>
                  <a:lnTo>
                    <a:pt x="4445" y="19405"/>
                  </a:lnTo>
                  <a:lnTo>
                    <a:pt x="4533" y="19062"/>
                  </a:lnTo>
                  <a:lnTo>
                    <a:pt x="4533" y="18643"/>
                  </a:lnTo>
                  <a:lnTo>
                    <a:pt x="4533" y="18224"/>
                  </a:lnTo>
                  <a:close/>
                </a:path>
                <a:path w="13969" h="19684">
                  <a:moveTo>
                    <a:pt x="13512" y="88"/>
                  </a:moveTo>
                  <a:lnTo>
                    <a:pt x="8978" y="88"/>
                  </a:lnTo>
                  <a:lnTo>
                    <a:pt x="8978" y="419"/>
                  </a:lnTo>
                  <a:lnTo>
                    <a:pt x="9067" y="762"/>
                  </a:lnTo>
                  <a:lnTo>
                    <a:pt x="9067" y="927"/>
                  </a:lnTo>
                  <a:lnTo>
                    <a:pt x="9144" y="1181"/>
                  </a:lnTo>
                  <a:lnTo>
                    <a:pt x="9232" y="1346"/>
                  </a:lnTo>
                  <a:lnTo>
                    <a:pt x="9398" y="1600"/>
                  </a:lnTo>
                  <a:lnTo>
                    <a:pt x="9486" y="1765"/>
                  </a:lnTo>
                  <a:lnTo>
                    <a:pt x="9652" y="1930"/>
                  </a:lnTo>
                  <a:lnTo>
                    <a:pt x="9817" y="2108"/>
                  </a:lnTo>
                  <a:lnTo>
                    <a:pt x="9982" y="2184"/>
                  </a:lnTo>
                  <a:lnTo>
                    <a:pt x="10160" y="2349"/>
                  </a:lnTo>
                  <a:lnTo>
                    <a:pt x="10325" y="2349"/>
                  </a:lnTo>
                  <a:lnTo>
                    <a:pt x="10579" y="2438"/>
                  </a:lnTo>
                  <a:lnTo>
                    <a:pt x="10744" y="2527"/>
                  </a:lnTo>
                  <a:lnTo>
                    <a:pt x="10998" y="2603"/>
                  </a:lnTo>
                  <a:lnTo>
                    <a:pt x="11493" y="2603"/>
                  </a:lnTo>
                  <a:lnTo>
                    <a:pt x="11836" y="2527"/>
                  </a:lnTo>
                  <a:lnTo>
                    <a:pt x="12166" y="2349"/>
                  </a:lnTo>
                  <a:lnTo>
                    <a:pt x="12344" y="2349"/>
                  </a:lnTo>
                  <a:lnTo>
                    <a:pt x="12585" y="2184"/>
                  </a:lnTo>
                  <a:lnTo>
                    <a:pt x="12928" y="1930"/>
                  </a:lnTo>
                  <a:lnTo>
                    <a:pt x="13004" y="1765"/>
                  </a:lnTo>
                  <a:lnTo>
                    <a:pt x="13182" y="1600"/>
                  </a:lnTo>
                  <a:lnTo>
                    <a:pt x="13258" y="1346"/>
                  </a:lnTo>
                  <a:lnTo>
                    <a:pt x="13347" y="1181"/>
                  </a:lnTo>
                  <a:lnTo>
                    <a:pt x="13423" y="927"/>
                  </a:lnTo>
                  <a:lnTo>
                    <a:pt x="13512" y="762"/>
                  </a:lnTo>
                  <a:lnTo>
                    <a:pt x="13512" y="508"/>
                  </a:lnTo>
                  <a:lnTo>
                    <a:pt x="13512" y="88"/>
                  </a:lnTo>
                  <a:close/>
                </a:path>
                <a:path w="13969" h="19684">
                  <a:moveTo>
                    <a:pt x="13512" y="0"/>
                  </a:moveTo>
                  <a:lnTo>
                    <a:pt x="9067" y="0"/>
                  </a:lnTo>
                  <a:lnTo>
                    <a:pt x="13512" y="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8" name="object 608"/>
            <p:cNvSpPr/>
            <p:nvPr/>
          </p:nvSpPr>
          <p:spPr>
            <a:xfrm>
              <a:off x="16673080" y="12214444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533" y="18808"/>
                  </a:moveTo>
                  <a:lnTo>
                    <a:pt x="4445" y="18389"/>
                  </a:lnTo>
                  <a:lnTo>
                    <a:pt x="4356" y="17970"/>
                  </a:lnTo>
                  <a:lnTo>
                    <a:pt x="4191" y="17551"/>
                  </a:lnTo>
                  <a:lnTo>
                    <a:pt x="4025" y="17221"/>
                  </a:lnTo>
                  <a:lnTo>
                    <a:pt x="3695" y="16967"/>
                  </a:lnTo>
                  <a:lnTo>
                    <a:pt x="3352" y="16713"/>
                  </a:lnTo>
                  <a:lnTo>
                    <a:pt x="3187" y="16624"/>
                  </a:lnTo>
                  <a:lnTo>
                    <a:pt x="2933" y="16548"/>
                  </a:lnTo>
                  <a:lnTo>
                    <a:pt x="2768" y="16459"/>
                  </a:lnTo>
                  <a:lnTo>
                    <a:pt x="2514" y="16459"/>
                  </a:lnTo>
                  <a:lnTo>
                    <a:pt x="2095" y="16370"/>
                  </a:lnTo>
                  <a:lnTo>
                    <a:pt x="1676" y="16459"/>
                  </a:lnTo>
                  <a:lnTo>
                    <a:pt x="1511" y="16548"/>
                  </a:lnTo>
                  <a:lnTo>
                    <a:pt x="1257" y="16624"/>
                  </a:lnTo>
                  <a:lnTo>
                    <a:pt x="838" y="16878"/>
                  </a:lnTo>
                  <a:lnTo>
                    <a:pt x="495" y="17221"/>
                  </a:lnTo>
                  <a:lnTo>
                    <a:pt x="241" y="17551"/>
                  </a:lnTo>
                  <a:lnTo>
                    <a:pt x="76" y="17970"/>
                  </a:lnTo>
                  <a:lnTo>
                    <a:pt x="0" y="18389"/>
                  </a:lnTo>
                  <a:lnTo>
                    <a:pt x="0" y="18808"/>
                  </a:lnTo>
                  <a:lnTo>
                    <a:pt x="0" y="19227"/>
                  </a:lnTo>
                  <a:lnTo>
                    <a:pt x="165" y="19646"/>
                  </a:lnTo>
                  <a:lnTo>
                    <a:pt x="330" y="19989"/>
                  </a:lnTo>
                  <a:lnTo>
                    <a:pt x="4025" y="20066"/>
                  </a:lnTo>
                  <a:lnTo>
                    <a:pt x="4279" y="19646"/>
                  </a:lnTo>
                  <a:lnTo>
                    <a:pt x="4445" y="19316"/>
                  </a:lnTo>
                  <a:lnTo>
                    <a:pt x="4533" y="18808"/>
                  </a:lnTo>
                  <a:close/>
                </a:path>
                <a:path w="12065" h="20320">
                  <a:moveTo>
                    <a:pt x="11836" y="342"/>
                  </a:moveTo>
                  <a:lnTo>
                    <a:pt x="7556" y="342"/>
                  </a:lnTo>
                  <a:lnTo>
                    <a:pt x="7721" y="762"/>
                  </a:lnTo>
                  <a:lnTo>
                    <a:pt x="7886" y="1092"/>
                  </a:lnTo>
                  <a:lnTo>
                    <a:pt x="8051" y="1181"/>
                  </a:lnTo>
                  <a:lnTo>
                    <a:pt x="8229" y="1346"/>
                  </a:lnTo>
                  <a:lnTo>
                    <a:pt x="8394" y="1511"/>
                  </a:lnTo>
                  <a:lnTo>
                    <a:pt x="8559" y="1600"/>
                  </a:lnTo>
                  <a:lnTo>
                    <a:pt x="8724" y="1676"/>
                  </a:lnTo>
                  <a:lnTo>
                    <a:pt x="8978" y="1765"/>
                  </a:lnTo>
                  <a:lnTo>
                    <a:pt x="9144" y="1854"/>
                  </a:lnTo>
                  <a:lnTo>
                    <a:pt x="9398" y="1854"/>
                  </a:lnTo>
                  <a:lnTo>
                    <a:pt x="9563" y="1930"/>
                  </a:lnTo>
                  <a:lnTo>
                    <a:pt x="9982" y="1854"/>
                  </a:lnTo>
                  <a:lnTo>
                    <a:pt x="10160" y="1854"/>
                  </a:lnTo>
                  <a:lnTo>
                    <a:pt x="10414" y="1765"/>
                  </a:lnTo>
                  <a:lnTo>
                    <a:pt x="10579" y="1676"/>
                  </a:lnTo>
                  <a:lnTo>
                    <a:pt x="10744" y="1600"/>
                  </a:lnTo>
                  <a:lnTo>
                    <a:pt x="10909" y="1511"/>
                  </a:lnTo>
                  <a:lnTo>
                    <a:pt x="11163" y="1346"/>
                  </a:lnTo>
                  <a:lnTo>
                    <a:pt x="11328" y="1181"/>
                  </a:lnTo>
                  <a:lnTo>
                    <a:pt x="11582" y="838"/>
                  </a:lnTo>
                  <a:lnTo>
                    <a:pt x="11747" y="419"/>
                  </a:lnTo>
                  <a:close/>
                </a:path>
                <a:path w="12065" h="20320">
                  <a:moveTo>
                    <a:pt x="11925" y="0"/>
                  </a:moveTo>
                  <a:lnTo>
                    <a:pt x="7467" y="0"/>
                  </a:lnTo>
                  <a:lnTo>
                    <a:pt x="11836" y="342"/>
                  </a:lnTo>
                  <a:lnTo>
                    <a:pt x="11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9" name="object 609"/>
            <p:cNvSpPr/>
            <p:nvPr/>
          </p:nvSpPr>
          <p:spPr>
            <a:xfrm>
              <a:off x="16667202" y="12234435"/>
              <a:ext cx="10160" cy="20320"/>
            </a:xfrm>
            <a:custGeom>
              <a:avLst/>
              <a:gdLst/>
              <a:ahLst/>
              <a:cxnLst/>
              <a:rect l="l" t="t" r="r" b="b"/>
              <a:pathLst>
                <a:path w="10159" h="20320">
                  <a:moveTo>
                    <a:pt x="4533" y="17792"/>
                  </a:moveTo>
                  <a:lnTo>
                    <a:pt x="4368" y="17373"/>
                  </a:lnTo>
                  <a:lnTo>
                    <a:pt x="4191" y="17043"/>
                  </a:lnTo>
                  <a:lnTo>
                    <a:pt x="3949" y="16713"/>
                  </a:lnTo>
                  <a:lnTo>
                    <a:pt x="3771" y="16624"/>
                  </a:lnTo>
                  <a:lnTo>
                    <a:pt x="3606" y="16459"/>
                  </a:lnTo>
                  <a:lnTo>
                    <a:pt x="3441" y="16370"/>
                  </a:lnTo>
                  <a:lnTo>
                    <a:pt x="3187" y="16205"/>
                  </a:lnTo>
                  <a:lnTo>
                    <a:pt x="3022" y="16205"/>
                  </a:lnTo>
                  <a:lnTo>
                    <a:pt x="2857" y="16116"/>
                  </a:lnTo>
                  <a:lnTo>
                    <a:pt x="2514" y="16040"/>
                  </a:lnTo>
                  <a:lnTo>
                    <a:pt x="1930" y="16040"/>
                  </a:lnTo>
                  <a:lnTo>
                    <a:pt x="1765" y="16116"/>
                  </a:lnTo>
                  <a:lnTo>
                    <a:pt x="1511" y="16205"/>
                  </a:lnTo>
                  <a:lnTo>
                    <a:pt x="1346" y="16205"/>
                  </a:lnTo>
                  <a:lnTo>
                    <a:pt x="1092" y="16370"/>
                  </a:lnTo>
                  <a:lnTo>
                    <a:pt x="749" y="16624"/>
                  </a:lnTo>
                  <a:lnTo>
                    <a:pt x="419" y="16954"/>
                  </a:lnTo>
                  <a:lnTo>
                    <a:pt x="254" y="17297"/>
                  </a:lnTo>
                  <a:lnTo>
                    <a:pt x="76" y="17716"/>
                  </a:lnTo>
                  <a:lnTo>
                    <a:pt x="0" y="18224"/>
                  </a:lnTo>
                  <a:lnTo>
                    <a:pt x="0" y="18643"/>
                  </a:lnTo>
                  <a:lnTo>
                    <a:pt x="165" y="19062"/>
                  </a:lnTo>
                  <a:lnTo>
                    <a:pt x="330" y="19481"/>
                  </a:lnTo>
                  <a:lnTo>
                    <a:pt x="584" y="19812"/>
                  </a:lnTo>
                  <a:lnTo>
                    <a:pt x="838" y="20066"/>
                  </a:lnTo>
                  <a:lnTo>
                    <a:pt x="1168" y="20320"/>
                  </a:lnTo>
                  <a:lnTo>
                    <a:pt x="3352" y="20320"/>
                  </a:lnTo>
                  <a:lnTo>
                    <a:pt x="3606" y="20154"/>
                  </a:lnTo>
                  <a:lnTo>
                    <a:pt x="3949" y="19812"/>
                  </a:lnTo>
                  <a:lnTo>
                    <a:pt x="4191" y="19481"/>
                  </a:lnTo>
                  <a:lnTo>
                    <a:pt x="4445" y="19062"/>
                  </a:lnTo>
                  <a:lnTo>
                    <a:pt x="4533" y="18643"/>
                  </a:lnTo>
                  <a:lnTo>
                    <a:pt x="4533" y="18224"/>
                  </a:lnTo>
                  <a:lnTo>
                    <a:pt x="4533" y="17792"/>
                  </a:lnTo>
                  <a:close/>
                </a:path>
                <a:path w="10159" h="20320">
                  <a:moveTo>
                    <a:pt x="9906" y="76"/>
                  </a:moveTo>
                  <a:lnTo>
                    <a:pt x="6299" y="76"/>
                  </a:lnTo>
                  <a:lnTo>
                    <a:pt x="6553" y="330"/>
                  </a:lnTo>
                  <a:lnTo>
                    <a:pt x="6883" y="584"/>
                  </a:lnTo>
                  <a:lnTo>
                    <a:pt x="7213" y="749"/>
                  </a:lnTo>
                  <a:lnTo>
                    <a:pt x="7391" y="838"/>
                  </a:lnTo>
                  <a:lnTo>
                    <a:pt x="7632" y="914"/>
                  </a:lnTo>
                  <a:lnTo>
                    <a:pt x="7810" y="914"/>
                  </a:lnTo>
                  <a:lnTo>
                    <a:pt x="8229" y="1003"/>
                  </a:lnTo>
                  <a:lnTo>
                    <a:pt x="8394" y="914"/>
                  </a:lnTo>
                  <a:lnTo>
                    <a:pt x="8648" y="914"/>
                  </a:lnTo>
                  <a:lnTo>
                    <a:pt x="8813" y="838"/>
                  </a:lnTo>
                  <a:lnTo>
                    <a:pt x="8978" y="749"/>
                  </a:lnTo>
                  <a:lnTo>
                    <a:pt x="9232" y="673"/>
                  </a:lnTo>
                  <a:lnTo>
                    <a:pt x="9398" y="584"/>
                  </a:lnTo>
                  <a:lnTo>
                    <a:pt x="9575" y="419"/>
                  </a:lnTo>
                  <a:lnTo>
                    <a:pt x="9740" y="330"/>
                  </a:lnTo>
                  <a:lnTo>
                    <a:pt x="9906" y="76"/>
                  </a:lnTo>
                  <a:close/>
                </a:path>
                <a:path w="10159" h="20320">
                  <a:moveTo>
                    <a:pt x="9994" y="0"/>
                  </a:moveTo>
                  <a:lnTo>
                    <a:pt x="6210" y="0"/>
                  </a:lnTo>
                  <a:lnTo>
                    <a:pt x="9906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/>
            <p:cNvSpPr/>
            <p:nvPr/>
          </p:nvSpPr>
          <p:spPr>
            <a:xfrm>
              <a:off x="16662997" y="12254589"/>
              <a:ext cx="8255" cy="20955"/>
            </a:xfrm>
            <a:custGeom>
              <a:avLst/>
              <a:gdLst/>
              <a:ahLst/>
              <a:cxnLst/>
              <a:rect l="l" t="t" r="r" b="b"/>
              <a:pathLst>
                <a:path w="8255" h="20954">
                  <a:moveTo>
                    <a:pt x="4533" y="17881"/>
                  </a:moveTo>
                  <a:lnTo>
                    <a:pt x="4457" y="17627"/>
                  </a:lnTo>
                  <a:lnTo>
                    <a:pt x="4368" y="17208"/>
                  </a:lnTo>
                  <a:lnTo>
                    <a:pt x="4114" y="16878"/>
                  </a:lnTo>
                  <a:lnTo>
                    <a:pt x="3860" y="16535"/>
                  </a:lnTo>
                  <a:lnTo>
                    <a:pt x="3530" y="16281"/>
                  </a:lnTo>
                  <a:lnTo>
                    <a:pt x="3111" y="16027"/>
                  </a:lnTo>
                  <a:lnTo>
                    <a:pt x="2692" y="15951"/>
                  </a:lnTo>
                  <a:lnTo>
                    <a:pt x="2273" y="15862"/>
                  </a:lnTo>
                  <a:lnTo>
                    <a:pt x="1930" y="15951"/>
                  </a:lnTo>
                  <a:lnTo>
                    <a:pt x="1511" y="16027"/>
                  </a:lnTo>
                  <a:lnTo>
                    <a:pt x="1181" y="16205"/>
                  </a:lnTo>
                  <a:lnTo>
                    <a:pt x="1016" y="16281"/>
                  </a:lnTo>
                  <a:lnTo>
                    <a:pt x="762" y="16446"/>
                  </a:lnTo>
                  <a:lnTo>
                    <a:pt x="508" y="16789"/>
                  </a:lnTo>
                  <a:lnTo>
                    <a:pt x="254" y="17119"/>
                  </a:lnTo>
                  <a:lnTo>
                    <a:pt x="88" y="17538"/>
                  </a:lnTo>
                  <a:lnTo>
                    <a:pt x="0" y="17881"/>
                  </a:lnTo>
                  <a:lnTo>
                    <a:pt x="0" y="18046"/>
                  </a:lnTo>
                  <a:lnTo>
                    <a:pt x="0" y="18300"/>
                  </a:lnTo>
                  <a:lnTo>
                    <a:pt x="0" y="18465"/>
                  </a:lnTo>
                  <a:lnTo>
                    <a:pt x="88" y="18719"/>
                  </a:lnTo>
                  <a:lnTo>
                    <a:pt x="88" y="18884"/>
                  </a:lnTo>
                  <a:lnTo>
                    <a:pt x="254" y="19138"/>
                  </a:lnTo>
                  <a:lnTo>
                    <a:pt x="419" y="19481"/>
                  </a:lnTo>
                  <a:lnTo>
                    <a:pt x="762" y="19812"/>
                  </a:lnTo>
                  <a:lnTo>
                    <a:pt x="1016" y="20066"/>
                  </a:lnTo>
                  <a:lnTo>
                    <a:pt x="1435" y="20320"/>
                  </a:lnTo>
                  <a:lnTo>
                    <a:pt x="1854" y="20396"/>
                  </a:lnTo>
                  <a:lnTo>
                    <a:pt x="2768" y="20396"/>
                  </a:lnTo>
                  <a:lnTo>
                    <a:pt x="3022" y="20320"/>
                  </a:lnTo>
                  <a:lnTo>
                    <a:pt x="3441" y="20142"/>
                  </a:lnTo>
                  <a:lnTo>
                    <a:pt x="3784" y="19900"/>
                  </a:lnTo>
                  <a:lnTo>
                    <a:pt x="4038" y="19558"/>
                  </a:lnTo>
                  <a:lnTo>
                    <a:pt x="4279" y="19227"/>
                  </a:lnTo>
                  <a:lnTo>
                    <a:pt x="4457" y="18884"/>
                  </a:lnTo>
                  <a:lnTo>
                    <a:pt x="4457" y="18719"/>
                  </a:lnTo>
                  <a:lnTo>
                    <a:pt x="4533" y="18465"/>
                  </a:lnTo>
                  <a:lnTo>
                    <a:pt x="4533" y="18300"/>
                  </a:lnTo>
                  <a:lnTo>
                    <a:pt x="4533" y="18046"/>
                  </a:lnTo>
                  <a:lnTo>
                    <a:pt x="4533" y="17881"/>
                  </a:lnTo>
                  <a:close/>
                </a:path>
                <a:path w="8255" h="20954">
                  <a:moveTo>
                    <a:pt x="7556" y="165"/>
                  </a:moveTo>
                  <a:lnTo>
                    <a:pt x="5372" y="165"/>
                  </a:lnTo>
                  <a:lnTo>
                    <a:pt x="5791" y="330"/>
                  </a:lnTo>
                  <a:lnTo>
                    <a:pt x="6210" y="419"/>
                  </a:lnTo>
                  <a:lnTo>
                    <a:pt x="6718" y="419"/>
                  </a:lnTo>
                  <a:lnTo>
                    <a:pt x="6972" y="330"/>
                  </a:lnTo>
                  <a:lnTo>
                    <a:pt x="7137" y="330"/>
                  </a:lnTo>
                  <a:lnTo>
                    <a:pt x="7391" y="241"/>
                  </a:lnTo>
                  <a:lnTo>
                    <a:pt x="7556" y="165"/>
                  </a:lnTo>
                  <a:close/>
                </a:path>
                <a:path w="8255" h="20954">
                  <a:moveTo>
                    <a:pt x="7810" y="0"/>
                  </a:moveTo>
                  <a:lnTo>
                    <a:pt x="5130" y="0"/>
                  </a:lnTo>
                  <a:lnTo>
                    <a:pt x="7556" y="165"/>
                  </a:lnTo>
                  <a:lnTo>
                    <a:pt x="7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/>
            <p:cNvSpPr/>
            <p:nvPr/>
          </p:nvSpPr>
          <p:spPr>
            <a:xfrm>
              <a:off x="16660483" y="12274910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2260" y="36525"/>
                  </a:moveTo>
                  <a:lnTo>
                    <a:pt x="1841" y="36360"/>
                  </a:lnTo>
                  <a:lnTo>
                    <a:pt x="1003" y="36360"/>
                  </a:lnTo>
                  <a:lnTo>
                    <a:pt x="584" y="36525"/>
                  </a:lnTo>
                  <a:lnTo>
                    <a:pt x="2260" y="36525"/>
                  </a:lnTo>
                  <a:close/>
                </a:path>
                <a:path w="5715" h="36829">
                  <a:moveTo>
                    <a:pt x="4533" y="17792"/>
                  </a:moveTo>
                  <a:lnTo>
                    <a:pt x="4445" y="17462"/>
                  </a:lnTo>
                  <a:lnTo>
                    <a:pt x="4279" y="17043"/>
                  </a:lnTo>
                  <a:lnTo>
                    <a:pt x="4025" y="16700"/>
                  </a:lnTo>
                  <a:lnTo>
                    <a:pt x="3695" y="16370"/>
                  </a:lnTo>
                  <a:lnTo>
                    <a:pt x="3276" y="16116"/>
                  </a:lnTo>
                  <a:lnTo>
                    <a:pt x="2933" y="15951"/>
                  </a:lnTo>
                  <a:lnTo>
                    <a:pt x="2438" y="15862"/>
                  </a:lnTo>
                  <a:lnTo>
                    <a:pt x="2019" y="15862"/>
                  </a:lnTo>
                  <a:lnTo>
                    <a:pt x="1676" y="15951"/>
                  </a:lnTo>
                  <a:lnTo>
                    <a:pt x="1257" y="16116"/>
                  </a:lnTo>
                  <a:lnTo>
                    <a:pt x="838" y="16370"/>
                  </a:lnTo>
                  <a:lnTo>
                    <a:pt x="584" y="16624"/>
                  </a:lnTo>
                  <a:lnTo>
                    <a:pt x="330" y="16954"/>
                  </a:lnTo>
                  <a:lnTo>
                    <a:pt x="165" y="17373"/>
                  </a:lnTo>
                  <a:lnTo>
                    <a:pt x="0" y="17792"/>
                  </a:lnTo>
                  <a:lnTo>
                    <a:pt x="0" y="18211"/>
                  </a:lnTo>
                  <a:lnTo>
                    <a:pt x="0" y="18389"/>
                  </a:lnTo>
                  <a:lnTo>
                    <a:pt x="0" y="18630"/>
                  </a:lnTo>
                  <a:lnTo>
                    <a:pt x="76" y="18808"/>
                  </a:lnTo>
                  <a:lnTo>
                    <a:pt x="165" y="18973"/>
                  </a:lnTo>
                  <a:lnTo>
                    <a:pt x="254" y="19227"/>
                  </a:lnTo>
                  <a:lnTo>
                    <a:pt x="330" y="19392"/>
                  </a:lnTo>
                  <a:lnTo>
                    <a:pt x="495" y="19558"/>
                  </a:lnTo>
                  <a:lnTo>
                    <a:pt x="584" y="19723"/>
                  </a:lnTo>
                  <a:lnTo>
                    <a:pt x="838" y="19900"/>
                  </a:lnTo>
                  <a:lnTo>
                    <a:pt x="1168" y="20142"/>
                  </a:lnTo>
                  <a:lnTo>
                    <a:pt x="1587" y="20320"/>
                  </a:lnTo>
                  <a:lnTo>
                    <a:pt x="2019" y="20396"/>
                  </a:lnTo>
                  <a:lnTo>
                    <a:pt x="2514" y="20396"/>
                  </a:lnTo>
                  <a:lnTo>
                    <a:pt x="2857" y="20320"/>
                  </a:lnTo>
                  <a:lnTo>
                    <a:pt x="3187" y="20231"/>
                  </a:lnTo>
                  <a:lnTo>
                    <a:pt x="3352" y="20142"/>
                  </a:lnTo>
                  <a:lnTo>
                    <a:pt x="3606" y="19977"/>
                  </a:lnTo>
                  <a:lnTo>
                    <a:pt x="3771" y="19900"/>
                  </a:lnTo>
                  <a:lnTo>
                    <a:pt x="3949" y="19723"/>
                  </a:lnTo>
                  <a:lnTo>
                    <a:pt x="4025" y="19558"/>
                  </a:lnTo>
                  <a:lnTo>
                    <a:pt x="4191" y="19392"/>
                  </a:lnTo>
                  <a:lnTo>
                    <a:pt x="4279" y="19227"/>
                  </a:lnTo>
                  <a:lnTo>
                    <a:pt x="4368" y="18973"/>
                  </a:lnTo>
                  <a:lnTo>
                    <a:pt x="4445" y="18808"/>
                  </a:lnTo>
                  <a:lnTo>
                    <a:pt x="4445" y="18630"/>
                  </a:lnTo>
                  <a:lnTo>
                    <a:pt x="4533" y="18389"/>
                  </a:lnTo>
                  <a:lnTo>
                    <a:pt x="4533" y="18211"/>
                  </a:lnTo>
                  <a:lnTo>
                    <a:pt x="4533" y="17881"/>
                  </a:lnTo>
                  <a:close/>
                </a:path>
                <a:path w="5715" h="36829">
                  <a:moveTo>
                    <a:pt x="5118" y="76"/>
                  </a:moveTo>
                  <a:lnTo>
                    <a:pt x="4445" y="76"/>
                  </a:lnTo>
                  <a:lnTo>
                    <a:pt x="4864" y="165"/>
                  </a:lnTo>
                  <a:lnTo>
                    <a:pt x="5118" y="76"/>
                  </a:lnTo>
                  <a:close/>
                </a:path>
                <a:path w="5715" h="36829">
                  <a:moveTo>
                    <a:pt x="5537" y="0"/>
                  </a:moveTo>
                  <a:lnTo>
                    <a:pt x="4025" y="0"/>
                  </a:lnTo>
                  <a:lnTo>
                    <a:pt x="5118" y="76"/>
                  </a:lnTo>
                  <a:lnTo>
                    <a:pt x="5283" y="76"/>
                  </a:lnTo>
                  <a:lnTo>
                    <a:pt x="5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/>
            <p:cNvSpPr/>
            <p:nvPr/>
          </p:nvSpPr>
          <p:spPr>
            <a:xfrm>
              <a:off x="16659644" y="12311434"/>
              <a:ext cx="5080" cy="21590"/>
            </a:xfrm>
            <a:custGeom>
              <a:avLst/>
              <a:gdLst/>
              <a:ahLst/>
              <a:cxnLst/>
              <a:rect l="l" t="t" r="r" b="b"/>
              <a:pathLst>
                <a:path w="5080" h="21590">
                  <a:moveTo>
                    <a:pt x="4533" y="1841"/>
                  </a:moveTo>
                  <a:lnTo>
                    <a:pt x="4445" y="1587"/>
                  </a:lnTo>
                  <a:lnTo>
                    <a:pt x="4445" y="1422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4025" y="673"/>
                  </a:lnTo>
                  <a:lnTo>
                    <a:pt x="3860" y="495"/>
                  </a:lnTo>
                  <a:lnTo>
                    <a:pt x="3517" y="165"/>
                  </a:lnTo>
                  <a:lnTo>
                    <a:pt x="3098" y="0"/>
                  </a:lnTo>
                  <a:lnTo>
                    <a:pt x="1422" y="0"/>
                  </a:lnTo>
                  <a:lnTo>
                    <a:pt x="1092" y="165"/>
                  </a:lnTo>
                  <a:lnTo>
                    <a:pt x="749" y="419"/>
                  </a:lnTo>
                  <a:lnTo>
                    <a:pt x="419" y="673"/>
                  </a:lnTo>
                  <a:lnTo>
                    <a:pt x="330" y="838"/>
                  </a:lnTo>
                  <a:lnTo>
                    <a:pt x="254" y="1092"/>
                  </a:lnTo>
                  <a:lnTo>
                    <a:pt x="76" y="1422"/>
                  </a:lnTo>
                  <a:lnTo>
                    <a:pt x="0" y="1587"/>
                  </a:lnTo>
                  <a:lnTo>
                    <a:pt x="0" y="1841"/>
                  </a:lnTo>
                  <a:lnTo>
                    <a:pt x="0" y="2095"/>
                  </a:lnTo>
                  <a:lnTo>
                    <a:pt x="0" y="2260"/>
                  </a:lnTo>
                  <a:lnTo>
                    <a:pt x="0" y="2514"/>
                  </a:lnTo>
                  <a:lnTo>
                    <a:pt x="76" y="2679"/>
                  </a:lnTo>
                  <a:lnTo>
                    <a:pt x="165" y="2933"/>
                  </a:lnTo>
                  <a:lnTo>
                    <a:pt x="254" y="3098"/>
                  </a:lnTo>
                  <a:lnTo>
                    <a:pt x="330" y="3352"/>
                  </a:lnTo>
                  <a:lnTo>
                    <a:pt x="673" y="3695"/>
                  </a:lnTo>
                  <a:lnTo>
                    <a:pt x="1003" y="3949"/>
                  </a:lnTo>
                  <a:lnTo>
                    <a:pt x="1422" y="4191"/>
                  </a:lnTo>
                  <a:lnTo>
                    <a:pt x="1841" y="4279"/>
                  </a:lnTo>
                  <a:lnTo>
                    <a:pt x="2260" y="4368"/>
                  </a:lnTo>
                  <a:lnTo>
                    <a:pt x="2603" y="4279"/>
                  </a:lnTo>
                  <a:lnTo>
                    <a:pt x="3022" y="4191"/>
                  </a:lnTo>
                  <a:lnTo>
                    <a:pt x="3441" y="4025"/>
                  </a:lnTo>
                  <a:lnTo>
                    <a:pt x="3771" y="3771"/>
                  </a:lnTo>
                  <a:lnTo>
                    <a:pt x="4025" y="3441"/>
                  </a:lnTo>
                  <a:lnTo>
                    <a:pt x="4279" y="3098"/>
                  </a:lnTo>
                  <a:lnTo>
                    <a:pt x="4368" y="2933"/>
                  </a:lnTo>
                  <a:lnTo>
                    <a:pt x="4445" y="2679"/>
                  </a:lnTo>
                  <a:lnTo>
                    <a:pt x="4445" y="2514"/>
                  </a:lnTo>
                  <a:lnTo>
                    <a:pt x="4533" y="2260"/>
                  </a:lnTo>
                  <a:lnTo>
                    <a:pt x="4533" y="2095"/>
                  </a:lnTo>
                  <a:lnTo>
                    <a:pt x="4533" y="1841"/>
                  </a:lnTo>
                  <a:close/>
                </a:path>
                <a:path w="5080" h="21590">
                  <a:moveTo>
                    <a:pt x="4787" y="20993"/>
                  </a:moveTo>
                  <a:lnTo>
                    <a:pt x="4533" y="20739"/>
                  </a:lnTo>
                  <a:lnTo>
                    <a:pt x="4114" y="20485"/>
                  </a:lnTo>
                  <a:lnTo>
                    <a:pt x="3771" y="20320"/>
                  </a:lnTo>
                  <a:lnTo>
                    <a:pt x="3352" y="20231"/>
                  </a:lnTo>
                  <a:lnTo>
                    <a:pt x="2857" y="20231"/>
                  </a:lnTo>
                  <a:lnTo>
                    <a:pt x="2425" y="20320"/>
                  </a:lnTo>
                  <a:lnTo>
                    <a:pt x="2095" y="20485"/>
                  </a:lnTo>
                  <a:lnTo>
                    <a:pt x="1765" y="20739"/>
                  </a:lnTo>
                  <a:lnTo>
                    <a:pt x="1422" y="20993"/>
                  </a:lnTo>
                  <a:lnTo>
                    <a:pt x="4787" y="20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/>
            <p:cNvSpPr/>
            <p:nvPr/>
          </p:nvSpPr>
          <p:spPr>
            <a:xfrm>
              <a:off x="16660483" y="12332174"/>
              <a:ext cx="6985" cy="21590"/>
            </a:xfrm>
            <a:custGeom>
              <a:avLst/>
              <a:gdLst/>
              <a:ahLst/>
              <a:cxnLst/>
              <a:rect l="l" t="t" r="r" b="b"/>
              <a:pathLst>
                <a:path w="6984" h="21590">
                  <a:moveTo>
                    <a:pt x="3949" y="254"/>
                  </a:moveTo>
                  <a:lnTo>
                    <a:pt x="3695" y="0"/>
                  </a:lnTo>
                  <a:lnTo>
                    <a:pt x="838" y="0"/>
                  </a:lnTo>
                  <a:lnTo>
                    <a:pt x="3949" y="254"/>
                  </a:lnTo>
                  <a:close/>
                </a:path>
                <a:path w="6984" h="21590">
                  <a:moveTo>
                    <a:pt x="4533" y="1346"/>
                  </a:moveTo>
                  <a:lnTo>
                    <a:pt x="4445" y="1092"/>
                  </a:lnTo>
                  <a:lnTo>
                    <a:pt x="4279" y="673"/>
                  </a:lnTo>
                  <a:lnTo>
                    <a:pt x="4025" y="330"/>
                  </a:lnTo>
                  <a:lnTo>
                    <a:pt x="584" y="254"/>
                  </a:lnTo>
                  <a:lnTo>
                    <a:pt x="330" y="584"/>
                  </a:lnTo>
                  <a:lnTo>
                    <a:pt x="165" y="1003"/>
                  </a:lnTo>
                  <a:lnTo>
                    <a:pt x="0" y="1346"/>
                  </a:lnTo>
                  <a:lnTo>
                    <a:pt x="0" y="1511"/>
                  </a:lnTo>
                  <a:lnTo>
                    <a:pt x="0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76" y="2438"/>
                  </a:lnTo>
                  <a:lnTo>
                    <a:pt x="165" y="2603"/>
                  </a:lnTo>
                  <a:lnTo>
                    <a:pt x="254" y="2857"/>
                  </a:lnTo>
                  <a:lnTo>
                    <a:pt x="330" y="3022"/>
                  </a:lnTo>
                  <a:lnTo>
                    <a:pt x="495" y="3187"/>
                  </a:lnTo>
                  <a:lnTo>
                    <a:pt x="584" y="3352"/>
                  </a:lnTo>
                  <a:lnTo>
                    <a:pt x="749" y="3530"/>
                  </a:lnTo>
                  <a:lnTo>
                    <a:pt x="927" y="3606"/>
                  </a:lnTo>
                  <a:lnTo>
                    <a:pt x="1168" y="3771"/>
                  </a:lnTo>
                  <a:lnTo>
                    <a:pt x="1587" y="3949"/>
                  </a:lnTo>
                  <a:lnTo>
                    <a:pt x="2019" y="4025"/>
                  </a:lnTo>
                  <a:lnTo>
                    <a:pt x="2514" y="4025"/>
                  </a:lnTo>
                  <a:lnTo>
                    <a:pt x="2857" y="3949"/>
                  </a:lnTo>
                  <a:lnTo>
                    <a:pt x="3276" y="3860"/>
                  </a:lnTo>
                  <a:lnTo>
                    <a:pt x="3606" y="3606"/>
                  </a:lnTo>
                  <a:lnTo>
                    <a:pt x="3949" y="3352"/>
                  </a:lnTo>
                  <a:lnTo>
                    <a:pt x="4025" y="3187"/>
                  </a:lnTo>
                  <a:lnTo>
                    <a:pt x="4191" y="3022"/>
                  </a:lnTo>
                  <a:lnTo>
                    <a:pt x="4279" y="2857"/>
                  </a:lnTo>
                  <a:lnTo>
                    <a:pt x="4368" y="2603"/>
                  </a:lnTo>
                  <a:lnTo>
                    <a:pt x="4445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lnTo>
                    <a:pt x="4533" y="1511"/>
                  </a:lnTo>
                  <a:lnTo>
                    <a:pt x="4533" y="1346"/>
                  </a:lnTo>
                  <a:close/>
                </a:path>
                <a:path w="6984" h="21590">
                  <a:moveTo>
                    <a:pt x="6883" y="21069"/>
                  </a:moveTo>
                  <a:lnTo>
                    <a:pt x="6629" y="20739"/>
                  </a:lnTo>
                  <a:lnTo>
                    <a:pt x="6375" y="20408"/>
                  </a:lnTo>
                  <a:lnTo>
                    <a:pt x="6045" y="20154"/>
                  </a:lnTo>
                  <a:lnTo>
                    <a:pt x="5626" y="19977"/>
                  </a:lnTo>
                  <a:lnTo>
                    <a:pt x="5283" y="19812"/>
                  </a:lnTo>
                  <a:lnTo>
                    <a:pt x="4368" y="19812"/>
                  </a:lnTo>
                  <a:lnTo>
                    <a:pt x="3949" y="19977"/>
                  </a:lnTo>
                  <a:lnTo>
                    <a:pt x="3606" y="20154"/>
                  </a:lnTo>
                  <a:lnTo>
                    <a:pt x="3276" y="20408"/>
                  </a:lnTo>
                  <a:lnTo>
                    <a:pt x="2933" y="20739"/>
                  </a:lnTo>
                  <a:lnTo>
                    <a:pt x="2768" y="21069"/>
                  </a:lnTo>
                  <a:lnTo>
                    <a:pt x="6883" y="211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/>
            <p:cNvSpPr/>
            <p:nvPr/>
          </p:nvSpPr>
          <p:spPr>
            <a:xfrm>
              <a:off x="16662997" y="12353243"/>
              <a:ext cx="8890" cy="21590"/>
            </a:xfrm>
            <a:custGeom>
              <a:avLst/>
              <a:gdLst/>
              <a:ahLst/>
              <a:cxnLst/>
              <a:rect l="l" t="t" r="r" b="b"/>
              <a:pathLst>
                <a:path w="8890" h="21590">
                  <a:moveTo>
                    <a:pt x="4368" y="0"/>
                  </a:moveTo>
                  <a:lnTo>
                    <a:pt x="254" y="0"/>
                  </a:lnTo>
                  <a:lnTo>
                    <a:pt x="4368" y="88"/>
                  </a:lnTo>
                  <a:close/>
                </a:path>
                <a:path w="8890" h="21590">
                  <a:moveTo>
                    <a:pt x="4533" y="850"/>
                  </a:moveTo>
                  <a:lnTo>
                    <a:pt x="4457" y="508"/>
                  </a:lnTo>
                  <a:lnTo>
                    <a:pt x="4368" y="88"/>
                  </a:lnTo>
                  <a:lnTo>
                    <a:pt x="165" y="88"/>
                  </a:lnTo>
                  <a:lnTo>
                    <a:pt x="88" y="419"/>
                  </a:lnTo>
                  <a:lnTo>
                    <a:pt x="0" y="850"/>
                  </a:lnTo>
                  <a:lnTo>
                    <a:pt x="0" y="1270"/>
                  </a:lnTo>
                  <a:lnTo>
                    <a:pt x="0" y="1435"/>
                  </a:lnTo>
                  <a:lnTo>
                    <a:pt x="88" y="1689"/>
                  </a:lnTo>
                  <a:lnTo>
                    <a:pt x="165" y="1854"/>
                  </a:lnTo>
                  <a:lnTo>
                    <a:pt x="254" y="2108"/>
                  </a:lnTo>
                  <a:lnTo>
                    <a:pt x="508" y="2438"/>
                  </a:lnTo>
                  <a:lnTo>
                    <a:pt x="584" y="2603"/>
                  </a:lnTo>
                  <a:lnTo>
                    <a:pt x="762" y="2692"/>
                  </a:lnTo>
                  <a:lnTo>
                    <a:pt x="927" y="2857"/>
                  </a:lnTo>
                  <a:lnTo>
                    <a:pt x="1092" y="2946"/>
                  </a:lnTo>
                  <a:lnTo>
                    <a:pt x="1346" y="3111"/>
                  </a:lnTo>
                  <a:lnTo>
                    <a:pt x="1511" y="3111"/>
                  </a:lnTo>
                  <a:lnTo>
                    <a:pt x="1765" y="3200"/>
                  </a:lnTo>
                  <a:lnTo>
                    <a:pt x="1930" y="3276"/>
                  </a:lnTo>
                  <a:lnTo>
                    <a:pt x="2692" y="3276"/>
                  </a:lnTo>
                  <a:lnTo>
                    <a:pt x="3022" y="3111"/>
                  </a:lnTo>
                  <a:lnTo>
                    <a:pt x="3187" y="3111"/>
                  </a:lnTo>
                  <a:lnTo>
                    <a:pt x="3441" y="2946"/>
                  </a:lnTo>
                  <a:lnTo>
                    <a:pt x="3619" y="2857"/>
                  </a:lnTo>
                  <a:lnTo>
                    <a:pt x="3784" y="2692"/>
                  </a:lnTo>
                  <a:lnTo>
                    <a:pt x="3949" y="2603"/>
                  </a:lnTo>
                  <a:lnTo>
                    <a:pt x="4038" y="2438"/>
                  </a:lnTo>
                  <a:lnTo>
                    <a:pt x="4203" y="2184"/>
                  </a:lnTo>
                  <a:lnTo>
                    <a:pt x="4368" y="1854"/>
                  </a:lnTo>
                  <a:lnTo>
                    <a:pt x="4457" y="1689"/>
                  </a:lnTo>
                  <a:lnTo>
                    <a:pt x="4533" y="1435"/>
                  </a:lnTo>
                  <a:lnTo>
                    <a:pt x="4533" y="1270"/>
                  </a:lnTo>
                  <a:lnTo>
                    <a:pt x="4533" y="927"/>
                  </a:lnTo>
                  <a:close/>
                </a:path>
                <a:path w="8890" h="21590">
                  <a:moveTo>
                    <a:pt x="8737" y="20662"/>
                  </a:moveTo>
                  <a:lnTo>
                    <a:pt x="8648" y="20243"/>
                  </a:lnTo>
                  <a:lnTo>
                    <a:pt x="8483" y="19900"/>
                  </a:lnTo>
                  <a:lnTo>
                    <a:pt x="8229" y="19570"/>
                  </a:lnTo>
                  <a:lnTo>
                    <a:pt x="8064" y="19481"/>
                  </a:lnTo>
                  <a:lnTo>
                    <a:pt x="7899" y="19240"/>
                  </a:lnTo>
                  <a:lnTo>
                    <a:pt x="7556" y="19062"/>
                  </a:lnTo>
                  <a:lnTo>
                    <a:pt x="7391" y="18986"/>
                  </a:lnTo>
                  <a:lnTo>
                    <a:pt x="7137" y="18897"/>
                  </a:lnTo>
                  <a:lnTo>
                    <a:pt x="6972" y="18808"/>
                  </a:lnTo>
                  <a:lnTo>
                    <a:pt x="6718" y="18808"/>
                  </a:lnTo>
                  <a:lnTo>
                    <a:pt x="6299" y="18732"/>
                  </a:lnTo>
                  <a:lnTo>
                    <a:pt x="5880" y="18808"/>
                  </a:lnTo>
                  <a:lnTo>
                    <a:pt x="5549" y="18986"/>
                  </a:lnTo>
                  <a:lnTo>
                    <a:pt x="5130" y="19151"/>
                  </a:lnTo>
                  <a:lnTo>
                    <a:pt x="4876" y="19481"/>
                  </a:lnTo>
                  <a:lnTo>
                    <a:pt x="4533" y="19824"/>
                  </a:lnTo>
                  <a:lnTo>
                    <a:pt x="4368" y="20154"/>
                  </a:lnTo>
                  <a:lnTo>
                    <a:pt x="4279" y="20574"/>
                  </a:lnTo>
                  <a:lnTo>
                    <a:pt x="4203" y="20993"/>
                  </a:lnTo>
                  <a:lnTo>
                    <a:pt x="8737" y="20993"/>
                  </a:lnTo>
                  <a:lnTo>
                    <a:pt x="8737" y="206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/>
            <p:cNvSpPr/>
            <p:nvPr/>
          </p:nvSpPr>
          <p:spPr>
            <a:xfrm>
              <a:off x="16667202" y="12373906"/>
              <a:ext cx="10795" cy="20955"/>
            </a:xfrm>
            <a:custGeom>
              <a:avLst/>
              <a:gdLst/>
              <a:ahLst/>
              <a:cxnLst/>
              <a:rect l="l" t="t" r="r" b="b"/>
              <a:pathLst>
                <a:path w="10794" h="20954">
                  <a:moveTo>
                    <a:pt x="4533" y="330"/>
                  </a:moveTo>
                  <a:lnTo>
                    <a:pt x="0" y="330"/>
                  </a:lnTo>
                  <a:lnTo>
                    <a:pt x="0" y="749"/>
                  </a:lnTo>
                  <a:lnTo>
                    <a:pt x="165" y="1168"/>
                  </a:lnTo>
                  <a:lnTo>
                    <a:pt x="330" y="1511"/>
                  </a:lnTo>
                  <a:lnTo>
                    <a:pt x="584" y="1841"/>
                  </a:lnTo>
                  <a:lnTo>
                    <a:pt x="838" y="2184"/>
                  </a:lnTo>
                  <a:lnTo>
                    <a:pt x="1003" y="2260"/>
                  </a:lnTo>
                  <a:lnTo>
                    <a:pt x="1168" y="2349"/>
                  </a:lnTo>
                  <a:lnTo>
                    <a:pt x="1346" y="2438"/>
                  </a:lnTo>
                  <a:lnTo>
                    <a:pt x="1587" y="2514"/>
                  </a:lnTo>
                  <a:lnTo>
                    <a:pt x="1765" y="2603"/>
                  </a:lnTo>
                  <a:lnTo>
                    <a:pt x="2006" y="2603"/>
                  </a:lnTo>
                  <a:lnTo>
                    <a:pt x="2438" y="2679"/>
                  </a:lnTo>
                  <a:lnTo>
                    <a:pt x="2857" y="2603"/>
                  </a:lnTo>
                  <a:lnTo>
                    <a:pt x="3276" y="2438"/>
                  </a:lnTo>
                  <a:lnTo>
                    <a:pt x="3606" y="2260"/>
                  </a:lnTo>
                  <a:lnTo>
                    <a:pt x="3949" y="1930"/>
                  </a:lnTo>
                  <a:lnTo>
                    <a:pt x="4191" y="1600"/>
                  </a:lnTo>
                  <a:lnTo>
                    <a:pt x="4368" y="1257"/>
                  </a:lnTo>
                  <a:lnTo>
                    <a:pt x="4533" y="838"/>
                  </a:lnTo>
                  <a:lnTo>
                    <a:pt x="4533" y="419"/>
                  </a:lnTo>
                  <a:close/>
                </a:path>
                <a:path w="10794" h="20954">
                  <a:moveTo>
                    <a:pt x="4533" y="0"/>
                  </a:moveTo>
                  <a:lnTo>
                    <a:pt x="0" y="0"/>
                  </a:lnTo>
                  <a:lnTo>
                    <a:pt x="4533" y="330"/>
                  </a:lnTo>
                  <a:lnTo>
                    <a:pt x="4533" y="0"/>
                  </a:lnTo>
                  <a:close/>
                </a:path>
                <a:path w="10794" h="20954">
                  <a:moveTo>
                    <a:pt x="10414" y="19900"/>
                  </a:moveTo>
                  <a:lnTo>
                    <a:pt x="10325" y="19735"/>
                  </a:lnTo>
                  <a:lnTo>
                    <a:pt x="10325" y="19481"/>
                  </a:lnTo>
                  <a:lnTo>
                    <a:pt x="10236" y="19316"/>
                  </a:lnTo>
                  <a:lnTo>
                    <a:pt x="10160" y="19062"/>
                  </a:lnTo>
                  <a:lnTo>
                    <a:pt x="10071" y="18897"/>
                  </a:lnTo>
                  <a:lnTo>
                    <a:pt x="9994" y="18719"/>
                  </a:lnTo>
                  <a:lnTo>
                    <a:pt x="9817" y="18554"/>
                  </a:lnTo>
                  <a:lnTo>
                    <a:pt x="9740" y="18389"/>
                  </a:lnTo>
                  <a:lnTo>
                    <a:pt x="9575" y="18224"/>
                  </a:lnTo>
                  <a:lnTo>
                    <a:pt x="9398" y="18135"/>
                  </a:lnTo>
                  <a:lnTo>
                    <a:pt x="9232" y="17970"/>
                  </a:lnTo>
                  <a:lnTo>
                    <a:pt x="8978" y="17881"/>
                  </a:lnTo>
                  <a:lnTo>
                    <a:pt x="8813" y="17805"/>
                  </a:lnTo>
                  <a:lnTo>
                    <a:pt x="8648" y="17805"/>
                  </a:lnTo>
                  <a:lnTo>
                    <a:pt x="8394" y="17716"/>
                  </a:lnTo>
                  <a:lnTo>
                    <a:pt x="7810" y="17716"/>
                  </a:lnTo>
                  <a:lnTo>
                    <a:pt x="7632" y="17805"/>
                  </a:lnTo>
                  <a:lnTo>
                    <a:pt x="7391" y="17805"/>
                  </a:lnTo>
                  <a:lnTo>
                    <a:pt x="7213" y="17881"/>
                  </a:lnTo>
                  <a:lnTo>
                    <a:pt x="6972" y="17970"/>
                  </a:lnTo>
                  <a:lnTo>
                    <a:pt x="6883" y="18135"/>
                  </a:lnTo>
                  <a:lnTo>
                    <a:pt x="6629" y="18224"/>
                  </a:lnTo>
                  <a:lnTo>
                    <a:pt x="6553" y="18389"/>
                  </a:lnTo>
                  <a:lnTo>
                    <a:pt x="6375" y="18554"/>
                  </a:lnTo>
                  <a:lnTo>
                    <a:pt x="6299" y="18719"/>
                  </a:lnTo>
                  <a:lnTo>
                    <a:pt x="6121" y="18897"/>
                  </a:lnTo>
                  <a:lnTo>
                    <a:pt x="6045" y="19062"/>
                  </a:lnTo>
                  <a:lnTo>
                    <a:pt x="5956" y="19316"/>
                  </a:lnTo>
                  <a:lnTo>
                    <a:pt x="5880" y="19481"/>
                  </a:lnTo>
                  <a:lnTo>
                    <a:pt x="5880" y="19735"/>
                  </a:lnTo>
                  <a:lnTo>
                    <a:pt x="5880" y="19900"/>
                  </a:lnTo>
                  <a:lnTo>
                    <a:pt x="5880" y="20154"/>
                  </a:lnTo>
                  <a:lnTo>
                    <a:pt x="5880" y="20320"/>
                  </a:lnTo>
                  <a:lnTo>
                    <a:pt x="5880" y="20485"/>
                  </a:lnTo>
                  <a:lnTo>
                    <a:pt x="10325" y="20485"/>
                  </a:lnTo>
                  <a:lnTo>
                    <a:pt x="10325" y="20320"/>
                  </a:lnTo>
                  <a:lnTo>
                    <a:pt x="10414" y="20154"/>
                  </a:lnTo>
                  <a:lnTo>
                    <a:pt x="10414" y="19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/>
            <p:cNvSpPr/>
            <p:nvPr/>
          </p:nvSpPr>
          <p:spPr>
            <a:xfrm>
              <a:off x="16673080" y="12394226"/>
              <a:ext cx="12065" cy="20320"/>
            </a:xfrm>
            <a:custGeom>
              <a:avLst/>
              <a:gdLst/>
              <a:ahLst/>
              <a:cxnLst/>
              <a:rect l="l" t="t" r="r" b="b"/>
              <a:pathLst>
                <a:path w="12065" h="20320">
                  <a:moveTo>
                    <a:pt x="4445" y="165"/>
                  </a:moveTo>
                  <a:lnTo>
                    <a:pt x="0" y="165"/>
                  </a:lnTo>
                  <a:lnTo>
                    <a:pt x="76" y="330"/>
                  </a:lnTo>
                  <a:lnTo>
                    <a:pt x="165" y="584"/>
                  </a:lnTo>
                  <a:lnTo>
                    <a:pt x="241" y="749"/>
                  </a:lnTo>
                  <a:lnTo>
                    <a:pt x="330" y="1003"/>
                  </a:lnTo>
                  <a:lnTo>
                    <a:pt x="495" y="1092"/>
                  </a:lnTo>
                  <a:lnTo>
                    <a:pt x="673" y="1257"/>
                  </a:lnTo>
                  <a:lnTo>
                    <a:pt x="749" y="1422"/>
                  </a:lnTo>
                  <a:lnTo>
                    <a:pt x="1003" y="1600"/>
                  </a:lnTo>
                  <a:lnTo>
                    <a:pt x="1333" y="1765"/>
                  </a:lnTo>
                  <a:lnTo>
                    <a:pt x="1511" y="1841"/>
                  </a:lnTo>
                  <a:lnTo>
                    <a:pt x="1752" y="1841"/>
                  </a:lnTo>
                  <a:lnTo>
                    <a:pt x="1930" y="1930"/>
                  </a:lnTo>
                  <a:lnTo>
                    <a:pt x="2603" y="1930"/>
                  </a:lnTo>
                  <a:lnTo>
                    <a:pt x="2933" y="1841"/>
                  </a:lnTo>
                  <a:lnTo>
                    <a:pt x="3098" y="1765"/>
                  </a:lnTo>
                  <a:lnTo>
                    <a:pt x="3352" y="1676"/>
                  </a:lnTo>
                  <a:lnTo>
                    <a:pt x="3517" y="1600"/>
                  </a:lnTo>
                  <a:lnTo>
                    <a:pt x="3695" y="1422"/>
                  </a:lnTo>
                  <a:lnTo>
                    <a:pt x="3771" y="1257"/>
                  </a:lnTo>
                  <a:lnTo>
                    <a:pt x="4025" y="1092"/>
                  </a:lnTo>
                  <a:lnTo>
                    <a:pt x="4191" y="749"/>
                  </a:lnTo>
                  <a:lnTo>
                    <a:pt x="4279" y="584"/>
                  </a:lnTo>
                  <a:lnTo>
                    <a:pt x="4356" y="330"/>
                  </a:lnTo>
                  <a:lnTo>
                    <a:pt x="4445" y="165"/>
                  </a:lnTo>
                  <a:close/>
                </a:path>
                <a:path w="12065" h="20320">
                  <a:moveTo>
                    <a:pt x="4445" y="0"/>
                  </a:moveTo>
                  <a:lnTo>
                    <a:pt x="0" y="0"/>
                  </a:lnTo>
                  <a:lnTo>
                    <a:pt x="4445" y="165"/>
                  </a:lnTo>
                  <a:lnTo>
                    <a:pt x="4445" y="0"/>
                  </a:lnTo>
                  <a:close/>
                </a:path>
                <a:path w="12065" h="20320">
                  <a:moveTo>
                    <a:pt x="11925" y="18224"/>
                  </a:moveTo>
                  <a:lnTo>
                    <a:pt x="11747" y="17805"/>
                  </a:lnTo>
                  <a:lnTo>
                    <a:pt x="11582" y="17462"/>
                  </a:lnTo>
                  <a:lnTo>
                    <a:pt x="11252" y="17132"/>
                  </a:lnTo>
                  <a:lnTo>
                    <a:pt x="10909" y="16878"/>
                  </a:lnTo>
                  <a:lnTo>
                    <a:pt x="10579" y="16624"/>
                  </a:lnTo>
                  <a:lnTo>
                    <a:pt x="10160" y="16535"/>
                  </a:lnTo>
                  <a:lnTo>
                    <a:pt x="9321" y="16459"/>
                  </a:lnTo>
                  <a:lnTo>
                    <a:pt x="9144" y="16535"/>
                  </a:lnTo>
                  <a:lnTo>
                    <a:pt x="8902" y="16624"/>
                  </a:lnTo>
                  <a:lnTo>
                    <a:pt x="8724" y="16624"/>
                  </a:lnTo>
                  <a:lnTo>
                    <a:pt x="8470" y="16789"/>
                  </a:lnTo>
                  <a:lnTo>
                    <a:pt x="8140" y="17043"/>
                  </a:lnTo>
                  <a:lnTo>
                    <a:pt x="7810" y="17386"/>
                  </a:lnTo>
                  <a:lnTo>
                    <a:pt x="7556" y="17805"/>
                  </a:lnTo>
                  <a:lnTo>
                    <a:pt x="7467" y="18224"/>
                  </a:lnTo>
                  <a:lnTo>
                    <a:pt x="7391" y="18643"/>
                  </a:lnTo>
                  <a:lnTo>
                    <a:pt x="7391" y="19062"/>
                  </a:lnTo>
                  <a:lnTo>
                    <a:pt x="7467" y="19481"/>
                  </a:lnTo>
                  <a:lnTo>
                    <a:pt x="7721" y="19812"/>
                  </a:lnTo>
                  <a:lnTo>
                    <a:pt x="7721" y="19989"/>
                  </a:lnTo>
                  <a:lnTo>
                    <a:pt x="11582" y="19989"/>
                  </a:lnTo>
                  <a:lnTo>
                    <a:pt x="11671" y="19812"/>
                  </a:lnTo>
                  <a:lnTo>
                    <a:pt x="11747" y="19570"/>
                  </a:lnTo>
                  <a:lnTo>
                    <a:pt x="11925" y="19138"/>
                  </a:lnTo>
                  <a:lnTo>
                    <a:pt x="11925" y="18643"/>
                  </a:lnTo>
                  <a:lnTo>
                    <a:pt x="11925" y="182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/>
            <p:cNvSpPr/>
            <p:nvPr/>
          </p:nvSpPr>
          <p:spPr>
            <a:xfrm>
              <a:off x="16680802" y="12414037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3860" y="177"/>
                  </a:moveTo>
                  <a:lnTo>
                    <a:pt x="0" y="177"/>
                  </a:lnTo>
                  <a:lnTo>
                    <a:pt x="165" y="342"/>
                  </a:lnTo>
                  <a:lnTo>
                    <a:pt x="330" y="508"/>
                  </a:lnTo>
                  <a:lnTo>
                    <a:pt x="508" y="673"/>
                  </a:lnTo>
                  <a:lnTo>
                    <a:pt x="673" y="762"/>
                  </a:lnTo>
                  <a:lnTo>
                    <a:pt x="838" y="927"/>
                  </a:lnTo>
                  <a:lnTo>
                    <a:pt x="1092" y="1016"/>
                  </a:lnTo>
                  <a:lnTo>
                    <a:pt x="1257" y="1092"/>
                  </a:lnTo>
                  <a:lnTo>
                    <a:pt x="1511" y="1092"/>
                  </a:lnTo>
                  <a:lnTo>
                    <a:pt x="2184" y="1181"/>
                  </a:lnTo>
                  <a:lnTo>
                    <a:pt x="2438" y="1092"/>
                  </a:lnTo>
                  <a:lnTo>
                    <a:pt x="2603" y="1092"/>
                  </a:lnTo>
                  <a:lnTo>
                    <a:pt x="2857" y="1016"/>
                  </a:lnTo>
                  <a:lnTo>
                    <a:pt x="3022" y="927"/>
                  </a:lnTo>
                  <a:lnTo>
                    <a:pt x="3276" y="762"/>
                  </a:lnTo>
                  <a:lnTo>
                    <a:pt x="3606" y="508"/>
                  </a:lnTo>
                  <a:lnTo>
                    <a:pt x="3695" y="342"/>
                  </a:lnTo>
                  <a:lnTo>
                    <a:pt x="3860" y="177"/>
                  </a:lnTo>
                  <a:close/>
                </a:path>
                <a:path w="13334" h="19684">
                  <a:moveTo>
                    <a:pt x="3949" y="0"/>
                  </a:moveTo>
                  <a:lnTo>
                    <a:pt x="0" y="0"/>
                  </a:lnTo>
                  <a:lnTo>
                    <a:pt x="3860" y="177"/>
                  </a:lnTo>
                  <a:lnTo>
                    <a:pt x="3949" y="0"/>
                  </a:lnTo>
                  <a:close/>
                </a:path>
                <a:path w="13334" h="19684">
                  <a:moveTo>
                    <a:pt x="13182" y="16802"/>
                  </a:moveTo>
                  <a:lnTo>
                    <a:pt x="13093" y="16624"/>
                  </a:lnTo>
                  <a:lnTo>
                    <a:pt x="13017" y="16383"/>
                  </a:lnTo>
                  <a:lnTo>
                    <a:pt x="12928" y="16205"/>
                  </a:lnTo>
                  <a:lnTo>
                    <a:pt x="12852" y="16040"/>
                  </a:lnTo>
                  <a:lnTo>
                    <a:pt x="12674" y="15875"/>
                  </a:lnTo>
                  <a:lnTo>
                    <a:pt x="12598" y="15709"/>
                  </a:lnTo>
                  <a:lnTo>
                    <a:pt x="12344" y="15544"/>
                  </a:lnTo>
                  <a:lnTo>
                    <a:pt x="12014" y="15290"/>
                  </a:lnTo>
                  <a:lnTo>
                    <a:pt x="11836" y="15201"/>
                  </a:lnTo>
                  <a:lnTo>
                    <a:pt x="11582" y="15113"/>
                  </a:lnTo>
                  <a:lnTo>
                    <a:pt x="11163" y="15036"/>
                  </a:lnTo>
                  <a:lnTo>
                    <a:pt x="10668" y="15036"/>
                  </a:lnTo>
                  <a:lnTo>
                    <a:pt x="10414" y="15113"/>
                  </a:lnTo>
                  <a:lnTo>
                    <a:pt x="10248" y="15113"/>
                  </a:lnTo>
                  <a:lnTo>
                    <a:pt x="9994" y="15201"/>
                  </a:lnTo>
                  <a:lnTo>
                    <a:pt x="9829" y="15290"/>
                  </a:lnTo>
                  <a:lnTo>
                    <a:pt x="9652" y="15455"/>
                  </a:lnTo>
                  <a:lnTo>
                    <a:pt x="9486" y="15544"/>
                  </a:lnTo>
                  <a:lnTo>
                    <a:pt x="9321" y="15709"/>
                  </a:lnTo>
                  <a:lnTo>
                    <a:pt x="9156" y="15875"/>
                  </a:lnTo>
                  <a:lnTo>
                    <a:pt x="9067" y="16040"/>
                  </a:lnTo>
                  <a:lnTo>
                    <a:pt x="8902" y="16205"/>
                  </a:lnTo>
                  <a:lnTo>
                    <a:pt x="8813" y="16383"/>
                  </a:lnTo>
                  <a:lnTo>
                    <a:pt x="8737" y="16624"/>
                  </a:lnTo>
                  <a:lnTo>
                    <a:pt x="8737" y="16802"/>
                  </a:lnTo>
                  <a:lnTo>
                    <a:pt x="8648" y="17056"/>
                  </a:lnTo>
                  <a:lnTo>
                    <a:pt x="8648" y="17221"/>
                  </a:lnTo>
                  <a:lnTo>
                    <a:pt x="8648" y="17551"/>
                  </a:lnTo>
                  <a:lnTo>
                    <a:pt x="8737" y="17970"/>
                  </a:lnTo>
                  <a:lnTo>
                    <a:pt x="8902" y="18389"/>
                  </a:lnTo>
                  <a:lnTo>
                    <a:pt x="9156" y="18732"/>
                  </a:lnTo>
                  <a:lnTo>
                    <a:pt x="9486" y="19062"/>
                  </a:lnTo>
                  <a:lnTo>
                    <a:pt x="12344" y="19062"/>
                  </a:lnTo>
                  <a:lnTo>
                    <a:pt x="12674" y="18732"/>
                  </a:lnTo>
                  <a:lnTo>
                    <a:pt x="12928" y="18389"/>
                  </a:lnTo>
                  <a:lnTo>
                    <a:pt x="13093" y="18059"/>
                  </a:lnTo>
                  <a:lnTo>
                    <a:pt x="13182" y="17640"/>
                  </a:lnTo>
                  <a:lnTo>
                    <a:pt x="13182" y="17221"/>
                  </a:lnTo>
                  <a:lnTo>
                    <a:pt x="13182" y="17056"/>
                  </a:lnTo>
                  <a:lnTo>
                    <a:pt x="13182" y="168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/>
            <p:cNvSpPr/>
            <p:nvPr/>
          </p:nvSpPr>
          <p:spPr>
            <a:xfrm>
              <a:off x="16690290" y="12433101"/>
              <a:ext cx="14604" cy="18415"/>
            </a:xfrm>
            <a:custGeom>
              <a:avLst/>
              <a:gdLst/>
              <a:ahLst/>
              <a:cxnLst/>
              <a:rect l="l" t="t" r="r" b="b"/>
              <a:pathLst>
                <a:path w="14605" h="18415">
                  <a:moveTo>
                    <a:pt x="2857" y="0"/>
                  </a:moveTo>
                  <a:lnTo>
                    <a:pt x="0" y="0"/>
                  </a:lnTo>
                  <a:lnTo>
                    <a:pt x="342" y="254"/>
                  </a:lnTo>
                  <a:lnTo>
                    <a:pt x="762" y="419"/>
                  </a:lnTo>
                  <a:lnTo>
                    <a:pt x="1257" y="508"/>
                  </a:lnTo>
                  <a:lnTo>
                    <a:pt x="1676" y="508"/>
                  </a:lnTo>
                  <a:lnTo>
                    <a:pt x="2095" y="419"/>
                  </a:lnTo>
                  <a:lnTo>
                    <a:pt x="2527" y="254"/>
                  </a:lnTo>
                  <a:lnTo>
                    <a:pt x="2857" y="0"/>
                  </a:lnTo>
                  <a:close/>
                </a:path>
                <a:path w="14605" h="18415">
                  <a:moveTo>
                    <a:pt x="14198" y="15532"/>
                  </a:moveTo>
                  <a:lnTo>
                    <a:pt x="14109" y="15367"/>
                  </a:lnTo>
                  <a:lnTo>
                    <a:pt x="14109" y="15113"/>
                  </a:lnTo>
                  <a:lnTo>
                    <a:pt x="14020" y="14947"/>
                  </a:lnTo>
                  <a:lnTo>
                    <a:pt x="13944" y="14782"/>
                  </a:lnTo>
                  <a:lnTo>
                    <a:pt x="13779" y="14528"/>
                  </a:lnTo>
                  <a:lnTo>
                    <a:pt x="13690" y="14363"/>
                  </a:lnTo>
                  <a:lnTo>
                    <a:pt x="13525" y="14198"/>
                  </a:lnTo>
                  <a:lnTo>
                    <a:pt x="13182" y="13944"/>
                  </a:lnTo>
                  <a:lnTo>
                    <a:pt x="12763" y="13690"/>
                  </a:lnTo>
                  <a:lnTo>
                    <a:pt x="12344" y="13601"/>
                  </a:lnTo>
                  <a:lnTo>
                    <a:pt x="11595" y="13525"/>
                  </a:lnTo>
                  <a:lnTo>
                    <a:pt x="11417" y="13601"/>
                  </a:lnTo>
                  <a:lnTo>
                    <a:pt x="11176" y="13690"/>
                  </a:lnTo>
                  <a:lnTo>
                    <a:pt x="10998" y="13690"/>
                  </a:lnTo>
                  <a:lnTo>
                    <a:pt x="10756" y="13855"/>
                  </a:lnTo>
                  <a:lnTo>
                    <a:pt x="10414" y="14109"/>
                  </a:lnTo>
                  <a:lnTo>
                    <a:pt x="10160" y="14363"/>
                  </a:lnTo>
                  <a:lnTo>
                    <a:pt x="10083" y="14528"/>
                  </a:lnTo>
                  <a:lnTo>
                    <a:pt x="9906" y="14782"/>
                  </a:lnTo>
                  <a:lnTo>
                    <a:pt x="9829" y="14947"/>
                  </a:lnTo>
                  <a:lnTo>
                    <a:pt x="9740" y="15113"/>
                  </a:lnTo>
                  <a:lnTo>
                    <a:pt x="9664" y="15367"/>
                  </a:lnTo>
                  <a:lnTo>
                    <a:pt x="9664" y="15532"/>
                  </a:lnTo>
                  <a:lnTo>
                    <a:pt x="9664" y="15786"/>
                  </a:lnTo>
                  <a:lnTo>
                    <a:pt x="9664" y="15951"/>
                  </a:lnTo>
                  <a:lnTo>
                    <a:pt x="9664" y="16205"/>
                  </a:lnTo>
                  <a:lnTo>
                    <a:pt x="9740" y="16383"/>
                  </a:lnTo>
                  <a:lnTo>
                    <a:pt x="9829" y="16624"/>
                  </a:lnTo>
                  <a:lnTo>
                    <a:pt x="9829" y="16802"/>
                  </a:lnTo>
                  <a:lnTo>
                    <a:pt x="9994" y="17043"/>
                  </a:lnTo>
                  <a:lnTo>
                    <a:pt x="10325" y="17386"/>
                  </a:lnTo>
                  <a:lnTo>
                    <a:pt x="10668" y="17716"/>
                  </a:lnTo>
                  <a:lnTo>
                    <a:pt x="10998" y="17894"/>
                  </a:lnTo>
                  <a:lnTo>
                    <a:pt x="11417" y="18059"/>
                  </a:lnTo>
                  <a:lnTo>
                    <a:pt x="12344" y="18059"/>
                  </a:lnTo>
                  <a:lnTo>
                    <a:pt x="12763" y="17894"/>
                  </a:lnTo>
                  <a:lnTo>
                    <a:pt x="13182" y="17716"/>
                  </a:lnTo>
                  <a:lnTo>
                    <a:pt x="13525" y="17462"/>
                  </a:lnTo>
                  <a:lnTo>
                    <a:pt x="13779" y="17132"/>
                  </a:lnTo>
                  <a:lnTo>
                    <a:pt x="13944" y="16802"/>
                  </a:lnTo>
                  <a:lnTo>
                    <a:pt x="14020" y="16624"/>
                  </a:lnTo>
                  <a:lnTo>
                    <a:pt x="14109" y="16383"/>
                  </a:lnTo>
                  <a:lnTo>
                    <a:pt x="14109" y="16205"/>
                  </a:lnTo>
                  <a:lnTo>
                    <a:pt x="14198" y="15951"/>
                  </a:lnTo>
                  <a:lnTo>
                    <a:pt x="14198" y="15786"/>
                  </a:lnTo>
                  <a:lnTo>
                    <a:pt x="14198" y="1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/>
            <p:cNvSpPr/>
            <p:nvPr/>
          </p:nvSpPr>
          <p:spPr>
            <a:xfrm>
              <a:off x="16701376" y="12450995"/>
              <a:ext cx="27305" cy="28575"/>
            </a:xfrm>
            <a:custGeom>
              <a:avLst/>
              <a:gdLst/>
              <a:ahLst/>
              <a:cxnLst/>
              <a:rect l="l" t="t" r="r" b="b"/>
              <a:pathLst>
                <a:path w="27305" h="28575">
                  <a:moveTo>
                    <a:pt x="1676" y="0"/>
                  </a:moveTo>
                  <a:lnTo>
                    <a:pt x="0" y="0"/>
                  </a:lnTo>
                  <a:lnTo>
                    <a:pt x="1257" y="165"/>
                  </a:lnTo>
                  <a:lnTo>
                    <a:pt x="1676" y="0"/>
                  </a:lnTo>
                  <a:close/>
                </a:path>
                <a:path w="27305" h="28575">
                  <a:moveTo>
                    <a:pt x="15036" y="14439"/>
                  </a:moveTo>
                  <a:lnTo>
                    <a:pt x="14947" y="14185"/>
                  </a:lnTo>
                  <a:lnTo>
                    <a:pt x="14947" y="13931"/>
                  </a:lnTo>
                  <a:lnTo>
                    <a:pt x="14859" y="13766"/>
                  </a:lnTo>
                  <a:lnTo>
                    <a:pt x="14782" y="13512"/>
                  </a:lnTo>
                  <a:lnTo>
                    <a:pt x="14528" y="13182"/>
                  </a:lnTo>
                  <a:lnTo>
                    <a:pt x="14185" y="12839"/>
                  </a:lnTo>
                  <a:lnTo>
                    <a:pt x="13855" y="12585"/>
                  </a:lnTo>
                  <a:lnTo>
                    <a:pt x="13690" y="12509"/>
                  </a:lnTo>
                  <a:lnTo>
                    <a:pt x="13436" y="12420"/>
                  </a:lnTo>
                  <a:lnTo>
                    <a:pt x="13271" y="12331"/>
                  </a:lnTo>
                  <a:lnTo>
                    <a:pt x="12090" y="12331"/>
                  </a:lnTo>
                  <a:lnTo>
                    <a:pt x="11671" y="12509"/>
                  </a:lnTo>
                  <a:lnTo>
                    <a:pt x="11341" y="12763"/>
                  </a:lnTo>
                  <a:lnTo>
                    <a:pt x="10998" y="13093"/>
                  </a:lnTo>
                  <a:lnTo>
                    <a:pt x="10744" y="13423"/>
                  </a:lnTo>
                  <a:lnTo>
                    <a:pt x="10579" y="13766"/>
                  </a:lnTo>
                  <a:lnTo>
                    <a:pt x="10579" y="13931"/>
                  </a:lnTo>
                  <a:lnTo>
                    <a:pt x="10490" y="14185"/>
                  </a:lnTo>
                  <a:lnTo>
                    <a:pt x="10490" y="14439"/>
                  </a:lnTo>
                  <a:lnTo>
                    <a:pt x="10414" y="14605"/>
                  </a:lnTo>
                  <a:lnTo>
                    <a:pt x="10490" y="14859"/>
                  </a:lnTo>
                  <a:lnTo>
                    <a:pt x="10490" y="15024"/>
                  </a:lnTo>
                  <a:lnTo>
                    <a:pt x="10579" y="15278"/>
                  </a:lnTo>
                  <a:lnTo>
                    <a:pt x="10579" y="15443"/>
                  </a:lnTo>
                  <a:lnTo>
                    <a:pt x="10744" y="15697"/>
                  </a:lnTo>
                  <a:lnTo>
                    <a:pt x="10998" y="16027"/>
                  </a:lnTo>
                  <a:lnTo>
                    <a:pt x="11341" y="16370"/>
                  </a:lnTo>
                  <a:lnTo>
                    <a:pt x="11671" y="16624"/>
                  </a:lnTo>
                  <a:lnTo>
                    <a:pt x="12090" y="16700"/>
                  </a:lnTo>
                  <a:lnTo>
                    <a:pt x="12509" y="16789"/>
                  </a:lnTo>
                  <a:lnTo>
                    <a:pt x="12928" y="16789"/>
                  </a:lnTo>
                  <a:lnTo>
                    <a:pt x="13271" y="16789"/>
                  </a:lnTo>
                  <a:lnTo>
                    <a:pt x="13690" y="16624"/>
                  </a:lnTo>
                  <a:lnTo>
                    <a:pt x="14020" y="16370"/>
                  </a:lnTo>
                  <a:lnTo>
                    <a:pt x="14363" y="16116"/>
                  </a:lnTo>
                  <a:lnTo>
                    <a:pt x="14605" y="15786"/>
                  </a:lnTo>
                  <a:lnTo>
                    <a:pt x="14782" y="15443"/>
                  </a:lnTo>
                  <a:lnTo>
                    <a:pt x="14859" y="15278"/>
                  </a:lnTo>
                  <a:lnTo>
                    <a:pt x="14947" y="15024"/>
                  </a:lnTo>
                  <a:lnTo>
                    <a:pt x="14947" y="14859"/>
                  </a:lnTo>
                  <a:lnTo>
                    <a:pt x="14947" y="14605"/>
                  </a:lnTo>
                  <a:lnTo>
                    <a:pt x="15036" y="14439"/>
                  </a:lnTo>
                  <a:close/>
                </a:path>
                <a:path w="27305" h="28575">
                  <a:moveTo>
                    <a:pt x="26784" y="28041"/>
                  </a:moveTo>
                  <a:lnTo>
                    <a:pt x="26365" y="27952"/>
                  </a:lnTo>
                  <a:lnTo>
                    <a:pt x="25946" y="27876"/>
                  </a:lnTo>
                  <a:lnTo>
                    <a:pt x="25527" y="27952"/>
                  </a:lnTo>
                  <a:lnTo>
                    <a:pt x="25107" y="28041"/>
                  </a:lnTo>
                  <a:lnTo>
                    <a:pt x="26784" y="280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0" name="object 620"/>
            <p:cNvSpPr/>
            <p:nvPr/>
          </p:nvSpPr>
          <p:spPr>
            <a:xfrm>
              <a:off x="16725062" y="12478947"/>
              <a:ext cx="18415" cy="15240"/>
            </a:xfrm>
            <a:custGeom>
              <a:avLst/>
              <a:gdLst/>
              <a:ahLst/>
              <a:cxnLst/>
              <a:rect l="l" t="t" r="r" b="b"/>
              <a:pathLst>
                <a:path w="18415" h="15240">
                  <a:moveTo>
                    <a:pt x="3098" y="88"/>
                  </a:moveTo>
                  <a:lnTo>
                    <a:pt x="2679" y="0"/>
                  </a:lnTo>
                  <a:lnTo>
                    <a:pt x="1841" y="0"/>
                  </a:lnTo>
                  <a:lnTo>
                    <a:pt x="3098" y="88"/>
                  </a:lnTo>
                  <a:close/>
                </a:path>
                <a:path w="18415" h="15240">
                  <a:moveTo>
                    <a:pt x="4533" y="2019"/>
                  </a:moveTo>
                  <a:lnTo>
                    <a:pt x="4445" y="1676"/>
                  </a:lnTo>
                  <a:lnTo>
                    <a:pt x="4356" y="1257"/>
                  </a:lnTo>
                  <a:lnTo>
                    <a:pt x="4114" y="927"/>
                  </a:lnTo>
                  <a:lnTo>
                    <a:pt x="3771" y="596"/>
                  </a:lnTo>
                  <a:lnTo>
                    <a:pt x="3441" y="342"/>
                  </a:lnTo>
                  <a:lnTo>
                    <a:pt x="3098" y="88"/>
                  </a:lnTo>
                  <a:lnTo>
                    <a:pt x="1422" y="88"/>
                  </a:lnTo>
                  <a:lnTo>
                    <a:pt x="1092" y="254"/>
                  </a:lnTo>
                  <a:lnTo>
                    <a:pt x="749" y="508"/>
                  </a:lnTo>
                  <a:lnTo>
                    <a:pt x="495" y="838"/>
                  </a:lnTo>
                  <a:lnTo>
                    <a:pt x="241" y="1181"/>
                  </a:lnTo>
                  <a:lnTo>
                    <a:pt x="76" y="1600"/>
                  </a:lnTo>
                  <a:lnTo>
                    <a:pt x="0" y="2019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76" y="2857"/>
                  </a:lnTo>
                  <a:lnTo>
                    <a:pt x="165" y="3022"/>
                  </a:lnTo>
                  <a:lnTo>
                    <a:pt x="241" y="3187"/>
                  </a:lnTo>
                  <a:lnTo>
                    <a:pt x="330" y="3441"/>
                  </a:lnTo>
                  <a:lnTo>
                    <a:pt x="419" y="3619"/>
                  </a:lnTo>
                  <a:lnTo>
                    <a:pt x="584" y="3784"/>
                  </a:lnTo>
                  <a:lnTo>
                    <a:pt x="749" y="3860"/>
                  </a:lnTo>
                  <a:lnTo>
                    <a:pt x="914" y="4038"/>
                  </a:lnTo>
                  <a:lnTo>
                    <a:pt x="1092" y="4203"/>
                  </a:lnTo>
                  <a:lnTo>
                    <a:pt x="1333" y="4279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006" y="4457"/>
                  </a:lnTo>
                  <a:lnTo>
                    <a:pt x="2184" y="4533"/>
                  </a:lnTo>
                  <a:lnTo>
                    <a:pt x="2603" y="4457"/>
                  </a:lnTo>
                  <a:lnTo>
                    <a:pt x="2768" y="4457"/>
                  </a:lnTo>
                  <a:lnTo>
                    <a:pt x="3022" y="4368"/>
                  </a:lnTo>
                  <a:lnTo>
                    <a:pt x="3187" y="4279"/>
                  </a:lnTo>
                  <a:lnTo>
                    <a:pt x="3441" y="4203"/>
                  </a:lnTo>
                  <a:lnTo>
                    <a:pt x="3606" y="4038"/>
                  </a:lnTo>
                  <a:lnTo>
                    <a:pt x="3771" y="3860"/>
                  </a:lnTo>
                  <a:lnTo>
                    <a:pt x="3937" y="3784"/>
                  </a:lnTo>
                  <a:lnTo>
                    <a:pt x="4114" y="3619"/>
                  </a:lnTo>
                  <a:lnTo>
                    <a:pt x="4191" y="3441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08"/>
                  </a:lnTo>
                  <a:close/>
                </a:path>
                <a:path w="18415" h="15240">
                  <a:moveTo>
                    <a:pt x="18300" y="15036"/>
                  </a:moveTo>
                  <a:lnTo>
                    <a:pt x="18046" y="14871"/>
                  </a:lnTo>
                  <a:lnTo>
                    <a:pt x="17881" y="14782"/>
                  </a:lnTo>
                  <a:lnTo>
                    <a:pt x="17627" y="14617"/>
                  </a:lnTo>
                  <a:lnTo>
                    <a:pt x="17208" y="14439"/>
                  </a:lnTo>
                  <a:lnTo>
                    <a:pt x="16205" y="14439"/>
                  </a:lnTo>
                  <a:lnTo>
                    <a:pt x="15951" y="14528"/>
                  </a:lnTo>
                  <a:lnTo>
                    <a:pt x="15786" y="14617"/>
                  </a:lnTo>
                  <a:lnTo>
                    <a:pt x="15532" y="14782"/>
                  </a:lnTo>
                  <a:lnTo>
                    <a:pt x="15367" y="14871"/>
                  </a:lnTo>
                  <a:lnTo>
                    <a:pt x="15189" y="15036"/>
                  </a:lnTo>
                  <a:lnTo>
                    <a:pt x="18300" y="150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/>
            <p:cNvSpPr/>
            <p:nvPr/>
          </p:nvSpPr>
          <p:spPr>
            <a:xfrm>
              <a:off x="16739503" y="12493819"/>
              <a:ext cx="20320" cy="14604"/>
            </a:xfrm>
            <a:custGeom>
              <a:avLst/>
              <a:gdLst/>
              <a:ahLst/>
              <a:cxnLst/>
              <a:rect l="l" t="t" r="r" b="b"/>
              <a:pathLst>
                <a:path w="20319" h="14604">
                  <a:moveTo>
                    <a:pt x="3860" y="165"/>
                  </a:moveTo>
                  <a:lnTo>
                    <a:pt x="3606" y="0"/>
                  </a:lnTo>
                  <a:lnTo>
                    <a:pt x="927" y="0"/>
                  </a:lnTo>
                  <a:lnTo>
                    <a:pt x="3860" y="165"/>
                  </a:lnTo>
                  <a:close/>
                </a:path>
                <a:path w="20319" h="14604">
                  <a:moveTo>
                    <a:pt x="4533" y="1257"/>
                  </a:moveTo>
                  <a:lnTo>
                    <a:pt x="4368" y="1003"/>
                  </a:lnTo>
                  <a:lnTo>
                    <a:pt x="4368" y="838"/>
                  </a:lnTo>
                  <a:lnTo>
                    <a:pt x="4191" y="584"/>
                  </a:lnTo>
                  <a:lnTo>
                    <a:pt x="3949" y="241"/>
                  </a:lnTo>
                  <a:lnTo>
                    <a:pt x="749" y="165"/>
                  </a:lnTo>
                  <a:lnTo>
                    <a:pt x="584" y="241"/>
                  </a:lnTo>
                  <a:lnTo>
                    <a:pt x="508" y="495"/>
                  </a:lnTo>
                  <a:lnTo>
                    <a:pt x="330" y="584"/>
                  </a:lnTo>
                  <a:lnTo>
                    <a:pt x="254" y="838"/>
                  </a:lnTo>
                  <a:lnTo>
                    <a:pt x="165" y="1003"/>
                  </a:lnTo>
                  <a:lnTo>
                    <a:pt x="76" y="1257"/>
                  </a:lnTo>
                  <a:lnTo>
                    <a:pt x="76" y="1422"/>
                  </a:lnTo>
                  <a:lnTo>
                    <a:pt x="0" y="1752"/>
                  </a:lnTo>
                  <a:lnTo>
                    <a:pt x="76" y="2171"/>
                  </a:lnTo>
                  <a:lnTo>
                    <a:pt x="165" y="2590"/>
                  </a:lnTo>
                  <a:lnTo>
                    <a:pt x="330" y="3022"/>
                  </a:lnTo>
                  <a:lnTo>
                    <a:pt x="584" y="3352"/>
                  </a:lnTo>
                  <a:lnTo>
                    <a:pt x="927" y="3606"/>
                  </a:lnTo>
                  <a:lnTo>
                    <a:pt x="1257" y="3860"/>
                  </a:lnTo>
                  <a:lnTo>
                    <a:pt x="1676" y="4025"/>
                  </a:lnTo>
                  <a:lnTo>
                    <a:pt x="2095" y="4114"/>
                  </a:lnTo>
                  <a:lnTo>
                    <a:pt x="2514" y="4114"/>
                  </a:lnTo>
                  <a:lnTo>
                    <a:pt x="4533" y="2260"/>
                  </a:lnTo>
                  <a:lnTo>
                    <a:pt x="4533" y="1841"/>
                  </a:lnTo>
                  <a:lnTo>
                    <a:pt x="4533" y="1422"/>
                  </a:lnTo>
                  <a:lnTo>
                    <a:pt x="4533" y="1257"/>
                  </a:lnTo>
                  <a:close/>
                </a:path>
                <a:path w="20319" h="14604">
                  <a:moveTo>
                    <a:pt x="19900" y="13931"/>
                  </a:moveTo>
                  <a:lnTo>
                    <a:pt x="19646" y="13677"/>
                  </a:lnTo>
                  <a:lnTo>
                    <a:pt x="19646" y="13512"/>
                  </a:lnTo>
                  <a:lnTo>
                    <a:pt x="19392" y="13347"/>
                  </a:lnTo>
                  <a:lnTo>
                    <a:pt x="18973" y="13093"/>
                  </a:lnTo>
                  <a:lnTo>
                    <a:pt x="18554" y="12928"/>
                  </a:lnTo>
                  <a:lnTo>
                    <a:pt x="18135" y="12763"/>
                  </a:lnTo>
                  <a:lnTo>
                    <a:pt x="17627" y="12763"/>
                  </a:lnTo>
                  <a:lnTo>
                    <a:pt x="17386" y="12839"/>
                  </a:lnTo>
                  <a:lnTo>
                    <a:pt x="17208" y="12928"/>
                  </a:lnTo>
                  <a:lnTo>
                    <a:pt x="16878" y="13004"/>
                  </a:lnTo>
                  <a:lnTo>
                    <a:pt x="16535" y="13258"/>
                  </a:lnTo>
                  <a:lnTo>
                    <a:pt x="16370" y="13347"/>
                  </a:lnTo>
                  <a:lnTo>
                    <a:pt x="16205" y="13512"/>
                  </a:lnTo>
                  <a:lnTo>
                    <a:pt x="16116" y="13677"/>
                  </a:lnTo>
                  <a:lnTo>
                    <a:pt x="15951" y="13931"/>
                  </a:lnTo>
                  <a:lnTo>
                    <a:pt x="19900" y="140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/>
            <p:cNvSpPr/>
            <p:nvPr/>
          </p:nvSpPr>
          <p:spPr>
            <a:xfrm>
              <a:off x="16755123" y="12507751"/>
              <a:ext cx="21590" cy="13335"/>
            </a:xfrm>
            <a:custGeom>
              <a:avLst/>
              <a:gdLst/>
              <a:ahLst/>
              <a:cxnLst/>
              <a:rect l="l" t="t" r="r" b="b"/>
              <a:pathLst>
                <a:path w="21590" h="13334">
                  <a:moveTo>
                    <a:pt x="4279" y="0"/>
                  </a:moveTo>
                  <a:lnTo>
                    <a:pt x="330" y="0"/>
                  </a:lnTo>
                  <a:lnTo>
                    <a:pt x="4279" y="88"/>
                  </a:lnTo>
                  <a:close/>
                </a:path>
                <a:path w="21590" h="13334">
                  <a:moveTo>
                    <a:pt x="4533" y="838"/>
                  </a:moveTo>
                  <a:lnTo>
                    <a:pt x="4445" y="419"/>
                  </a:lnTo>
                  <a:lnTo>
                    <a:pt x="4279" y="88"/>
                  </a:lnTo>
                  <a:lnTo>
                    <a:pt x="254" y="88"/>
                  </a:lnTo>
                  <a:lnTo>
                    <a:pt x="165" y="419"/>
                  </a:lnTo>
                  <a:lnTo>
                    <a:pt x="0" y="838"/>
                  </a:lnTo>
                  <a:lnTo>
                    <a:pt x="0" y="1257"/>
                  </a:lnTo>
                  <a:lnTo>
                    <a:pt x="76" y="1676"/>
                  </a:lnTo>
                  <a:lnTo>
                    <a:pt x="254" y="2095"/>
                  </a:lnTo>
                  <a:lnTo>
                    <a:pt x="419" y="2438"/>
                  </a:lnTo>
                  <a:lnTo>
                    <a:pt x="749" y="2768"/>
                  </a:lnTo>
                  <a:lnTo>
                    <a:pt x="1092" y="3022"/>
                  </a:lnTo>
                  <a:lnTo>
                    <a:pt x="1422" y="3187"/>
                  </a:lnTo>
                  <a:lnTo>
                    <a:pt x="1841" y="3365"/>
                  </a:lnTo>
                  <a:lnTo>
                    <a:pt x="2679" y="3365"/>
                  </a:lnTo>
                  <a:lnTo>
                    <a:pt x="3098" y="3276"/>
                  </a:lnTo>
                  <a:lnTo>
                    <a:pt x="3441" y="3022"/>
                  </a:lnTo>
                  <a:lnTo>
                    <a:pt x="3771" y="2857"/>
                  </a:lnTo>
                  <a:lnTo>
                    <a:pt x="4114" y="2514"/>
                  </a:lnTo>
                  <a:lnTo>
                    <a:pt x="4279" y="2095"/>
                  </a:lnTo>
                  <a:lnTo>
                    <a:pt x="4445" y="1676"/>
                  </a:lnTo>
                  <a:lnTo>
                    <a:pt x="4533" y="1257"/>
                  </a:lnTo>
                  <a:lnTo>
                    <a:pt x="4533" y="838"/>
                  </a:lnTo>
                  <a:close/>
                </a:path>
                <a:path w="21590" h="13334">
                  <a:moveTo>
                    <a:pt x="21247" y="12928"/>
                  </a:moveTo>
                  <a:lnTo>
                    <a:pt x="21158" y="12509"/>
                  </a:lnTo>
                  <a:lnTo>
                    <a:pt x="21069" y="12090"/>
                  </a:lnTo>
                  <a:lnTo>
                    <a:pt x="20828" y="11760"/>
                  </a:lnTo>
                  <a:lnTo>
                    <a:pt x="20574" y="11417"/>
                  </a:lnTo>
                  <a:lnTo>
                    <a:pt x="20231" y="11087"/>
                  </a:lnTo>
                  <a:lnTo>
                    <a:pt x="19812" y="10922"/>
                  </a:lnTo>
                  <a:lnTo>
                    <a:pt x="19392" y="10744"/>
                  </a:lnTo>
                  <a:lnTo>
                    <a:pt x="18465" y="10744"/>
                  </a:lnTo>
                  <a:lnTo>
                    <a:pt x="18135" y="10922"/>
                  </a:lnTo>
                  <a:lnTo>
                    <a:pt x="17716" y="11087"/>
                  </a:lnTo>
                  <a:lnTo>
                    <a:pt x="17373" y="11341"/>
                  </a:lnTo>
                  <a:lnTo>
                    <a:pt x="17043" y="11671"/>
                  </a:lnTo>
                  <a:lnTo>
                    <a:pt x="16878" y="12090"/>
                  </a:lnTo>
                  <a:lnTo>
                    <a:pt x="16713" y="12509"/>
                  </a:lnTo>
                  <a:lnTo>
                    <a:pt x="16624" y="12928"/>
                  </a:lnTo>
                  <a:lnTo>
                    <a:pt x="21247" y="129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3" name="object 623"/>
            <p:cNvSpPr/>
            <p:nvPr/>
          </p:nvSpPr>
          <p:spPr>
            <a:xfrm>
              <a:off x="16771747" y="12520260"/>
              <a:ext cx="22225" cy="12065"/>
            </a:xfrm>
            <a:custGeom>
              <a:avLst/>
              <a:gdLst/>
              <a:ahLst/>
              <a:cxnLst/>
              <a:rect l="l" t="t" r="r" b="b"/>
              <a:pathLst>
                <a:path w="22225" h="12065">
                  <a:moveTo>
                    <a:pt x="4622" y="419"/>
                  </a:moveTo>
                  <a:lnTo>
                    <a:pt x="4533" y="0"/>
                  </a:lnTo>
                  <a:lnTo>
                    <a:pt x="88" y="0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4622" y="419"/>
                  </a:moveTo>
                  <a:lnTo>
                    <a:pt x="0" y="419"/>
                  </a:lnTo>
                  <a:lnTo>
                    <a:pt x="88" y="838"/>
                  </a:lnTo>
                  <a:lnTo>
                    <a:pt x="165" y="1257"/>
                  </a:lnTo>
                  <a:lnTo>
                    <a:pt x="330" y="1676"/>
                  </a:lnTo>
                  <a:lnTo>
                    <a:pt x="584" y="2019"/>
                  </a:lnTo>
                  <a:lnTo>
                    <a:pt x="927" y="2273"/>
                  </a:lnTo>
                  <a:lnTo>
                    <a:pt x="1257" y="2527"/>
                  </a:lnTo>
                  <a:lnTo>
                    <a:pt x="1600" y="2692"/>
                  </a:lnTo>
                  <a:lnTo>
                    <a:pt x="1765" y="2692"/>
                  </a:lnTo>
                  <a:lnTo>
                    <a:pt x="2019" y="2768"/>
                  </a:lnTo>
                  <a:lnTo>
                    <a:pt x="2514" y="2768"/>
                  </a:lnTo>
                  <a:lnTo>
                    <a:pt x="2857" y="2692"/>
                  </a:lnTo>
                  <a:lnTo>
                    <a:pt x="3276" y="2527"/>
                  </a:lnTo>
                  <a:lnTo>
                    <a:pt x="3606" y="2349"/>
                  </a:lnTo>
                  <a:lnTo>
                    <a:pt x="3949" y="2108"/>
                  </a:lnTo>
                  <a:lnTo>
                    <a:pt x="4203" y="1765"/>
                  </a:lnTo>
                  <a:lnTo>
                    <a:pt x="4445" y="1346"/>
                  </a:lnTo>
                  <a:lnTo>
                    <a:pt x="4533" y="927"/>
                  </a:lnTo>
                  <a:lnTo>
                    <a:pt x="4622" y="419"/>
                  </a:lnTo>
                  <a:close/>
                </a:path>
                <a:path w="22225" h="12065">
                  <a:moveTo>
                    <a:pt x="22174" y="10668"/>
                  </a:moveTo>
                  <a:lnTo>
                    <a:pt x="22085" y="10325"/>
                  </a:lnTo>
                  <a:lnTo>
                    <a:pt x="21920" y="9906"/>
                  </a:lnTo>
                  <a:lnTo>
                    <a:pt x="21666" y="9486"/>
                  </a:lnTo>
                  <a:lnTo>
                    <a:pt x="21323" y="9245"/>
                  </a:lnTo>
                  <a:lnTo>
                    <a:pt x="20993" y="8991"/>
                  </a:lnTo>
                  <a:lnTo>
                    <a:pt x="20574" y="8813"/>
                  </a:lnTo>
                  <a:lnTo>
                    <a:pt x="20154" y="8737"/>
                  </a:lnTo>
                  <a:lnTo>
                    <a:pt x="19646" y="8737"/>
                  </a:lnTo>
                  <a:lnTo>
                    <a:pt x="19227" y="8813"/>
                  </a:lnTo>
                  <a:lnTo>
                    <a:pt x="18808" y="8991"/>
                  </a:lnTo>
                  <a:lnTo>
                    <a:pt x="18478" y="9245"/>
                  </a:lnTo>
                  <a:lnTo>
                    <a:pt x="18135" y="9486"/>
                  </a:lnTo>
                  <a:lnTo>
                    <a:pt x="17881" y="9906"/>
                  </a:lnTo>
                  <a:lnTo>
                    <a:pt x="17716" y="10248"/>
                  </a:lnTo>
                  <a:lnTo>
                    <a:pt x="17640" y="10668"/>
                  </a:lnTo>
                  <a:lnTo>
                    <a:pt x="17640" y="11087"/>
                  </a:lnTo>
                  <a:lnTo>
                    <a:pt x="17716" y="11506"/>
                  </a:lnTo>
                  <a:lnTo>
                    <a:pt x="17716" y="11671"/>
                  </a:lnTo>
                  <a:lnTo>
                    <a:pt x="22085" y="11671"/>
                  </a:lnTo>
                  <a:lnTo>
                    <a:pt x="22085" y="11506"/>
                  </a:lnTo>
                  <a:lnTo>
                    <a:pt x="22174" y="11176"/>
                  </a:lnTo>
                  <a:lnTo>
                    <a:pt x="22174" y="10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4" name="object 624"/>
            <p:cNvSpPr/>
            <p:nvPr/>
          </p:nvSpPr>
          <p:spPr>
            <a:xfrm>
              <a:off x="16789464" y="12531767"/>
              <a:ext cx="22860" cy="10160"/>
            </a:xfrm>
            <a:custGeom>
              <a:avLst/>
              <a:gdLst/>
              <a:ahLst/>
              <a:cxnLst/>
              <a:rect l="l" t="t" r="r" b="b"/>
              <a:pathLst>
                <a:path w="22859" h="10159">
                  <a:moveTo>
                    <a:pt x="4368" y="165"/>
                  </a:moveTo>
                  <a:lnTo>
                    <a:pt x="0" y="165"/>
                  </a:lnTo>
                  <a:lnTo>
                    <a:pt x="88" y="419"/>
                  </a:lnTo>
                  <a:lnTo>
                    <a:pt x="342" y="762"/>
                  </a:lnTo>
                  <a:lnTo>
                    <a:pt x="419" y="927"/>
                  </a:lnTo>
                  <a:lnTo>
                    <a:pt x="584" y="1092"/>
                  </a:lnTo>
                  <a:lnTo>
                    <a:pt x="927" y="1346"/>
                  </a:lnTo>
                  <a:lnTo>
                    <a:pt x="1092" y="1422"/>
                  </a:lnTo>
                  <a:lnTo>
                    <a:pt x="1257" y="1511"/>
                  </a:lnTo>
                  <a:lnTo>
                    <a:pt x="1435" y="1600"/>
                  </a:lnTo>
                  <a:lnTo>
                    <a:pt x="1676" y="1676"/>
                  </a:lnTo>
                  <a:lnTo>
                    <a:pt x="1930" y="1676"/>
                  </a:lnTo>
                  <a:lnTo>
                    <a:pt x="2095" y="1765"/>
                  </a:lnTo>
                  <a:lnTo>
                    <a:pt x="2514" y="1676"/>
                  </a:lnTo>
                  <a:lnTo>
                    <a:pt x="2946" y="1600"/>
                  </a:lnTo>
                  <a:lnTo>
                    <a:pt x="3276" y="1422"/>
                  </a:lnTo>
                  <a:lnTo>
                    <a:pt x="3441" y="1346"/>
                  </a:lnTo>
                  <a:lnTo>
                    <a:pt x="3606" y="1181"/>
                  </a:lnTo>
                  <a:lnTo>
                    <a:pt x="3784" y="1092"/>
                  </a:lnTo>
                  <a:lnTo>
                    <a:pt x="3949" y="927"/>
                  </a:lnTo>
                  <a:lnTo>
                    <a:pt x="4038" y="762"/>
                  </a:lnTo>
                  <a:lnTo>
                    <a:pt x="4203" y="508"/>
                  </a:lnTo>
                  <a:lnTo>
                    <a:pt x="4368" y="165"/>
                  </a:lnTo>
                  <a:close/>
                </a:path>
                <a:path w="22859" h="10159">
                  <a:moveTo>
                    <a:pt x="4368" y="0"/>
                  </a:moveTo>
                  <a:lnTo>
                    <a:pt x="0" y="0"/>
                  </a:lnTo>
                  <a:lnTo>
                    <a:pt x="4368" y="165"/>
                  </a:lnTo>
                  <a:lnTo>
                    <a:pt x="4368" y="0"/>
                  </a:lnTo>
                  <a:close/>
                </a:path>
                <a:path w="22859" h="10159">
                  <a:moveTo>
                    <a:pt x="22847" y="8140"/>
                  </a:moveTo>
                  <a:lnTo>
                    <a:pt x="22758" y="7975"/>
                  </a:lnTo>
                  <a:lnTo>
                    <a:pt x="22669" y="7721"/>
                  </a:lnTo>
                  <a:lnTo>
                    <a:pt x="22593" y="7556"/>
                  </a:lnTo>
                  <a:lnTo>
                    <a:pt x="22504" y="7302"/>
                  </a:lnTo>
                  <a:lnTo>
                    <a:pt x="22428" y="7137"/>
                  </a:lnTo>
                  <a:lnTo>
                    <a:pt x="22250" y="6972"/>
                  </a:lnTo>
                  <a:lnTo>
                    <a:pt x="22174" y="6807"/>
                  </a:lnTo>
                  <a:lnTo>
                    <a:pt x="22009" y="6718"/>
                  </a:lnTo>
                  <a:lnTo>
                    <a:pt x="21831" y="6553"/>
                  </a:lnTo>
                  <a:lnTo>
                    <a:pt x="21666" y="6464"/>
                  </a:lnTo>
                  <a:lnTo>
                    <a:pt x="21412" y="6388"/>
                  </a:lnTo>
                  <a:lnTo>
                    <a:pt x="21247" y="6299"/>
                  </a:lnTo>
                  <a:lnTo>
                    <a:pt x="21082" y="6210"/>
                  </a:lnTo>
                  <a:lnTo>
                    <a:pt x="20828" y="6210"/>
                  </a:lnTo>
                  <a:lnTo>
                    <a:pt x="20408" y="6134"/>
                  </a:lnTo>
                  <a:lnTo>
                    <a:pt x="19989" y="6210"/>
                  </a:lnTo>
                  <a:lnTo>
                    <a:pt x="19646" y="6388"/>
                  </a:lnTo>
                  <a:lnTo>
                    <a:pt x="19481" y="6464"/>
                  </a:lnTo>
                  <a:lnTo>
                    <a:pt x="19227" y="6553"/>
                  </a:lnTo>
                  <a:lnTo>
                    <a:pt x="19151" y="6718"/>
                  </a:lnTo>
                  <a:lnTo>
                    <a:pt x="18897" y="6807"/>
                  </a:lnTo>
                  <a:lnTo>
                    <a:pt x="18808" y="6972"/>
                  </a:lnTo>
                  <a:lnTo>
                    <a:pt x="18643" y="7137"/>
                  </a:lnTo>
                  <a:lnTo>
                    <a:pt x="18554" y="7302"/>
                  </a:lnTo>
                  <a:lnTo>
                    <a:pt x="18478" y="7556"/>
                  </a:lnTo>
                  <a:lnTo>
                    <a:pt x="18389" y="7721"/>
                  </a:lnTo>
                  <a:lnTo>
                    <a:pt x="18313" y="7975"/>
                  </a:lnTo>
                  <a:lnTo>
                    <a:pt x="18313" y="8140"/>
                  </a:lnTo>
                  <a:lnTo>
                    <a:pt x="18313" y="8394"/>
                  </a:lnTo>
                  <a:lnTo>
                    <a:pt x="18313" y="8559"/>
                  </a:lnTo>
                  <a:lnTo>
                    <a:pt x="18313" y="8813"/>
                  </a:lnTo>
                  <a:lnTo>
                    <a:pt x="18313" y="8991"/>
                  </a:lnTo>
                  <a:lnTo>
                    <a:pt x="18389" y="9232"/>
                  </a:lnTo>
                  <a:lnTo>
                    <a:pt x="18643" y="9652"/>
                  </a:lnTo>
                  <a:lnTo>
                    <a:pt x="22428" y="9740"/>
                  </a:lnTo>
                  <a:lnTo>
                    <a:pt x="22669" y="9321"/>
                  </a:lnTo>
                  <a:lnTo>
                    <a:pt x="22758" y="8991"/>
                  </a:lnTo>
                  <a:lnTo>
                    <a:pt x="22758" y="8813"/>
                  </a:lnTo>
                  <a:lnTo>
                    <a:pt x="22847" y="8559"/>
                  </a:lnTo>
                  <a:lnTo>
                    <a:pt x="22847" y="8394"/>
                  </a:lnTo>
                  <a:lnTo>
                    <a:pt x="22847" y="8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/>
            <p:cNvSpPr/>
            <p:nvPr/>
          </p:nvSpPr>
          <p:spPr>
            <a:xfrm>
              <a:off x="16808108" y="12541419"/>
              <a:ext cx="23495" cy="8255"/>
            </a:xfrm>
            <a:custGeom>
              <a:avLst/>
              <a:gdLst/>
              <a:ahLst/>
              <a:cxnLst/>
              <a:rect l="l" t="t" r="r" b="b"/>
              <a:pathLst>
                <a:path w="23494" h="8254">
                  <a:moveTo>
                    <a:pt x="3784" y="88"/>
                  </a:moveTo>
                  <a:lnTo>
                    <a:pt x="88" y="88"/>
                  </a:lnTo>
                  <a:lnTo>
                    <a:pt x="254" y="342"/>
                  </a:lnTo>
                  <a:lnTo>
                    <a:pt x="584" y="673"/>
                  </a:lnTo>
                  <a:lnTo>
                    <a:pt x="1003" y="850"/>
                  </a:lnTo>
                  <a:lnTo>
                    <a:pt x="1422" y="1016"/>
                  </a:lnTo>
                  <a:lnTo>
                    <a:pt x="1600" y="1016"/>
                  </a:lnTo>
                  <a:lnTo>
                    <a:pt x="1854" y="1092"/>
                  </a:lnTo>
                  <a:lnTo>
                    <a:pt x="2273" y="1016"/>
                  </a:lnTo>
                  <a:lnTo>
                    <a:pt x="2768" y="927"/>
                  </a:lnTo>
                  <a:lnTo>
                    <a:pt x="3111" y="673"/>
                  </a:lnTo>
                  <a:lnTo>
                    <a:pt x="3530" y="419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3784" y="0"/>
                  </a:moveTo>
                  <a:lnTo>
                    <a:pt x="0" y="0"/>
                  </a:lnTo>
                  <a:lnTo>
                    <a:pt x="3784" y="88"/>
                  </a:lnTo>
                  <a:close/>
                </a:path>
                <a:path w="23494" h="8254">
                  <a:moveTo>
                    <a:pt x="23266" y="6134"/>
                  </a:moveTo>
                  <a:lnTo>
                    <a:pt x="23177" y="5969"/>
                  </a:lnTo>
                  <a:lnTo>
                    <a:pt x="23177" y="5715"/>
                  </a:lnTo>
                  <a:lnTo>
                    <a:pt x="23088" y="5461"/>
                  </a:lnTo>
                  <a:lnTo>
                    <a:pt x="23088" y="5295"/>
                  </a:lnTo>
                  <a:lnTo>
                    <a:pt x="22923" y="5130"/>
                  </a:lnTo>
                  <a:lnTo>
                    <a:pt x="22847" y="4965"/>
                  </a:lnTo>
                  <a:lnTo>
                    <a:pt x="22669" y="4787"/>
                  </a:lnTo>
                  <a:lnTo>
                    <a:pt x="22593" y="4622"/>
                  </a:lnTo>
                  <a:lnTo>
                    <a:pt x="22415" y="4457"/>
                  </a:lnTo>
                  <a:lnTo>
                    <a:pt x="22250" y="4368"/>
                  </a:lnTo>
                  <a:lnTo>
                    <a:pt x="22085" y="4203"/>
                  </a:lnTo>
                  <a:lnTo>
                    <a:pt x="21920" y="4114"/>
                  </a:lnTo>
                  <a:lnTo>
                    <a:pt x="21666" y="4038"/>
                  </a:lnTo>
                  <a:lnTo>
                    <a:pt x="21501" y="4038"/>
                  </a:lnTo>
                  <a:lnTo>
                    <a:pt x="21158" y="3949"/>
                  </a:lnTo>
                  <a:lnTo>
                    <a:pt x="20662" y="3949"/>
                  </a:lnTo>
                  <a:lnTo>
                    <a:pt x="20485" y="4038"/>
                  </a:lnTo>
                  <a:lnTo>
                    <a:pt x="20243" y="4038"/>
                  </a:lnTo>
                  <a:lnTo>
                    <a:pt x="20066" y="4114"/>
                  </a:lnTo>
                  <a:lnTo>
                    <a:pt x="19900" y="4203"/>
                  </a:lnTo>
                  <a:lnTo>
                    <a:pt x="19646" y="4368"/>
                  </a:lnTo>
                  <a:lnTo>
                    <a:pt x="19481" y="4457"/>
                  </a:lnTo>
                  <a:lnTo>
                    <a:pt x="19392" y="4622"/>
                  </a:lnTo>
                  <a:lnTo>
                    <a:pt x="19227" y="4787"/>
                  </a:lnTo>
                  <a:lnTo>
                    <a:pt x="19062" y="4965"/>
                  </a:lnTo>
                  <a:lnTo>
                    <a:pt x="18973" y="5130"/>
                  </a:lnTo>
                  <a:lnTo>
                    <a:pt x="18897" y="5295"/>
                  </a:lnTo>
                  <a:lnTo>
                    <a:pt x="18808" y="5461"/>
                  </a:lnTo>
                  <a:lnTo>
                    <a:pt x="18732" y="5715"/>
                  </a:lnTo>
                  <a:lnTo>
                    <a:pt x="18732" y="5969"/>
                  </a:lnTo>
                  <a:lnTo>
                    <a:pt x="18732" y="6134"/>
                  </a:lnTo>
                  <a:lnTo>
                    <a:pt x="18732" y="6388"/>
                  </a:lnTo>
                  <a:lnTo>
                    <a:pt x="18732" y="6553"/>
                  </a:lnTo>
                  <a:lnTo>
                    <a:pt x="18808" y="6807"/>
                  </a:lnTo>
                  <a:lnTo>
                    <a:pt x="18808" y="6972"/>
                  </a:lnTo>
                  <a:lnTo>
                    <a:pt x="18897" y="7226"/>
                  </a:lnTo>
                  <a:lnTo>
                    <a:pt x="18973" y="7391"/>
                  </a:lnTo>
                  <a:lnTo>
                    <a:pt x="19151" y="7645"/>
                  </a:lnTo>
                  <a:lnTo>
                    <a:pt x="19316" y="7734"/>
                  </a:lnTo>
                  <a:lnTo>
                    <a:pt x="19481" y="7899"/>
                  </a:lnTo>
                  <a:lnTo>
                    <a:pt x="19570" y="8064"/>
                  </a:lnTo>
                  <a:lnTo>
                    <a:pt x="19824" y="8229"/>
                  </a:lnTo>
                  <a:lnTo>
                    <a:pt x="22085" y="8229"/>
                  </a:lnTo>
                  <a:lnTo>
                    <a:pt x="22339" y="8064"/>
                  </a:lnTo>
                  <a:lnTo>
                    <a:pt x="22415" y="7899"/>
                  </a:lnTo>
                  <a:lnTo>
                    <a:pt x="22669" y="7734"/>
                  </a:lnTo>
                  <a:lnTo>
                    <a:pt x="22923" y="7391"/>
                  </a:lnTo>
                  <a:lnTo>
                    <a:pt x="23012" y="7226"/>
                  </a:lnTo>
                  <a:lnTo>
                    <a:pt x="23088" y="6972"/>
                  </a:lnTo>
                  <a:lnTo>
                    <a:pt x="23177" y="6807"/>
                  </a:lnTo>
                  <a:lnTo>
                    <a:pt x="23266" y="6553"/>
                  </a:lnTo>
                  <a:lnTo>
                    <a:pt x="23266" y="6388"/>
                  </a:lnTo>
                  <a:lnTo>
                    <a:pt x="23266" y="61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/>
            <p:cNvSpPr/>
            <p:nvPr/>
          </p:nvSpPr>
          <p:spPr>
            <a:xfrm>
              <a:off x="16827679" y="12549483"/>
              <a:ext cx="23495" cy="6350"/>
            </a:xfrm>
            <a:custGeom>
              <a:avLst/>
              <a:gdLst/>
              <a:ahLst/>
              <a:cxnLst/>
              <a:rect l="l" t="t" r="r" b="b"/>
              <a:pathLst>
                <a:path w="23494" h="6350">
                  <a:moveTo>
                    <a:pt x="2425" y="165"/>
                  </a:moveTo>
                  <a:lnTo>
                    <a:pt x="419" y="165"/>
                  </a:lnTo>
                  <a:lnTo>
                    <a:pt x="673" y="342"/>
                  </a:lnTo>
                  <a:lnTo>
                    <a:pt x="838" y="342"/>
                  </a:lnTo>
                  <a:lnTo>
                    <a:pt x="1092" y="419"/>
                  </a:lnTo>
                  <a:lnTo>
                    <a:pt x="1676" y="419"/>
                  </a:lnTo>
                  <a:lnTo>
                    <a:pt x="2006" y="342"/>
                  </a:lnTo>
                  <a:lnTo>
                    <a:pt x="2425" y="165"/>
                  </a:lnTo>
                  <a:close/>
                </a:path>
                <a:path w="23494" h="6350">
                  <a:moveTo>
                    <a:pt x="2768" y="0"/>
                  </a:moveTo>
                  <a:lnTo>
                    <a:pt x="0" y="0"/>
                  </a:lnTo>
                  <a:lnTo>
                    <a:pt x="2425" y="165"/>
                  </a:lnTo>
                  <a:lnTo>
                    <a:pt x="2768" y="0"/>
                  </a:lnTo>
                  <a:close/>
                </a:path>
                <a:path w="23494" h="6350">
                  <a:moveTo>
                    <a:pt x="23253" y="3695"/>
                  </a:moveTo>
                  <a:lnTo>
                    <a:pt x="23177" y="3441"/>
                  </a:lnTo>
                  <a:lnTo>
                    <a:pt x="23177" y="3276"/>
                  </a:lnTo>
                  <a:lnTo>
                    <a:pt x="23088" y="3022"/>
                  </a:lnTo>
                  <a:lnTo>
                    <a:pt x="22923" y="2857"/>
                  </a:lnTo>
                  <a:lnTo>
                    <a:pt x="22834" y="2692"/>
                  </a:lnTo>
                  <a:lnTo>
                    <a:pt x="22669" y="2438"/>
                  </a:lnTo>
                  <a:lnTo>
                    <a:pt x="22504" y="2349"/>
                  </a:lnTo>
                  <a:lnTo>
                    <a:pt x="22339" y="2184"/>
                  </a:lnTo>
                  <a:lnTo>
                    <a:pt x="22161" y="2019"/>
                  </a:lnTo>
                  <a:lnTo>
                    <a:pt x="21996" y="1930"/>
                  </a:lnTo>
                  <a:lnTo>
                    <a:pt x="21742" y="1854"/>
                  </a:lnTo>
                  <a:lnTo>
                    <a:pt x="21577" y="1765"/>
                  </a:lnTo>
                  <a:lnTo>
                    <a:pt x="20485" y="1765"/>
                  </a:lnTo>
                  <a:lnTo>
                    <a:pt x="20231" y="1854"/>
                  </a:lnTo>
                  <a:lnTo>
                    <a:pt x="20066" y="1930"/>
                  </a:lnTo>
                  <a:lnTo>
                    <a:pt x="19812" y="2019"/>
                  </a:lnTo>
                  <a:lnTo>
                    <a:pt x="19646" y="2184"/>
                  </a:lnTo>
                  <a:lnTo>
                    <a:pt x="19481" y="2349"/>
                  </a:lnTo>
                  <a:lnTo>
                    <a:pt x="19304" y="2438"/>
                  </a:lnTo>
                  <a:lnTo>
                    <a:pt x="19138" y="2692"/>
                  </a:lnTo>
                  <a:lnTo>
                    <a:pt x="19062" y="2857"/>
                  </a:lnTo>
                  <a:lnTo>
                    <a:pt x="18973" y="3022"/>
                  </a:lnTo>
                  <a:lnTo>
                    <a:pt x="18884" y="3276"/>
                  </a:lnTo>
                  <a:lnTo>
                    <a:pt x="18808" y="3441"/>
                  </a:lnTo>
                  <a:lnTo>
                    <a:pt x="18808" y="3695"/>
                  </a:lnTo>
                  <a:lnTo>
                    <a:pt x="18719" y="3860"/>
                  </a:lnTo>
                  <a:lnTo>
                    <a:pt x="18719" y="4114"/>
                  </a:lnTo>
                  <a:lnTo>
                    <a:pt x="18719" y="4279"/>
                  </a:lnTo>
                  <a:lnTo>
                    <a:pt x="18808" y="4533"/>
                  </a:lnTo>
                  <a:lnTo>
                    <a:pt x="18808" y="4699"/>
                  </a:lnTo>
                  <a:lnTo>
                    <a:pt x="18973" y="4953"/>
                  </a:lnTo>
                  <a:lnTo>
                    <a:pt x="19138" y="5295"/>
                  </a:lnTo>
                  <a:lnTo>
                    <a:pt x="19227" y="5461"/>
                  </a:lnTo>
                  <a:lnTo>
                    <a:pt x="19392" y="5626"/>
                  </a:lnTo>
                  <a:lnTo>
                    <a:pt x="19558" y="5715"/>
                  </a:lnTo>
                  <a:lnTo>
                    <a:pt x="19735" y="5880"/>
                  </a:lnTo>
                  <a:lnTo>
                    <a:pt x="19900" y="5969"/>
                  </a:lnTo>
                  <a:lnTo>
                    <a:pt x="20154" y="6134"/>
                  </a:lnTo>
                  <a:lnTo>
                    <a:pt x="20574" y="6210"/>
                  </a:lnTo>
                  <a:lnTo>
                    <a:pt x="21069" y="6299"/>
                  </a:lnTo>
                  <a:lnTo>
                    <a:pt x="21323" y="6210"/>
                  </a:lnTo>
                  <a:lnTo>
                    <a:pt x="21488" y="6210"/>
                  </a:lnTo>
                  <a:lnTo>
                    <a:pt x="21742" y="6134"/>
                  </a:lnTo>
                  <a:lnTo>
                    <a:pt x="21907" y="6134"/>
                  </a:lnTo>
                  <a:lnTo>
                    <a:pt x="22161" y="5969"/>
                  </a:lnTo>
                  <a:lnTo>
                    <a:pt x="22504" y="5715"/>
                  </a:lnTo>
                  <a:lnTo>
                    <a:pt x="22758" y="5461"/>
                  </a:lnTo>
                  <a:lnTo>
                    <a:pt x="22834" y="5295"/>
                  </a:lnTo>
                  <a:lnTo>
                    <a:pt x="22999" y="5041"/>
                  </a:lnTo>
                  <a:lnTo>
                    <a:pt x="23177" y="4699"/>
                  </a:lnTo>
                  <a:lnTo>
                    <a:pt x="23253" y="4533"/>
                  </a:lnTo>
                  <a:lnTo>
                    <a:pt x="23253" y="4279"/>
                  </a:lnTo>
                  <a:lnTo>
                    <a:pt x="23253" y="4114"/>
                  </a:lnTo>
                  <a:lnTo>
                    <a:pt x="23253" y="3860"/>
                  </a:lnTo>
                  <a:lnTo>
                    <a:pt x="23253" y="36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/>
            <p:cNvSpPr/>
            <p:nvPr/>
          </p:nvSpPr>
          <p:spPr>
            <a:xfrm>
              <a:off x="16866476" y="1255545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4" h="5079">
                  <a:moveTo>
                    <a:pt x="4533" y="2171"/>
                  </a:moveTo>
                  <a:lnTo>
                    <a:pt x="4445" y="1841"/>
                  </a:lnTo>
                  <a:lnTo>
                    <a:pt x="4356" y="1422"/>
                  </a:lnTo>
                  <a:lnTo>
                    <a:pt x="4191" y="1092"/>
                  </a:lnTo>
                  <a:lnTo>
                    <a:pt x="3937" y="749"/>
                  </a:lnTo>
                  <a:lnTo>
                    <a:pt x="3606" y="419"/>
                  </a:lnTo>
                  <a:lnTo>
                    <a:pt x="3263" y="241"/>
                  </a:lnTo>
                  <a:lnTo>
                    <a:pt x="2844" y="76"/>
                  </a:lnTo>
                  <a:lnTo>
                    <a:pt x="1676" y="0"/>
                  </a:lnTo>
                  <a:lnTo>
                    <a:pt x="1257" y="165"/>
                  </a:lnTo>
                  <a:lnTo>
                    <a:pt x="914" y="419"/>
                  </a:lnTo>
                  <a:lnTo>
                    <a:pt x="584" y="660"/>
                  </a:lnTo>
                  <a:lnTo>
                    <a:pt x="330" y="1003"/>
                  </a:lnTo>
                  <a:lnTo>
                    <a:pt x="165" y="1333"/>
                  </a:lnTo>
                  <a:lnTo>
                    <a:pt x="0" y="1752"/>
                  </a:lnTo>
                  <a:lnTo>
                    <a:pt x="0" y="2768"/>
                  </a:lnTo>
                  <a:lnTo>
                    <a:pt x="76" y="3022"/>
                  </a:lnTo>
                  <a:lnTo>
                    <a:pt x="165" y="3187"/>
                  </a:lnTo>
                  <a:lnTo>
                    <a:pt x="330" y="3441"/>
                  </a:lnTo>
                  <a:lnTo>
                    <a:pt x="584" y="3771"/>
                  </a:lnTo>
                  <a:lnTo>
                    <a:pt x="914" y="4114"/>
                  </a:lnTo>
                  <a:lnTo>
                    <a:pt x="1333" y="4279"/>
                  </a:lnTo>
                  <a:lnTo>
                    <a:pt x="1752" y="4445"/>
                  </a:lnTo>
                  <a:lnTo>
                    <a:pt x="2349" y="4533"/>
                  </a:lnTo>
                  <a:lnTo>
                    <a:pt x="2514" y="4445"/>
                  </a:lnTo>
                  <a:lnTo>
                    <a:pt x="2768" y="4445"/>
                  </a:lnTo>
                  <a:lnTo>
                    <a:pt x="3022" y="4356"/>
                  </a:lnTo>
                  <a:lnTo>
                    <a:pt x="3187" y="4279"/>
                  </a:lnTo>
                  <a:lnTo>
                    <a:pt x="3441" y="4191"/>
                  </a:lnTo>
                  <a:lnTo>
                    <a:pt x="3771" y="3860"/>
                  </a:lnTo>
                  <a:lnTo>
                    <a:pt x="4114" y="3517"/>
                  </a:lnTo>
                  <a:lnTo>
                    <a:pt x="4279" y="3187"/>
                  </a:lnTo>
                  <a:lnTo>
                    <a:pt x="4356" y="3022"/>
                  </a:lnTo>
                  <a:lnTo>
                    <a:pt x="4445" y="2768"/>
                  </a:lnTo>
                  <a:lnTo>
                    <a:pt x="4445" y="2603"/>
                  </a:lnTo>
                  <a:lnTo>
                    <a:pt x="4533" y="2349"/>
                  </a:lnTo>
                  <a:lnTo>
                    <a:pt x="4533" y="2171"/>
                  </a:lnTo>
                  <a:close/>
                </a:path>
                <a:path w="23494" h="5079">
                  <a:moveTo>
                    <a:pt x="23342" y="2603"/>
                  </a:moveTo>
                  <a:lnTo>
                    <a:pt x="22999" y="2514"/>
                  </a:lnTo>
                  <a:lnTo>
                    <a:pt x="22085" y="2514"/>
                  </a:lnTo>
                  <a:lnTo>
                    <a:pt x="21742" y="2603"/>
                  </a:lnTo>
                  <a:lnTo>
                    <a:pt x="23342" y="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/>
            <p:cNvSpPr/>
            <p:nvPr/>
          </p:nvSpPr>
          <p:spPr>
            <a:xfrm>
              <a:off x="16886708" y="12558056"/>
              <a:ext cx="24765" cy="4445"/>
            </a:xfrm>
            <a:custGeom>
              <a:avLst/>
              <a:gdLst/>
              <a:ahLst/>
              <a:cxnLst/>
              <a:rect l="l" t="t" r="r" b="b"/>
              <a:pathLst>
                <a:path w="24765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24765" h="4445">
                  <a:moveTo>
                    <a:pt x="4533" y="1587"/>
                  </a:move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41"/>
                  </a:lnTo>
                  <a:lnTo>
                    <a:pt x="3111" y="76"/>
                  </a:lnTo>
                  <a:lnTo>
                    <a:pt x="1422" y="76"/>
                  </a:lnTo>
                  <a:lnTo>
                    <a:pt x="1181" y="241"/>
                  </a:lnTo>
                  <a:lnTo>
                    <a:pt x="838" y="495"/>
                  </a:lnTo>
                  <a:lnTo>
                    <a:pt x="508" y="749"/>
                  </a:lnTo>
                  <a:lnTo>
                    <a:pt x="254" y="1079"/>
                  </a:lnTo>
                  <a:lnTo>
                    <a:pt x="165" y="1511"/>
                  </a:lnTo>
                  <a:lnTo>
                    <a:pt x="88" y="1930"/>
                  </a:lnTo>
                  <a:lnTo>
                    <a:pt x="88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56"/>
                  </a:lnTo>
                  <a:lnTo>
                    <a:pt x="2095" y="4445"/>
                  </a:lnTo>
                  <a:lnTo>
                    <a:pt x="2603" y="4445"/>
                  </a:lnTo>
                  <a:lnTo>
                    <a:pt x="2933" y="4356"/>
                  </a:lnTo>
                  <a:lnTo>
                    <a:pt x="3365" y="4191"/>
                  </a:lnTo>
                  <a:lnTo>
                    <a:pt x="3695" y="3937"/>
                  </a:lnTo>
                  <a:lnTo>
                    <a:pt x="4025" y="3606"/>
                  </a:lnTo>
                  <a:lnTo>
                    <a:pt x="4279" y="3263"/>
                  </a:lnTo>
                  <a:lnTo>
                    <a:pt x="4445" y="2844"/>
                  </a:lnTo>
                  <a:lnTo>
                    <a:pt x="4533" y="2425"/>
                  </a:lnTo>
                  <a:lnTo>
                    <a:pt x="4533" y="2006"/>
                  </a:lnTo>
                  <a:lnTo>
                    <a:pt x="4533" y="1587"/>
                  </a:lnTo>
                  <a:close/>
                </a:path>
                <a:path w="24765" h="4445">
                  <a:moveTo>
                    <a:pt x="24434" y="1511"/>
                  </a:moveTo>
                  <a:lnTo>
                    <a:pt x="24104" y="1168"/>
                  </a:lnTo>
                  <a:lnTo>
                    <a:pt x="23761" y="1003"/>
                  </a:lnTo>
                  <a:lnTo>
                    <a:pt x="23342" y="838"/>
                  </a:lnTo>
                  <a:lnTo>
                    <a:pt x="22923" y="749"/>
                  </a:lnTo>
                  <a:lnTo>
                    <a:pt x="22504" y="749"/>
                  </a:lnTo>
                  <a:lnTo>
                    <a:pt x="22174" y="838"/>
                  </a:lnTo>
                  <a:lnTo>
                    <a:pt x="21755" y="1003"/>
                  </a:lnTo>
                  <a:lnTo>
                    <a:pt x="21412" y="1168"/>
                  </a:lnTo>
                  <a:lnTo>
                    <a:pt x="21082" y="1511"/>
                  </a:lnTo>
                  <a:lnTo>
                    <a:pt x="24434" y="15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9" name="object 629"/>
            <p:cNvSpPr/>
            <p:nvPr/>
          </p:nvSpPr>
          <p:spPr>
            <a:xfrm>
              <a:off x="16907193" y="12557967"/>
              <a:ext cx="25400" cy="5715"/>
            </a:xfrm>
            <a:custGeom>
              <a:avLst/>
              <a:gdLst/>
              <a:ahLst/>
              <a:cxnLst/>
              <a:rect l="l" t="t" r="r" b="b"/>
              <a:pathLst>
                <a:path w="25400" h="5715">
                  <a:moveTo>
                    <a:pt x="3949" y="1600"/>
                  </a:moveTo>
                  <a:lnTo>
                    <a:pt x="3619" y="1257"/>
                  </a:lnTo>
                  <a:lnTo>
                    <a:pt x="927" y="1257"/>
                  </a:lnTo>
                  <a:lnTo>
                    <a:pt x="3949" y="1600"/>
                  </a:lnTo>
                  <a:close/>
                </a:path>
                <a:path w="25400" h="5715">
                  <a:moveTo>
                    <a:pt x="4533" y="2692"/>
                  </a:moveTo>
                  <a:lnTo>
                    <a:pt x="4368" y="2260"/>
                  </a:lnTo>
                  <a:lnTo>
                    <a:pt x="4203" y="1930"/>
                  </a:lnTo>
                  <a:lnTo>
                    <a:pt x="3949" y="1600"/>
                  </a:lnTo>
                  <a:lnTo>
                    <a:pt x="596" y="1600"/>
                  </a:lnTo>
                  <a:lnTo>
                    <a:pt x="342" y="1930"/>
                  </a:lnTo>
                  <a:lnTo>
                    <a:pt x="177" y="2260"/>
                  </a:lnTo>
                  <a:lnTo>
                    <a:pt x="0" y="2692"/>
                  </a:lnTo>
                  <a:lnTo>
                    <a:pt x="0" y="3111"/>
                  </a:lnTo>
                  <a:lnTo>
                    <a:pt x="0" y="3530"/>
                  </a:lnTo>
                  <a:lnTo>
                    <a:pt x="177" y="3949"/>
                  </a:lnTo>
                  <a:lnTo>
                    <a:pt x="342" y="4368"/>
                  </a:lnTo>
                  <a:lnTo>
                    <a:pt x="673" y="4699"/>
                  </a:lnTo>
                  <a:lnTo>
                    <a:pt x="1016" y="4953"/>
                  </a:lnTo>
                  <a:lnTo>
                    <a:pt x="1435" y="5207"/>
                  </a:lnTo>
                  <a:lnTo>
                    <a:pt x="1854" y="5283"/>
                  </a:lnTo>
                  <a:lnTo>
                    <a:pt x="2273" y="5372"/>
                  </a:lnTo>
                  <a:lnTo>
                    <a:pt x="2692" y="5283"/>
                  </a:lnTo>
                  <a:lnTo>
                    <a:pt x="3111" y="5207"/>
                  </a:lnTo>
                  <a:lnTo>
                    <a:pt x="3530" y="4953"/>
                  </a:lnTo>
                  <a:lnTo>
                    <a:pt x="3873" y="4699"/>
                  </a:lnTo>
                  <a:lnTo>
                    <a:pt x="4114" y="4368"/>
                  </a:lnTo>
                  <a:lnTo>
                    <a:pt x="4368" y="3949"/>
                  </a:lnTo>
                  <a:lnTo>
                    <a:pt x="4457" y="3530"/>
                  </a:lnTo>
                  <a:lnTo>
                    <a:pt x="4533" y="3111"/>
                  </a:lnTo>
                  <a:lnTo>
                    <a:pt x="4533" y="2692"/>
                  </a:lnTo>
                  <a:close/>
                </a:path>
                <a:path w="25400" h="5715">
                  <a:moveTo>
                    <a:pt x="24866" y="1600"/>
                  </a:moveTo>
                  <a:lnTo>
                    <a:pt x="24688" y="1168"/>
                  </a:lnTo>
                  <a:lnTo>
                    <a:pt x="24523" y="838"/>
                  </a:lnTo>
                  <a:lnTo>
                    <a:pt x="24193" y="508"/>
                  </a:lnTo>
                  <a:lnTo>
                    <a:pt x="23774" y="254"/>
                  </a:lnTo>
                  <a:lnTo>
                    <a:pt x="23431" y="88"/>
                  </a:lnTo>
                  <a:lnTo>
                    <a:pt x="22936" y="0"/>
                  </a:lnTo>
                  <a:lnTo>
                    <a:pt x="22504" y="0"/>
                  </a:lnTo>
                  <a:lnTo>
                    <a:pt x="22085" y="88"/>
                  </a:lnTo>
                  <a:lnTo>
                    <a:pt x="21666" y="254"/>
                  </a:lnTo>
                  <a:lnTo>
                    <a:pt x="21247" y="508"/>
                  </a:lnTo>
                  <a:lnTo>
                    <a:pt x="20993" y="749"/>
                  </a:lnTo>
                  <a:lnTo>
                    <a:pt x="20751" y="1168"/>
                  </a:lnTo>
                  <a:lnTo>
                    <a:pt x="20574" y="1600"/>
                  </a:lnTo>
                  <a:lnTo>
                    <a:pt x="24866" y="1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0" name="object 630"/>
            <p:cNvSpPr/>
            <p:nvPr/>
          </p:nvSpPr>
          <p:spPr>
            <a:xfrm>
              <a:off x="16927601" y="12555452"/>
              <a:ext cx="25400" cy="7620"/>
            </a:xfrm>
            <a:custGeom>
              <a:avLst/>
              <a:gdLst/>
              <a:ahLst/>
              <a:cxnLst/>
              <a:rect l="l" t="t" r="r" b="b"/>
              <a:pathLst>
                <a:path w="25400" h="7620">
                  <a:moveTo>
                    <a:pt x="4457" y="4114"/>
                  </a:moveTo>
                  <a:lnTo>
                    <a:pt x="4279" y="3683"/>
                  </a:lnTo>
                  <a:lnTo>
                    <a:pt x="254" y="3683"/>
                  </a:lnTo>
                  <a:lnTo>
                    <a:pt x="4457" y="4114"/>
                  </a:lnTo>
                  <a:close/>
                </a:path>
                <a:path w="25400" h="7620">
                  <a:moveTo>
                    <a:pt x="4533" y="4533"/>
                  </a:moveTo>
                  <a:lnTo>
                    <a:pt x="4457" y="4114"/>
                  </a:lnTo>
                  <a:lnTo>
                    <a:pt x="88" y="4114"/>
                  </a:lnTo>
                  <a:lnTo>
                    <a:pt x="0" y="4533"/>
                  </a:lnTo>
                  <a:lnTo>
                    <a:pt x="0" y="4953"/>
                  </a:lnTo>
                  <a:lnTo>
                    <a:pt x="88" y="5372"/>
                  </a:lnTo>
                  <a:lnTo>
                    <a:pt x="254" y="5791"/>
                  </a:lnTo>
                  <a:lnTo>
                    <a:pt x="508" y="6121"/>
                  </a:lnTo>
                  <a:lnTo>
                    <a:pt x="762" y="6464"/>
                  </a:lnTo>
                  <a:lnTo>
                    <a:pt x="1092" y="6718"/>
                  </a:lnTo>
                  <a:lnTo>
                    <a:pt x="1435" y="6883"/>
                  </a:lnTo>
                  <a:lnTo>
                    <a:pt x="1854" y="6959"/>
                  </a:lnTo>
                  <a:lnTo>
                    <a:pt x="2273" y="7048"/>
                  </a:lnTo>
                  <a:lnTo>
                    <a:pt x="2692" y="6959"/>
                  </a:lnTo>
                  <a:lnTo>
                    <a:pt x="3111" y="6883"/>
                  </a:lnTo>
                  <a:lnTo>
                    <a:pt x="3441" y="6718"/>
                  </a:lnTo>
                  <a:lnTo>
                    <a:pt x="3784" y="6464"/>
                  </a:lnTo>
                  <a:lnTo>
                    <a:pt x="4114" y="6121"/>
                  </a:lnTo>
                  <a:lnTo>
                    <a:pt x="4368" y="5791"/>
                  </a:lnTo>
                  <a:lnTo>
                    <a:pt x="4457" y="5372"/>
                  </a:lnTo>
                  <a:lnTo>
                    <a:pt x="4533" y="5029"/>
                  </a:lnTo>
                  <a:lnTo>
                    <a:pt x="4533" y="4610"/>
                  </a:lnTo>
                  <a:close/>
                </a:path>
                <a:path w="25400" h="7620">
                  <a:moveTo>
                    <a:pt x="24853" y="1752"/>
                  </a:moveTo>
                  <a:lnTo>
                    <a:pt x="24777" y="1422"/>
                  </a:lnTo>
                  <a:lnTo>
                    <a:pt x="24523" y="1092"/>
                  </a:lnTo>
                  <a:lnTo>
                    <a:pt x="24269" y="749"/>
                  </a:lnTo>
                  <a:lnTo>
                    <a:pt x="24015" y="419"/>
                  </a:lnTo>
                  <a:lnTo>
                    <a:pt x="23685" y="241"/>
                  </a:lnTo>
                  <a:lnTo>
                    <a:pt x="23266" y="76"/>
                  </a:lnTo>
                  <a:lnTo>
                    <a:pt x="22009" y="0"/>
                  </a:lnTo>
                  <a:lnTo>
                    <a:pt x="21590" y="165"/>
                  </a:lnTo>
                  <a:lnTo>
                    <a:pt x="21247" y="419"/>
                  </a:lnTo>
                  <a:lnTo>
                    <a:pt x="20916" y="660"/>
                  </a:lnTo>
                  <a:lnTo>
                    <a:pt x="20662" y="1003"/>
                  </a:lnTo>
                  <a:lnTo>
                    <a:pt x="20497" y="1333"/>
                  </a:lnTo>
                  <a:lnTo>
                    <a:pt x="20408" y="1752"/>
                  </a:lnTo>
                  <a:lnTo>
                    <a:pt x="20320" y="2171"/>
                  </a:lnTo>
                  <a:lnTo>
                    <a:pt x="24853" y="2171"/>
                  </a:lnTo>
                  <a:lnTo>
                    <a:pt x="24853" y="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/>
            <p:cNvSpPr/>
            <p:nvPr/>
          </p:nvSpPr>
          <p:spPr>
            <a:xfrm>
              <a:off x="16947922" y="12551249"/>
              <a:ext cx="24765" cy="8890"/>
            </a:xfrm>
            <a:custGeom>
              <a:avLst/>
              <a:gdLst/>
              <a:ahLst/>
              <a:cxnLst/>
              <a:rect l="l" t="t" r="r" b="b"/>
              <a:pathLst>
                <a:path w="24765" h="8890">
                  <a:moveTo>
                    <a:pt x="4533" y="6375"/>
                  </a:moveTo>
                  <a:lnTo>
                    <a:pt x="0" y="6375"/>
                  </a:lnTo>
                  <a:lnTo>
                    <a:pt x="0" y="6807"/>
                  </a:lnTo>
                  <a:lnTo>
                    <a:pt x="177" y="7226"/>
                  </a:lnTo>
                  <a:lnTo>
                    <a:pt x="342" y="7645"/>
                  </a:lnTo>
                  <a:lnTo>
                    <a:pt x="596" y="7975"/>
                  </a:lnTo>
                  <a:lnTo>
                    <a:pt x="838" y="8229"/>
                  </a:lnTo>
                  <a:lnTo>
                    <a:pt x="1270" y="8483"/>
                  </a:lnTo>
                  <a:lnTo>
                    <a:pt x="1600" y="8648"/>
                  </a:lnTo>
                  <a:lnTo>
                    <a:pt x="1765" y="8648"/>
                  </a:lnTo>
                  <a:lnTo>
                    <a:pt x="2019" y="8737"/>
                  </a:lnTo>
                  <a:lnTo>
                    <a:pt x="2527" y="8737"/>
                  </a:lnTo>
                  <a:lnTo>
                    <a:pt x="2857" y="8648"/>
                  </a:lnTo>
                  <a:lnTo>
                    <a:pt x="3276" y="8483"/>
                  </a:lnTo>
                  <a:lnTo>
                    <a:pt x="3619" y="8318"/>
                  </a:lnTo>
                  <a:lnTo>
                    <a:pt x="3949" y="7975"/>
                  </a:lnTo>
                  <a:lnTo>
                    <a:pt x="4203" y="7645"/>
                  </a:lnTo>
                  <a:lnTo>
                    <a:pt x="4368" y="7302"/>
                  </a:lnTo>
                  <a:lnTo>
                    <a:pt x="4533" y="6883"/>
                  </a:lnTo>
                  <a:lnTo>
                    <a:pt x="4533" y="6464"/>
                  </a:lnTo>
                  <a:close/>
                </a:path>
                <a:path w="24765" h="8890">
                  <a:moveTo>
                    <a:pt x="4533" y="6045"/>
                  </a:moveTo>
                  <a:lnTo>
                    <a:pt x="0" y="6045"/>
                  </a:lnTo>
                  <a:lnTo>
                    <a:pt x="4533" y="6375"/>
                  </a:lnTo>
                  <a:lnTo>
                    <a:pt x="4533" y="6045"/>
                  </a:lnTo>
                  <a:close/>
                </a:path>
                <a:path w="24765" h="8890">
                  <a:moveTo>
                    <a:pt x="24612" y="2095"/>
                  </a:moveTo>
                  <a:lnTo>
                    <a:pt x="24523" y="1930"/>
                  </a:lnTo>
                  <a:lnTo>
                    <a:pt x="24523" y="1676"/>
                  </a:lnTo>
                  <a:lnTo>
                    <a:pt x="24358" y="1257"/>
                  </a:lnTo>
                  <a:lnTo>
                    <a:pt x="24193" y="927"/>
                  </a:lnTo>
                  <a:lnTo>
                    <a:pt x="23850" y="584"/>
                  </a:lnTo>
                  <a:lnTo>
                    <a:pt x="23596" y="330"/>
                  </a:lnTo>
                  <a:lnTo>
                    <a:pt x="23431" y="254"/>
                  </a:lnTo>
                  <a:lnTo>
                    <a:pt x="23177" y="165"/>
                  </a:lnTo>
                  <a:lnTo>
                    <a:pt x="23012" y="88"/>
                  </a:lnTo>
                  <a:lnTo>
                    <a:pt x="22758" y="0"/>
                  </a:lnTo>
                  <a:lnTo>
                    <a:pt x="21831" y="0"/>
                  </a:lnTo>
                  <a:lnTo>
                    <a:pt x="21590" y="88"/>
                  </a:lnTo>
                  <a:lnTo>
                    <a:pt x="21412" y="165"/>
                  </a:lnTo>
                  <a:lnTo>
                    <a:pt x="21170" y="254"/>
                  </a:lnTo>
                  <a:lnTo>
                    <a:pt x="20828" y="508"/>
                  </a:lnTo>
                  <a:lnTo>
                    <a:pt x="20497" y="838"/>
                  </a:lnTo>
                  <a:lnTo>
                    <a:pt x="20320" y="1181"/>
                  </a:lnTo>
                  <a:lnTo>
                    <a:pt x="20154" y="1600"/>
                  </a:lnTo>
                  <a:lnTo>
                    <a:pt x="20078" y="1676"/>
                  </a:lnTo>
                  <a:lnTo>
                    <a:pt x="20078" y="2768"/>
                  </a:lnTo>
                  <a:lnTo>
                    <a:pt x="24523" y="2768"/>
                  </a:lnTo>
                  <a:lnTo>
                    <a:pt x="24612" y="2514"/>
                  </a:lnTo>
                  <a:lnTo>
                    <a:pt x="24612" y="2349"/>
                  </a:lnTo>
                  <a:lnTo>
                    <a:pt x="24612" y="2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/>
            <p:cNvSpPr/>
            <p:nvPr/>
          </p:nvSpPr>
          <p:spPr>
            <a:xfrm>
              <a:off x="16968000" y="12545368"/>
              <a:ext cx="24130" cy="10795"/>
            </a:xfrm>
            <a:custGeom>
              <a:avLst/>
              <a:gdLst/>
              <a:ahLst/>
              <a:cxnLst/>
              <a:rect l="l" t="t" r="r" b="b"/>
              <a:pathLst>
                <a:path w="24130" h="10795">
                  <a:moveTo>
                    <a:pt x="4445" y="8648"/>
                  </a:moveTo>
                  <a:lnTo>
                    <a:pt x="0" y="8648"/>
                  </a:lnTo>
                  <a:lnTo>
                    <a:pt x="76" y="8813"/>
                  </a:lnTo>
                  <a:lnTo>
                    <a:pt x="165" y="9067"/>
                  </a:lnTo>
                  <a:lnTo>
                    <a:pt x="419" y="9410"/>
                  </a:lnTo>
                  <a:lnTo>
                    <a:pt x="495" y="9575"/>
                  </a:lnTo>
                  <a:lnTo>
                    <a:pt x="673" y="9740"/>
                  </a:lnTo>
                  <a:lnTo>
                    <a:pt x="1003" y="9994"/>
                  </a:lnTo>
                  <a:lnTo>
                    <a:pt x="1333" y="10248"/>
                  </a:lnTo>
                  <a:lnTo>
                    <a:pt x="1511" y="10248"/>
                  </a:lnTo>
                  <a:lnTo>
                    <a:pt x="1752" y="10325"/>
                  </a:lnTo>
                  <a:lnTo>
                    <a:pt x="1930" y="10325"/>
                  </a:lnTo>
                  <a:lnTo>
                    <a:pt x="2184" y="10414"/>
                  </a:lnTo>
                  <a:lnTo>
                    <a:pt x="2603" y="10325"/>
                  </a:lnTo>
                  <a:lnTo>
                    <a:pt x="3022" y="10248"/>
                  </a:lnTo>
                  <a:lnTo>
                    <a:pt x="3352" y="10083"/>
                  </a:lnTo>
                  <a:lnTo>
                    <a:pt x="3695" y="9829"/>
                  </a:lnTo>
                  <a:lnTo>
                    <a:pt x="4025" y="9575"/>
                  </a:lnTo>
                  <a:lnTo>
                    <a:pt x="4114" y="9410"/>
                  </a:lnTo>
                  <a:lnTo>
                    <a:pt x="4279" y="9156"/>
                  </a:lnTo>
                  <a:lnTo>
                    <a:pt x="4356" y="8813"/>
                  </a:lnTo>
                  <a:lnTo>
                    <a:pt x="4445" y="8648"/>
                  </a:lnTo>
                  <a:close/>
                </a:path>
                <a:path w="24130" h="10795">
                  <a:moveTo>
                    <a:pt x="4533" y="8394"/>
                  </a:moveTo>
                  <a:lnTo>
                    <a:pt x="0" y="8394"/>
                  </a:lnTo>
                  <a:lnTo>
                    <a:pt x="4445" y="8648"/>
                  </a:lnTo>
                  <a:lnTo>
                    <a:pt x="4533" y="8394"/>
                  </a:lnTo>
                  <a:close/>
                </a:path>
                <a:path w="24130" h="10795">
                  <a:moveTo>
                    <a:pt x="24091" y="1930"/>
                  </a:moveTo>
                  <a:lnTo>
                    <a:pt x="24015" y="1676"/>
                  </a:lnTo>
                  <a:lnTo>
                    <a:pt x="24015" y="1511"/>
                  </a:lnTo>
                  <a:lnTo>
                    <a:pt x="23837" y="1257"/>
                  </a:lnTo>
                  <a:lnTo>
                    <a:pt x="23837" y="1092"/>
                  </a:lnTo>
                  <a:lnTo>
                    <a:pt x="23672" y="927"/>
                  </a:lnTo>
                  <a:lnTo>
                    <a:pt x="23507" y="762"/>
                  </a:lnTo>
                  <a:lnTo>
                    <a:pt x="22580" y="165"/>
                  </a:lnTo>
                  <a:lnTo>
                    <a:pt x="22415" y="88"/>
                  </a:lnTo>
                  <a:lnTo>
                    <a:pt x="22085" y="0"/>
                  </a:lnTo>
                  <a:lnTo>
                    <a:pt x="21488" y="0"/>
                  </a:lnTo>
                  <a:lnTo>
                    <a:pt x="21323" y="88"/>
                  </a:lnTo>
                  <a:lnTo>
                    <a:pt x="21069" y="165"/>
                  </a:lnTo>
                  <a:lnTo>
                    <a:pt x="20904" y="254"/>
                  </a:lnTo>
                  <a:lnTo>
                    <a:pt x="20650" y="342"/>
                  </a:lnTo>
                  <a:lnTo>
                    <a:pt x="20485" y="508"/>
                  </a:lnTo>
                  <a:lnTo>
                    <a:pt x="20320" y="584"/>
                  </a:lnTo>
                  <a:lnTo>
                    <a:pt x="20154" y="762"/>
                  </a:lnTo>
                  <a:lnTo>
                    <a:pt x="20066" y="927"/>
                  </a:lnTo>
                  <a:lnTo>
                    <a:pt x="19900" y="1092"/>
                  </a:lnTo>
                  <a:lnTo>
                    <a:pt x="19812" y="1257"/>
                  </a:lnTo>
                  <a:lnTo>
                    <a:pt x="19735" y="1511"/>
                  </a:lnTo>
                  <a:lnTo>
                    <a:pt x="19646" y="1676"/>
                  </a:lnTo>
                  <a:lnTo>
                    <a:pt x="19558" y="1930"/>
                  </a:lnTo>
                  <a:lnTo>
                    <a:pt x="19558" y="2184"/>
                  </a:lnTo>
                  <a:lnTo>
                    <a:pt x="19558" y="2349"/>
                  </a:lnTo>
                  <a:lnTo>
                    <a:pt x="19558" y="2603"/>
                  </a:lnTo>
                  <a:lnTo>
                    <a:pt x="19646" y="2768"/>
                  </a:lnTo>
                  <a:lnTo>
                    <a:pt x="19735" y="3022"/>
                  </a:lnTo>
                  <a:lnTo>
                    <a:pt x="19735" y="3187"/>
                  </a:lnTo>
                  <a:lnTo>
                    <a:pt x="19900" y="3441"/>
                  </a:lnTo>
                  <a:lnTo>
                    <a:pt x="23761" y="3530"/>
                  </a:lnTo>
                  <a:lnTo>
                    <a:pt x="23926" y="3187"/>
                  </a:lnTo>
                  <a:lnTo>
                    <a:pt x="24015" y="3022"/>
                  </a:lnTo>
                  <a:lnTo>
                    <a:pt x="24091" y="2768"/>
                  </a:lnTo>
                  <a:lnTo>
                    <a:pt x="24091" y="2603"/>
                  </a:lnTo>
                  <a:lnTo>
                    <a:pt x="24091" y="2349"/>
                  </a:lnTo>
                  <a:lnTo>
                    <a:pt x="24091" y="2184"/>
                  </a:lnTo>
                  <a:lnTo>
                    <a:pt x="24091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3" name="object 633"/>
            <p:cNvSpPr/>
            <p:nvPr/>
          </p:nvSpPr>
          <p:spPr>
            <a:xfrm>
              <a:off x="16987901" y="12537901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3860" y="10998"/>
                  </a:moveTo>
                  <a:lnTo>
                    <a:pt x="76" y="10998"/>
                  </a:lnTo>
                  <a:lnTo>
                    <a:pt x="165" y="11252"/>
                  </a:lnTo>
                  <a:lnTo>
                    <a:pt x="330" y="11328"/>
                  </a:lnTo>
                  <a:lnTo>
                    <a:pt x="495" y="11506"/>
                  </a:lnTo>
                  <a:lnTo>
                    <a:pt x="673" y="11582"/>
                  </a:lnTo>
                  <a:lnTo>
                    <a:pt x="838" y="11747"/>
                  </a:lnTo>
                  <a:lnTo>
                    <a:pt x="1003" y="11836"/>
                  </a:lnTo>
                  <a:lnTo>
                    <a:pt x="1257" y="11925"/>
                  </a:lnTo>
                  <a:lnTo>
                    <a:pt x="1422" y="11925"/>
                  </a:lnTo>
                  <a:lnTo>
                    <a:pt x="1676" y="12001"/>
                  </a:lnTo>
                  <a:lnTo>
                    <a:pt x="2184" y="12001"/>
                  </a:lnTo>
                  <a:lnTo>
                    <a:pt x="2514" y="11925"/>
                  </a:lnTo>
                  <a:lnTo>
                    <a:pt x="3517" y="11328"/>
                  </a:lnTo>
                  <a:lnTo>
                    <a:pt x="3695" y="11252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3937" y="10909"/>
                  </a:moveTo>
                  <a:lnTo>
                    <a:pt x="0" y="10909"/>
                  </a:lnTo>
                  <a:lnTo>
                    <a:pt x="3860" y="10998"/>
                  </a:lnTo>
                  <a:close/>
                </a:path>
                <a:path w="23494" h="12065">
                  <a:moveTo>
                    <a:pt x="23253" y="1765"/>
                  </a:moveTo>
                  <a:lnTo>
                    <a:pt x="23088" y="1511"/>
                  </a:lnTo>
                  <a:lnTo>
                    <a:pt x="22923" y="1092"/>
                  </a:lnTo>
                  <a:lnTo>
                    <a:pt x="22669" y="749"/>
                  </a:lnTo>
                  <a:lnTo>
                    <a:pt x="22339" y="419"/>
                  </a:lnTo>
                  <a:lnTo>
                    <a:pt x="21920" y="254"/>
                  </a:lnTo>
                  <a:lnTo>
                    <a:pt x="21488" y="76"/>
                  </a:lnTo>
                  <a:lnTo>
                    <a:pt x="20993" y="0"/>
                  </a:lnTo>
                  <a:lnTo>
                    <a:pt x="20650" y="76"/>
                  </a:lnTo>
                  <a:lnTo>
                    <a:pt x="20485" y="76"/>
                  </a:lnTo>
                  <a:lnTo>
                    <a:pt x="20231" y="165"/>
                  </a:lnTo>
                  <a:lnTo>
                    <a:pt x="20066" y="254"/>
                  </a:lnTo>
                  <a:lnTo>
                    <a:pt x="19812" y="419"/>
                  </a:lnTo>
                  <a:lnTo>
                    <a:pt x="19481" y="673"/>
                  </a:lnTo>
                  <a:lnTo>
                    <a:pt x="19138" y="1003"/>
                  </a:lnTo>
                  <a:lnTo>
                    <a:pt x="18884" y="1422"/>
                  </a:lnTo>
                  <a:lnTo>
                    <a:pt x="18808" y="1765"/>
                  </a:lnTo>
                  <a:lnTo>
                    <a:pt x="18719" y="1930"/>
                  </a:lnTo>
                  <a:lnTo>
                    <a:pt x="18719" y="2184"/>
                  </a:lnTo>
                  <a:lnTo>
                    <a:pt x="18719" y="2349"/>
                  </a:lnTo>
                  <a:lnTo>
                    <a:pt x="18719" y="2603"/>
                  </a:lnTo>
                  <a:lnTo>
                    <a:pt x="18808" y="2768"/>
                  </a:lnTo>
                  <a:lnTo>
                    <a:pt x="18884" y="3022"/>
                  </a:lnTo>
                  <a:lnTo>
                    <a:pt x="18884" y="3187"/>
                  </a:lnTo>
                  <a:lnTo>
                    <a:pt x="19062" y="3441"/>
                  </a:lnTo>
                  <a:lnTo>
                    <a:pt x="19138" y="3606"/>
                  </a:lnTo>
                  <a:lnTo>
                    <a:pt x="19227" y="3771"/>
                  </a:lnTo>
                  <a:lnTo>
                    <a:pt x="19392" y="3937"/>
                  </a:lnTo>
                  <a:lnTo>
                    <a:pt x="19558" y="4025"/>
                  </a:lnTo>
                  <a:lnTo>
                    <a:pt x="19735" y="4191"/>
                  </a:lnTo>
                  <a:lnTo>
                    <a:pt x="22250" y="4191"/>
                  </a:lnTo>
                  <a:lnTo>
                    <a:pt x="22415" y="4025"/>
                  </a:lnTo>
                  <a:lnTo>
                    <a:pt x="22580" y="3937"/>
                  </a:lnTo>
                  <a:lnTo>
                    <a:pt x="22758" y="3771"/>
                  </a:lnTo>
                  <a:lnTo>
                    <a:pt x="22834" y="3606"/>
                  </a:lnTo>
                  <a:lnTo>
                    <a:pt x="22999" y="3441"/>
                  </a:lnTo>
                  <a:lnTo>
                    <a:pt x="23088" y="3187"/>
                  </a:lnTo>
                  <a:lnTo>
                    <a:pt x="23177" y="3022"/>
                  </a:lnTo>
                  <a:lnTo>
                    <a:pt x="23177" y="2768"/>
                  </a:lnTo>
                  <a:lnTo>
                    <a:pt x="23253" y="2603"/>
                  </a:lnTo>
                  <a:lnTo>
                    <a:pt x="23253" y="2349"/>
                  </a:lnTo>
                  <a:lnTo>
                    <a:pt x="23253" y="2184"/>
                  </a:lnTo>
                  <a:lnTo>
                    <a:pt x="23253" y="1930"/>
                  </a:lnTo>
                  <a:lnTo>
                    <a:pt x="23253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4" name="object 634"/>
            <p:cNvSpPr/>
            <p:nvPr/>
          </p:nvSpPr>
          <p:spPr>
            <a:xfrm>
              <a:off x="17007460" y="12528910"/>
              <a:ext cx="22225" cy="13970"/>
            </a:xfrm>
            <a:custGeom>
              <a:avLst/>
              <a:gdLst/>
              <a:ahLst/>
              <a:cxnLst/>
              <a:rect l="l" t="t" r="r" b="b"/>
              <a:pathLst>
                <a:path w="22225" h="13970">
                  <a:moveTo>
                    <a:pt x="2692" y="13182"/>
                  </a:moveTo>
                  <a:lnTo>
                    <a:pt x="177" y="13182"/>
                  </a:lnTo>
                  <a:lnTo>
                    <a:pt x="342" y="13271"/>
                  </a:lnTo>
                  <a:lnTo>
                    <a:pt x="508" y="13360"/>
                  </a:lnTo>
                  <a:lnTo>
                    <a:pt x="762" y="13436"/>
                  </a:lnTo>
                  <a:lnTo>
                    <a:pt x="927" y="13525"/>
                  </a:lnTo>
                  <a:lnTo>
                    <a:pt x="1181" y="13525"/>
                  </a:lnTo>
                  <a:lnTo>
                    <a:pt x="1346" y="13601"/>
                  </a:lnTo>
                  <a:lnTo>
                    <a:pt x="1765" y="13525"/>
                  </a:lnTo>
                  <a:lnTo>
                    <a:pt x="1930" y="13525"/>
                  </a:lnTo>
                  <a:lnTo>
                    <a:pt x="2184" y="13436"/>
                  </a:lnTo>
                  <a:lnTo>
                    <a:pt x="2362" y="13360"/>
                  </a:lnTo>
                  <a:lnTo>
                    <a:pt x="2527" y="13271"/>
                  </a:lnTo>
                  <a:lnTo>
                    <a:pt x="2692" y="13182"/>
                  </a:lnTo>
                  <a:close/>
                </a:path>
                <a:path w="22225" h="13970">
                  <a:moveTo>
                    <a:pt x="2857" y="13017"/>
                  </a:moveTo>
                  <a:lnTo>
                    <a:pt x="0" y="13017"/>
                  </a:lnTo>
                  <a:lnTo>
                    <a:pt x="2692" y="13182"/>
                  </a:lnTo>
                  <a:lnTo>
                    <a:pt x="2857" y="13017"/>
                  </a:lnTo>
                  <a:close/>
                </a:path>
                <a:path w="22225" h="13970">
                  <a:moveTo>
                    <a:pt x="22085" y="2019"/>
                  </a:moveTo>
                  <a:lnTo>
                    <a:pt x="22009" y="1765"/>
                  </a:lnTo>
                  <a:lnTo>
                    <a:pt x="22009" y="1600"/>
                  </a:lnTo>
                  <a:lnTo>
                    <a:pt x="21920" y="1346"/>
                  </a:lnTo>
                  <a:lnTo>
                    <a:pt x="21666" y="1016"/>
                  </a:lnTo>
                  <a:lnTo>
                    <a:pt x="21590" y="838"/>
                  </a:lnTo>
                  <a:lnTo>
                    <a:pt x="21412" y="673"/>
                  </a:lnTo>
                  <a:lnTo>
                    <a:pt x="21082" y="419"/>
                  </a:lnTo>
                  <a:lnTo>
                    <a:pt x="20916" y="342"/>
                  </a:lnTo>
                  <a:lnTo>
                    <a:pt x="20662" y="254"/>
                  </a:lnTo>
                  <a:lnTo>
                    <a:pt x="20243" y="88"/>
                  </a:lnTo>
                  <a:lnTo>
                    <a:pt x="19735" y="0"/>
                  </a:lnTo>
                  <a:lnTo>
                    <a:pt x="19570" y="88"/>
                  </a:lnTo>
                  <a:lnTo>
                    <a:pt x="19316" y="88"/>
                  </a:lnTo>
                  <a:lnTo>
                    <a:pt x="19151" y="165"/>
                  </a:lnTo>
                  <a:lnTo>
                    <a:pt x="18897" y="254"/>
                  </a:lnTo>
                  <a:lnTo>
                    <a:pt x="18732" y="342"/>
                  </a:lnTo>
                  <a:lnTo>
                    <a:pt x="18567" y="419"/>
                  </a:lnTo>
                  <a:lnTo>
                    <a:pt x="18389" y="596"/>
                  </a:lnTo>
                  <a:lnTo>
                    <a:pt x="18224" y="673"/>
                  </a:lnTo>
                  <a:lnTo>
                    <a:pt x="18059" y="838"/>
                  </a:lnTo>
                  <a:lnTo>
                    <a:pt x="17970" y="1016"/>
                  </a:lnTo>
                  <a:lnTo>
                    <a:pt x="17805" y="1257"/>
                  </a:lnTo>
                  <a:lnTo>
                    <a:pt x="17640" y="1600"/>
                  </a:lnTo>
                  <a:lnTo>
                    <a:pt x="17640" y="1765"/>
                  </a:lnTo>
                  <a:lnTo>
                    <a:pt x="17551" y="2019"/>
                  </a:lnTo>
                  <a:lnTo>
                    <a:pt x="17551" y="2184"/>
                  </a:lnTo>
                  <a:lnTo>
                    <a:pt x="17551" y="2438"/>
                  </a:lnTo>
                  <a:lnTo>
                    <a:pt x="17551" y="2603"/>
                  </a:lnTo>
                  <a:lnTo>
                    <a:pt x="17640" y="2857"/>
                  </a:lnTo>
                  <a:lnTo>
                    <a:pt x="17640" y="3022"/>
                  </a:lnTo>
                  <a:lnTo>
                    <a:pt x="17729" y="3276"/>
                  </a:lnTo>
                  <a:lnTo>
                    <a:pt x="17970" y="3619"/>
                  </a:lnTo>
                  <a:lnTo>
                    <a:pt x="18059" y="3784"/>
                  </a:lnTo>
                  <a:lnTo>
                    <a:pt x="18224" y="3949"/>
                  </a:lnTo>
                  <a:lnTo>
                    <a:pt x="18567" y="4203"/>
                  </a:lnTo>
                  <a:lnTo>
                    <a:pt x="18732" y="4279"/>
                  </a:lnTo>
                  <a:lnTo>
                    <a:pt x="18986" y="4368"/>
                  </a:lnTo>
                  <a:lnTo>
                    <a:pt x="20574" y="4457"/>
                  </a:lnTo>
                  <a:lnTo>
                    <a:pt x="20751" y="4368"/>
                  </a:lnTo>
                  <a:lnTo>
                    <a:pt x="20916" y="4279"/>
                  </a:lnTo>
                  <a:lnTo>
                    <a:pt x="21082" y="4203"/>
                  </a:lnTo>
                  <a:lnTo>
                    <a:pt x="21247" y="4038"/>
                  </a:lnTo>
                  <a:lnTo>
                    <a:pt x="21412" y="3949"/>
                  </a:lnTo>
                  <a:lnTo>
                    <a:pt x="21590" y="3784"/>
                  </a:lnTo>
                  <a:lnTo>
                    <a:pt x="21666" y="3619"/>
                  </a:lnTo>
                  <a:lnTo>
                    <a:pt x="21844" y="3365"/>
                  </a:lnTo>
                  <a:lnTo>
                    <a:pt x="22009" y="3022"/>
                  </a:lnTo>
                  <a:lnTo>
                    <a:pt x="22009" y="2857"/>
                  </a:lnTo>
                  <a:lnTo>
                    <a:pt x="22085" y="2603"/>
                  </a:lnTo>
                  <a:lnTo>
                    <a:pt x="22085" y="2438"/>
                  </a:lnTo>
                  <a:lnTo>
                    <a:pt x="22085" y="2184"/>
                  </a:lnTo>
                  <a:lnTo>
                    <a:pt x="22085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/>
            <p:cNvSpPr/>
            <p:nvPr/>
          </p:nvSpPr>
          <p:spPr>
            <a:xfrm>
              <a:off x="17026446" y="12506583"/>
              <a:ext cx="35560" cy="27305"/>
            </a:xfrm>
            <a:custGeom>
              <a:avLst/>
              <a:gdLst/>
              <a:ahLst/>
              <a:cxnLst/>
              <a:rect l="l" t="t" r="r" b="b"/>
              <a:pathLst>
                <a:path w="35559" h="27304">
                  <a:moveTo>
                    <a:pt x="1587" y="26784"/>
                  </a:moveTo>
                  <a:lnTo>
                    <a:pt x="76" y="26784"/>
                  </a:lnTo>
                  <a:lnTo>
                    <a:pt x="419" y="26860"/>
                  </a:lnTo>
                  <a:lnTo>
                    <a:pt x="914" y="26949"/>
                  </a:lnTo>
                  <a:lnTo>
                    <a:pt x="1092" y="26860"/>
                  </a:lnTo>
                  <a:lnTo>
                    <a:pt x="1346" y="26860"/>
                  </a:lnTo>
                  <a:lnTo>
                    <a:pt x="1587" y="26784"/>
                  </a:lnTo>
                  <a:close/>
                </a:path>
                <a:path w="35559" h="27304">
                  <a:moveTo>
                    <a:pt x="1765" y="26695"/>
                  </a:moveTo>
                  <a:lnTo>
                    <a:pt x="0" y="26695"/>
                  </a:lnTo>
                  <a:lnTo>
                    <a:pt x="1587" y="26784"/>
                  </a:lnTo>
                  <a:lnTo>
                    <a:pt x="1765" y="26695"/>
                  </a:lnTo>
                  <a:close/>
                </a:path>
                <a:path w="35559" h="27304">
                  <a:moveTo>
                    <a:pt x="20650" y="13677"/>
                  </a:moveTo>
                  <a:lnTo>
                    <a:pt x="20574" y="13423"/>
                  </a:lnTo>
                  <a:lnTo>
                    <a:pt x="20485" y="13258"/>
                  </a:lnTo>
                  <a:lnTo>
                    <a:pt x="20396" y="13004"/>
                  </a:lnTo>
                  <a:lnTo>
                    <a:pt x="20154" y="12674"/>
                  </a:lnTo>
                  <a:lnTo>
                    <a:pt x="19812" y="12420"/>
                  </a:lnTo>
                  <a:lnTo>
                    <a:pt x="19481" y="12166"/>
                  </a:lnTo>
                  <a:lnTo>
                    <a:pt x="19062" y="12001"/>
                  </a:lnTo>
                  <a:lnTo>
                    <a:pt x="18643" y="11912"/>
                  </a:lnTo>
                  <a:lnTo>
                    <a:pt x="18135" y="11912"/>
                  </a:lnTo>
                  <a:lnTo>
                    <a:pt x="17881" y="12001"/>
                  </a:lnTo>
                  <a:lnTo>
                    <a:pt x="17716" y="12001"/>
                  </a:lnTo>
                  <a:lnTo>
                    <a:pt x="17462" y="12090"/>
                  </a:lnTo>
                  <a:lnTo>
                    <a:pt x="17132" y="12331"/>
                  </a:lnTo>
                  <a:lnTo>
                    <a:pt x="16954" y="12420"/>
                  </a:lnTo>
                  <a:lnTo>
                    <a:pt x="16789" y="12585"/>
                  </a:lnTo>
                  <a:lnTo>
                    <a:pt x="16535" y="12928"/>
                  </a:lnTo>
                  <a:lnTo>
                    <a:pt x="16281" y="13258"/>
                  </a:lnTo>
                  <a:lnTo>
                    <a:pt x="16281" y="13423"/>
                  </a:lnTo>
                  <a:lnTo>
                    <a:pt x="16205" y="13677"/>
                  </a:lnTo>
                  <a:lnTo>
                    <a:pt x="16205" y="13843"/>
                  </a:lnTo>
                  <a:lnTo>
                    <a:pt x="16116" y="14097"/>
                  </a:lnTo>
                  <a:lnTo>
                    <a:pt x="16116" y="14274"/>
                  </a:lnTo>
                  <a:lnTo>
                    <a:pt x="16205" y="14516"/>
                  </a:lnTo>
                  <a:lnTo>
                    <a:pt x="16205" y="14693"/>
                  </a:lnTo>
                  <a:lnTo>
                    <a:pt x="16281" y="14935"/>
                  </a:lnTo>
                  <a:lnTo>
                    <a:pt x="16459" y="15278"/>
                  </a:lnTo>
                  <a:lnTo>
                    <a:pt x="16535" y="15443"/>
                  </a:lnTo>
                  <a:lnTo>
                    <a:pt x="16713" y="15697"/>
                  </a:lnTo>
                  <a:lnTo>
                    <a:pt x="17043" y="15951"/>
                  </a:lnTo>
                  <a:lnTo>
                    <a:pt x="17373" y="16205"/>
                  </a:lnTo>
                  <a:lnTo>
                    <a:pt x="17805" y="16370"/>
                  </a:lnTo>
                  <a:lnTo>
                    <a:pt x="18224" y="16446"/>
                  </a:lnTo>
                  <a:lnTo>
                    <a:pt x="18719" y="16446"/>
                  </a:lnTo>
                  <a:lnTo>
                    <a:pt x="18973" y="16370"/>
                  </a:lnTo>
                  <a:lnTo>
                    <a:pt x="19392" y="16205"/>
                  </a:lnTo>
                  <a:lnTo>
                    <a:pt x="19735" y="16027"/>
                  </a:lnTo>
                  <a:lnTo>
                    <a:pt x="20066" y="15786"/>
                  </a:lnTo>
                  <a:lnTo>
                    <a:pt x="20320" y="15443"/>
                  </a:lnTo>
                  <a:lnTo>
                    <a:pt x="20396" y="15278"/>
                  </a:lnTo>
                  <a:lnTo>
                    <a:pt x="20485" y="15024"/>
                  </a:lnTo>
                  <a:lnTo>
                    <a:pt x="20650" y="14693"/>
                  </a:lnTo>
                  <a:lnTo>
                    <a:pt x="20650" y="14516"/>
                  </a:lnTo>
                  <a:lnTo>
                    <a:pt x="20650" y="14274"/>
                  </a:lnTo>
                  <a:lnTo>
                    <a:pt x="20650" y="14097"/>
                  </a:lnTo>
                  <a:lnTo>
                    <a:pt x="20650" y="13843"/>
                  </a:lnTo>
                  <a:lnTo>
                    <a:pt x="20650" y="13677"/>
                  </a:lnTo>
                  <a:close/>
                </a:path>
                <a:path w="35559" h="27304">
                  <a:moveTo>
                    <a:pt x="35433" y="76"/>
                  </a:moveTo>
                  <a:lnTo>
                    <a:pt x="35013" y="0"/>
                  </a:lnTo>
                  <a:lnTo>
                    <a:pt x="34759" y="76"/>
                  </a:lnTo>
                  <a:lnTo>
                    <a:pt x="35433" y="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/>
            <p:cNvSpPr/>
            <p:nvPr/>
          </p:nvSpPr>
          <p:spPr>
            <a:xfrm>
              <a:off x="17059275" y="12493388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79">
                  <a:moveTo>
                    <a:pt x="4533" y="15201"/>
                  </a:moveTo>
                  <a:lnTo>
                    <a:pt x="4457" y="14871"/>
                  </a:lnTo>
                  <a:lnTo>
                    <a:pt x="4279" y="14528"/>
                  </a:lnTo>
                  <a:lnTo>
                    <a:pt x="4025" y="14109"/>
                  </a:lnTo>
                  <a:lnTo>
                    <a:pt x="3784" y="13855"/>
                  </a:lnTo>
                  <a:lnTo>
                    <a:pt x="3441" y="13525"/>
                  </a:lnTo>
                  <a:lnTo>
                    <a:pt x="3111" y="13360"/>
                  </a:lnTo>
                  <a:lnTo>
                    <a:pt x="2692" y="13271"/>
                  </a:lnTo>
                  <a:lnTo>
                    <a:pt x="2184" y="13195"/>
                  </a:lnTo>
                  <a:lnTo>
                    <a:pt x="1930" y="13271"/>
                  </a:lnTo>
                  <a:lnTo>
                    <a:pt x="1765" y="13271"/>
                  </a:lnTo>
                  <a:lnTo>
                    <a:pt x="1422" y="13360"/>
                  </a:lnTo>
                  <a:lnTo>
                    <a:pt x="1092" y="13525"/>
                  </a:lnTo>
                  <a:lnTo>
                    <a:pt x="762" y="13779"/>
                  </a:lnTo>
                  <a:lnTo>
                    <a:pt x="419" y="14109"/>
                  </a:lnTo>
                  <a:lnTo>
                    <a:pt x="254" y="14452"/>
                  </a:lnTo>
                  <a:lnTo>
                    <a:pt x="88" y="14782"/>
                  </a:lnTo>
                  <a:lnTo>
                    <a:pt x="0" y="15201"/>
                  </a:lnTo>
                  <a:lnTo>
                    <a:pt x="0" y="15621"/>
                  </a:lnTo>
                  <a:lnTo>
                    <a:pt x="88" y="16040"/>
                  </a:lnTo>
                  <a:lnTo>
                    <a:pt x="165" y="16459"/>
                  </a:lnTo>
                  <a:lnTo>
                    <a:pt x="419" y="16802"/>
                  </a:lnTo>
                  <a:lnTo>
                    <a:pt x="673" y="17132"/>
                  </a:lnTo>
                  <a:lnTo>
                    <a:pt x="1003" y="17386"/>
                  </a:lnTo>
                  <a:lnTo>
                    <a:pt x="1422" y="17551"/>
                  </a:lnTo>
                  <a:lnTo>
                    <a:pt x="1765" y="17729"/>
                  </a:lnTo>
                  <a:lnTo>
                    <a:pt x="2603" y="17729"/>
                  </a:lnTo>
                  <a:lnTo>
                    <a:pt x="3022" y="17640"/>
                  </a:lnTo>
                  <a:lnTo>
                    <a:pt x="3365" y="17475"/>
                  </a:lnTo>
                  <a:lnTo>
                    <a:pt x="3695" y="17221"/>
                  </a:lnTo>
                  <a:lnTo>
                    <a:pt x="4025" y="16878"/>
                  </a:lnTo>
                  <a:lnTo>
                    <a:pt x="4279" y="16548"/>
                  </a:lnTo>
                  <a:lnTo>
                    <a:pt x="4457" y="16129"/>
                  </a:lnTo>
                  <a:lnTo>
                    <a:pt x="4533" y="15709"/>
                  </a:lnTo>
                  <a:lnTo>
                    <a:pt x="4533" y="15290"/>
                  </a:lnTo>
                  <a:close/>
                </a:path>
                <a:path w="19050" h="17779">
                  <a:moveTo>
                    <a:pt x="18808" y="177"/>
                  </a:moveTo>
                  <a:lnTo>
                    <a:pt x="18478" y="88"/>
                  </a:lnTo>
                  <a:lnTo>
                    <a:pt x="18059" y="0"/>
                  </a:lnTo>
                  <a:lnTo>
                    <a:pt x="17640" y="0"/>
                  </a:lnTo>
                  <a:lnTo>
                    <a:pt x="17221" y="88"/>
                  </a:lnTo>
                  <a:lnTo>
                    <a:pt x="16878" y="177"/>
                  </a:lnTo>
                  <a:lnTo>
                    <a:pt x="18808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7" name="object 637"/>
            <p:cNvSpPr/>
            <p:nvPr/>
          </p:nvSpPr>
          <p:spPr>
            <a:xfrm>
              <a:off x="17074808" y="12478872"/>
              <a:ext cx="18415" cy="19685"/>
            </a:xfrm>
            <a:custGeom>
              <a:avLst/>
              <a:gdLst/>
              <a:ahLst/>
              <a:cxnLst/>
              <a:rect l="l" t="t" r="r" b="b"/>
              <a:pathLst>
                <a:path w="18415" h="19684">
                  <a:moveTo>
                    <a:pt x="3276" y="14693"/>
                  </a:moveTo>
                  <a:lnTo>
                    <a:pt x="2946" y="14605"/>
                  </a:lnTo>
                  <a:lnTo>
                    <a:pt x="1689" y="14605"/>
                  </a:lnTo>
                  <a:lnTo>
                    <a:pt x="3276" y="14693"/>
                  </a:lnTo>
                  <a:close/>
                </a:path>
                <a:path w="18415" h="19684">
                  <a:moveTo>
                    <a:pt x="4622" y="16789"/>
                  </a:moveTo>
                  <a:lnTo>
                    <a:pt x="4533" y="16370"/>
                  </a:lnTo>
                  <a:lnTo>
                    <a:pt x="4457" y="15951"/>
                  </a:lnTo>
                  <a:lnTo>
                    <a:pt x="4292" y="15608"/>
                  </a:lnTo>
                  <a:lnTo>
                    <a:pt x="4038" y="15278"/>
                  </a:lnTo>
                  <a:lnTo>
                    <a:pt x="3695" y="14947"/>
                  </a:lnTo>
                  <a:lnTo>
                    <a:pt x="3365" y="14770"/>
                  </a:lnTo>
                  <a:lnTo>
                    <a:pt x="1346" y="14693"/>
                  </a:lnTo>
                  <a:lnTo>
                    <a:pt x="927" y="14947"/>
                  </a:lnTo>
                  <a:lnTo>
                    <a:pt x="673" y="15189"/>
                  </a:lnTo>
                  <a:lnTo>
                    <a:pt x="419" y="15532"/>
                  </a:lnTo>
                  <a:lnTo>
                    <a:pt x="177" y="15951"/>
                  </a:lnTo>
                  <a:lnTo>
                    <a:pt x="88" y="16370"/>
                  </a:lnTo>
                  <a:lnTo>
                    <a:pt x="0" y="16789"/>
                  </a:lnTo>
                  <a:lnTo>
                    <a:pt x="88" y="17208"/>
                  </a:lnTo>
                  <a:lnTo>
                    <a:pt x="177" y="17538"/>
                  </a:lnTo>
                  <a:lnTo>
                    <a:pt x="342" y="17970"/>
                  </a:lnTo>
                  <a:lnTo>
                    <a:pt x="596" y="18300"/>
                  </a:lnTo>
                  <a:lnTo>
                    <a:pt x="927" y="18554"/>
                  </a:lnTo>
                  <a:lnTo>
                    <a:pt x="1270" y="18808"/>
                  </a:lnTo>
                  <a:lnTo>
                    <a:pt x="1689" y="18973"/>
                  </a:lnTo>
                  <a:lnTo>
                    <a:pt x="2108" y="19062"/>
                  </a:lnTo>
                  <a:lnTo>
                    <a:pt x="2527" y="19062"/>
                  </a:lnTo>
                  <a:lnTo>
                    <a:pt x="2946" y="18973"/>
                  </a:lnTo>
                  <a:lnTo>
                    <a:pt x="3276" y="18808"/>
                  </a:lnTo>
                  <a:lnTo>
                    <a:pt x="3695" y="18554"/>
                  </a:lnTo>
                  <a:lnTo>
                    <a:pt x="3949" y="18300"/>
                  </a:lnTo>
                  <a:lnTo>
                    <a:pt x="4203" y="17970"/>
                  </a:lnTo>
                  <a:lnTo>
                    <a:pt x="4457" y="17627"/>
                  </a:lnTo>
                  <a:lnTo>
                    <a:pt x="4533" y="17208"/>
                  </a:lnTo>
                  <a:lnTo>
                    <a:pt x="4622" y="16789"/>
                  </a:lnTo>
                  <a:close/>
                </a:path>
                <a:path w="18415" h="19684">
                  <a:moveTo>
                    <a:pt x="18313" y="584"/>
                  </a:moveTo>
                  <a:lnTo>
                    <a:pt x="17970" y="330"/>
                  </a:lnTo>
                  <a:lnTo>
                    <a:pt x="17640" y="165"/>
                  </a:lnTo>
                  <a:lnTo>
                    <a:pt x="17221" y="76"/>
                  </a:lnTo>
                  <a:lnTo>
                    <a:pt x="16802" y="0"/>
                  </a:lnTo>
                  <a:lnTo>
                    <a:pt x="16383" y="76"/>
                  </a:lnTo>
                  <a:lnTo>
                    <a:pt x="15963" y="165"/>
                  </a:lnTo>
                  <a:lnTo>
                    <a:pt x="15621" y="330"/>
                  </a:lnTo>
                  <a:lnTo>
                    <a:pt x="15290" y="584"/>
                  </a:lnTo>
                  <a:lnTo>
                    <a:pt x="18313" y="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8" name="object 638"/>
            <p:cNvSpPr/>
            <p:nvPr/>
          </p:nvSpPr>
          <p:spPr>
            <a:xfrm>
              <a:off x="17089335" y="12463327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80" h="20320">
                  <a:moveTo>
                    <a:pt x="3784" y="16129"/>
                  </a:moveTo>
                  <a:lnTo>
                    <a:pt x="3441" y="15875"/>
                  </a:lnTo>
                  <a:lnTo>
                    <a:pt x="1092" y="15875"/>
                  </a:lnTo>
                  <a:lnTo>
                    <a:pt x="3784" y="16129"/>
                  </a:lnTo>
                  <a:close/>
                </a:path>
                <a:path w="17780" h="20320">
                  <a:moveTo>
                    <a:pt x="4533" y="17640"/>
                  </a:moveTo>
                  <a:lnTo>
                    <a:pt x="4457" y="17221"/>
                  </a:lnTo>
                  <a:lnTo>
                    <a:pt x="4279" y="16802"/>
                  </a:lnTo>
                  <a:lnTo>
                    <a:pt x="4114" y="16459"/>
                  </a:lnTo>
                  <a:lnTo>
                    <a:pt x="3784" y="16129"/>
                  </a:lnTo>
                  <a:lnTo>
                    <a:pt x="762" y="16129"/>
                  </a:lnTo>
                  <a:lnTo>
                    <a:pt x="419" y="16459"/>
                  </a:lnTo>
                  <a:lnTo>
                    <a:pt x="254" y="16802"/>
                  </a:lnTo>
                  <a:lnTo>
                    <a:pt x="88" y="17221"/>
                  </a:lnTo>
                  <a:lnTo>
                    <a:pt x="0" y="17640"/>
                  </a:lnTo>
                  <a:lnTo>
                    <a:pt x="0" y="18059"/>
                  </a:lnTo>
                  <a:lnTo>
                    <a:pt x="88" y="18478"/>
                  </a:lnTo>
                  <a:lnTo>
                    <a:pt x="254" y="18808"/>
                  </a:lnTo>
                  <a:lnTo>
                    <a:pt x="419" y="19240"/>
                  </a:lnTo>
                  <a:lnTo>
                    <a:pt x="762" y="19481"/>
                  </a:lnTo>
                  <a:lnTo>
                    <a:pt x="1092" y="19735"/>
                  </a:lnTo>
                  <a:lnTo>
                    <a:pt x="1435" y="19989"/>
                  </a:lnTo>
                  <a:lnTo>
                    <a:pt x="1854" y="20078"/>
                  </a:lnTo>
                  <a:lnTo>
                    <a:pt x="2273" y="20154"/>
                  </a:lnTo>
                  <a:lnTo>
                    <a:pt x="2692" y="20078"/>
                  </a:lnTo>
                  <a:lnTo>
                    <a:pt x="3111" y="19989"/>
                  </a:lnTo>
                  <a:lnTo>
                    <a:pt x="3441" y="19824"/>
                  </a:lnTo>
                  <a:lnTo>
                    <a:pt x="3784" y="19570"/>
                  </a:lnTo>
                  <a:lnTo>
                    <a:pt x="4038" y="19240"/>
                  </a:lnTo>
                  <a:lnTo>
                    <a:pt x="4279" y="18897"/>
                  </a:lnTo>
                  <a:lnTo>
                    <a:pt x="4457" y="18478"/>
                  </a:lnTo>
                  <a:lnTo>
                    <a:pt x="4533" y="18059"/>
                  </a:lnTo>
                  <a:lnTo>
                    <a:pt x="4533" y="17640"/>
                  </a:lnTo>
                  <a:close/>
                </a:path>
                <a:path w="17780" h="20320">
                  <a:moveTo>
                    <a:pt x="17475" y="1092"/>
                  </a:moveTo>
                  <a:lnTo>
                    <a:pt x="16205" y="88"/>
                  </a:lnTo>
                  <a:lnTo>
                    <a:pt x="16040" y="0"/>
                  </a:lnTo>
                  <a:lnTo>
                    <a:pt x="14947" y="0"/>
                  </a:lnTo>
                  <a:lnTo>
                    <a:pt x="14782" y="88"/>
                  </a:lnTo>
                  <a:lnTo>
                    <a:pt x="14452" y="177"/>
                  </a:lnTo>
                  <a:lnTo>
                    <a:pt x="14109" y="431"/>
                  </a:lnTo>
                  <a:lnTo>
                    <a:pt x="13779" y="762"/>
                  </a:lnTo>
                  <a:lnTo>
                    <a:pt x="13525" y="1092"/>
                  </a:lnTo>
                  <a:lnTo>
                    <a:pt x="17475" y="10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/>
            <p:cNvSpPr/>
            <p:nvPr/>
          </p:nvSpPr>
          <p:spPr>
            <a:xfrm>
              <a:off x="17102519" y="12446626"/>
              <a:ext cx="16510" cy="21590"/>
            </a:xfrm>
            <a:custGeom>
              <a:avLst/>
              <a:gdLst/>
              <a:ahLst/>
              <a:cxnLst/>
              <a:rect l="l" t="t" r="r" b="b"/>
              <a:pathLst>
                <a:path w="16509" h="21590">
                  <a:moveTo>
                    <a:pt x="4292" y="17792"/>
                  </a:moveTo>
                  <a:lnTo>
                    <a:pt x="4114" y="17551"/>
                  </a:lnTo>
                  <a:lnTo>
                    <a:pt x="508" y="17551"/>
                  </a:lnTo>
                  <a:lnTo>
                    <a:pt x="4292" y="17792"/>
                  </a:lnTo>
                  <a:close/>
                </a:path>
                <a:path w="16509" h="21590">
                  <a:moveTo>
                    <a:pt x="4533" y="18554"/>
                  </a:moveTo>
                  <a:lnTo>
                    <a:pt x="4457" y="18300"/>
                  </a:lnTo>
                  <a:lnTo>
                    <a:pt x="4457" y="18135"/>
                  </a:lnTo>
                  <a:lnTo>
                    <a:pt x="4292" y="17881"/>
                  </a:lnTo>
                  <a:lnTo>
                    <a:pt x="342" y="17792"/>
                  </a:lnTo>
                  <a:lnTo>
                    <a:pt x="177" y="18135"/>
                  </a:lnTo>
                  <a:lnTo>
                    <a:pt x="88" y="18300"/>
                  </a:lnTo>
                  <a:lnTo>
                    <a:pt x="88" y="18554"/>
                  </a:lnTo>
                  <a:lnTo>
                    <a:pt x="0" y="18808"/>
                  </a:lnTo>
                  <a:lnTo>
                    <a:pt x="0" y="18973"/>
                  </a:lnTo>
                  <a:lnTo>
                    <a:pt x="0" y="19227"/>
                  </a:lnTo>
                  <a:lnTo>
                    <a:pt x="88" y="19392"/>
                  </a:lnTo>
                  <a:lnTo>
                    <a:pt x="177" y="19646"/>
                  </a:lnTo>
                  <a:lnTo>
                    <a:pt x="177" y="19812"/>
                  </a:lnTo>
                  <a:lnTo>
                    <a:pt x="342" y="20066"/>
                  </a:lnTo>
                  <a:lnTo>
                    <a:pt x="596" y="20396"/>
                  </a:lnTo>
                  <a:lnTo>
                    <a:pt x="927" y="20739"/>
                  </a:lnTo>
                  <a:lnTo>
                    <a:pt x="1270" y="20993"/>
                  </a:lnTo>
                  <a:lnTo>
                    <a:pt x="1689" y="21158"/>
                  </a:lnTo>
                  <a:lnTo>
                    <a:pt x="2019" y="21158"/>
                  </a:lnTo>
                  <a:lnTo>
                    <a:pt x="2438" y="21234"/>
                  </a:lnTo>
                  <a:lnTo>
                    <a:pt x="2857" y="21158"/>
                  </a:lnTo>
                  <a:lnTo>
                    <a:pt x="3276" y="20993"/>
                  </a:lnTo>
                  <a:lnTo>
                    <a:pt x="3619" y="20739"/>
                  </a:lnTo>
                  <a:lnTo>
                    <a:pt x="3949" y="20485"/>
                  </a:lnTo>
                  <a:lnTo>
                    <a:pt x="4203" y="20154"/>
                  </a:lnTo>
                  <a:lnTo>
                    <a:pt x="4368" y="19812"/>
                  </a:lnTo>
                  <a:lnTo>
                    <a:pt x="4457" y="19646"/>
                  </a:lnTo>
                  <a:lnTo>
                    <a:pt x="4533" y="19392"/>
                  </a:lnTo>
                  <a:lnTo>
                    <a:pt x="4533" y="19227"/>
                  </a:lnTo>
                  <a:lnTo>
                    <a:pt x="4533" y="18973"/>
                  </a:lnTo>
                  <a:lnTo>
                    <a:pt x="4533" y="18808"/>
                  </a:lnTo>
                  <a:lnTo>
                    <a:pt x="4533" y="18554"/>
                  </a:lnTo>
                  <a:close/>
                </a:path>
                <a:path w="16509" h="21590">
                  <a:moveTo>
                    <a:pt x="16383" y="1587"/>
                  </a:moveTo>
                  <a:lnTo>
                    <a:pt x="16217" y="1346"/>
                  </a:lnTo>
                  <a:lnTo>
                    <a:pt x="16040" y="914"/>
                  </a:lnTo>
                  <a:lnTo>
                    <a:pt x="15786" y="673"/>
                  </a:lnTo>
                  <a:lnTo>
                    <a:pt x="15455" y="419"/>
                  </a:lnTo>
                  <a:lnTo>
                    <a:pt x="15290" y="330"/>
                  </a:lnTo>
                  <a:lnTo>
                    <a:pt x="15036" y="165"/>
                  </a:lnTo>
                  <a:lnTo>
                    <a:pt x="14617" y="76"/>
                  </a:lnTo>
                  <a:lnTo>
                    <a:pt x="13855" y="0"/>
                  </a:lnTo>
                  <a:lnTo>
                    <a:pt x="13436" y="165"/>
                  </a:lnTo>
                  <a:lnTo>
                    <a:pt x="13017" y="330"/>
                  </a:lnTo>
                  <a:lnTo>
                    <a:pt x="12687" y="584"/>
                  </a:lnTo>
                  <a:lnTo>
                    <a:pt x="12433" y="838"/>
                  </a:lnTo>
                  <a:lnTo>
                    <a:pt x="12179" y="1257"/>
                  </a:lnTo>
                  <a:lnTo>
                    <a:pt x="12014" y="1587"/>
                  </a:lnTo>
                  <a:lnTo>
                    <a:pt x="16383" y="1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/>
            <p:cNvSpPr/>
            <p:nvPr/>
          </p:nvSpPr>
          <p:spPr>
            <a:xfrm>
              <a:off x="17114444" y="12429075"/>
              <a:ext cx="15240" cy="22225"/>
            </a:xfrm>
            <a:custGeom>
              <a:avLst/>
              <a:gdLst/>
              <a:ahLst/>
              <a:cxnLst/>
              <a:rect l="l" t="t" r="r" b="b"/>
              <a:pathLst>
                <a:path w="15240" h="22225">
                  <a:moveTo>
                    <a:pt x="4457" y="19138"/>
                  </a:moveTo>
                  <a:lnTo>
                    <a:pt x="88" y="19138"/>
                  </a:lnTo>
                  <a:lnTo>
                    <a:pt x="4457" y="19227"/>
                  </a:lnTo>
                  <a:close/>
                </a:path>
                <a:path w="15240" h="22225">
                  <a:moveTo>
                    <a:pt x="4533" y="19558"/>
                  </a:moveTo>
                  <a:lnTo>
                    <a:pt x="4457" y="19227"/>
                  </a:lnTo>
                  <a:lnTo>
                    <a:pt x="88" y="19227"/>
                  </a:lnTo>
                  <a:lnTo>
                    <a:pt x="0" y="19558"/>
                  </a:lnTo>
                  <a:lnTo>
                    <a:pt x="0" y="19977"/>
                  </a:lnTo>
                  <a:lnTo>
                    <a:pt x="88" y="20408"/>
                  </a:lnTo>
                  <a:lnTo>
                    <a:pt x="177" y="20828"/>
                  </a:lnTo>
                  <a:lnTo>
                    <a:pt x="419" y="21158"/>
                  </a:lnTo>
                  <a:lnTo>
                    <a:pt x="673" y="21488"/>
                  </a:lnTo>
                  <a:lnTo>
                    <a:pt x="1016" y="21742"/>
                  </a:lnTo>
                  <a:lnTo>
                    <a:pt x="1435" y="21920"/>
                  </a:lnTo>
                  <a:lnTo>
                    <a:pt x="1765" y="22085"/>
                  </a:lnTo>
                  <a:lnTo>
                    <a:pt x="1930" y="22085"/>
                  </a:lnTo>
                  <a:lnTo>
                    <a:pt x="2603" y="22085"/>
                  </a:lnTo>
                  <a:lnTo>
                    <a:pt x="3022" y="21996"/>
                  </a:lnTo>
                  <a:lnTo>
                    <a:pt x="3441" y="21831"/>
                  </a:lnTo>
                  <a:lnTo>
                    <a:pt x="3784" y="21577"/>
                  </a:lnTo>
                  <a:lnTo>
                    <a:pt x="4038" y="21247"/>
                  </a:lnTo>
                  <a:lnTo>
                    <a:pt x="4292" y="20904"/>
                  </a:lnTo>
                  <a:lnTo>
                    <a:pt x="4457" y="20485"/>
                  </a:lnTo>
                  <a:lnTo>
                    <a:pt x="4533" y="20066"/>
                  </a:lnTo>
                  <a:lnTo>
                    <a:pt x="4533" y="19646"/>
                  </a:lnTo>
                  <a:close/>
                </a:path>
                <a:path w="15240" h="22225">
                  <a:moveTo>
                    <a:pt x="15036" y="2349"/>
                  </a:moveTo>
                  <a:lnTo>
                    <a:pt x="14947" y="2019"/>
                  </a:lnTo>
                  <a:lnTo>
                    <a:pt x="14871" y="1587"/>
                  </a:lnTo>
                  <a:lnTo>
                    <a:pt x="14693" y="1168"/>
                  </a:lnTo>
                  <a:lnTo>
                    <a:pt x="14452" y="838"/>
                  </a:lnTo>
                  <a:lnTo>
                    <a:pt x="14198" y="508"/>
                  </a:lnTo>
                  <a:lnTo>
                    <a:pt x="13779" y="254"/>
                  </a:lnTo>
                  <a:lnTo>
                    <a:pt x="13436" y="76"/>
                  </a:lnTo>
                  <a:lnTo>
                    <a:pt x="12941" y="0"/>
                  </a:lnTo>
                  <a:lnTo>
                    <a:pt x="12522" y="0"/>
                  </a:lnTo>
                  <a:lnTo>
                    <a:pt x="12090" y="76"/>
                  </a:lnTo>
                  <a:lnTo>
                    <a:pt x="11671" y="254"/>
                  </a:lnTo>
                  <a:lnTo>
                    <a:pt x="11341" y="508"/>
                  </a:lnTo>
                  <a:lnTo>
                    <a:pt x="10998" y="749"/>
                  </a:lnTo>
                  <a:lnTo>
                    <a:pt x="10756" y="1092"/>
                  </a:lnTo>
                  <a:lnTo>
                    <a:pt x="10579" y="1511"/>
                  </a:lnTo>
                  <a:lnTo>
                    <a:pt x="10502" y="1930"/>
                  </a:lnTo>
                  <a:lnTo>
                    <a:pt x="10502" y="2349"/>
                  </a:lnTo>
                  <a:lnTo>
                    <a:pt x="15036" y="2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/>
            <p:cNvSpPr/>
            <p:nvPr/>
          </p:nvSpPr>
          <p:spPr>
            <a:xfrm>
              <a:off x="17124947" y="12410685"/>
              <a:ext cx="13970" cy="23495"/>
            </a:xfrm>
            <a:custGeom>
              <a:avLst/>
              <a:gdLst/>
              <a:ahLst/>
              <a:cxnLst/>
              <a:rect l="l" t="t" r="r" b="b"/>
              <a:pathLst>
                <a:path w="13969" h="23495">
                  <a:moveTo>
                    <a:pt x="4533" y="20828"/>
                  </a:moveTo>
                  <a:lnTo>
                    <a:pt x="0" y="20828"/>
                  </a:lnTo>
                  <a:lnTo>
                    <a:pt x="0" y="21158"/>
                  </a:lnTo>
                  <a:lnTo>
                    <a:pt x="76" y="21323"/>
                  </a:lnTo>
                  <a:lnTo>
                    <a:pt x="165" y="21577"/>
                  </a:lnTo>
                  <a:lnTo>
                    <a:pt x="254" y="21742"/>
                  </a:lnTo>
                  <a:lnTo>
                    <a:pt x="330" y="21920"/>
                  </a:lnTo>
                  <a:lnTo>
                    <a:pt x="495" y="22085"/>
                  </a:lnTo>
                  <a:lnTo>
                    <a:pt x="584" y="22250"/>
                  </a:lnTo>
                  <a:lnTo>
                    <a:pt x="749" y="22415"/>
                  </a:lnTo>
                  <a:lnTo>
                    <a:pt x="927" y="22504"/>
                  </a:lnTo>
                  <a:lnTo>
                    <a:pt x="1168" y="22669"/>
                  </a:lnTo>
                  <a:lnTo>
                    <a:pt x="1346" y="22758"/>
                  </a:lnTo>
                  <a:lnTo>
                    <a:pt x="1511" y="22834"/>
                  </a:lnTo>
                  <a:lnTo>
                    <a:pt x="1765" y="22834"/>
                  </a:lnTo>
                  <a:lnTo>
                    <a:pt x="1930" y="22923"/>
                  </a:lnTo>
                  <a:lnTo>
                    <a:pt x="2438" y="22923"/>
                  </a:lnTo>
                  <a:lnTo>
                    <a:pt x="2768" y="22834"/>
                  </a:lnTo>
                  <a:lnTo>
                    <a:pt x="2933" y="22834"/>
                  </a:lnTo>
                  <a:lnTo>
                    <a:pt x="3187" y="22758"/>
                  </a:lnTo>
                  <a:lnTo>
                    <a:pt x="3530" y="22504"/>
                  </a:lnTo>
                  <a:lnTo>
                    <a:pt x="3695" y="22415"/>
                  </a:lnTo>
                  <a:lnTo>
                    <a:pt x="3860" y="22250"/>
                  </a:lnTo>
                  <a:lnTo>
                    <a:pt x="3949" y="22085"/>
                  </a:lnTo>
                  <a:lnTo>
                    <a:pt x="4114" y="21920"/>
                  </a:lnTo>
                  <a:lnTo>
                    <a:pt x="4191" y="21742"/>
                  </a:lnTo>
                  <a:lnTo>
                    <a:pt x="4368" y="21577"/>
                  </a:lnTo>
                  <a:lnTo>
                    <a:pt x="4368" y="21323"/>
                  </a:lnTo>
                  <a:lnTo>
                    <a:pt x="4445" y="21158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4533" y="20739"/>
                  </a:moveTo>
                  <a:lnTo>
                    <a:pt x="0" y="20739"/>
                  </a:lnTo>
                  <a:lnTo>
                    <a:pt x="4533" y="20828"/>
                  </a:lnTo>
                  <a:close/>
                </a:path>
                <a:path w="13969" h="23495">
                  <a:moveTo>
                    <a:pt x="13512" y="2184"/>
                  </a:moveTo>
                  <a:lnTo>
                    <a:pt x="13436" y="1930"/>
                  </a:lnTo>
                  <a:lnTo>
                    <a:pt x="13436" y="1765"/>
                  </a:lnTo>
                  <a:lnTo>
                    <a:pt x="13347" y="1587"/>
                  </a:lnTo>
                  <a:lnTo>
                    <a:pt x="13271" y="1346"/>
                  </a:lnTo>
                  <a:lnTo>
                    <a:pt x="13182" y="1168"/>
                  </a:lnTo>
                  <a:lnTo>
                    <a:pt x="13093" y="1003"/>
                  </a:lnTo>
                  <a:lnTo>
                    <a:pt x="12928" y="838"/>
                  </a:lnTo>
                  <a:lnTo>
                    <a:pt x="12839" y="673"/>
                  </a:lnTo>
                  <a:lnTo>
                    <a:pt x="12674" y="508"/>
                  </a:lnTo>
                  <a:lnTo>
                    <a:pt x="12509" y="419"/>
                  </a:lnTo>
                  <a:lnTo>
                    <a:pt x="12344" y="254"/>
                  </a:lnTo>
                  <a:lnTo>
                    <a:pt x="12090" y="165"/>
                  </a:lnTo>
                  <a:lnTo>
                    <a:pt x="11925" y="76"/>
                  </a:lnTo>
                  <a:lnTo>
                    <a:pt x="11760" y="76"/>
                  </a:lnTo>
                  <a:lnTo>
                    <a:pt x="11506" y="0"/>
                  </a:lnTo>
                  <a:lnTo>
                    <a:pt x="10909" y="0"/>
                  </a:lnTo>
                  <a:lnTo>
                    <a:pt x="10744" y="76"/>
                  </a:lnTo>
                  <a:lnTo>
                    <a:pt x="10490" y="76"/>
                  </a:lnTo>
                  <a:lnTo>
                    <a:pt x="10325" y="165"/>
                  </a:lnTo>
                  <a:lnTo>
                    <a:pt x="10071" y="254"/>
                  </a:lnTo>
                  <a:lnTo>
                    <a:pt x="9994" y="419"/>
                  </a:lnTo>
                  <a:lnTo>
                    <a:pt x="9740" y="508"/>
                  </a:lnTo>
                  <a:lnTo>
                    <a:pt x="9652" y="673"/>
                  </a:lnTo>
                  <a:lnTo>
                    <a:pt x="9486" y="838"/>
                  </a:lnTo>
                  <a:lnTo>
                    <a:pt x="9321" y="1003"/>
                  </a:lnTo>
                  <a:lnTo>
                    <a:pt x="9232" y="1168"/>
                  </a:lnTo>
                  <a:lnTo>
                    <a:pt x="9156" y="1346"/>
                  </a:lnTo>
                  <a:lnTo>
                    <a:pt x="9067" y="1587"/>
                  </a:lnTo>
                  <a:lnTo>
                    <a:pt x="8978" y="1765"/>
                  </a:lnTo>
                  <a:lnTo>
                    <a:pt x="8978" y="2768"/>
                  </a:lnTo>
                  <a:lnTo>
                    <a:pt x="9067" y="3022"/>
                  </a:lnTo>
                  <a:lnTo>
                    <a:pt x="9156" y="3187"/>
                  </a:lnTo>
                  <a:lnTo>
                    <a:pt x="13271" y="3187"/>
                  </a:lnTo>
                  <a:lnTo>
                    <a:pt x="13347" y="3022"/>
                  </a:lnTo>
                  <a:lnTo>
                    <a:pt x="13436" y="2768"/>
                  </a:lnTo>
                  <a:lnTo>
                    <a:pt x="13436" y="2603"/>
                  </a:lnTo>
                  <a:lnTo>
                    <a:pt x="13512" y="2349"/>
                  </a:lnTo>
                  <a:lnTo>
                    <a:pt x="13512" y="21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/>
            <p:cNvSpPr/>
            <p:nvPr/>
          </p:nvSpPr>
          <p:spPr>
            <a:xfrm>
              <a:off x="17134015" y="12391623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203" y="22250"/>
                  </a:moveTo>
                  <a:lnTo>
                    <a:pt x="88" y="22250"/>
                  </a:lnTo>
                  <a:lnTo>
                    <a:pt x="165" y="22415"/>
                  </a:lnTo>
                  <a:lnTo>
                    <a:pt x="254" y="22593"/>
                  </a:lnTo>
                  <a:lnTo>
                    <a:pt x="419" y="22758"/>
                  </a:lnTo>
                  <a:lnTo>
                    <a:pt x="584" y="22923"/>
                  </a:lnTo>
                  <a:lnTo>
                    <a:pt x="673" y="23088"/>
                  </a:lnTo>
                  <a:lnTo>
                    <a:pt x="838" y="23177"/>
                  </a:lnTo>
                  <a:lnTo>
                    <a:pt x="1092" y="23342"/>
                  </a:lnTo>
                  <a:lnTo>
                    <a:pt x="1257" y="23431"/>
                  </a:lnTo>
                  <a:lnTo>
                    <a:pt x="1422" y="23507"/>
                  </a:lnTo>
                  <a:lnTo>
                    <a:pt x="1676" y="23507"/>
                  </a:lnTo>
                  <a:lnTo>
                    <a:pt x="1930" y="23596"/>
                  </a:lnTo>
                  <a:lnTo>
                    <a:pt x="2438" y="23596"/>
                  </a:lnTo>
                  <a:lnTo>
                    <a:pt x="2603" y="23507"/>
                  </a:lnTo>
                  <a:lnTo>
                    <a:pt x="2857" y="23507"/>
                  </a:lnTo>
                  <a:lnTo>
                    <a:pt x="3022" y="23431"/>
                  </a:lnTo>
                  <a:lnTo>
                    <a:pt x="3276" y="23342"/>
                  </a:lnTo>
                  <a:lnTo>
                    <a:pt x="3441" y="23177"/>
                  </a:lnTo>
                  <a:lnTo>
                    <a:pt x="3606" y="23088"/>
                  </a:lnTo>
                  <a:lnTo>
                    <a:pt x="3771" y="22923"/>
                  </a:lnTo>
                  <a:lnTo>
                    <a:pt x="3949" y="22758"/>
                  </a:lnTo>
                  <a:lnTo>
                    <a:pt x="4025" y="22593"/>
                  </a:lnTo>
                  <a:lnTo>
                    <a:pt x="4114" y="22415"/>
                  </a:lnTo>
                  <a:lnTo>
                    <a:pt x="4203" y="22250"/>
                  </a:lnTo>
                  <a:close/>
                </a:path>
                <a:path w="12065" h="24129">
                  <a:moveTo>
                    <a:pt x="4279" y="22085"/>
                  </a:moveTo>
                  <a:lnTo>
                    <a:pt x="0" y="22085"/>
                  </a:lnTo>
                  <a:lnTo>
                    <a:pt x="4203" y="22250"/>
                  </a:lnTo>
                  <a:lnTo>
                    <a:pt x="4279" y="22085"/>
                  </a:lnTo>
                  <a:close/>
                </a:path>
                <a:path w="12065" h="24129">
                  <a:moveTo>
                    <a:pt x="11836" y="1765"/>
                  </a:moveTo>
                  <a:lnTo>
                    <a:pt x="11671" y="1346"/>
                  </a:lnTo>
                  <a:lnTo>
                    <a:pt x="11417" y="1003"/>
                  </a:lnTo>
                  <a:lnTo>
                    <a:pt x="11163" y="673"/>
                  </a:lnTo>
                  <a:lnTo>
                    <a:pt x="10833" y="419"/>
                  </a:lnTo>
                  <a:lnTo>
                    <a:pt x="10490" y="165"/>
                  </a:lnTo>
                  <a:lnTo>
                    <a:pt x="10325" y="88"/>
                  </a:lnTo>
                  <a:lnTo>
                    <a:pt x="10071" y="88"/>
                  </a:lnTo>
                  <a:lnTo>
                    <a:pt x="9906" y="0"/>
                  </a:lnTo>
                  <a:lnTo>
                    <a:pt x="9321" y="0"/>
                  </a:lnTo>
                  <a:lnTo>
                    <a:pt x="9067" y="88"/>
                  </a:lnTo>
                  <a:lnTo>
                    <a:pt x="8902" y="88"/>
                  </a:lnTo>
                  <a:lnTo>
                    <a:pt x="8648" y="165"/>
                  </a:lnTo>
                  <a:lnTo>
                    <a:pt x="8483" y="330"/>
                  </a:lnTo>
                  <a:lnTo>
                    <a:pt x="8318" y="419"/>
                  </a:lnTo>
                  <a:lnTo>
                    <a:pt x="8064" y="584"/>
                  </a:lnTo>
                  <a:lnTo>
                    <a:pt x="7810" y="927"/>
                  </a:lnTo>
                  <a:lnTo>
                    <a:pt x="7556" y="1257"/>
                  </a:lnTo>
                  <a:lnTo>
                    <a:pt x="7391" y="1676"/>
                  </a:lnTo>
                  <a:lnTo>
                    <a:pt x="7302" y="2095"/>
                  </a:lnTo>
                  <a:lnTo>
                    <a:pt x="7302" y="2603"/>
                  </a:lnTo>
                  <a:lnTo>
                    <a:pt x="7391" y="2933"/>
                  </a:lnTo>
                  <a:lnTo>
                    <a:pt x="7556" y="3352"/>
                  </a:lnTo>
                  <a:lnTo>
                    <a:pt x="7810" y="3695"/>
                  </a:lnTo>
                  <a:lnTo>
                    <a:pt x="11341" y="3784"/>
                  </a:lnTo>
                  <a:lnTo>
                    <a:pt x="11582" y="3441"/>
                  </a:lnTo>
                  <a:lnTo>
                    <a:pt x="11760" y="3022"/>
                  </a:lnTo>
                  <a:lnTo>
                    <a:pt x="11836" y="2603"/>
                  </a:lnTo>
                  <a:lnTo>
                    <a:pt x="11836" y="2184"/>
                  </a:lnTo>
                  <a:lnTo>
                    <a:pt x="11836" y="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/>
            <p:cNvSpPr/>
            <p:nvPr/>
          </p:nvSpPr>
          <p:spPr>
            <a:xfrm>
              <a:off x="17141825" y="12371976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5">
                  <a:moveTo>
                    <a:pt x="3530" y="23431"/>
                  </a:moveTo>
                  <a:lnTo>
                    <a:pt x="76" y="23431"/>
                  </a:lnTo>
                  <a:lnTo>
                    <a:pt x="330" y="23672"/>
                  </a:lnTo>
                  <a:lnTo>
                    <a:pt x="673" y="23926"/>
                  </a:lnTo>
                  <a:lnTo>
                    <a:pt x="838" y="23926"/>
                  </a:lnTo>
                  <a:lnTo>
                    <a:pt x="1003" y="24091"/>
                  </a:lnTo>
                  <a:lnTo>
                    <a:pt x="1257" y="24091"/>
                  </a:lnTo>
                  <a:lnTo>
                    <a:pt x="1511" y="24180"/>
                  </a:lnTo>
                  <a:lnTo>
                    <a:pt x="2019" y="24180"/>
                  </a:lnTo>
                  <a:lnTo>
                    <a:pt x="2349" y="24091"/>
                  </a:lnTo>
                  <a:lnTo>
                    <a:pt x="2514" y="24091"/>
                  </a:lnTo>
                  <a:lnTo>
                    <a:pt x="2768" y="23926"/>
                  </a:lnTo>
                  <a:lnTo>
                    <a:pt x="3187" y="23761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3530" y="23342"/>
                  </a:moveTo>
                  <a:lnTo>
                    <a:pt x="0" y="23342"/>
                  </a:lnTo>
                  <a:lnTo>
                    <a:pt x="3530" y="23431"/>
                  </a:lnTo>
                  <a:close/>
                </a:path>
                <a:path w="10159" h="24765">
                  <a:moveTo>
                    <a:pt x="9906" y="2184"/>
                  </a:moveTo>
                  <a:lnTo>
                    <a:pt x="9817" y="1841"/>
                  </a:lnTo>
                  <a:lnTo>
                    <a:pt x="9740" y="1422"/>
                  </a:lnTo>
                  <a:lnTo>
                    <a:pt x="9486" y="1092"/>
                  </a:lnTo>
                  <a:lnTo>
                    <a:pt x="9398" y="927"/>
                  </a:lnTo>
                  <a:lnTo>
                    <a:pt x="9232" y="749"/>
                  </a:lnTo>
                  <a:lnTo>
                    <a:pt x="8305" y="165"/>
                  </a:lnTo>
                  <a:lnTo>
                    <a:pt x="8140" y="76"/>
                  </a:lnTo>
                  <a:lnTo>
                    <a:pt x="7886" y="76"/>
                  </a:lnTo>
                  <a:lnTo>
                    <a:pt x="7721" y="0"/>
                  </a:lnTo>
                  <a:lnTo>
                    <a:pt x="7302" y="76"/>
                  </a:lnTo>
                  <a:lnTo>
                    <a:pt x="7137" y="76"/>
                  </a:lnTo>
                  <a:lnTo>
                    <a:pt x="6883" y="165"/>
                  </a:lnTo>
                  <a:lnTo>
                    <a:pt x="6718" y="254"/>
                  </a:lnTo>
                  <a:lnTo>
                    <a:pt x="6464" y="330"/>
                  </a:lnTo>
                  <a:lnTo>
                    <a:pt x="6299" y="419"/>
                  </a:lnTo>
                  <a:lnTo>
                    <a:pt x="6134" y="584"/>
                  </a:lnTo>
                  <a:lnTo>
                    <a:pt x="5956" y="749"/>
                  </a:lnTo>
                  <a:lnTo>
                    <a:pt x="5791" y="927"/>
                  </a:lnTo>
                  <a:lnTo>
                    <a:pt x="5702" y="1092"/>
                  </a:lnTo>
                  <a:lnTo>
                    <a:pt x="5537" y="1346"/>
                  </a:lnTo>
                  <a:lnTo>
                    <a:pt x="5372" y="1765"/>
                  </a:lnTo>
                  <a:lnTo>
                    <a:pt x="5372" y="2184"/>
                  </a:lnTo>
                  <a:lnTo>
                    <a:pt x="5372" y="2603"/>
                  </a:lnTo>
                  <a:lnTo>
                    <a:pt x="5461" y="3022"/>
                  </a:lnTo>
                  <a:lnTo>
                    <a:pt x="5626" y="3441"/>
                  </a:lnTo>
                  <a:lnTo>
                    <a:pt x="5880" y="3771"/>
                  </a:lnTo>
                  <a:lnTo>
                    <a:pt x="6210" y="4114"/>
                  </a:lnTo>
                  <a:lnTo>
                    <a:pt x="6553" y="4279"/>
                  </a:lnTo>
                  <a:lnTo>
                    <a:pt x="8559" y="4368"/>
                  </a:lnTo>
                  <a:lnTo>
                    <a:pt x="8737" y="4279"/>
                  </a:lnTo>
                  <a:lnTo>
                    <a:pt x="8978" y="4114"/>
                  </a:lnTo>
                  <a:lnTo>
                    <a:pt x="9321" y="3860"/>
                  </a:lnTo>
                  <a:lnTo>
                    <a:pt x="9575" y="3441"/>
                  </a:lnTo>
                  <a:lnTo>
                    <a:pt x="9740" y="3098"/>
                  </a:lnTo>
                  <a:lnTo>
                    <a:pt x="9906" y="2679"/>
                  </a:lnTo>
                  <a:lnTo>
                    <a:pt x="9906" y="2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/>
            <p:cNvSpPr/>
            <p:nvPr/>
          </p:nvSpPr>
          <p:spPr>
            <a:xfrm>
              <a:off x="17148378" y="12351985"/>
              <a:ext cx="7620" cy="24765"/>
            </a:xfrm>
            <a:custGeom>
              <a:avLst/>
              <a:gdLst/>
              <a:ahLst/>
              <a:cxnLst/>
              <a:rect l="l" t="t" r="r" b="b"/>
              <a:pathLst>
                <a:path w="7619" h="24765">
                  <a:moveTo>
                    <a:pt x="2006" y="24358"/>
                  </a:moveTo>
                  <a:lnTo>
                    <a:pt x="76" y="24358"/>
                  </a:lnTo>
                  <a:lnTo>
                    <a:pt x="419" y="24434"/>
                  </a:lnTo>
                  <a:lnTo>
                    <a:pt x="838" y="24523"/>
                  </a:lnTo>
                  <a:lnTo>
                    <a:pt x="1333" y="24523"/>
                  </a:lnTo>
                  <a:lnTo>
                    <a:pt x="1587" y="24523"/>
                  </a:lnTo>
                  <a:lnTo>
                    <a:pt x="1752" y="24434"/>
                  </a:lnTo>
                  <a:lnTo>
                    <a:pt x="2006" y="24358"/>
                  </a:lnTo>
                  <a:close/>
                </a:path>
                <a:path w="7619" h="24765">
                  <a:moveTo>
                    <a:pt x="2184" y="24269"/>
                  </a:moveTo>
                  <a:lnTo>
                    <a:pt x="0" y="24269"/>
                  </a:lnTo>
                  <a:lnTo>
                    <a:pt x="2006" y="24358"/>
                  </a:lnTo>
                  <a:lnTo>
                    <a:pt x="2184" y="24269"/>
                  </a:lnTo>
                  <a:close/>
                </a:path>
                <a:path w="7619" h="24765">
                  <a:moveTo>
                    <a:pt x="7556" y="2019"/>
                  </a:moveTo>
                  <a:lnTo>
                    <a:pt x="7467" y="1600"/>
                  </a:lnTo>
                  <a:lnTo>
                    <a:pt x="7378" y="1435"/>
                  </a:lnTo>
                  <a:lnTo>
                    <a:pt x="7302" y="1181"/>
                  </a:lnTo>
                  <a:lnTo>
                    <a:pt x="7048" y="838"/>
                  </a:lnTo>
                  <a:lnTo>
                    <a:pt x="6883" y="673"/>
                  </a:lnTo>
                  <a:lnTo>
                    <a:pt x="6540" y="419"/>
                  </a:lnTo>
                  <a:lnTo>
                    <a:pt x="6210" y="165"/>
                  </a:lnTo>
                  <a:lnTo>
                    <a:pt x="6045" y="165"/>
                  </a:lnTo>
                  <a:lnTo>
                    <a:pt x="5702" y="88"/>
                  </a:lnTo>
                  <a:lnTo>
                    <a:pt x="4953" y="0"/>
                  </a:lnTo>
                  <a:lnTo>
                    <a:pt x="4787" y="88"/>
                  </a:lnTo>
                  <a:lnTo>
                    <a:pt x="4533" y="165"/>
                  </a:lnTo>
                  <a:lnTo>
                    <a:pt x="4356" y="165"/>
                  </a:lnTo>
                  <a:lnTo>
                    <a:pt x="4114" y="342"/>
                  </a:lnTo>
                  <a:lnTo>
                    <a:pt x="3937" y="419"/>
                  </a:lnTo>
                  <a:lnTo>
                    <a:pt x="3771" y="596"/>
                  </a:lnTo>
                  <a:lnTo>
                    <a:pt x="3606" y="673"/>
                  </a:lnTo>
                  <a:lnTo>
                    <a:pt x="3517" y="838"/>
                  </a:lnTo>
                  <a:lnTo>
                    <a:pt x="3352" y="1092"/>
                  </a:lnTo>
                  <a:lnTo>
                    <a:pt x="3098" y="1435"/>
                  </a:lnTo>
                  <a:lnTo>
                    <a:pt x="3098" y="1600"/>
                  </a:lnTo>
                  <a:lnTo>
                    <a:pt x="3022" y="1930"/>
                  </a:lnTo>
                  <a:lnTo>
                    <a:pt x="3022" y="2349"/>
                  </a:lnTo>
                  <a:lnTo>
                    <a:pt x="3022" y="2768"/>
                  </a:lnTo>
                  <a:lnTo>
                    <a:pt x="3187" y="3187"/>
                  </a:lnTo>
                  <a:lnTo>
                    <a:pt x="3441" y="3619"/>
                  </a:lnTo>
                  <a:lnTo>
                    <a:pt x="3695" y="3949"/>
                  </a:lnTo>
                  <a:lnTo>
                    <a:pt x="4025" y="4203"/>
                  </a:lnTo>
                  <a:lnTo>
                    <a:pt x="4445" y="4368"/>
                  </a:lnTo>
                  <a:lnTo>
                    <a:pt x="4864" y="4533"/>
                  </a:lnTo>
                  <a:lnTo>
                    <a:pt x="5537" y="4533"/>
                  </a:lnTo>
                  <a:lnTo>
                    <a:pt x="5702" y="4533"/>
                  </a:lnTo>
                  <a:lnTo>
                    <a:pt x="6045" y="4368"/>
                  </a:lnTo>
                  <a:lnTo>
                    <a:pt x="6464" y="4203"/>
                  </a:lnTo>
                  <a:lnTo>
                    <a:pt x="6794" y="3949"/>
                  </a:lnTo>
                  <a:lnTo>
                    <a:pt x="7137" y="3619"/>
                  </a:lnTo>
                  <a:lnTo>
                    <a:pt x="7302" y="3276"/>
                  </a:lnTo>
                  <a:lnTo>
                    <a:pt x="7467" y="2857"/>
                  </a:lnTo>
                  <a:lnTo>
                    <a:pt x="7556" y="2438"/>
                  </a:lnTo>
                  <a:lnTo>
                    <a:pt x="7556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/>
            <p:cNvSpPr/>
            <p:nvPr/>
          </p:nvSpPr>
          <p:spPr>
            <a:xfrm>
              <a:off x="17153916" y="12311269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4279" y="330"/>
                  </a:moveTo>
                  <a:lnTo>
                    <a:pt x="3949" y="165"/>
                  </a:lnTo>
                  <a:lnTo>
                    <a:pt x="3530" y="0"/>
                  </a:lnTo>
                  <a:lnTo>
                    <a:pt x="2692" y="0"/>
                  </a:lnTo>
                  <a:lnTo>
                    <a:pt x="2273" y="76"/>
                  </a:lnTo>
                  <a:lnTo>
                    <a:pt x="1930" y="330"/>
                  </a:lnTo>
                  <a:lnTo>
                    <a:pt x="4279" y="330"/>
                  </a:lnTo>
                  <a:close/>
                </a:path>
                <a:path w="5080" h="25400">
                  <a:moveTo>
                    <a:pt x="4533" y="22491"/>
                  </a:moveTo>
                  <a:lnTo>
                    <a:pt x="4445" y="22250"/>
                  </a:lnTo>
                  <a:lnTo>
                    <a:pt x="4445" y="22072"/>
                  </a:lnTo>
                  <a:lnTo>
                    <a:pt x="4368" y="21831"/>
                  </a:lnTo>
                  <a:lnTo>
                    <a:pt x="4279" y="21653"/>
                  </a:lnTo>
                  <a:lnTo>
                    <a:pt x="4203" y="21488"/>
                  </a:lnTo>
                  <a:lnTo>
                    <a:pt x="4025" y="21234"/>
                  </a:lnTo>
                  <a:lnTo>
                    <a:pt x="3695" y="20980"/>
                  </a:lnTo>
                  <a:lnTo>
                    <a:pt x="3606" y="20815"/>
                  </a:lnTo>
                  <a:lnTo>
                    <a:pt x="3365" y="20739"/>
                  </a:lnTo>
                  <a:lnTo>
                    <a:pt x="2933" y="20485"/>
                  </a:lnTo>
                  <a:lnTo>
                    <a:pt x="2514" y="20396"/>
                  </a:lnTo>
                  <a:lnTo>
                    <a:pt x="2019" y="20396"/>
                  </a:lnTo>
                  <a:lnTo>
                    <a:pt x="1676" y="20485"/>
                  </a:lnTo>
                  <a:lnTo>
                    <a:pt x="1257" y="20650"/>
                  </a:lnTo>
                  <a:lnTo>
                    <a:pt x="927" y="20815"/>
                  </a:lnTo>
                  <a:lnTo>
                    <a:pt x="762" y="20980"/>
                  </a:lnTo>
                  <a:lnTo>
                    <a:pt x="584" y="21158"/>
                  </a:lnTo>
                  <a:lnTo>
                    <a:pt x="330" y="21488"/>
                  </a:lnTo>
                  <a:lnTo>
                    <a:pt x="254" y="21653"/>
                  </a:lnTo>
                  <a:lnTo>
                    <a:pt x="165" y="21831"/>
                  </a:lnTo>
                  <a:lnTo>
                    <a:pt x="88" y="22072"/>
                  </a:lnTo>
                  <a:lnTo>
                    <a:pt x="0" y="22250"/>
                  </a:lnTo>
                  <a:lnTo>
                    <a:pt x="0" y="22491"/>
                  </a:lnTo>
                  <a:lnTo>
                    <a:pt x="0" y="22669"/>
                  </a:lnTo>
                  <a:lnTo>
                    <a:pt x="0" y="22923"/>
                  </a:lnTo>
                  <a:lnTo>
                    <a:pt x="0" y="23088"/>
                  </a:lnTo>
                  <a:lnTo>
                    <a:pt x="88" y="23418"/>
                  </a:lnTo>
                  <a:lnTo>
                    <a:pt x="254" y="23761"/>
                  </a:lnTo>
                  <a:lnTo>
                    <a:pt x="508" y="24180"/>
                  </a:lnTo>
                  <a:lnTo>
                    <a:pt x="838" y="24434"/>
                  </a:lnTo>
                  <a:lnTo>
                    <a:pt x="1257" y="24676"/>
                  </a:lnTo>
                  <a:lnTo>
                    <a:pt x="1600" y="24853"/>
                  </a:lnTo>
                  <a:lnTo>
                    <a:pt x="2019" y="24930"/>
                  </a:lnTo>
                  <a:lnTo>
                    <a:pt x="2514" y="24930"/>
                  </a:lnTo>
                  <a:lnTo>
                    <a:pt x="2857" y="24853"/>
                  </a:lnTo>
                  <a:lnTo>
                    <a:pt x="3276" y="24676"/>
                  </a:lnTo>
                  <a:lnTo>
                    <a:pt x="3606" y="24511"/>
                  </a:lnTo>
                  <a:lnTo>
                    <a:pt x="3949" y="24180"/>
                  </a:lnTo>
                  <a:lnTo>
                    <a:pt x="4203" y="23837"/>
                  </a:lnTo>
                  <a:lnTo>
                    <a:pt x="4368" y="23507"/>
                  </a:lnTo>
                  <a:lnTo>
                    <a:pt x="4533" y="23088"/>
                  </a:lnTo>
                  <a:lnTo>
                    <a:pt x="4533" y="22923"/>
                  </a:lnTo>
                  <a:lnTo>
                    <a:pt x="4533" y="22669"/>
                  </a:lnTo>
                  <a:lnTo>
                    <a:pt x="4533" y="224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/>
            <p:cNvSpPr/>
            <p:nvPr/>
          </p:nvSpPr>
          <p:spPr>
            <a:xfrm>
              <a:off x="17154246" y="12290771"/>
              <a:ext cx="5080" cy="25400"/>
            </a:xfrm>
            <a:custGeom>
              <a:avLst/>
              <a:gdLst/>
              <a:ahLst/>
              <a:cxnLst/>
              <a:rect l="l" t="t" r="r" b="b"/>
              <a:pathLst>
                <a:path w="5080" h="25400">
                  <a:moveTo>
                    <a:pt x="3873" y="1092"/>
                  </a:moveTo>
                  <a:lnTo>
                    <a:pt x="3695" y="838"/>
                  </a:lnTo>
                  <a:lnTo>
                    <a:pt x="3365" y="596"/>
                  </a:lnTo>
                  <a:lnTo>
                    <a:pt x="3035" y="342"/>
                  </a:lnTo>
                  <a:lnTo>
                    <a:pt x="2603" y="165"/>
                  </a:lnTo>
                  <a:lnTo>
                    <a:pt x="2184" y="0"/>
                  </a:lnTo>
                  <a:lnTo>
                    <a:pt x="1689" y="0"/>
                  </a:lnTo>
                  <a:lnTo>
                    <a:pt x="1346" y="88"/>
                  </a:lnTo>
                  <a:lnTo>
                    <a:pt x="927" y="254"/>
                  </a:lnTo>
                  <a:lnTo>
                    <a:pt x="596" y="508"/>
                  </a:lnTo>
                  <a:lnTo>
                    <a:pt x="254" y="762"/>
                  </a:lnTo>
                  <a:lnTo>
                    <a:pt x="0" y="1092"/>
                  </a:lnTo>
                  <a:lnTo>
                    <a:pt x="3873" y="1092"/>
                  </a:lnTo>
                  <a:close/>
                </a:path>
                <a:path w="5080" h="25400">
                  <a:moveTo>
                    <a:pt x="5041" y="22504"/>
                  </a:moveTo>
                  <a:lnTo>
                    <a:pt x="4965" y="22339"/>
                  </a:lnTo>
                  <a:lnTo>
                    <a:pt x="4965" y="22085"/>
                  </a:lnTo>
                  <a:lnTo>
                    <a:pt x="4876" y="21831"/>
                  </a:lnTo>
                  <a:lnTo>
                    <a:pt x="4622" y="21501"/>
                  </a:lnTo>
                  <a:lnTo>
                    <a:pt x="4622" y="21336"/>
                  </a:lnTo>
                  <a:lnTo>
                    <a:pt x="4368" y="21158"/>
                  </a:lnTo>
                  <a:lnTo>
                    <a:pt x="4038" y="20828"/>
                  </a:lnTo>
                  <a:lnTo>
                    <a:pt x="1511" y="20828"/>
                  </a:lnTo>
                  <a:lnTo>
                    <a:pt x="1270" y="21082"/>
                  </a:lnTo>
                  <a:lnTo>
                    <a:pt x="927" y="21336"/>
                  </a:lnTo>
                  <a:lnTo>
                    <a:pt x="850" y="21501"/>
                  </a:lnTo>
                  <a:lnTo>
                    <a:pt x="762" y="21755"/>
                  </a:lnTo>
                  <a:lnTo>
                    <a:pt x="596" y="22085"/>
                  </a:lnTo>
                  <a:lnTo>
                    <a:pt x="508" y="22339"/>
                  </a:lnTo>
                  <a:lnTo>
                    <a:pt x="508" y="22504"/>
                  </a:lnTo>
                  <a:lnTo>
                    <a:pt x="508" y="22758"/>
                  </a:lnTo>
                  <a:lnTo>
                    <a:pt x="508" y="22923"/>
                  </a:lnTo>
                  <a:lnTo>
                    <a:pt x="508" y="23177"/>
                  </a:lnTo>
                  <a:lnTo>
                    <a:pt x="596" y="23342"/>
                  </a:lnTo>
                  <a:lnTo>
                    <a:pt x="673" y="23596"/>
                  </a:lnTo>
                  <a:lnTo>
                    <a:pt x="762" y="23761"/>
                  </a:lnTo>
                  <a:lnTo>
                    <a:pt x="850" y="24015"/>
                  </a:lnTo>
                  <a:lnTo>
                    <a:pt x="1181" y="24358"/>
                  </a:lnTo>
                  <a:lnTo>
                    <a:pt x="1511" y="24612"/>
                  </a:lnTo>
                  <a:lnTo>
                    <a:pt x="1943" y="24853"/>
                  </a:lnTo>
                  <a:lnTo>
                    <a:pt x="2362" y="24942"/>
                  </a:lnTo>
                  <a:lnTo>
                    <a:pt x="2781" y="25031"/>
                  </a:lnTo>
                  <a:lnTo>
                    <a:pt x="3200" y="24942"/>
                  </a:lnTo>
                  <a:lnTo>
                    <a:pt x="3619" y="24853"/>
                  </a:lnTo>
                  <a:lnTo>
                    <a:pt x="3949" y="24688"/>
                  </a:lnTo>
                  <a:lnTo>
                    <a:pt x="4292" y="24434"/>
                  </a:lnTo>
                  <a:lnTo>
                    <a:pt x="4622" y="24104"/>
                  </a:lnTo>
                  <a:lnTo>
                    <a:pt x="4787" y="23761"/>
                  </a:lnTo>
                  <a:lnTo>
                    <a:pt x="4876" y="23596"/>
                  </a:lnTo>
                  <a:lnTo>
                    <a:pt x="4965" y="23342"/>
                  </a:lnTo>
                  <a:lnTo>
                    <a:pt x="4965" y="23177"/>
                  </a:lnTo>
                  <a:lnTo>
                    <a:pt x="5041" y="22923"/>
                  </a:lnTo>
                  <a:lnTo>
                    <a:pt x="5041" y="22758"/>
                  </a:lnTo>
                  <a:lnTo>
                    <a:pt x="5041" y="225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/>
            <p:cNvSpPr/>
            <p:nvPr/>
          </p:nvSpPr>
          <p:spPr>
            <a:xfrm>
              <a:off x="17151477" y="12270452"/>
              <a:ext cx="6985" cy="25400"/>
            </a:xfrm>
            <a:custGeom>
              <a:avLst/>
              <a:gdLst/>
              <a:ahLst/>
              <a:cxnLst/>
              <a:rect l="l" t="t" r="r" b="b"/>
              <a:pathLst>
                <a:path w="6984" h="25400">
                  <a:moveTo>
                    <a:pt x="4368" y="1676"/>
                  </a:moveTo>
                  <a:lnTo>
                    <a:pt x="4203" y="1346"/>
                  </a:lnTo>
                  <a:lnTo>
                    <a:pt x="4038" y="1016"/>
                  </a:lnTo>
                  <a:lnTo>
                    <a:pt x="3695" y="673"/>
                  </a:lnTo>
                  <a:lnTo>
                    <a:pt x="3365" y="419"/>
                  </a:lnTo>
                  <a:lnTo>
                    <a:pt x="3022" y="165"/>
                  </a:lnTo>
                  <a:lnTo>
                    <a:pt x="2603" y="88"/>
                  </a:lnTo>
                  <a:lnTo>
                    <a:pt x="2184" y="0"/>
                  </a:lnTo>
                  <a:lnTo>
                    <a:pt x="1765" y="88"/>
                  </a:lnTo>
                  <a:lnTo>
                    <a:pt x="1346" y="165"/>
                  </a:lnTo>
                  <a:lnTo>
                    <a:pt x="1016" y="342"/>
                  </a:lnTo>
                  <a:lnTo>
                    <a:pt x="673" y="584"/>
                  </a:lnTo>
                  <a:lnTo>
                    <a:pt x="342" y="927"/>
                  </a:lnTo>
                  <a:lnTo>
                    <a:pt x="165" y="1257"/>
                  </a:lnTo>
                  <a:lnTo>
                    <a:pt x="0" y="1676"/>
                  </a:lnTo>
                  <a:lnTo>
                    <a:pt x="4368" y="1765"/>
                  </a:lnTo>
                  <a:close/>
                </a:path>
                <a:path w="6984" h="25400">
                  <a:moveTo>
                    <a:pt x="6642" y="21412"/>
                  </a:moveTo>
                  <a:lnTo>
                    <a:pt x="6464" y="21158"/>
                  </a:lnTo>
                  <a:lnTo>
                    <a:pt x="2946" y="21158"/>
                  </a:lnTo>
                  <a:lnTo>
                    <a:pt x="6642" y="21412"/>
                  </a:lnTo>
                  <a:close/>
                </a:path>
                <a:path w="6984" h="25400">
                  <a:moveTo>
                    <a:pt x="6972" y="22428"/>
                  </a:moveTo>
                  <a:lnTo>
                    <a:pt x="6883" y="22174"/>
                  </a:lnTo>
                  <a:lnTo>
                    <a:pt x="6883" y="21996"/>
                  </a:lnTo>
                  <a:lnTo>
                    <a:pt x="6807" y="21755"/>
                  </a:lnTo>
                  <a:lnTo>
                    <a:pt x="6718" y="21577"/>
                  </a:lnTo>
                  <a:lnTo>
                    <a:pt x="6642" y="21412"/>
                  </a:lnTo>
                  <a:lnTo>
                    <a:pt x="2768" y="21412"/>
                  </a:lnTo>
                  <a:lnTo>
                    <a:pt x="2692" y="21577"/>
                  </a:lnTo>
                  <a:lnTo>
                    <a:pt x="2603" y="21755"/>
                  </a:lnTo>
                  <a:lnTo>
                    <a:pt x="2527" y="21996"/>
                  </a:lnTo>
                  <a:lnTo>
                    <a:pt x="2438" y="22174"/>
                  </a:lnTo>
                  <a:lnTo>
                    <a:pt x="2438" y="22428"/>
                  </a:lnTo>
                  <a:lnTo>
                    <a:pt x="2438" y="22593"/>
                  </a:lnTo>
                  <a:lnTo>
                    <a:pt x="2438" y="22847"/>
                  </a:lnTo>
                  <a:lnTo>
                    <a:pt x="2438" y="23012"/>
                  </a:lnTo>
                  <a:lnTo>
                    <a:pt x="2527" y="23342"/>
                  </a:lnTo>
                  <a:lnTo>
                    <a:pt x="2692" y="23685"/>
                  </a:lnTo>
                  <a:lnTo>
                    <a:pt x="2946" y="24104"/>
                  </a:lnTo>
                  <a:lnTo>
                    <a:pt x="3276" y="24434"/>
                  </a:lnTo>
                  <a:lnTo>
                    <a:pt x="3619" y="24599"/>
                  </a:lnTo>
                  <a:lnTo>
                    <a:pt x="4038" y="24777"/>
                  </a:lnTo>
                  <a:lnTo>
                    <a:pt x="4457" y="24853"/>
                  </a:lnTo>
                  <a:lnTo>
                    <a:pt x="4876" y="24853"/>
                  </a:lnTo>
                  <a:lnTo>
                    <a:pt x="5295" y="24777"/>
                  </a:lnTo>
                  <a:lnTo>
                    <a:pt x="5715" y="24599"/>
                  </a:lnTo>
                  <a:lnTo>
                    <a:pt x="6045" y="24434"/>
                  </a:lnTo>
                  <a:lnTo>
                    <a:pt x="6388" y="24104"/>
                  </a:lnTo>
                  <a:lnTo>
                    <a:pt x="6642" y="23761"/>
                  </a:lnTo>
                  <a:lnTo>
                    <a:pt x="6807" y="23431"/>
                  </a:lnTo>
                  <a:lnTo>
                    <a:pt x="6883" y="23012"/>
                  </a:lnTo>
                  <a:lnTo>
                    <a:pt x="6972" y="22847"/>
                  </a:lnTo>
                  <a:lnTo>
                    <a:pt x="6972" y="22593"/>
                  </a:lnTo>
                  <a:lnTo>
                    <a:pt x="6972" y="22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/>
            <p:cNvSpPr/>
            <p:nvPr/>
          </p:nvSpPr>
          <p:spPr>
            <a:xfrm>
              <a:off x="17147197" y="12250475"/>
              <a:ext cx="8890" cy="24765"/>
            </a:xfrm>
            <a:custGeom>
              <a:avLst/>
              <a:gdLst/>
              <a:ahLst/>
              <a:cxnLst/>
              <a:rect l="l" t="t" r="r" b="b"/>
              <a:pathLst>
                <a:path w="8890" h="24765">
                  <a:moveTo>
                    <a:pt x="4533" y="1930"/>
                  </a:moveTo>
                  <a:lnTo>
                    <a:pt x="4368" y="1511"/>
                  </a:lnTo>
                  <a:lnTo>
                    <a:pt x="4203" y="1092"/>
                  </a:lnTo>
                  <a:lnTo>
                    <a:pt x="3949" y="749"/>
                  </a:lnTo>
                  <a:lnTo>
                    <a:pt x="3695" y="495"/>
                  </a:lnTo>
                  <a:lnTo>
                    <a:pt x="3276" y="241"/>
                  </a:lnTo>
                  <a:lnTo>
                    <a:pt x="2933" y="76"/>
                  </a:lnTo>
                  <a:lnTo>
                    <a:pt x="2768" y="76"/>
                  </a:lnTo>
                  <a:lnTo>
                    <a:pt x="2514" y="0"/>
                  </a:lnTo>
                  <a:lnTo>
                    <a:pt x="2019" y="0"/>
                  </a:lnTo>
                  <a:lnTo>
                    <a:pt x="1676" y="76"/>
                  </a:lnTo>
                  <a:lnTo>
                    <a:pt x="1257" y="241"/>
                  </a:lnTo>
                  <a:lnTo>
                    <a:pt x="838" y="419"/>
                  </a:lnTo>
                  <a:lnTo>
                    <a:pt x="584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4533" y="2425"/>
                  </a:lnTo>
                  <a:lnTo>
                    <a:pt x="4533" y="1930"/>
                  </a:lnTo>
                  <a:close/>
                </a:path>
                <a:path w="8890" h="24765">
                  <a:moveTo>
                    <a:pt x="8648" y="21653"/>
                  </a:moveTo>
                  <a:lnTo>
                    <a:pt x="4279" y="21653"/>
                  </a:lnTo>
                  <a:lnTo>
                    <a:pt x="8648" y="21742"/>
                  </a:lnTo>
                  <a:close/>
                </a:path>
                <a:path w="8890" h="24765">
                  <a:moveTo>
                    <a:pt x="8737" y="22085"/>
                  </a:moveTo>
                  <a:lnTo>
                    <a:pt x="8648" y="21742"/>
                  </a:lnTo>
                  <a:lnTo>
                    <a:pt x="4279" y="21742"/>
                  </a:lnTo>
                  <a:lnTo>
                    <a:pt x="4203" y="22085"/>
                  </a:lnTo>
                  <a:lnTo>
                    <a:pt x="4203" y="22504"/>
                  </a:lnTo>
                  <a:lnTo>
                    <a:pt x="4279" y="22834"/>
                  </a:lnTo>
                  <a:lnTo>
                    <a:pt x="4368" y="23253"/>
                  </a:lnTo>
                  <a:lnTo>
                    <a:pt x="4622" y="23596"/>
                  </a:lnTo>
                  <a:lnTo>
                    <a:pt x="4876" y="23926"/>
                  </a:lnTo>
                  <a:lnTo>
                    <a:pt x="5207" y="24180"/>
                  </a:lnTo>
                  <a:lnTo>
                    <a:pt x="5626" y="24434"/>
                  </a:lnTo>
                  <a:lnTo>
                    <a:pt x="5969" y="24511"/>
                  </a:lnTo>
                  <a:lnTo>
                    <a:pt x="6134" y="24511"/>
                  </a:lnTo>
                  <a:lnTo>
                    <a:pt x="6388" y="24599"/>
                  </a:lnTo>
                  <a:lnTo>
                    <a:pt x="6807" y="24511"/>
                  </a:lnTo>
                  <a:lnTo>
                    <a:pt x="7226" y="24434"/>
                  </a:lnTo>
                  <a:lnTo>
                    <a:pt x="7645" y="24257"/>
                  </a:lnTo>
                  <a:lnTo>
                    <a:pt x="7975" y="24015"/>
                  </a:lnTo>
                  <a:lnTo>
                    <a:pt x="8229" y="23672"/>
                  </a:lnTo>
                  <a:lnTo>
                    <a:pt x="8483" y="23342"/>
                  </a:lnTo>
                  <a:lnTo>
                    <a:pt x="8648" y="22923"/>
                  </a:lnTo>
                  <a:lnTo>
                    <a:pt x="8737" y="22580"/>
                  </a:lnTo>
                  <a:lnTo>
                    <a:pt x="8737" y="221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/>
            <p:cNvSpPr/>
            <p:nvPr/>
          </p:nvSpPr>
          <p:spPr>
            <a:xfrm>
              <a:off x="17141317" y="12230815"/>
              <a:ext cx="10795" cy="24765"/>
            </a:xfrm>
            <a:custGeom>
              <a:avLst/>
              <a:gdLst/>
              <a:ahLst/>
              <a:cxnLst/>
              <a:rect l="l" t="t" r="r" b="b"/>
              <a:pathLst>
                <a:path w="10794" h="24765">
                  <a:moveTo>
                    <a:pt x="4533" y="1765"/>
                  </a:moveTo>
                  <a:lnTo>
                    <a:pt x="4457" y="1600"/>
                  </a:lnTo>
                  <a:lnTo>
                    <a:pt x="4368" y="1346"/>
                  </a:lnTo>
                  <a:lnTo>
                    <a:pt x="4114" y="1016"/>
                  </a:lnTo>
                  <a:lnTo>
                    <a:pt x="4038" y="850"/>
                  </a:lnTo>
                  <a:lnTo>
                    <a:pt x="3860" y="673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349" y="0"/>
                  </a:lnTo>
                  <a:lnTo>
                    <a:pt x="1930" y="88"/>
                  </a:lnTo>
                  <a:lnTo>
                    <a:pt x="1511" y="177"/>
                  </a:lnTo>
                  <a:lnTo>
                    <a:pt x="1181" y="342"/>
                  </a:lnTo>
                  <a:lnTo>
                    <a:pt x="1016" y="431"/>
                  </a:lnTo>
                  <a:lnTo>
                    <a:pt x="838" y="596"/>
                  </a:lnTo>
                  <a:lnTo>
                    <a:pt x="673" y="673"/>
                  </a:lnTo>
                  <a:lnTo>
                    <a:pt x="508" y="850"/>
                  </a:lnTo>
                  <a:lnTo>
                    <a:pt x="419" y="1016"/>
                  </a:lnTo>
                  <a:lnTo>
                    <a:pt x="254" y="1270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65" y="3022"/>
                  </a:lnTo>
                  <a:lnTo>
                    <a:pt x="254" y="3276"/>
                  </a:lnTo>
                  <a:lnTo>
                    <a:pt x="4368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10794" h="24765">
                  <a:moveTo>
                    <a:pt x="10414" y="22085"/>
                  </a:moveTo>
                  <a:lnTo>
                    <a:pt x="5880" y="22085"/>
                  </a:lnTo>
                  <a:lnTo>
                    <a:pt x="5880" y="22428"/>
                  </a:lnTo>
                  <a:lnTo>
                    <a:pt x="6045" y="22847"/>
                  </a:lnTo>
                  <a:lnTo>
                    <a:pt x="6210" y="23177"/>
                  </a:lnTo>
                  <a:lnTo>
                    <a:pt x="6464" y="23520"/>
                  </a:lnTo>
                  <a:lnTo>
                    <a:pt x="6642" y="23596"/>
                  </a:lnTo>
                  <a:lnTo>
                    <a:pt x="6807" y="23774"/>
                  </a:lnTo>
                  <a:lnTo>
                    <a:pt x="6972" y="23850"/>
                  </a:lnTo>
                  <a:lnTo>
                    <a:pt x="7226" y="24015"/>
                  </a:lnTo>
                  <a:lnTo>
                    <a:pt x="7391" y="24104"/>
                  </a:lnTo>
                  <a:lnTo>
                    <a:pt x="7645" y="24104"/>
                  </a:lnTo>
                  <a:lnTo>
                    <a:pt x="7810" y="24193"/>
                  </a:lnTo>
                  <a:lnTo>
                    <a:pt x="8394" y="24193"/>
                  </a:lnTo>
                  <a:lnTo>
                    <a:pt x="8648" y="24104"/>
                  </a:lnTo>
                  <a:lnTo>
                    <a:pt x="8813" y="24104"/>
                  </a:lnTo>
                  <a:lnTo>
                    <a:pt x="9067" y="24015"/>
                  </a:lnTo>
                  <a:lnTo>
                    <a:pt x="9245" y="23850"/>
                  </a:lnTo>
                  <a:lnTo>
                    <a:pt x="9410" y="23774"/>
                  </a:lnTo>
                  <a:lnTo>
                    <a:pt x="9664" y="23596"/>
                  </a:lnTo>
                  <a:lnTo>
                    <a:pt x="9906" y="23266"/>
                  </a:lnTo>
                  <a:lnTo>
                    <a:pt x="10160" y="22923"/>
                  </a:lnTo>
                  <a:lnTo>
                    <a:pt x="10325" y="22504"/>
                  </a:lnTo>
                  <a:lnTo>
                    <a:pt x="10414" y="22085"/>
                  </a:lnTo>
                  <a:close/>
                </a:path>
                <a:path w="10794" h="24765">
                  <a:moveTo>
                    <a:pt x="10414" y="22009"/>
                  </a:moveTo>
                  <a:lnTo>
                    <a:pt x="5880" y="22009"/>
                  </a:lnTo>
                  <a:lnTo>
                    <a:pt x="10414" y="220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0" name="object 650"/>
            <p:cNvSpPr/>
            <p:nvPr/>
          </p:nvSpPr>
          <p:spPr>
            <a:xfrm>
              <a:off x="17133927" y="12211765"/>
              <a:ext cx="12065" cy="24130"/>
            </a:xfrm>
            <a:custGeom>
              <a:avLst/>
              <a:gdLst/>
              <a:ahLst/>
              <a:cxnLst/>
              <a:rect l="l" t="t" r="r" b="b"/>
              <a:pathLst>
                <a:path w="12065" h="24129">
                  <a:moveTo>
                    <a:pt x="4533" y="2171"/>
                  </a:moveTo>
                  <a:lnTo>
                    <a:pt x="4457" y="1841"/>
                  </a:lnTo>
                  <a:lnTo>
                    <a:pt x="4292" y="1422"/>
                  </a:lnTo>
                  <a:lnTo>
                    <a:pt x="4114" y="1003"/>
                  </a:lnTo>
                  <a:lnTo>
                    <a:pt x="3860" y="660"/>
                  </a:lnTo>
                  <a:lnTo>
                    <a:pt x="3530" y="419"/>
                  </a:lnTo>
                  <a:lnTo>
                    <a:pt x="3111" y="241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435" y="165"/>
                  </a:lnTo>
                  <a:lnTo>
                    <a:pt x="1016" y="419"/>
                  </a:lnTo>
                  <a:lnTo>
                    <a:pt x="673" y="660"/>
                  </a:lnTo>
                  <a:lnTo>
                    <a:pt x="342" y="1003"/>
                  </a:lnTo>
                  <a:lnTo>
                    <a:pt x="177" y="1422"/>
                  </a:lnTo>
                  <a:lnTo>
                    <a:pt x="0" y="1752"/>
                  </a:lnTo>
                  <a:lnTo>
                    <a:pt x="0" y="2679"/>
                  </a:lnTo>
                  <a:lnTo>
                    <a:pt x="88" y="3022"/>
                  </a:lnTo>
                  <a:lnTo>
                    <a:pt x="254" y="3441"/>
                  </a:lnTo>
                  <a:lnTo>
                    <a:pt x="508" y="3771"/>
                  </a:lnTo>
                  <a:lnTo>
                    <a:pt x="3860" y="3860"/>
                  </a:lnTo>
                  <a:lnTo>
                    <a:pt x="4203" y="3517"/>
                  </a:lnTo>
                  <a:lnTo>
                    <a:pt x="4368" y="3098"/>
                  </a:lnTo>
                  <a:lnTo>
                    <a:pt x="4457" y="2679"/>
                  </a:lnTo>
                  <a:lnTo>
                    <a:pt x="4533" y="2260"/>
                  </a:lnTo>
                  <a:close/>
                </a:path>
                <a:path w="12065" h="24129">
                  <a:moveTo>
                    <a:pt x="11760" y="22326"/>
                  </a:moveTo>
                  <a:lnTo>
                    <a:pt x="7645" y="22326"/>
                  </a:lnTo>
                  <a:lnTo>
                    <a:pt x="7734" y="22504"/>
                  </a:lnTo>
                  <a:lnTo>
                    <a:pt x="7810" y="22669"/>
                  </a:lnTo>
                  <a:lnTo>
                    <a:pt x="7899" y="22834"/>
                  </a:lnTo>
                  <a:lnTo>
                    <a:pt x="8064" y="22999"/>
                  </a:lnTo>
                  <a:lnTo>
                    <a:pt x="8229" y="23088"/>
                  </a:lnTo>
                  <a:lnTo>
                    <a:pt x="8407" y="23253"/>
                  </a:lnTo>
                  <a:lnTo>
                    <a:pt x="8572" y="23342"/>
                  </a:lnTo>
                  <a:lnTo>
                    <a:pt x="8737" y="23418"/>
                  </a:lnTo>
                  <a:lnTo>
                    <a:pt x="8991" y="23507"/>
                  </a:lnTo>
                  <a:lnTo>
                    <a:pt x="9156" y="23583"/>
                  </a:lnTo>
                  <a:lnTo>
                    <a:pt x="9410" y="23583"/>
                  </a:lnTo>
                  <a:lnTo>
                    <a:pt x="9575" y="23672"/>
                  </a:lnTo>
                  <a:lnTo>
                    <a:pt x="9994" y="23583"/>
                  </a:lnTo>
                  <a:lnTo>
                    <a:pt x="10160" y="23583"/>
                  </a:lnTo>
                  <a:lnTo>
                    <a:pt x="10414" y="23507"/>
                  </a:lnTo>
                  <a:lnTo>
                    <a:pt x="10579" y="23418"/>
                  </a:lnTo>
                  <a:lnTo>
                    <a:pt x="10833" y="23342"/>
                  </a:lnTo>
                  <a:lnTo>
                    <a:pt x="11176" y="23088"/>
                  </a:lnTo>
                  <a:lnTo>
                    <a:pt x="11430" y="22834"/>
                  </a:lnTo>
                  <a:lnTo>
                    <a:pt x="11506" y="22669"/>
                  </a:lnTo>
                  <a:lnTo>
                    <a:pt x="11671" y="22504"/>
                  </a:lnTo>
                  <a:lnTo>
                    <a:pt x="11760" y="22326"/>
                  </a:lnTo>
                  <a:close/>
                </a:path>
                <a:path w="12065" h="24129">
                  <a:moveTo>
                    <a:pt x="11849" y="22072"/>
                  </a:moveTo>
                  <a:lnTo>
                    <a:pt x="7556" y="22072"/>
                  </a:lnTo>
                  <a:lnTo>
                    <a:pt x="11760" y="22326"/>
                  </a:lnTo>
                  <a:lnTo>
                    <a:pt x="11849" y="22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1" name="object 651"/>
            <p:cNvSpPr/>
            <p:nvPr/>
          </p:nvSpPr>
          <p:spPr>
            <a:xfrm>
              <a:off x="17124947" y="12193452"/>
              <a:ext cx="13335" cy="23495"/>
            </a:xfrm>
            <a:custGeom>
              <a:avLst/>
              <a:gdLst/>
              <a:ahLst/>
              <a:cxnLst/>
              <a:rect l="l" t="t" r="r" b="b"/>
              <a:pathLst>
                <a:path w="13334" h="23495">
                  <a:moveTo>
                    <a:pt x="4533" y="2019"/>
                  </a:moveTo>
                  <a:lnTo>
                    <a:pt x="4445" y="1600"/>
                  </a:lnTo>
                  <a:lnTo>
                    <a:pt x="4191" y="1181"/>
                  </a:lnTo>
                  <a:lnTo>
                    <a:pt x="3949" y="762"/>
                  </a:lnTo>
                  <a:lnTo>
                    <a:pt x="3695" y="508"/>
                  </a:lnTo>
                  <a:lnTo>
                    <a:pt x="3352" y="254"/>
                  </a:lnTo>
                  <a:lnTo>
                    <a:pt x="2933" y="88"/>
                  </a:lnTo>
                  <a:lnTo>
                    <a:pt x="2438" y="0"/>
                  </a:lnTo>
                  <a:lnTo>
                    <a:pt x="2019" y="0"/>
                  </a:lnTo>
                  <a:lnTo>
                    <a:pt x="1587" y="88"/>
                  </a:lnTo>
                  <a:lnTo>
                    <a:pt x="1168" y="254"/>
                  </a:lnTo>
                  <a:lnTo>
                    <a:pt x="838" y="508"/>
                  </a:lnTo>
                  <a:lnTo>
                    <a:pt x="495" y="762"/>
                  </a:lnTo>
                  <a:lnTo>
                    <a:pt x="254" y="1092"/>
                  </a:lnTo>
                  <a:lnTo>
                    <a:pt x="76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0" y="2768"/>
                  </a:lnTo>
                  <a:lnTo>
                    <a:pt x="165" y="3111"/>
                  </a:lnTo>
                  <a:lnTo>
                    <a:pt x="254" y="3276"/>
                  </a:lnTo>
                  <a:lnTo>
                    <a:pt x="330" y="3530"/>
                  </a:lnTo>
                  <a:lnTo>
                    <a:pt x="495" y="3695"/>
                  </a:lnTo>
                  <a:lnTo>
                    <a:pt x="584" y="3860"/>
                  </a:lnTo>
                  <a:lnTo>
                    <a:pt x="749" y="3949"/>
                  </a:lnTo>
                  <a:lnTo>
                    <a:pt x="927" y="4114"/>
                  </a:lnTo>
                  <a:lnTo>
                    <a:pt x="1168" y="4203"/>
                  </a:lnTo>
                  <a:lnTo>
                    <a:pt x="3187" y="4279"/>
                  </a:lnTo>
                  <a:lnTo>
                    <a:pt x="3352" y="4203"/>
                  </a:lnTo>
                  <a:lnTo>
                    <a:pt x="3530" y="4114"/>
                  </a:lnTo>
                  <a:lnTo>
                    <a:pt x="3695" y="3949"/>
                  </a:lnTo>
                  <a:lnTo>
                    <a:pt x="3860" y="3860"/>
                  </a:lnTo>
                  <a:lnTo>
                    <a:pt x="4025" y="3695"/>
                  </a:lnTo>
                  <a:lnTo>
                    <a:pt x="4114" y="3530"/>
                  </a:lnTo>
                  <a:lnTo>
                    <a:pt x="4279" y="3276"/>
                  </a:lnTo>
                  <a:lnTo>
                    <a:pt x="4279" y="3111"/>
                  </a:lnTo>
                  <a:lnTo>
                    <a:pt x="4445" y="2857"/>
                  </a:lnTo>
                  <a:lnTo>
                    <a:pt x="4533" y="2438"/>
                  </a:lnTo>
                  <a:lnTo>
                    <a:pt x="4533" y="2019"/>
                  </a:lnTo>
                  <a:close/>
                </a:path>
                <a:path w="13334" h="23495">
                  <a:moveTo>
                    <a:pt x="12839" y="22174"/>
                  </a:moveTo>
                  <a:lnTo>
                    <a:pt x="9575" y="22174"/>
                  </a:lnTo>
                  <a:lnTo>
                    <a:pt x="9740" y="22339"/>
                  </a:lnTo>
                  <a:lnTo>
                    <a:pt x="9906" y="22504"/>
                  </a:lnTo>
                  <a:lnTo>
                    <a:pt x="10071" y="22593"/>
                  </a:lnTo>
                  <a:lnTo>
                    <a:pt x="10325" y="22669"/>
                  </a:lnTo>
                  <a:lnTo>
                    <a:pt x="10490" y="22758"/>
                  </a:lnTo>
                  <a:lnTo>
                    <a:pt x="10744" y="22847"/>
                  </a:lnTo>
                  <a:lnTo>
                    <a:pt x="10909" y="22847"/>
                  </a:lnTo>
                  <a:lnTo>
                    <a:pt x="11328" y="22923"/>
                  </a:lnTo>
                  <a:lnTo>
                    <a:pt x="11506" y="22847"/>
                  </a:lnTo>
                  <a:lnTo>
                    <a:pt x="11760" y="22847"/>
                  </a:lnTo>
                  <a:lnTo>
                    <a:pt x="11925" y="22758"/>
                  </a:lnTo>
                  <a:lnTo>
                    <a:pt x="12179" y="22669"/>
                  </a:lnTo>
                  <a:lnTo>
                    <a:pt x="12344" y="22593"/>
                  </a:lnTo>
                  <a:lnTo>
                    <a:pt x="12509" y="22504"/>
                  </a:lnTo>
                  <a:lnTo>
                    <a:pt x="12674" y="22339"/>
                  </a:lnTo>
                  <a:lnTo>
                    <a:pt x="12839" y="22174"/>
                  </a:lnTo>
                  <a:close/>
                </a:path>
                <a:path w="13334" h="23495">
                  <a:moveTo>
                    <a:pt x="12928" y="22085"/>
                  </a:moveTo>
                  <a:lnTo>
                    <a:pt x="9486" y="22085"/>
                  </a:lnTo>
                  <a:lnTo>
                    <a:pt x="12839" y="22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/>
            <p:cNvSpPr/>
            <p:nvPr/>
          </p:nvSpPr>
          <p:spPr>
            <a:xfrm>
              <a:off x="17114444" y="12175824"/>
              <a:ext cx="13970" cy="22225"/>
            </a:xfrm>
            <a:custGeom>
              <a:avLst/>
              <a:gdLst/>
              <a:ahLst/>
              <a:cxnLst/>
              <a:rect l="l" t="t" r="r" b="b"/>
              <a:pathLst>
                <a:path w="13969" h="22225">
                  <a:moveTo>
                    <a:pt x="4533" y="2006"/>
                  </a:moveTo>
                  <a:lnTo>
                    <a:pt x="4457" y="1765"/>
                  </a:lnTo>
                  <a:lnTo>
                    <a:pt x="4457" y="1587"/>
                  </a:lnTo>
                  <a:lnTo>
                    <a:pt x="4292" y="1346"/>
                  </a:lnTo>
                  <a:lnTo>
                    <a:pt x="4114" y="1003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530" y="419"/>
                  </a:lnTo>
                  <a:lnTo>
                    <a:pt x="3111" y="165"/>
                  </a:lnTo>
                  <a:lnTo>
                    <a:pt x="2692" y="76"/>
                  </a:lnTo>
                  <a:lnTo>
                    <a:pt x="2184" y="0"/>
                  </a:lnTo>
                  <a:lnTo>
                    <a:pt x="1930" y="76"/>
                  </a:lnTo>
                  <a:lnTo>
                    <a:pt x="1765" y="76"/>
                  </a:lnTo>
                  <a:lnTo>
                    <a:pt x="1511" y="165"/>
                  </a:lnTo>
                  <a:lnTo>
                    <a:pt x="1346" y="165"/>
                  </a:lnTo>
                  <a:lnTo>
                    <a:pt x="1092" y="330"/>
                  </a:lnTo>
                  <a:lnTo>
                    <a:pt x="762" y="584"/>
                  </a:lnTo>
                  <a:lnTo>
                    <a:pt x="508" y="838"/>
                  </a:lnTo>
                  <a:lnTo>
                    <a:pt x="419" y="1003"/>
                  </a:lnTo>
                  <a:lnTo>
                    <a:pt x="254" y="1257"/>
                  </a:lnTo>
                  <a:lnTo>
                    <a:pt x="88" y="1587"/>
                  </a:lnTo>
                  <a:lnTo>
                    <a:pt x="88" y="1765"/>
                  </a:lnTo>
                  <a:lnTo>
                    <a:pt x="0" y="2006"/>
                  </a:lnTo>
                  <a:lnTo>
                    <a:pt x="0" y="2184"/>
                  </a:lnTo>
                  <a:lnTo>
                    <a:pt x="0" y="2425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276"/>
                  </a:lnTo>
                  <a:lnTo>
                    <a:pt x="419" y="3606"/>
                  </a:lnTo>
                  <a:lnTo>
                    <a:pt x="673" y="3937"/>
                  </a:lnTo>
                  <a:lnTo>
                    <a:pt x="1016" y="4191"/>
                  </a:lnTo>
                  <a:lnTo>
                    <a:pt x="1435" y="4368"/>
                  </a:lnTo>
                  <a:lnTo>
                    <a:pt x="1854" y="4533"/>
                  </a:lnTo>
                  <a:lnTo>
                    <a:pt x="2527" y="4533"/>
                  </a:lnTo>
                  <a:lnTo>
                    <a:pt x="2768" y="4533"/>
                  </a:lnTo>
                  <a:lnTo>
                    <a:pt x="3022" y="4445"/>
                  </a:lnTo>
                  <a:lnTo>
                    <a:pt x="3365" y="4279"/>
                  </a:lnTo>
                  <a:lnTo>
                    <a:pt x="3530" y="4191"/>
                  </a:lnTo>
                  <a:lnTo>
                    <a:pt x="3695" y="4025"/>
                  </a:lnTo>
                  <a:lnTo>
                    <a:pt x="3860" y="3937"/>
                  </a:lnTo>
                  <a:lnTo>
                    <a:pt x="4038" y="3695"/>
                  </a:lnTo>
                  <a:lnTo>
                    <a:pt x="4292" y="3352"/>
                  </a:lnTo>
                  <a:lnTo>
                    <a:pt x="4457" y="2933"/>
                  </a:lnTo>
                  <a:lnTo>
                    <a:pt x="4533" y="2603"/>
                  </a:lnTo>
                  <a:lnTo>
                    <a:pt x="4533" y="2425"/>
                  </a:lnTo>
                  <a:lnTo>
                    <a:pt x="4533" y="2184"/>
                  </a:lnTo>
                  <a:lnTo>
                    <a:pt x="4533" y="2006"/>
                  </a:lnTo>
                  <a:close/>
                </a:path>
                <a:path w="13969" h="22225">
                  <a:moveTo>
                    <a:pt x="13690" y="21907"/>
                  </a:moveTo>
                  <a:lnTo>
                    <a:pt x="11760" y="21907"/>
                  </a:lnTo>
                  <a:lnTo>
                    <a:pt x="12090" y="21996"/>
                  </a:lnTo>
                  <a:lnTo>
                    <a:pt x="12522" y="22161"/>
                  </a:lnTo>
                  <a:lnTo>
                    <a:pt x="13017" y="22161"/>
                  </a:lnTo>
                  <a:lnTo>
                    <a:pt x="13271" y="22085"/>
                  </a:lnTo>
                  <a:lnTo>
                    <a:pt x="13436" y="21996"/>
                  </a:lnTo>
                  <a:lnTo>
                    <a:pt x="13690" y="21907"/>
                  </a:lnTo>
                  <a:close/>
                </a:path>
                <a:path w="13969" h="22225">
                  <a:moveTo>
                    <a:pt x="13855" y="21831"/>
                  </a:moveTo>
                  <a:lnTo>
                    <a:pt x="11671" y="21831"/>
                  </a:lnTo>
                  <a:lnTo>
                    <a:pt x="13690" y="21907"/>
                  </a:lnTo>
                  <a:lnTo>
                    <a:pt x="13855" y="218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/>
            <p:cNvSpPr/>
            <p:nvPr/>
          </p:nvSpPr>
          <p:spPr>
            <a:xfrm>
              <a:off x="17090771" y="12143579"/>
              <a:ext cx="16510" cy="20320"/>
            </a:xfrm>
            <a:custGeom>
              <a:avLst/>
              <a:gdLst/>
              <a:ahLst/>
              <a:cxnLst/>
              <a:rect l="l" t="t" r="r" b="b"/>
              <a:pathLst>
                <a:path w="16509" h="20320">
                  <a:moveTo>
                    <a:pt x="1587" y="165"/>
                  </a:moveTo>
                  <a:lnTo>
                    <a:pt x="1333" y="76"/>
                  </a:lnTo>
                  <a:lnTo>
                    <a:pt x="1092" y="0"/>
                  </a:lnTo>
                  <a:lnTo>
                    <a:pt x="495" y="0"/>
                  </a:lnTo>
                  <a:lnTo>
                    <a:pt x="330" y="76"/>
                  </a:lnTo>
                  <a:lnTo>
                    <a:pt x="0" y="165"/>
                  </a:lnTo>
                  <a:lnTo>
                    <a:pt x="1587" y="165"/>
                  </a:lnTo>
                  <a:close/>
                </a:path>
                <a:path w="16509" h="20320">
                  <a:moveTo>
                    <a:pt x="16281" y="17462"/>
                  </a:moveTo>
                  <a:lnTo>
                    <a:pt x="16205" y="17297"/>
                  </a:lnTo>
                  <a:lnTo>
                    <a:pt x="16205" y="17132"/>
                  </a:lnTo>
                  <a:lnTo>
                    <a:pt x="16116" y="16878"/>
                  </a:lnTo>
                  <a:lnTo>
                    <a:pt x="15951" y="16713"/>
                  </a:lnTo>
                  <a:lnTo>
                    <a:pt x="15862" y="16459"/>
                  </a:lnTo>
                  <a:lnTo>
                    <a:pt x="15697" y="16370"/>
                  </a:lnTo>
                  <a:lnTo>
                    <a:pt x="15532" y="16116"/>
                  </a:lnTo>
                  <a:lnTo>
                    <a:pt x="15189" y="15862"/>
                  </a:lnTo>
                  <a:lnTo>
                    <a:pt x="15024" y="15862"/>
                  </a:lnTo>
                  <a:lnTo>
                    <a:pt x="14770" y="15697"/>
                  </a:lnTo>
                  <a:lnTo>
                    <a:pt x="14605" y="15697"/>
                  </a:lnTo>
                  <a:lnTo>
                    <a:pt x="14351" y="15621"/>
                  </a:lnTo>
                  <a:lnTo>
                    <a:pt x="13855" y="15621"/>
                  </a:lnTo>
                  <a:lnTo>
                    <a:pt x="13436" y="15697"/>
                  </a:lnTo>
                  <a:lnTo>
                    <a:pt x="13017" y="15862"/>
                  </a:lnTo>
                  <a:lnTo>
                    <a:pt x="12674" y="16116"/>
                  </a:lnTo>
                  <a:lnTo>
                    <a:pt x="12344" y="16370"/>
                  </a:lnTo>
                  <a:lnTo>
                    <a:pt x="12090" y="16713"/>
                  </a:lnTo>
                  <a:lnTo>
                    <a:pt x="12001" y="16878"/>
                  </a:lnTo>
                  <a:lnTo>
                    <a:pt x="11925" y="17132"/>
                  </a:lnTo>
                  <a:lnTo>
                    <a:pt x="11836" y="17297"/>
                  </a:lnTo>
                  <a:lnTo>
                    <a:pt x="11836" y="17462"/>
                  </a:lnTo>
                  <a:lnTo>
                    <a:pt x="11747" y="17716"/>
                  </a:lnTo>
                  <a:lnTo>
                    <a:pt x="11747" y="17881"/>
                  </a:lnTo>
                  <a:lnTo>
                    <a:pt x="11836" y="18135"/>
                  </a:lnTo>
                  <a:lnTo>
                    <a:pt x="11836" y="18300"/>
                  </a:lnTo>
                  <a:lnTo>
                    <a:pt x="11925" y="18643"/>
                  </a:lnTo>
                  <a:lnTo>
                    <a:pt x="12090" y="18973"/>
                  </a:lnTo>
                  <a:lnTo>
                    <a:pt x="12166" y="19138"/>
                  </a:lnTo>
                  <a:lnTo>
                    <a:pt x="12344" y="19392"/>
                  </a:lnTo>
                  <a:lnTo>
                    <a:pt x="12674" y="19646"/>
                  </a:lnTo>
                  <a:lnTo>
                    <a:pt x="13017" y="19900"/>
                  </a:lnTo>
                  <a:lnTo>
                    <a:pt x="13436" y="20066"/>
                  </a:lnTo>
                  <a:lnTo>
                    <a:pt x="13855" y="20154"/>
                  </a:lnTo>
                  <a:lnTo>
                    <a:pt x="14274" y="20154"/>
                  </a:lnTo>
                  <a:lnTo>
                    <a:pt x="14605" y="20066"/>
                  </a:lnTo>
                  <a:lnTo>
                    <a:pt x="15024" y="19900"/>
                  </a:lnTo>
                  <a:lnTo>
                    <a:pt x="15367" y="19735"/>
                  </a:lnTo>
                  <a:lnTo>
                    <a:pt x="15697" y="19481"/>
                  </a:lnTo>
                  <a:lnTo>
                    <a:pt x="15951" y="19138"/>
                  </a:lnTo>
                  <a:lnTo>
                    <a:pt x="16040" y="18973"/>
                  </a:lnTo>
                  <a:lnTo>
                    <a:pt x="16116" y="18719"/>
                  </a:lnTo>
                  <a:lnTo>
                    <a:pt x="16281" y="18300"/>
                  </a:lnTo>
                  <a:lnTo>
                    <a:pt x="16281" y="18135"/>
                  </a:lnTo>
                  <a:lnTo>
                    <a:pt x="16281" y="17881"/>
                  </a:lnTo>
                  <a:lnTo>
                    <a:pt x="16281" y="17716"/>
                  </a:lnTo>
                  <a:lnTo>
                    <a:pt x="16281" y="174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/>
            <p:cNvSpPr/>
            <p:nvPr/>
          </p:nvSpPr>
          <p:spPr>
            <a:xfrm>
              <a:off x="17075480" y="12129139"/>
              <a:ext cx="18415" cy="19050"/>
            </a:xfrm>
            <a:custGeom>
              <a:avLst/>
              <a:gdLst/>
              <a:ahLst/>
              <a:cxnLst/>
              <a:rect l="l" t="t" r="r" b="b"/>
              <a:pathLst>
                <a:path w="18415" h="19050">
                  <a:moveTo>
                    <a:pt x="3365" y="660"/>
                  </a:moveTo>
                  <a:lnTo>
                    <a:pt x="3022" y="419"/>
                  </a:lnTo>
                  <a:lnTo>
                    <a:pt x="2692" y="241"/>
                  </a:lnTo>
                  <a:lnTo>
                    <a:pt x="2273" y="76"/>
                  </a:lnTo>
                  <a:lnTo>
                    <a:pt x="1854" y="0"/>
                  </a:lnTo>
                  <a:lnTo>
                    <a:pt x="1435" y="0"/>
                  </a:lnTo>
                  <a:lnTo>
                    <a:pt x="1016" y="76"/>
                  </a:lnTo>
                  <a:lnTo>
                    <a:pt x="673" y="165"/>
                  </a:lnTo>
                  <a:lnTo>
                    <a:pt x="254" y="419"/>
                  </a:lnTo>
                  <a:lnTo>
                    <a:pt x="0" y="660"/>
                  </a:lnTo>
                  <a:lnTo>
                    <a:pt x="3365" y="660"/>
                  </a:lnTo>
                  <a:close/>
                </a:path>
                <a:path w="18415" h="19050">
                  <a:moveTo>
                    <a:pt x="18389" y="16370"/>
                  </a:moveTo>
                  <a:lnTo>
                    <a:pt x="18313" y="16116"/>
                  </a:lnTo>
                  <a:lnTo>
                    <a:pt x="18224" y="15951"/>
                  </a:lnTo>
                  <a:lnTo>
                    <a:pt x="18135" y="15697"/>
                  </a:lnTo>
                  <a:lnTo>
                    <a:pt x="18059" y="15532"/>
                  </a:lnTo>
                  <a:lnTo>
                    <a:pt x="17894" y="15367"/>
                  </a:lnTo>
                  <a:lnTo>
                    <a:pt x="17805" y="15189"/>
                  </a:lnTo>
                  <a:lnTo>
                    <a:pt x="17640" y="15024"/>
                  </a:lnTo>
                  <a:lnTo>
                    <a:pt x="17475" y="14859"/>
                  </a:lnTo>
                  <a:lnTo>
                    <a:pt x="17297" y="14770"/>
                  </a:lnTo>
                  <a:lnTo>
                    <a:pt x="17056" y="14605"/>
                  </a:lnTo>
                  <a:lnTo>
                    <a:pt x="15201" y="14605"/>
                  </a:lnTo>
                  <a:lnTo>
                    <a:pt x="14947" y="14770"/>
                  </a:lnTo>
                  <a:lnTo>
                    <a:pt x="14782" y="14859"/>
                  </a:lnTo>
                  <a:lnTo>
                    <a:pt x="14528" y="15024"/>
                  </a:lnTo>
                  <a:lnTo>
                    <a:pt x="14452" y="15189"/>
                  </a:lnTo>
                  <a:lnTo>
                    <a:pt x="14274" y="15367"/>
                  </a:lnTo>
                  <a:lnTo>
                    <a:pt x="14198" y="15532"/>
                  </a:lnTo>
                  <a:lnTo>
                    <a:pt x="14109" y="15697"/>
                  </a:lnTo>
                  <a:lnTo>
                    <a:pt x="14020" y="15951"/>
                  </a:lnTo>
                  <a:lnTo>
                    <a:pt x="13944" y="16116"/>
                  </a:lnTo>
                  <a:lnTo>
                    <a:pt x="13855" y="16370"/>
                  </a:lnTo>
                  <a:lnTo>
                    <a:pt x="13855" y="16535"/>
                  </a:lnTo>
                  <a:lnTo>
                    <a:pt x="13855" y="16789"/>
                  </a:lnTo>
                  <a:lnTo>
                    <a:pt x="13855" y="16954"/>
                  </a:lnTo>
                  <a:lnTo>
                    <a:pt x="13944" y="17208"/>
                  </a:lnTo>
                  <a:lnTo>
                    <a:pt x="13944" y="17373"/>
                  </a:lnTo>
                  <a:lnTo>
                    <a:pt x="14020" y="17627"/>
                  </a:lnTo>
                  <a:lnTo>
                    <a:pt x="14274" y="18046"/>
                  </a:lnTo>
                  <a:lnTo>
                    <a:pt x="14528" y="18389"/>
                  </a:lnTo>
                  <a:lnTo>
                    <a:pt x="14871" y="18630"/>
                  </a:lnTo>
                  <a:lnTo>
                    <a:pt x="15290" y="18808"/>
                  </a:lnTo>
                  <a:lnTo>
                    <a:pt x="15709" y="18973"/>
                  </a:lnTo>
                  <a:lnTo>
                    <a:pt x="16459" y="18973"/>
                  </a:lnTo>
                  <a:lnTo>
                    <a:pt x="16878" y="18808"/>
                  </a:lnTo>
                  <a:lnTo>
                    <a:pt x="17297" y="18630"/>
                  </a:lnTo>
                  <a:lnTo>
                    <a:pt x="17640" y="18389"/>
                  </a:lnTo>
                  <a:lnTo>
                    <a:pt x="17894" y="18135"/>
                  </a:lnTo>
                  <a:lnTo>
                    <a:pt x="18135" y="17716"/>
                  </a:lnTo>
                  <a:lnTo>
                    <a:pt x="18313" y="17373"/>
                  </a:lnTo>
                  <a:lnTo>
                    <a:pt x="18313" y="17208"/>
                  </a:lnTo>
                  <a:lnTo>
                    <a:pt x="18389" y="16954"/>
                  </a:lnTo>
                  <a:lnTo>
                    <a:pt x="18389" y="16789"/>
                  </a:lnTo>
                  <a:lnTo>
                    <a:pt x="18389" y="16535"/>
                  </a:lnTo>
                  <a:lnTo>
                    <a:pt x="18389" y="163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/>
            <p:cNvSpPr/>
            <p:nvPr/>
          </p:nvSpPr>
          <p:spPr>
            <a:xfrm>
              <a:off x="17059441" y="12115867"/>
              <a:ext cx="20320" cy="18415"/>
            </a:xfrm>
            <a:custGeom>
              <a:avLst/>
              <a:gdLst/>
              <a:ahLst/>
              <a:cxnLst/>
              <a:rect l="l" t="t" r="r" b="b"/>
              <a:pathLst>
                <a:path w="20319" h="18415">
                  <a:moveTo>
                    <a:pt x="4114" y="1257"/>
                  </a:moveTo>
                  <a:lnTo>
                    <a:pt x="3860" y="927"/>
                  </a:lnTo>
                  <a:lnTo>
                    <a:pt x="3619" y="673"/>
                  </a:lnTo>
                  <a:lnTo>
                    <a:pt x="3276" y="330"/>
                  </a:lnTo>
                  <a:lnTo>
                    <a:pt x="2946" y="165"/>
                  </a:lnTo>
                  <a:lnTo>
                    <a:pt x="2527" y="88"/>
                  </a:lnTo>
                  <a:lnTo>
                    <a:pt x="2108" y="0"/>
                  </a:lnTo>
                  <a:lnTo>
                    <a:pt x="1689" y="88"/>
                  </a:lnTo>
                  <a:lnTo>
                    <a:pt x="1257" y="165"/>
                  </a:lnTo>
                  <a:lnTo>
                    <a:pt x="927" y="330"/>
                  </a:lnTo>
                  <a:lnTo>
                    <a:pt x="596" y="584"/>
                  </a:lnTo>
                  <a:lnTo>
                    <a:pt x="254" y="927"/>
                  </a:lnTo>
                  <a:lnTo>
                    <a:pt x="0" y="1257"/>
                  </a:lnTo>
                  <a:lnTo>
                    <a:pt x="4114" y="1346"/>
                  </a:lnTo>
                  <a:close/>
                </a:path>
                <a:path w="20319" h="18415">
                  <a:moveTo>
                    <a:pt x="19405" y="13931"/>
                  </a:moveTo>
                  <a:lnTo>
                    <a:pt x="19062" y="13690"/>
                  </a:lnTo>
                  <a:lnTo>
                    <a:pt x="16294" y="13690"/>
                  </a:lnTo>
                  <a:lnTo>
                    <a:pt x="19405" y="13931"/>
                  </a:lnTo>
                  <a:close/>
                </a:path>
                <a:path w="20319" h="18415">
                  <a:moveTo>
                    <a:pt x="19989" y="15532"/>
                  </a:moveTo>
                  <a:lnTo>
                    <a:pt x="19900" y="15201"/>
                  </a:lnTo>
                  <a:lnTo>
                    <a:pt x="19824" y="14782"/>
                  </a:lnTo>
                  <a:lnTo>
                    <a:pt x="19659" y="14363"/>
                  </a:lnTo>
                  <a:lnTo>
                    <a:pt x="19405" y="14020"/>
                  </a:lnTo>
                  <a:lnTo>
                    <a:pt x="16040" y="13931"/>
                  </a:lnTo>
                  <a:lnTo>
                    <a:pt x="15709" y="14363"/>
                  </a:lnTo>
                  <a:lnTo>
                    <a:pt x="15544" y="14693"/>
                  </a:lnTo>
                  <a:lnTo>
                    <a:pt x="15455" y="15113"/>
                  </a:lnTo>
                  <a:lnTo>
                    <a:pt x="15455" y="15532"/>
                  </a:lnTo>
                  <a:lnTo>
                    <a:pt x="15455" y="15951"/>
                  </a:lnTo>
                  <a:lnTo>
                    <a:pt x="15544" y="16370"/>
                  </a:lnTo>
                  <a:lnTo>
                    <a:pt x="15786" y="16713"/>
                  </a:lnTo>
                  <a:lnTo>
                    <a:pt x="15875" y="16878"/>
                  </a:lnTo>
                  <a:lnTo>
                    <a:pt x="16040" y="17043"/>
                  </a:lnTo>
                  <a:lnTo>
                    <a:pt x="16129" y="17208"/>
                  </a:lnTo>
                  <a:lnTo>
                    <a:pt x="16383" y="17386"/>
                  </a:lnTo>
                  <a:lnTo>
                    <a:pt x="16713" y="17551"/>
                  </a:lnTo>
                  <a:lnTo>
                    <a:pt x="16878" y="17627"/>
                  </a:lnTo>
                  <a:lnTo>
                    <a:pt x="17221" y="17716"/>
                  </a:lnTo>
                  <a:lnTo>
                    <a:pt x="17970" y="17805"/>
                  </a:lnTo>
                  <a:lnTo>
                    <a:pt x="18224" y="17716"/>
                  </a:lnTo>
                  <a:lnTo>
                    <a:pt x="18389" y="17627"/>
                  </a:lnTo>
                  <a:lnTo>
                    <a:pt x="18643" y="17551"/>
                  </a:lnTo>
                  <a:lnTo>
                    <a:pt x="18808" y="17462"/>
                  </a:lnTo>
                  <a:lnTo>
                    <a:pt x="19062" y="17386"/>
                  </a:lnTo>
                  <a:lnTo>
                    <a:pt x="19227" y="17208"/>
                  </a:lnTo>
                  <a:lnTo>
                    <a:pt x="19405" y="17043"/>
                  </a:lnTo>
                  <a:lnTo>
                    <a:pt x="19481" y="16878"/>
                  </a:lnTo>
                  <a:lnTo>
                    <a:pt x="19659" y="16713"/>
                  </a:lnTo>
                  <a:lnTo>
                    <a:pt x="19735" y="16459"/>
                  </a:lnTo>
                  <a:lnTo>
                    <a:pt x="19900" y="16040"/>
                  </a:lnTo>
                  <a:lnTo>
                    <a:pt x="19989" y="156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/>
            <p:cNvSpPr/>
            <p:nvPr/>
          </p:nvSpPr>
          <p:spPr>
            <a:xfrm>
              <a:off x="17042562" y="12104031"/>
              <a:ext cx="21590" cy="16510"/>
            </a:xfrm>
            <a:custGeom>
              <a:avLst/>
              <a:gdLst/>
              <a:ahLst/>
              <a:cxnLst/>
              <a:rect l="l" t="t" r="r" b="b"/>
              <a:pathLst>
                <a:path w="21590" h="16509">
                  <a:moveTo>
                    <a:pt x="4533" y="1765"/>
                  </a:moveTo>
                  <a:lnTo>
                    <a:pt x="4457" y="1511"/>
                  </a:lnTo>
                  <a:lnTo>
                    <a:pt x="4368" y="1333"/>
                  </a:lnTo>
                  <a:lnTo>
                    <a:pt x="4279" y="1092"/>
                  </a:lnTo>
                  <a:lnTo>
                    <a:pt x="4038" y="749"/>
                  </a:lnTo>
                  <a:lnTo>
                    <a:pt x="3695" y="419"/>
                  </a:lnTo>
                  <a:lnTo>
                    <a:pt x="3365" y="254"/>
                  </a:lnTo>
                  <a:lnTo>
                    <a:pt x="2946" y="76"/>
                  </a:lnTo>
                  <a:lnTo>
                    <a:pt x="2527" y="0"/>
                  </a:lnTo>
                  <a:lnTo>
                    <a:pt x="2108" y="0"/>
                  </a:lnTo>
                  <a:lnTo>
                    <a:pt x="1765" y="76"/>
                  </a:lnTo>
                  <a:lnTo>
                    <a:pt x="1346" y="165"/>
                  </a:lnTo>
                  <a:lnTo>
                    <a:pt x="927" y="419"/>
                  </a:lnTo>
                  <a:lnTo>
                    <a:pt x="673" y="673"/>
                  </a:lnTo>
                  <a:lnTo>
                    <a:pt x="419" y="1003"/>
                  </a:lnTo>
                  <a:lnTo>
                    <a:pt x="165" y="1333"/>
                  </a:lnTo>
                  <a:lnTo>
                    <a:pt x="165" y="1511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1590" h="16509">
                  <a:moveTo>
                    <a:pt x="20993" y="13093"/>
                  </a:moveTo>
                  <a:lnTo>
                    <a:pt x="16878" y="13093"/>
                  </a:lnTo>
                  <a:lnTo>
                    <a:pt x="20993" y="13182"/>
                  </a:lnTo>
                  <a:close/>
                </a:path>
                <a:path w="21590" h="16509">
                  <a:moveTo>
                    <a:pt x="21247" y="13931"/>
                  </a:moveTo>
                  <a:lnTo>
                    <a:pt x="21170" y="13512"/>
                  </a:lnTo>
                  <a:lnTo>
                    <a:pt x="20993" y="13182"/>
                  </a:lnTo>
                  <a:lnTo>
                    <a:pt x="16878" y="13182"/>
                  </a:lnTo>
                  <a:lnTo>
                    <a:pt x="16713" y="13512"/>
                  </a:lnTo>
                  <a:lnTo>
                    <a:pt x="16713" y="13931"/>
                  </a:lnTo>
                  <a:lnTo>
                    <a:pt x="16713" y="14351"/>
                  </a:lnTo>
                  <a:lnTo>
                    <a:pt x="16802" y="14770"/>
                  </a:lnTo>
                  <a:lnTo>
                    <a:pt x="16967" y="15189"/>
                  </a:lnTo>
                  <a:lnTo>
                    <a:pt x="17132" y="15532"/>
                  </a:lnTo>
                  <a:lnTo>
                    <a:pt x="17475" y="15862"/>
                  </a:lnTo>
                  <a:lnTo>
                    <a:pt x="17805" y="16116"/>
                  </a:lnTo>
                  <a:lnTo>
                    <a:pt x="17970" y="16205"/>
                  </a:lnTo>
                  <a:lnTo>
                    <a:pt x="18224" y="16281"/>
                  </a:lnTo>
                  <a:lnTo>
                    <a:pt x="18732" y="16370"/>
                  </a:lnTo>
                  <a:lnTo>
                    <a:pt x="19227" y="16370"/>
                  </a:lnTo>
                  <a:lnTo>
                    <a:pt x="19481" y="16281"/>
                  </a:lnTo>
                  <a:lnTo>
                    <a:pt x="19659" y="16281"/>
                  </a:lnTo>
                  <a:lnTo>
                    <a:pt x="19900" y="16205"/>
                  </a:lnTo>
                  <a:lnTo>
                    <a:pt x="20078" y="16116"/>
                  </a:lnTo>
                  <a:lnTo>
                    <a:pt x="20320" y="15951"/>
                  </a:lnTo>
                  <a:lnTo>
                    <a:pt x="20662" y="15608"/>
                  </a:lnTo>
                  <a:lnTo>
                    <a:pt x="20916" y="15278"/>
                  </a:lnTo>
                  <a:lnTo>
                    <a:pt x="21082" y="14859"/>
                  </a:lnTo>
                  <a:lnTo>
                    <a:pt x="21170" y="14439"/>
                  </a:lnTo>
                  <a:lnTo>
                    <a:pt x="21247" y="13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7" name="object 657"/>
            <p:cNvSpPr/>
            <p:nvPr/>
          </p:nvSpPr>
          <p:spPr>
            <a:xfrm>
              <a:off x="17025011" y="12093528"/>
              <a:ext cx="22225" cy="15240"/>
            </a:xfrm>
            <a:custGeom>
              <a:avLst/>
              <a:gdLst/>
              <a:ahLst/>
              <a:cxnLst/>
              <a:rect l="l" t="t" r="r" b="b"/>
              <a:pathLst>
                <a:path w="22225" h="15240">
                  <a:moveTo>
                    <a:pt x="4533" y="2019"/>
                  </a:moveTo>
                  <a:lnTo>
                    <a:pt x="4457" y="1676"/>
                  </a:lnTo>
                  <a:lnTo>
                    <a:pt x="4368" y="1346"/>
                  </a:lnTo>
                  <a:lnTo>
                    <a:pt x="4292" y="1181"/>
                  </a:lnTo>
                  <a:lnTo>
                    <a:pt x="4114" y="927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530" y="342"/>
                  </a:lnTo>
                  <a:lnTo>
                    <a:pt x="3365" y="342"/>
                  </a:lnTo>
                  <a:lnTo>
                    <a:pt x="3200" y="165"/>
                  </a:lnTo>
                  <a:lnTo>
                    <a:pt x="3022" y="88"/>
                  </a:lnTo>
                  <a:lnTo>
                    <a:pt x="2781" y="88"/>
                  </a:lnTo>
                  <a:lnTo>
                    <a:pt x="2527" y="0"/>
                  </a:lnTo>
                  <a:lnTo>
                    <a:pt x="1930" y="0"/>
                  </a:lnTo>
                  <a:lnTo>
                    <a:pt x="1511" y="88"/>
                  </a:lnTo>
                  <a:lnTo>
                    <a:pt x="1181" y="342"/>
                  </a:lnTo>
                  <a:lnTo>
                    <a:pt x="1016" y="342"/>
                  </a:lnTo>
                  <a:lnTo>
                    <a:pt x="762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254" y="1181"/>
                  </a:lnTo>
                  <a:lnTo>
                    <a:pt x="254" y="1346"/>
                  </a:lnTo>
                  <a:lnTo>
                    <a:pt x="88" y="1600"/>
                  </a:lnTo>
                  <a:lnTo>
                    <a:pt x="0" y="2019"/>
                  </a:lnTo>
                  <a:lnTo>
                    <a:pt x="0" y="2527"/>
                  </a:lnTo>
                  <a:lnTo>
                    <a:pt x="88" y="2946"/>
                  </a:lnTo>
                  <a:lnTo>
                    <a:pt x="4457" y="2946"/>
                  </a:lnTo>
                  <a:lnTo>
                    <a:pt x="4533" y="2527"/>
                  </a:lnTo>
                  <a:lnTo>
                    <a:pt x="4533" y="2095"/>
                  </a:lnTo>
                  <a:close/>
                </a:path>
                <a:path w="22225" h="15240">
                  <a:moveTo>
                    <a:pt x="22085" y="12687"/>
                  </a:moveTo>
                  <a:lnTo>
                    <a:pt x="17551" y="12687"/>
                  </a:lnTo>
                  <a:lnTo>
                    <a:pt x="17640" y="13106"/>
                  </a:lnTo>
                  <a:lnTo>
                    <a:pt x="17716" y="13525"/>
                  </a:lnTo>
                  <a:lnTo>
                    <a:pt x="17894" y="13855"/>
                  </a:lnTo>
                  <a:lnTo>
                    <a:pt x="17970" y="14020"/>
                  </a:lnTo>
                  <a:lnTo>
                    <a:pt x="18148" y="14274"/>
                  </a:lnTo>
                  <a:lnTo>
                    <a:pt x="18478" y="14528"/>
                  </a:lnTo>
                  <a:lnTo>
                    <a:pt x="18808" y="14782"/>
                  </a:lnTo>
                  <a:lnTo>
                    <a:pt x="19151" y="14947"/>
                  </a:lnTo>
                  <a:lnTo>
                    <a:pt x="19316" y="14947"/>
                  </a:lnTo>
                  <a:lnTo>
                    <a:pt x="19570" y="15036"/>
                  </a:lnTo>
                  <a:lnTo>
                    <a:pt x="20078" y="15036"/>
                  </a:lnTo>
                  <a:lnTo>
                    <a:pt x="20408" y="14947"/>
                  </a:lnTo>
                  <a:lnTo>
                    <a:pt x="20828" y="14782"/>
                  </a:lnTo>
                  <a:lnTo>
                    <a:pt x="21170" y="14617"/>
                  </a:lnTo>
                  <a:lnTo>
                    <a:pt x="21501" y="14274"/>
                  </a:lnTo>
                  <a:lnTo>
                    <a:pt x="21755" y="14020"/>
                  </a:lnTo>
                  <a:lnTo>
                    <a:pt x="21831" y="13855"/>
                  </a:lnTo>
                  <a:lnTo>
                    <a:pt x="21920" y="13601"/>
                  </a:lnTo>
                  <a:lnTo>
                    <a:pt x="22085" y="13182"/>
                  </a:lnTo>
                  <a:lnTo>
                    <a:pt x="22085" y="12763"/>
                  </a:lnTo>
                  <a:close/>
                </a:path>
                <a:path w="22225" h="15240">
                  <a:moveTo>
                    <a:pt x="22085" y="12344"/>
                  </a:moveTo>
                  <a:lnTo>
                    <a:pt x="17640" y="12344"/>
                  </a:lnTo>
                  <a:lnTo>
                    <a:pt x="22085" y="12687"/>
                  </a:lnTo>
                  <a:lnTo>
                    <a:pt x="22085" y="12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8" name="object 658"/>
            <p:cNvSpPr/>
            <p:nvPr/>
          </p:nvSpPr>
          <p:spPr>
            <a:xfrm>
              <a:off x="17006621" y="12084549"/>
              <a:ext cx="23495" cy="13970"/>
            </a:xfrm>
            <a:custGeom>
              <a:avLst/>
              <a:gdLst/>
              <a:ahLst/>
              <a:cxnLst/>
              <a:rect l="l" t="t" r="r" b="b"/>
              <a:pathLst>
                <a:path w="23494" h="13970">
                  <a:moveTo>
                    <a:pt x="4533" y="1841"/>
                  </a:moveTo>
                  <a:lnTo>
                    <a:pt x="4368" y="1422"/>
                  </a:lnTo>
                  <a:lnTo>
                    <a:pt x="4203" y="1003"/>
                  </a:lnTo>
                  <a:lnTo>
                    <a:pt x="3949" y="673"/>
                  </a:lnTo>
                  <a:lnTo>
                    <a:pt x="3619" y="419"/>
                  </a:lnTo>
                  <a:lnTo>
                    <a:pt x="3200" y="165"/>
                  </a:lnTo>
                  <a:lnTo>
                    <a:pt x="2768" y="76"/>
                  </a:lnTo>
                  <a:lnTo>
                    <a:pt x="2603" y="0"/>
                  </a:lnTo>
                  <a:lnTo>
                    <a:pt x="1854" y="0"/>
                  </a:lnTo>
                  <a:lnTo>
                    <a:pt x="1435" y="165"/>
                  </a:lnTo>
                  <a:lnTo>
                    <a:pt x="1016" y="330"/>
                  </a:lnTo>
                  <a:lnTo>
                    <a:pt x="673" y="584"/>
                  </a:lnTo>
                  <a:lnTo>
                    <a:pt x="419" y="1003"/>
                  </a:lnTo>
                  <a:lnTo>
                    <a:pt x="165" y="1346"/>
                  </a:lnTo>
                  <a:lnTo>
                    <a:pt x="88" y="1765"/>
                  </a:lnTo>
                  <a:lnTo>
                    <a:pt x="0" y="2184"/>
                  </a:lnTo>
                  <a:lnTo>
                    <a:pt x="0" y="2349"/>
                  </a:lnTo>
                  <a:lnTo>
                    <a:pt x="0" y="2603"/>
                  </a:lnTo>
                  <a:lnTo>
                    <a:pt x="88" y="2768"/>
                  </a:lnTo>
                  <a:lnTo>
                    <a:pt x="88" y="3022"/>
                  </a:lnTo>
                  <a:lnTo>
                    <a:pt x="165" y="3187"/>
                  </a:lnTo>
                  <a:lnTo>
                    <a:pt x="342" y="3352"/>
                  </a:lnTo>
                  <a:lnTo>
                    <a:pt x="419" y="3517"/>
                  </a:lnTo>
                  <a:lnTo>
                    <a:pt x="508" y="3695"/>
                  </a:lnTo>
                  <a:lnTo>
                    <a:pt x="4038" y="3695"/>
                  </a:lnTo>
                  <a:lnTo>
                    <a:pt x="4203" y="3517"/>
                  </a:lnTo>
                  <a:lnTo>
                    <a:pt x="4279" y="3352"/>
                  </a:lnTo>
                  <a:lnTo>
                    <a:pt x="4368" y="3187"/>
                  </a:lnTo>
                  <a:lnTo>
                    <a:pt x="4457" y="3022"/>
                  </a:lnTo>
                  <a:lnTo>
                    <a:pt x="4533" y="2768"/>
                  </a:lnTo>
                  <a:lnTo>
                    <a:pt x="4533" y="2603"/>
                  </a:lnTo>
                  <a:lnTo>
                    <a:pt x="4533" y="2349"/>
                  </a:lnTo>
                  <a:lnTo>
                    <a:pt x="4533" y="2184"/>
                  </a:lnTo>
                  <a:lnTo>
                    <a:pt x="4533" y="1841"/>
                  </a:lnTo>
                  <a:close/>
                </a:path>
                <a:path w="23494" h="13970">
                  <a:moveTo>
                    <a:pt x="22847" y="11925"/>
                  </a:moveTo>
                  <a:lnTo>
                    <a:pt x="18478" y="11925"/>
                  </a:lnTo>
                  <a:lnTo>
                    <a:pt x="18643" y="12344"/>
                  </a:lnTo>
                  <a:lnTo>
                    <a:pt x="20408" y="13512"/>
                  </a:lnTo>
                  <a:lnTo>
                    <a:pt x="20916" y="13512"/>
                  </a:lnTo>
                  <a:lnTo>
                    <a:pt x="22847" y="11925"/>
                  </a:lnTo>
                  <a:close/>
                </a:path>
                <a:path w="23494" h="13970">
                  <a:moveTo>
                    <a:pt x="22923" y="11506"/>
                  </a:moveTo>
                  <a:lnTo>
                    <a:pt x="18389" y="11506"/>
                  </a:lnTo>
                  <a:lnTo>
                    <a:pt x="22847" y="11925"/>
                  </a:lnTo>
                  <a:lnTo>
                    <a:pt x="22923" y="11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9" name="object 659"/>
            <p:cNvSpPr/>
            <p:nvPr/>
          </p:nvSpPr>
          <p:spPr>
            <a:xfrm>
              <a:off x="16987559" y="12077069"/>
              <a:ext cx="23495" cy="12065"/>
            </a:xfrm>
            <a:custGeom>
              <a:avLst/>
              <a:gdLst/>
              <a:ahLst/>
              <a:cxnLst/>
              <a:rect l="l" t="t" r="r" b="b"/>
              <a:pathLst>
                <a:path w="23494" h="12065">
                  <a:moveTo>
                    <a:pt x="4533" y="1765"/>
                  </a:moveTo>
                  <a:lnTo>
                    <a:pt x="4457" y="1600"/>
                  </a:lnTo>
                  <a:lnTo>
                    <a:pt x="4368" y="1435"/>
                  </a:lnTo>
                  <a:lnTo>
                    <a:pt x="4279" y="1181"/>
                  </a:lnTo>
                  <a:lnTo>
                    <a:pt x="4203" y="1016"/>
                  </a:lnTo>
                  <a:lnTo>
                    <a:pt x="4038" y="838"/>
                  </a:lnTo>
                  <a:lnTo>
                    <a:pt x="3860" y="673"/>
                  </a:lnTo>
                  <a:lnTo>
                    <a:pt x="3695" y="508"/>
                  </a:lnTo>
                  <a:lnTo>
                    <a:pt x="3365" y="342"/>
                  </a:lnTo>
                  <a:lnTo>
                    <a:pt x="3200" y="254"/>
                  </a:lnTo>
                  <a:lnTo>
                    <a:pt x="2946" y="177"/>
                  </a:lnTo>
                  <a:lnTo>
                    <a:pt x="2768" y="88"/>
                  </a:lnTo>
                  <a:lnTo>
                    <a:pt x="2527" y="88"/>
                  </a:lnTo>
                  <a:lnTo>
                    <a:pt x="2019" y="88"/>
                  </a:lnTo>
                  <a:lnTo>
                    <a:pt x="1765" y="88"/>
                  </a:lnTo>
                  <a:lnTo>
                    <a:pt x="1600" y="177"/>
                  </a:lnTo>
                  <a:lnTo>
                    <a:pt x="1346" y="254"/>
                  </a:lnTo>
                  <a:lnTo>
                    <a:pt x="1181" y="342"/>
                  </a:lnTo>
                  <a:lnTo>
                    <a:pt x="1016" y="419"/>
                  </a:lnTo>
                  <a:lnTo>
                    <a:pt x="838" y="508"/>
                  </a:lnTo>
                  <a:lnTo>
                    <a:pt x="673" y="673"/>
                  </a:lnTo>
                  <a:lnTo>
                    <a:pt x="508" y="838"/>
                  </a:lnTo>
                  <a:lnTo>
                    <a:pt x="419" y="1016"/>
                  </a:lnTo>
                  <a:lnTo>
                    <a:pt x="342" y="1181"/>
                  </a:lnTo>
                  <a:lnTo>
                    <a:pt x="177" y="1435"/>
                  </a:lnTo>
                  <a:lnTo>
                    <a:pt x="88" y="1600"/>
                  </a:lnTo>
                  <a:lnTo>
                    <a:pt x="88" y="1765"/>
                  </a:lnTo>
                  <a:lnTo>
                    <a:pt x="0" y="2019"/>
                  </a:lnTo>
                  <a:lnTo>
                    <a:pt x="0" y="2184"/>
                  </a:lnTo>
                  <a:lnTo>
                    <a:pt x="0" y="2438"/>
                  </a:lnTo>
                  <a:lnTo>
                    <a:pt x="0" y="2603"/>
                  </a:lnTo>
                  <a:lnTo>
                    <a:pt x="88" y="2857"/>
                  </a:lnTo>
                  <a:lnTo>
                    <a:pt x="177" y="3022"/>
                  </a:lnTo>
                  <a:lnTo>
                    <a:pt x="254" y="3276"/>
                  </a:lnTo>
                  <a:lnTo>
                    <a:pt x="342" y="3441"/>
                  </a:lnTo>
                  <a:lnTo>
                    <a:pt x="508" y="3695"/>
                  </a:lnTo>
                  <a:lnTo>
                    <a:pt x="762" y="4038"/>
                  </a:lnTo>
                  <a:lnTo>
                    <a:pt x="927" y="4114"/>
                  </a:lnTo>
                  <a:lnTo>
                    <a:pt x="1181" y="4279"/>
                  </a:lnTo>
                  <a:lnTo>
                    <a:pt x="3441" y="4279"/>
                  </a:lnTo>
                  <a:lnTo>
                    <a:pt x="3695" y="4114"/>
                  </a:lnTo>
                  <a:lnTo>
                    <a:pt x="3949" y="3784"/>
                  </a:lnTo>
                  <a:lnTo>
                    <a:pt x="4114" y="3695"/>
                  </a:lnTo>
                  <a:lnTo>
                    <a:pt x="4279" y="3441"/>
                  </a:lnTo>
                  <a:lnTo>
                    <a:pt x="4279" y="3276"/>
                  </a:lnTo>
                  <a:lnTo>
                    <a:pt x="4457" y="3022"/>
                  </a:lnTo>
                  <a:lnTo>
                    <a:pt x="4457" y="2857"/>
                  </a:lnTo>
                  <a:lnTo>
                    <a:pt x="4533" y="2603"/>
                  </a:lnTo>
                  <a:lnTo>
                    <a:pt x="4533" y="2438"/>
                  </a:lnTo>
                  <a:lnTo>
                    <a:pt x="4533" y="2184"/>
                  </a:lnTo>
                  <a:lnTo>
                    <a:pt x="4533" y="2019"/>
                  </a:lnTo>
                  <a:lnTo>
                    <a:pt x="4533" y="1765"/>
                  </a:lnTo>
                  <a:close/>
                </a:path>
                <a:path w="23494" h="12065">
                  <a:moveTo>
                    <a:pt x="23101" y="11176"/>
                  </a:moveTo>
                  <a:lnTo>
                    <a:pt x="19570" y="11176"/>
                  </a:lnTo>
                  <a:lnTo>
                    <a:pt x="19735" y="11341"/>
                  </a:lnTo>
                  <a:lnTo>
                    <a:pt x="19900" y="11506"/>
                  </a:lnTo>
                  <a:lnTo>
                    <a:pt x="20078" y="11595"/>
                  </a:lnTo>
                  <a:lnTo>
                    <a:pt x="20243" y="11760"/>
                  </a:lnTo>
                  <a:lnTo>
                    <a:pt x="20408" y="11849"/>
                  </a:lnTo>
                  <a:lnTo>
                    <a:pt x="20662" y="11925"/>
                  </a:lnTo>
                  <a:lnTo>
                    <a:pt x="20828" y="11925"/>
                  </a:lnTo>
                  <a:lnTo>
                    <a:pt x="20993" y="12014"/>
                  </a:lnTo>
                  <a:lnTo>
                    <a:pt x="21590" y="12014"/>
                  </a:lnTo>
                  <a:lnTo>
                    <a:pt x="21831" y="11925"/>
                  </a:lnTo>
                  <a:lnTo>
                    <a:pt x="22009" y="11925"/>
                  </a:lnTo>
                  <a:lnTo>
                    <a:pt x="22263" y="11849"/>
                  </a:lnTo>
                  <a:lnTo>
                    <a:pt x="22428" y="11760"/>
                  </a:lnTo>
                  <a:lnTo>
                    <a:pt x="22682" y="11595"/>
                  </a:lnTo>
                  <a:lnTo>
                    <a:pt x="22923" y="11341"/>
                  </a:lnTo>
                  <a:lnTo>
                    <a:pt x="23101" y="11176"/>
                  </a:lnTo>
                  <a:close/>
                </a:path>
                <a:path w="23494" h="12065">
                  <a:moveTo>
                    <a:pt x="23266" y="10998"/>
                  </a:moveTo>
                  <a:lnTo>
                    <a:pt x="19481" y="10998"/>
                  </a:lnTo>
                  <a:lnTo>
                    <a:pt x="23101" y="11176"/>
                  </a:lnTo>
                  <a:lnTo>
                    <a:pt x="23266" y="10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/>
            <p:cNvSpPr/>
            <p:nvPr/>
          </p:nvSpPr>
          <p:spPr>
            <a:xfrm>
              <a:off x="16968000" y="12071278"/>
              <a:ext cx="23495" cy="10795"/>
            </a:xfrm>
            <a:custGeom>
              <a:avLst/>
              <a:gdLst/>
              <a:ahLst/>
              <a:cxnLst/>
              <a:rect l="l" t="t" r="r" b="b"/>
              <a:pathLst>
                <a:path w="23494" h="10795">
                  <a:moveTo>
                    <a:pt x="2514" y="4533"/>
                  </a:moveTo>
                  <a:lnTo>
                    <a:pt x="1752" y="4457"/>
                  </a:lnTo>
                  <a:lnTo>
                    <a:pt x="2514" y="4533"/>
                  </a:lnTo>
                  <a:close/>
                </a:path>
                <a:path w="23494" h="10795">
                  <a:moveTo>
                    <a:pt x="4533" y="2095"/>
                  </a:moveTo>
                  <a:lnTo>
                    <a:pt x="4445" y="1930"/>
                  </a:lnTo>
                  <a:lnTo>
                    <a:pt x="4445" y="1676"/>
                  </a:lnTo>
                  <a:lnTo>
                    <a:pt x="4356" y="1511"/>
                  </a:lnTo>
                  <a:lnTo>
                    <a:pt x="4279" y="1257"/>
                  </a:lnTo>
                  <a:lnTo>
                    <a:pt x="4191" y="1092"/>
                  </a:lnTo>
                  <a:lnTo>
                    <a:pt x="4025" y="927"/>
                  </a:lnTo>
                  <a:lnTo>
                    <a:pt x="3937" y="762"/>
                  </a:lnTo>
                  <a:lnTo>
                    <a:pt x="3771" y="584"/>
                  </a:lnTo>
                  <a:lnTo>
                    <a:pt x="3606" y="419"/>
                  </a:lnTo>
                  <a:lnTo>
                    <a:pt x="3352" y="342"/>
                  </a:lnTo>
                  <a:lnTo>
                    <a:pt x="3187" y="165"/>
                  </a:lnTo>
                  <a:lnTo>
                    <a:pt x="2933" y="88"/>
                  </a:lnTo>
                  <a:lnTo>
                    <a:pt x="2768" y="88"/>
                  </a:lnTo>
                  <a:lnTo>
                    <a:pt x="2514" y="0"/>
                  </a:lnTo>
                  <a:lnTo>
                    <a:pt x="1930" y="0"/>
                  </a:lnTo>
                  <a:lnTo>
                    <a:pt x="1752" y="88"/>
                  </a:lnTo>
                  <a:lnTo>
                    <a:pt x="1511" y="88"/>
                  </a:lnTo>
                  <a:lnTo>
                    <a:pt x="1257" y="165"/>
                  </a:lnTo>
                  <a:lnTo>
                    <a:pt x="1092" y="342"/>
                  </a:lnTo>
                  <a:lnTo>
                    <a:pt x="914" y="419"/>
                  </a:lnTo>
                  <a:lnTo>
                    <a:pt x="673" y="584"/>
                  </a:lnTo>
                  <a:lnTo>
                    <a:pt x="584" y="762"/>
                  </a:lnTo>
                  <a:lnTo>
                    <a:pt x="419" y="927"/>
                  </a:lnTo>
                  <a:lnTo>
                    <a:pt x="330" y="1092"/>
                  </a:lnTo>
                  <a:lnTo>
                    <a:pt x="165" y="1257"/>
                  </a:lnTo>
                  <a:lnTo>
                    <a:pt x="76" y="1511"/>
                  </a:lnTo>
                  <a:lnTo>
                    <a:pt x="0" y="1676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0" y="2349"/>
                  </a:lnTo>
                  <a:lnTo>
                    <a:pt x="0" y="2514"/>
                  </a:lnTo>
                  <a:lnTo>
                    <a:pt x="0" y="2857"/>
                  </a:lnTo>
                  <a:lnTo>
                    <a:pt x="673" y="3860"/>
                  </a:lnTo>
                  <a:lnTo>
                    <a:pt x="1003" y="4114"/>
                  </a:lnTo>
                  <a:lnTo>
                    <a:pt x="1333" y="4368"/>
                  </a:lnTo>
                  <a:lnTo>
                    <a:pt x="1511" y="4368"/>
                  </a:lnTo>
                  <a:lnTo>
                    <a:pt x="1752" y="4457"/>
                  </a:lnTo>
                  <a:lnTo>
                    <a:pt x="2679" y="4457"/>
                  </a:lnTo>
                  <a:lnTo>
                    <a:pt x="2933" y="4368"/>
                  </a:lnTo>
                  <a:lnTo>
                    <a:pt x="3098" y="4368"/>
                  </a:lnTo>
                  <a:lnTo>
                    <a:pt x="3352" y="4203"/>
                  </a:lnTo>
                  <a:lnTo>
                    <a:pt x="3517" y="4114"/>
                  </a:lnTo>
                  <a:lnTo>
                    <a:pt x="3695" y="3949"/>
                  </a:lnTo>
                  <a:lnTo>
                    <a:pt x="4025" y="3695"/>
                  </a:lnTo>
                  <a:lnTo>
                    <a:pt x="4191" y="3365"/>
                  </a:lnTo>
                  <a:lnTo>
                    <a:pt x="4279" y="3187"/>
                  </a:lnTo>
                  <a:lnTo>
                    <a:pt x="4356" y="2933"/>
                  </a:lnTo>
                  <a:lnTo>
                    <a:pt x="4445" y="2514"/>
                  </a:lnTo>
                  <a:lnTo>
                    <a:pt x="4533" y="2349"/>
                  </a:lnTo>
                  <a:lnTo>
                    <a:pt x="4533" y="2095"/>
                  </a:lnTo>
                  <a:close/>
                </a:path>
                <a:path w="23494" h="10795">
                  <a:moveTo>
                    <a:pt x="22999" y="10071"/>
                  </a:moveTo>
                  <a:lnTo>
                    <a:pt x="20739" y="10071"/>
                  </a:lnTo>
                  <a:lnTo>
                    <a:pt x="21069" y="10248"/>
                  </a:lnTo>
                  <a:lnTo>
                    <a:pt x="21323" y="10325"/>
                  </a:lnTo>
                  <a:lnTo>
                    <a:pt x="21577" y="10325"/>
                  </a:lnTo>
                  <a:lnTo>
                    <a:pt x="22085" y="10325"/>
                  </a:lnTo>
                  <a:lnTo>
                    <a:pt x="22415" y="10325"/>
                  </a:lnTo>
                  <a:lnTo>
                    <a:pt x="22580" y="10248"/>
                  </a:lnTo>
                  <a:lnTo>
                    <a:pt x="22834" y="10160"/>
                  </a:lnTo>
                  <a:lnTo>
                    <a:pt x="22999" y="10071"/>
                  </a:lnTo>
                  <a:close/>
                </a:path>
                <a:path w="23494" h="10795">
                  <a:moveTo>
                    <a:pt x="23253" y="9906"/>
                  </a:moveTo>
                  <a:lnTo>
                    <a:pt x="20485" y="9906"/>
                  </a:lnTo>
                  <a:lnTo>
                    <a:pt x="22999" y="10071"/>
                  </a:lnTo>
                  <a:lnTo>
                    <a:pt x="23253" y="99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/>
            <p:cNvSpPr/>
            <p:nvPr/>
          </p:nvSpPr>
          <p:spPr>
            <a:xfrm>
              <a:off x="16929037" y="12064559"/>
              <a:ext cx="41910" cy="11430"/>
            </a:xfrm>
            <a:custGeom>
              <a:avLst/>
              <a:gdLst/>
              <a:ahLst/>
              <a:cxnLst/>
              <a:rect l="l" t="t" r="r" b="b"/>
              <a:pathLst>
                <a:path w="41909" h="11429">
                  <a:moveTo>
                    <a:pt x="1676" y="88"/>
                  </a:moveTo>
                  <a:lnTo>
                    <a:pt x="1257" y="0"/>
                  </a:lnTo>
                  <a:lnTo>
                    <a:pt x="419" y="0"/>
                  </a:lnTo>
                  <a:lnTo>
                    <a:pt x="76" y="88"/>
                  </a:lnTo>
                  <a:lnTo>
                    <a:pt x="1676" y="165"/>
                  </a:lnTo>
                  <a:close/>
                </a:path>
                <a:path w="41909" h="11429">
                  <a:moveTo>
                    <a:pt x="23418" y="4279"/>
                  </a:moveTo>
                  <a:lnTo>
                    <a:pt x="23342" y="4038"/>
                  </a:lnTo>
                  <a:lnTo>
                    <a:pt x="23088" y="3606"/>
                  </a:lnTo>
                  <a:lnTo>
                    <a:pt x="22834" y="3276"/>
                  </a:lnTo>
                  <a:lnTo>
                    <a:pt x="22580" y="3022"/>
                  </a:lnTo>
                  <a:lnTo>
                    <a:pt x="22250" y="2768"/>
                  </a:lnTo>
                  <a:lnTo>
                    <a:pt x="21831" y="2603"/>
                  </a:lnTo>
                  <a:lnTo>
                    <a:pt x="21412" y="2514"/>
                  </a:lnTo>
                  <a:lnTo>
                    <a:pt x="20904" y="2514"/>
                  </a:lnTo>
                  <a:lnTo>
                    <a:pt x="20650" y="2603"/>
                  </a:lnTo>
                  <a:lnTo>
                    <a:pt x="20485" y="2603"/>
                  </a:lnTo>
                  <a:lnTo>
                    <a:pt x="20231" y="2692"/>
                  </a:lnTo>
                  <a:lnTo>
                    <a:pt x="19812" y="2946"/>
                  </a:lnTo>
                  <a:lnTo>
                    <a:pt x="19558" y="3187"/>
                  </a:lnTo>
                  <a:lnTo>
                    <a:pt x="19304" y="3530"/>
                  </a:lnTo>
                  <a:lnTo>
                    <a:pt x="19062" y="3949"/>
                  </a:lnTo>
                  <a:lnTo>
                    <a:pt x="18973" y="4279"/>
                  </a:lnTo>
                  <a:lnTo>
                    <a:pt x="18884" y="4699"/>
                  </a:lnTo>
                  <a:lnTo>
                    <a:pt x="18884" y="4876"/>
                  </a:lnTo>
                  <a:lnTo>
                    <a:pt x="18973" y="5118"/>
                  </a:lnTo>
                  <a:lnTo>
                    <a:pt x="18973" y="5295"/>
                  </a:lnTo>
                  <a:lnTo>
                    <a:pt x="19062" y="5549"/>
                  </a:lnTo>
                  <a:lnTo>
                    <a:pt x="19062" y="5715"/>
                  </a:lnTo>
                  <a:lnTo>
                    <a:pt x="19227" y="5969"/>
                  </a:lnTo>
                  <a:lnTo>
                    <a:pt x="19304" y="6134"/>
                  </a:lnTo>
                  <a:lnTo>
                    <a:pt x="19558" y="6299"/>
                  </a:lnTo>
                  <a:lnTo>
                    <a:pt x="19646" y="6464"/>
                  </a:lnTo>
                  <a:lnTo>
                    <a:pt x="19900" y="6629"/>
                  </a:lnTo>
                  <a:lnTo>
                    <a:pt x="20231" y="6883"/>
                  </a:lnTo>
                  <a:lnTo>
                    <a:pt x="20396" y="6883"/>
                  </a:lnTo>
                  <a:lnTo>
                    <a:pt x="20650" y="6972"/>
                  </a:lnTo>
                  <a:lnTo>
                    <a:pt x="20815" y="7061"/>
                  </a:lnTo>
                  <a:lnTo>
                    <a:pt x="21488" y="7061"/>
                  </a:lnTo>
                  <a:lnTo>
                    <a:pt x="21666" y="6972"/>
                  </a:lnTo>
                  <a:lnTo>
                    <a:pt x="21907" y="6883"/>
                  </a:lnTo>
                  <a:lnTo>
                    <a:pt x="22085" y="6883"/>
                  </a:lnTo>
                  <a:lnTo>
                    <a:pt x="22326" y="6718"/>
                  </a:lnTo>
                  <a:lnTo>
                    <a:pt x="22504" y="6629"/>
                  </a:lnTo>
                  <a:lnTo>
                    <a:pt x="22669" y="6464"/>
                  </a:lnTo>
                  <a:lnTo>
                    <a:pt x="22834" y="6299"/>
                  </a:lnTo>
                  <a:lnTo>
                    <a:pt x="22999" y="6134"/>
                  </a:lnTo>
                  <a:lnTo>
                    <a:pt x="23088" y="5969"/>
                  </a:lnTo>
                  <a:lnTo>
                    <a:pt x="23253" y="5715"/>
                  </a:lnTo>
                  <a:lnTo>
                    <a:pt x="23342" y="5549"/>
                  </a:lnTo>
                  <a:lnTo>
                    <a:pt x="23342" y="5295"/>
                  </a:lnTo>
                  <a:lnTo>
                    <a:pt x="23418" y="5118"/>
                  </a:lnTo>
                  <a:lnTo>
                    <a:pt x="23418" y="4876"/>
                  </a:lnTo>
                  <a:lnTo>
                    <a:pt x="23418" y="4699"/>
                  </a:lnTo>
                  <a:lnTo>
                    <a:pt x="23418" y="4368"/>
                  </a:lnTo>
                  <a:close/>
                </a:path>
                <a:path w="41909" h="11429">
                  <a:moveTo>
                    <a:pt x="41643" y="11176"/>
                  </a:moveTo>
                  <a:lnTo>
                    <a:pt x="40716" y="11176"/>
                  </a:lnTo>
                  <a:lnTo>
                    <a:pt x="41478" y="11252"/>
                  </a:lnTo>
                  <a:lnTo>
                    <a:pt x="41643" y="11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/>
            <p:cNvSpPr/>
            <p:nvPr/>
          </p:nvSpPr>
          <p:spPr>
            <a:xfrm>
              <a:off x="16927601" y="1206464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80" h="4445">
                  <a:moveTo>
                    <a:pt x="3111" y="0"/>
                  </a:moveTo>
                  <a:lnTo>
                    <a:pt x="1511" y="0"/>
                  </a:lnTo>
                  <a:lnTo>
                    <a:pt x="3111" y="76"/>
                  </a:lnTo>
                  <a:close/>
                </a:path>
                <a:path w="5080" h="4445">
                  <a:moveTo>
                    <a:pt x="4533" y="1930"/>
                  </a:moveTo>
                  <a:lnTo>
                    <a:pt x="4457" y="1587"/>
                  </a:lnTo>
                  <a:lnTo>
                    <a:pt x="4368" y="1168"/>
                  </a:lnTo>
                  <a:lnTo>
                    <a:pt x="4114" y="838"/>
                  </a:lnTo>
                  <a:lnTo>
                    <a:pt x="3860" y="495"/>
                  </a:lnTo>
                  <a:lnTo>
                    <a:pt x="3530" y="254"/>
                  </a:lnTo>
                  <a:lnTo>
                    <a:pt x="3111" y="76"/>
                  </a:lnTo>
                  <a:lnTo>
                    <a:pt x="1435" y="76"/>
                  </a:lnTo>
                  <a:lnTo>
                    <a:pt x="1092" y="254"/>
                  </a:lnTo>
                  <a:lnTo>
                    <a:pt x="762" y="495"/>
                  </a:lnTo>
                  <a:lnTo>
                    <a:pt x="508" y="749"/>
                  </a:lnTo>
                  <a:lnTo>
                    <a:pt x="254" y="1092"/>
                  </a:lnTo>
                  <a:lnTo>
                    <a:pt x="88" y="1511"/>
                  </a:lnTo>
                  <a:lnTo>
                    <a:pt x="0" y="1930"/>
                  </a:lnTo>
                  <a:lnTo>
                    <a:pt x="0" y="2349"/>
                  </a:lnTo>
                  <a:lnTo>
                    <a:pt x="88" y="2768"/>
                  </a:lnTo>
                  <a:lnTo>
                    <a:pt x="254" y="3187"/>
                  </a:lnTo>
                  <a:lnTo>
                    <a:pt x="508" y="3606"/>
                  </a:lnTo>
                  <a:lnTo>
                    <a:pt x="838" y="3860"/>
                  </a:lnTo>
                  <a:lnTo>
                    <a:pt x="1181" y="4114"/>
                  </a:lnTo>
                  <a:lnTo>
                    <a:pt x="1600" y="4368"/>
                  </a:lnTo>
                  <a:lnTo>
                    <a:pt x="2095" y="4445"/>
                  </a:lnTo>
                  <a:lnTo>
                    <a:pt x="2527" y="4445"/>
                  </a:lnTo>
                  <a:lnTo>
                    <a:pt x="2857" y="4368"/>
                  </a:lnTo>
                  <a:lnTo>
                    <a:pt x="3022" y="4368"/>
                  </a:lnTo>
                  <a:lnTo>
                    <a:pt x="3365" y="4191"/>
                  </a:lnTo>
                  <a:lnTo>
                    <a:pt x="3695" y="3949"/>
                  </a:lnTo>
                  <a:lnTo>
                    <a:pt x="4038" y="3606"/>
                  </a:lnTo>
                  <a:lnTo>
                    <a:pt x="4279" y="3276"/>
                  </a:lnTo>
                  <a:lnTo>
                    <a:pt x="4457" y="2857"/>
                  </a:lnTo>
                  <a:lnTo>
                    <a:pt x="4533" y="2425"/>
                  </a:lnTo>
                  <a:lnTo>
                    <a:pt x="4533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/>
            <p:cNvSpPr/>
            <p:nvPr/>
          </p:nvSpPr>
          <p:spPr>
            <a:xfrm>
              <a:off x="16607582" y="12311929"/>
              <a:ext cx="378460" cy="497840"/>
            </a:xfrm>
            <a:custGeom>
              <a:avLst/>
              <a:gdLst/>
              <a:ahLst/>
              <a:cxnLst/>
              <a:rect l="l" t="t" r="r" b="b"/>
              <a:pathLst>
                <a:path w="378459" h="497840">
                  <a:moveTo>
                    <a:pt x="67599" y="66503"/>
                  </a:moveTo>
                  <a:lnTo>
                    <a:pt x="59191" y="28464"/>
                  </a:lnTo>
                  <a:lnTo>
                    <a:pt x="58530" y="16122"/>
                  </a:lnTo>
                  <a:lnTo>
                    <a:pt x="58446" y="14442"/>
                  </a:lnTo>
                  <a:lnTo>
                    <a:pt x="58004" y="10325"/>
                  </a:lnTo>
                  <a:lnTo>
                    <a:pt x="57977" y="5274"/>
                  </a:lnTo>
                  <a:lnTo>
                    <a:pt x="56934" y="1259"/>
                  </a:lnTo>
                  <a:lnTo>
                    <a:pt x="56682" y="503"/>
                  </a:lnTo>
                  <a:lnTo>
                    <a:pt x="56515" y="83"/>
                  </a:lnTo>
                  <a:lnTo>
                    <a:pt x="56179" y="0"/>
                  </a:lnTo>
                  <a:lnTo>
                    <a:pt x="55927" y="167"/>
                  </a:lnTo>
                  <a:lnTo>
                    <a:pt x="52678" y="22046"/>
                  </a:lnTo>
                  <a:lnTo>
                    <a:pt x="52064" y="28465"/>
                  </a:lnTo>
                  <a:lnTo>
                    <a:pt x="48561" y="75064"/>
                  </a:lnTo>
                  <a:lnTo>
                    <a:pt x="47697" y="87916"/>
                  </a:lnTo>
                  <a:lnTo>
                    <a:pt x="47277" y="93961"/>
                  </a:lnTo>
                  <a:lnTo>
                    <a:pt x="46857" y="100091"/>
                  </a:lnTo>
                  <a:lnTo>
                    <a:pt x="46522" y="106389"/>
                  </a:lnTo>
                  <a:lnTo>
                    <a:pt x="43170" y="158666"/>
                  </a:lnTo>
                  <a:lnTo>
                    <a:pt x="39885" y="210957"/>
                  </a:lnTo>
                  <a:lnTo>
                    <a:pt x="36470" y="263240"/>
                  </a:lnTo>
                  <a:lnTo>
                    <a:pt x="32730" y="315496"/>
                  </a:lnTo>
                  <a:lnTo>
                    <a:pt x="28467" y="367702"/>
                  </a:lnTo>
                  <a:lnTo>
                    <a:pt x="27963" y="373916"/>
                  </a:lnTo>
                  <a:lnTo>
                    <a:pt x="27375" y="379962"/>
                  </a:lnTo>
                  <a:lnTo>
                    <a:pt x="26787" y="385924"/>
                  </a:lnTo>
                  <a:lnTo>
                    <a:pt x="26200" y="391717"/>
                  </a:lnTo>
                  <a:lnTo>
                    <a:pt x="25696" y="397343"/>
                  </a:lnTo>
                  <a:lnTo>
                    <a:pt x="19818" y="443946"/>
                  </a:lnTo>
                  <a:lnTo>
                    <a:pt x="19146" y="447473"/>
                  </a:lnTo>
                  <a:lnTo>
                    <a:pt x="18558" y="450832"/>
                  </a:lnTo>
                  <a:lnTo>
                    <a:pt x="17655" y="455044"/>
                  </a:lnTo>
                  <a:lnTo>
                    <a:pt x="15703" y="466771"/>
                  </a:lnTo>
                  <a:lnTo>
                    <a:pt x="12344" y="469725"/>
                  </a:lnTo>
                  <a:lnTo>
                    <a:pt x="11756" y="470061"/>
                  </a:lnTo>
                  <a:lnTo>
                    <a:pt x="11084" y="470061"/>
                  </a:lnTo>
                  <a:lnTo>
                    <a:pt x="10412" y="469725"/>
                  </a:lnTo>
                  <a:lnTo>
                    <a:pt x="9825" y="469137"/>
                  </a:lnTo>
                  <a:lnTo>
                    <a:pt x="6293" y="463942"/>
                  </a:lnTo>
                  <a:lnTo>
                    <a:pt x="4839" y="452940"/>
                  </a:lnTo>
                  <a:lnTo>
                    <a:pt x="3778" y="446801"/>
                  </a:lnTo>
                  <a:lnTo>
                    <a:pt x="124" y="400729"/>
                  </a:lnTo>
                  <a:lnTo>
                    <a:pt x="0" y="387855"/>
                  </a:lnTo>
                  <a:lnTo>
                    <a:pt x="0" y="382565"/>
                  </a:lnTo>
                  <a:lnTo>
                    <a:pt x="2939" y="339572"/>
                  </a:lnTo>
                  <a:lnTo>
                    <a:pt x="16935" y="284074"/>
                  </a:lnTo>
                  <a:lnTo>
                    <a:pt x="52652" y="249893"/>
                  </a:lnTo>
                  <a:lnTo>
                    <a:pt x="74072" y="247570"/>
                  </a:lnTo>
                  <a:lnTo>
                    <a:pt x="84545" y="248321"/>
                  </a:lnTo>
                  <a:lnTo>
                    <a:pt x="137803" y="261501"/>
                  </a:lnTo>
                  <a:lnTo>
                    <a:pt x="161073" y="269409"/>
                  </a:lnTo>
                  <a:lnTo>
                    <a:pt x="184338" y="277300"/>
                  </a:lnTo>
                  <a:lnTo>
                    <a:pt x="225304" y="288351"/>
                  </a:lnTo>
                  <a:lnTo>
                    <a:pt x="273187" y="284923"/>
                  </a:lnTo>
                  <a:lnTo>
                    <a:pt x="300545" y="250901"/>
                  </a:lnTo>
                  <a:lnTo>
                    <a:pt x="311988" y="202083"/>
                  </a:lnTo>
                  <a:lnTo>
                    <a:pt x="314423" y="155462"/>
                  </a:lnTo>
                  <a:lnTo>
                    <a:pt x="313780" y="131773"/>
                  </a:lnTo>
                  <a:lnTo>
                    <a:pt x="309279" y="84641"/>
                  </a:lnTo>
                  <a:lnTo>
                    <a:pt x="290581" y="19722"/>
                  </a:lnTo>
                  <a:lnTo>
                    <a:pt x="280799" y="28364"/>
                  </a:lnTo>
                  <a:lnTo>
                    <a:pt x="269474" y="83129"/>
                  </a:lnTo>
                  <a:lnTo>
                    <a:pt x="262444" y="145531"/>
                  </a:lnTo>
                  <a:lnTo>
                    <a:pt x="257726" y="198736"/>
                  </a:lnTo>
                  <a:lnTo>
                    <a:pt x="253805" y="252084"/>
                  </a:lnTo>
                  <a:lnTo>
                    <a:pt x="250422" y="305510"/>
                  </a:lnTo>
                  <a:lnTo>
                    <a:pt x="247319" y="358950"/>
                  </a:lnTo>
                  <a:lnTo>
                    <a:pt x="244239" y="412339"/>
                  </a:lnTo>
                  <a:lnTo>
                    <a:pt x="240923" y="465611"/>
                  </a:lnTo>
                  <a:lnTo>
                    <a:pt x="240671" y="468969"/>
                  </a:lnTo>
                  <a:lnTo>
                    <a:pt x="240419" y="472160"/>
                  </a:lnTo>
                  <a:lnTo>
                    <a:pt x="240167" y="475183"/>
                  </a:lnTo>
                  <a:lnTo>
                    <a:pt x="239915" y="478038"/>
                  </a:lnTo>
                  <a:lnTo>
                    <a:pt x="239747" y="480725"/>
                  </a:lnTo>
                  <a:lnTo>
                    <a:pt x="239331" y="485106"/>
                  </a:lnTo>
                  <a:lnTo>
                    <a:pt x="238480" y="492783"/>
                  </a:lnTo>
                  <a:lnTo>
                    <a:pt x="237360" y="497476"/>
                  </a:lnTo>
                  <a:lnTo>
                    <a:pt x="236137" y="492901"/>
                  </a:lnTo>
                  <a:lnTo>
                    <a:pt x="236053" y="491473"/>
                  </a:lnTo>
                  <a:lnTo>
                    <a:pt x="235885" y="489710"/>
                  </a:lnTo>
                  <a:lnTo>
                    <a:pt x="235471" y="473718"/>
                  </a:lnTo>
                  <a:lnTo>
                    <a:pt x="235646" y="457662"/>
                  </a:lnTo>
                  <a:lnTo>
                    <a:pt x="236255" y="441613"/>
                  </a:lnTo>
                  <a:lnTo>
                    <a:pt x="237144" y="425641"/>
                  </a:lnTo>
                  <a:lnTo>
                    <a:pt x="237480" y="420855"/>
                  </a:lnTo>
                  <a:lnTo>
                    <a:pt x="237816" y="416069"/>
                  </a:lnTo>
                  <a:lnTo>
                    <a:pt x="238236" y="411114"/>
                  </a:lnTo>
                  <a:lnTo>
                    <a:pt x="238656" y="406076"/>
                  </a:lnTo>
                  <a:lnTo>
                    <a:pt x="244216" y="357093"/>
                  </a:lnTo>
                  <a:lnTo>
                    <a:pt x="252536" y="308598"/>
                  </a:lnTo>
                  <a:lnTo>
                    <a:pt x="263993" y="260769"/>
                  </a:lnTo>
                  <a:lnTo>
                    <a:pt x="278964" y="213786"/>
                  </a:lnTo>
                  <a:lnTo>
                    <a:pt x="303728" y="153278"/>
                  </a:lnTo>
                  <a:lnTo>
                    <a:pt x="322199" y="116358"/>
                  </a:lnTo>
                  <a:lnTo>
                    <a:pt x="343195" y="80836"/>
                  </a:lnTo>
                  <a:lnTo>
                    <a:pt x="366885" y="47694"/>
                  </a:lnTo>
                  <a:lnTo>
                    <a:pt x="375283" y="37702"/>
                  </a:lnTo>
                  <a:lnTo>
                    <a:pt x="378054" y="34595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4" name="object 664"/>
            <p:cNvSpPr/>
            <p:nvPr/>
          </p:nvSpPr>
          <p:spPr>
            <a:xfrm>
              <a:off x="16849680" y="12420781"/>
              <a:ext cx="449580" cy="602615"/>
            </a:xfrm>
            <a:custGeom>
              <a:avLst/>
              <a:gdLst/>
              <a:ahLst/>
              <a:cxnLst/>
              <a:rect l="l" t="t" r="r" b="b"/>
              <a:pathLst>
                <a:path w="449580" h="602615">
                  <a:moveTo>
                    <a:pt x="0" y="338873"/>
                  </a:moveTo>
                  <a:lnTo>
                    <a:pt x="57261" y="390438"/>
                  </a:lnTo>
                  <a:lnTo>
                    <a:pt x="84328" y="396889"/>
                  </a:lnTo>
                  <a:lnTo>
                    <a:pt x="99793" y="380244"/>
                  </a:lnTo>
                  <a:lnTo>
                    <a:pt x="106298" y="345057"/>
                  </a:lnTo>
                  <a:lnTo>
                    <a:pt x="106479" y="295880"/>
                  </a:lnTo>
                  <a:lnTo>
                    <a:pt x="106144" y="288071"/>
                  </a:lnTo>
                  <a:lnTo>
                    <a:pt x="105724" y="280178"/>
                  </a:lnTo>
                  <a:lnTo>
                    <a:pt x="105220" y="272117"/>
                  </a:lnTo>
                  <a:lnTo>
                    <a:pt x="104716" y="263888"/>
                  </a:lnTo>
                  <a:lnTo>
                    <a:pt x="101924" y="225772"/>
                  </a:lnTo>
                  <a:lnTo>
                    <a:pt x="99015" y="187642"/>
                  </a:lnTo>
                  <a:lnTo>
                    <a:pt x="96605" y="149492"/>
                  </a:lnTo>
                  <a:lnTo>
                    <a:pt x="95311" y="111315"/>
                  </a:lnTo>
                  <a:lnTo>
                    <a:pt x="95311" y="103506"/>
                  </a:lnTo>
                  <a:lnTo>
                    <a:pt x="97121" y="64834"/>
                  </a:lnTo>
                  <a:lnTo>
                    <a:pt x="105304" y="27010"/>
                  </a:lnTo>
                  <a:lnTo>
                    <a:pt x="136756" y="0"/>
                  </a:lnTo>
                  <a:lnTo>
                    <a:pt x="153085" y="1819"/>
                  </a:lnTo>
                  <a:lnTo>
                    <a:pt x="196986" y="25067"/>
                  </a:lnTo>
                  <a:lnTo>
                    <a:pt x="242567" y="78989"/>
                  </a:lnTo>
                  <a:lnTo>
                    <a:pt x="255367" y="117445"/>
                  </a:lnTo>
                  <a:lnTo>
                    <a:pt x="256007" y="139427"/>
                  </a:lnTo>
                  <a:lnTo>
                    <a:pt x="251160" y="161028"/>
                  </a:lnTo>
                  <a:lnTo>
                    <a:pt x="222785" y="193185"/>
                  </a:lnTo>
                  <a:lnTo>
                    <a:pt x="180645" y="199481"/>
                  </a:lnTo>
                  <a:lnTo>
                    <a:pt x="167406" y="198677"/>
                  </a:lnTo>
                  <a:lnTo>
                    <a:pt x="154261" y="197468"/>
                  </a:lnTo>
                  <a:lnTo>
                    <a:pt x="151238" y="197132"/>
                  </a:lnTo>
                  <a:lnTo>
                    <a:pt x="148299" y="196880"/>
                  </a:lnTo>
                  <a:lnTo>
                    <a:pt x="145528" y="196544"/>
                  </a:lnTo>
                  <a:lnTo>
                    <a:pt x="143009" y="196376"/>
                  </a:lnTo>
                  <a:lnTo>
                    <a:pt x="140573" y="196208"/>
                  </a:lnTo>
                  <a:lnTo>
                    <a:pt x="138390" y="196040"/>
                  </a:lnTo>
                  <a:lnTo>
                    <a:pt x="134527" y="196040"/>
                  </a:lnTo>
                  <a:lnTo>
                    <a:pt x="129237" y="198224"/>
                  </a:lnTo>
                  <a:lnTo>
                    <a:pt x="129321" y="198979"/>
                  </a:lnTo>
                  <a:lnTo>
                    <a:pt x="148177" y="217707"/>
                  </a:lnTo>
                  <a:lnTo>
                    <a:pt x="154009" y="222659"/>
                  </a:lnTo>
                  <a:lnTo>
                    <a:pt x="186566" y="252749"/>
                  </a:lnTo>
                  <a:lnTo>
                    <a:pt x="208425" y="286308"/>
                  </a:lnTo>
                  <a:lnTo>
                    <a:pt x="211112" y="301590"/>
                  </a:lnTo>
                  <a:lnTo>
                    <a:pt x="211028" y="304613"/>
                  </a:lnTo>
                  <a:lnTo>
                    <a:pt x="190129" y="345728"/>
                  </a:lnTo>
                  <a:lnTo>
                    <a:pt x="150818" y="366163"/>
                  </a:lnTo>
                  <a:lnTo>
                    <a:pt x="128351" y="369616"/>
                  </a:lnTo>
                  <a:lnTo>
                    <a:pt x="112498" y="367912"/>
                  </a:lnTo>
                  <a:lnTo>
                    <a:pt x="100375" y="360253"/>
                  </a:lnTo>
                  <a:lnTo>
                    <a:pt x="95311" y="344331"/>
                  </a:lnTo>
                  <a:lnTo>
                    <a:pt x="95395" y="342063"/>
                  </a:lnTo>
                  <a:lnTo>
                    <a:pt x="95479" y="339712"/>
                  </a:lnTo>
                  <a:lnTo>
                    <a:pt x="109251" y="297476"/>
                  </a:lnTo>
                  <a:lnTo>
                    <a:pt x="139643" y="247717"/>
                  </a:lnTo>
                  <a:lnTo>
                    <a:pt x="170972" y="207376"/>
                  </a:lnTo>
                  <a:lnTo>
                    <a:pt x="209583" y="165582"/>
                  </a:lnTo>
                  <a:lnTo>
                    <a:pt x="240989" y="137169"/>
                  </a:lnTo>
                  <a:lnTo>
                    <a:pt x="276883" y="112811"/>
                  </a:lnTo>
                  <a:lnTo>
                    <a:pt x="297690" y="106109"/>
                  </a:lnTo>
                  <a:lnTo>
                    <a:pt x="301217" y="106109"/>
                  </a:lnTo>
                  <a:lnTo>
                    <a:pt x="302896" y="106361"/>
                  </a:lnTo>
                  <a:lnTo>
                    <a:pt x="304492" y="106613"/>
                  </a:lnTo>
                  <a:lnTo>
                    <a:pt x="315131" y="116011"/>
                  </a:lnTo>
                  <a:lnTo>
                    <a:pt x="318932" y="133254"/>
                  </a:lnTo>
                  <a:lnTo>
                    <a:pt x="318684" y="152269"/>
                  </a:lnTo>
                  <a:lnTo>
                    <a:pt x="304691" y="230854"/>
                  </a:lnTo>
                  <a:lnTo>
                    <a:pt x="291926" y="279451"/>
                  </a:lnTo>
                  <a:lnTo>
                    <a:pt x="278244" y="327802"/>
                  </a:lnTo>
                  <a:lnTo>
                    <a:pt x="265192" y="376239"/>
                  </a:lnTo>
                  <a:lnTo>
                    <a:pt x="264688" y="378590"/>
                  </a:lnTo>
                  <a:lnTo>
                    <a:pt x="264184" y="380857"/>
                  </a:lnTo>
                  <a:lnTo>
                    <a:pt x="263680" y="382957"/>
                  </a:lnTo>
                  <a:lnTo>
                    <a:pt x="263344" y="384972"/>
                  </a:lnTo>
                  <a:lnTo>
                    <a:pt x="262471" y="397576"/>
                  </a:lnTo>
                  <a:lnTo>
                    <a:pt x="266587" y="396870"/>
                  </a:lnTo>
                  <a:lnTo>
                    <a:pt x="273008" y="389144"/>
                  </a:lnTo>
                  <a:lnTo>
                    <a:pt x="279048" y="380689"/>
                  </a:lnTo>
                  <a:lnTo>
                    <a:pt x="280643" y="378338"/>
                  </a:lnTo>
                  <a:lnTo>
                    <a:pt x="282323" y="375987"/>
                  </a:lnTo>
                  <a:lnTo>
                    <a:pt x="319405" y="324434"/>
                  </a:lnTo>
                  <a:lnTo>
                    <a:pt x="367557" y="286811"/>
                  </a:lnTo>
                  <a:lnTo>
                    <a:pt x="369656" y="286727"/>
                  </a:lnTo>
                  <a:lnTo>
                    <a:pt x="371756" y="286811"/>
                  </a:lnTo>
                  <a:lnTo>
                    <a:pt x="402970" y="322941"/>
                  </a:lnTo>
                  <a:lnTo>
                    <a:pt x="410552" y="363644"/>
                  </a:lnTo>
                  <a:lnTo>
                    <a:pt x="410804" y="367506"/>
                  </a:lnTo>
                  <a:lnTo>
                    <a:pt x="409407" y="396643"/>
                  </a:lnTo>
                  <a:lnTo>
                    <a:pt x="391918" y="449827"/>
                  </a:lnTo>
                  <a:lnTo>
                    <a:pt x="366549" y="486491"/>
                  </a:lnTo>
                  <a:lnTo>
                    <a:pt x="324253" y="526410"/>
                  </a:lnTo>
                  <a:lnTo>
                    <a:pt x="288320" y="551320"/>
                  </a:lnTo>
                  <a:lnTo>
                    <a:pt x="249913" y="572429"/>
                  </a:lnTo>
                  <a:lnTo>
                    <a:pt x="210692" y="589522"/>
                  </a:lnTo>
                  <a:lnTo>
                    <a:pt x="169461" y="601529"/>
                  </a:lnTo>
                  <a:lnTo>
                    <a:pt x="164758" y="602033"/>
                  </a:lnTo>
                  <a:lnTo>
                    <a:pt x="162911" y="602033"/>
                  </a:lnTo>
                  <a:lnTo>
                    <a:pt x="159552" y="600438"/>
                  </a:lnTo>
                  <a:lnTo>
                    <a:pt x="159636" y="600018"/>
                  </a:lnTo>
                  <a:lnTo>
                    <a:pt x="161399" y="597499"/>
                  </a:lnTo>
                  <a:lnTo>
                    <a:pt x="161987" y="596827"/>
                  </a:lnTo>
                  <a:lnTo>
                    <a:pt x="165953" y="593318"/>
                  </a:lnTo>
                  <a:lnTo>
                    <a:pt x="170493" y="590550"/>
                  </a:lnTo>
                  <a:lnTo>
                    <a:pt x="174919" y="587674"/>
                  </a:lnTo>
                  <a:lnTo>
                    <a:pt x="219195" y="562360"/>
                  </a:lnTo>
                  <a:lnTo>
                    <a:pt x="237732" y="552239"/>
                  </a:lnTo>
                  <a:lnTo>
                    <a:pt x="243778" y="548880"/>
                  </a:lnTo>
                  <a:lnTo>
                    <a:pt x="282852" y="527337"/>
                  </a:lnTo>
                  <a:lnTo>
                    <a:pt x="335340" y="497185"/>
                  </a:lnTo>
                  <a:lnTo>
                    <a:pt x="373099" y="473560"/>
                  </a:lnTo>
                  <a:lnTo>
                    <a:pt x="413532" y="444002"/>
                  </a:lnTo>
                  <a:lnTo>
                    <a:pt x="440027" y="416208"/>
                  </a:lnTo>
                  <a:lnTo>
                    <a:pt x="449023" y="396768"/>
                  </a:lnTo>
                  <a:lnTo>
                    <a:pt x="448590" y="379393"/>
                  </a:lnTo>
                  <a:lnTo>
                    <a:pt x="423904" y="349873"/>
                  </a:lnTo>
                  <a:lnTo>
                    <a:pt x="380130" y="327806"/>
                  </a:lnTo>
                  <a:lnTo>
                    <a:pt x="340997" y="314451"/>
                  </a:lnTo>
                  <a:lnTo>
                    <a:pt x="289544" y="300414"/>
                  </a:lnTo>
                  <a:lnTo>
                    <a:pt x="261413" y="293697"/>
                  </a:lnTo>
                  <a:lnTo>
                    <a:pt x="254107" y="292018"/>
                  </a:lnTo>
                </a:path>
              </a:pathLst>
            </a:custGeom>
            <a:ln w="3175">
              <a:solidFill>
                <a:srgbClr val="003E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/>
            <p:cNvSpPr/>
            <p:nvPr/>
          </p:nvSpPr>
          <p:spPr>
            <a:xfrm>
              <a:off x="1654720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787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787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/>
            <p:cNvSpPr/>
            <p:nvPr/>
          </p:nvSpPr>
          <p:spPr>
            <a:xfrm>
              <a:off x="16589360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/>
            <p:cNvSpPr/>
            <p:nvPr/>
          </p:nvSpPr>
          <p:spPr>
            <a:xfrm>
              <a:off x="1657357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/>
            <p:cNvSpPr/>
            <p:nvPr/>
          </p:nvSpPr>
          <p:spPr>
            <a:xfrm>
              <a:off x="16601283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0"/>
                  </a:moveTo>
                  <a:lnTo>
                    <a:pt x="0" y="29893"/>
                  </a:lnTo>
                  <a:lnTo>
                    <a:pt x="1343" y="35183"/>
                  </a:lnTo>
                  <a:lnTo>
                    <a:pt x="3946" y="36862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/>
            <p:cNvSpPr/>
            <p:nvPr/>
          </p:nvSpPr>
          <p:spPr>
            <a:xfrm>
              <a:off x="16597336" y="1273715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 h="0">
                  <a:moveTo>
                    <a:pt x="0" y="0"/>
                  </a:moveTo>
                  <a:lnTo>
                    <a:pt x="923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/>
            <p:cNvSpPr/>
            <p:nvPr/>
          </p:nvSpPr>
          <p:spPr>
            <a:xfrm>
              <a:off x="1661446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/>
            <p:cNvSpPr/>
            <p:nvPr/>
          </p:nvSpPr>
          <p:spPr>
            <a:xfrm>
              <a:off x="1666594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8474" y="5206"/>
                  </a:moveTo>
                  <a:lnTo>
                    <a:pt x="15787" y="1679"/>
                  </a:lnTo>
                  <a:lnTo>
                    <a:pt x="11840" y="0"/>
                  </a:lnTo>
                  <a:lnTo>
                    <a:pt x="6550" y="0"/>
                  </a:lnTo>
                  <a:lnTo>
                    <a:pt x="2603" y="1679"/>
                  </a:lnTo>
                  <a:lnTo>
                    <a:pt x="0" y="5206"/>
                  </a:lnTo>
                  <a:lnTo>
                    <a:pt x="0" y="8732"/>
                  </a:lnTo>
                  <a:lnTo>
                    <a:pt x="1343" y="12259"/>
                  </a:lnTo>
                  <a:lnTo>
                    <a:pt x="2603" y="14022"/>
                  </a:lnTo>
                  <a:lnTo>
                    <a:pt x="5290" y="15786"/>
                  </a:lnTo>
                  <a:lnTo>
                    <a:pt x="13184" y="19312"/>
                  </a:lnTo>
                  <a:lnTo>
                    <a:pt x="15787" y="21076"/>
                  </a:lnTo>
                  <a:lnTo>
                    <a:pt x="17130" y="22839"/>
                  </a:lnTo>
                  <a:lnTo>
                    <a:pt x="18474" y="26366"/>
                  </a:lnTo>
                  <a:lnTo>
                    <a:pt x="18474" y="31656"/>
                  </a:lnTo>
                  <a:lnTo>
                    <a:pt x="15787" y="35183"/>
                  </a:lnTo>
                  <a:lnTo>
                    <a:pt x="11840" y="36862"/>
                  </a:lnTo>
                  <a:lnTo>
                    <a:pt x="6550" y="36862"/>
                  </a:lnTo>
                  <a:lnTo>
                    <a:pt x="2603" y="35183"/>
                  </a:lnTo>
                  <a:lnTo>
                    <a:pt x="0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2" name="object 672"/>
            <p:cNvSpPr/>
            <p:nvPr/>
          </p:nvSpPr>
          <p:spPr>
            <a:xfrm>
              <a:off x="16692312" y="12723128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1763"/>
                  </a:move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lnTo>
                    <a:pt x="0" y="176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3" name="object 673"/>
            <p:cNvSpPr/>
            <p:nvPr/>
          </p:nvSpPr>
          <p:spPr>
            <a:xfrm>
              <a:off x="16693656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/>
            <p:cNvSpPr/>
            <p:nvPr/>
          </p:nvSpPr>
          <p:spPr>
            <a:xfrm>
              <a:off x="16706839" y="12737150"/>
              <a:ext cx="12065" cy="37465"/>
            </a:xfrm>
            <a:custGeom>
              <a:avLst/>
              <a:gdLst/>
              <a:ahLst/>
              <a:cxnLst/>
              <a:rect l="l" t="t" r="r" b="b"/>
              <a:pathLst>
                <a:path w="12065" h="37465">
                  <a:moveTo>
                    <a:pt x="11840" y="0"/>
                  </a:moveTo>
                  <a:lnTo>
                    <a:pt x="11840" y="28129"/>
                  </a:lnTo>
                  <a:lnTo>
                    <a:pt x="10580" y="33419"/>
                  </a:lnTo>
                  <a:lnTo>
                    <a:pt x="9237" y="35183"/>
                  </a:lnTo>
                  <a:lnTo>
                    <a:pt x="6550" y="36946"/>
                  </a:lnTo>
                  <a:lnTo>
                    <a:pt x="2603" y="36946"/>
                  </a:lnTo>
                  <a:lnTo>
                    <a:pt x="0" y="35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/>
            <p:cNvSpPr/>
            <p:nvPr/>
          </p:nvSpPr>
          <p:spPr>
            <a:xfrm>
              <a:off x="1670289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/>
            <p:cNvSpPr/>
            <p:nvPr/>
          </p:nvSpPr>
          <p:spPr>
            <a:xfrm>
              <a:off x="16729261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/>
            <p:cNvSpPr/>
            <p:nvPr/>
          </p:nvSpPr>
          <p:spPr>
            <a:xfrm>
              <a:off x="16729261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/>
            <p:cNvSpPr/>
            <p:nvPr/>
          </p:nvSpPr>
          <p:spPr>
            <a:xfrm>
              <a:off x="16753026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/>
            <p:cNvSpPr/>
            <p:nvPr/>
          </p:nvSpPr>
          <p:spPr>
            <a:xfrm>
              <a:off x="16792578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/>
            <p:cNvSpPr/>
            <p:nvPr/>
          </p:nvSpPr>
          <p:spPr>
            <a:xfrm>
              <a:off x="16776790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787" y="5290"/>
                  </a:move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1" name="object 681"/>
            <p:cNvSpPr/>
            <p:nvPr/>
          </p:nvSpPr>
          <p:spPr>
            <a:xfrm>
              <a:off x="16803159" y="12737150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526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/>
            <p:cNvSpPr/>
            <p:nvPr/>
          </p:nvSpPr>
          <p:spPr>
            <a:xfrm>
              <a:off x="16803159" y="12758311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1343" y="0"/>
                  </a:moveTo>
                  <a:lnTo>
                    <a:pt x="0" y="1763"/>
                  </a:lnTo>
                  <a:lnTo>
                    <a:pt x="1343" y="3442"/>
                  </a:lnTo>
                  <a:lnTo>
                    <a:pt x="2603" y="1763"/>
                  </a:lnTo>
                  <a:lnTo>
                    <a:pt x="134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/>
            <p:cNvSpPr/>
            <p:nvPr/>
          </p:nvSpPr>
          <p:spPr>
            <a:xfrm>
              <a:off x="16844054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0" y="36862"/>
                  </a:moveTo>
                  <a:lnTo>
                    <a:pt x="0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8732"/>
                  </a:lnTo>
                  <a:lnTo>
                    <a:pt x="18474" y="14022"/>
                  </a:lnTo>
                  <a:lnTo>
                    <a:pt x="18474" y="22839"/>
                  </a:lnTo>
                  <a:lnTo>
                    <a:pt x="17130" y="28129"/>
                  </a:lnTo>
                  <a:lnTo>
                    <a:pt x="15871" y="31656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0" y="3686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/>
            <p:cNvSpPr/>
            <p:nvPr/>
          </p:nvSpPr>
          <p:spPr>
            <a:xfrm>
              <a:off x="1687042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871" y="10580"/>
                  </a:lnTo>
                  <a:lnTo>
                    <a:pt x="15871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5" name="object 685"/>
            <p:cNvSpPr/>
            <p:nvPr/>
          </p:nvSpPr>
          <p:spPr>
            <a:xfrm>
              <a:off x="1689418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15871" y="5290"/>
                  </a:moveTo>
                  <a:lnTo>
                    <a:pt x="13184" y="1763"/>
                  </a:lnTo>
                  <a:lnTo>
                    <a:pt x="10580" y="0"/>
                  </a:lnTo>
                  <a:lnTo>
                    <a:pt x="6634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634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871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/>
            <p:cNvSpPr/>
            <p:nvPr/>
          </p:nvSpPr>
          <p:spPr>
            <a:xfrm>
              <a:off x="16917952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580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343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343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580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/>
            <p:cNvSpPr/>
            <p:nvPr/>
          </p:nvSpPr>
          <p:spPr>
            <a:xfrm>
              <a:off x="16942977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/>
            <p:cNvSpPr/>
            <p:nvPr/>
          </p:nvSpPr>
          <p:spPr>
            <a:xfrm>
              <a:off x="16942977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4030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268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/>
            <p:cNvSpPr/>
            <p:nvPr/>
          </p:nvSpPr>
          <p:spPr>
            <a:xfrm>
              <a:off x="16957505" y="12737150"/>
              <a:ext cx="14604" cy="24765"/>
            </a:xfrm>
            <a:custGeom>
              <a:avLst/>
              <a:gdLst/>
              <a:ahLst/>
              <a:cxnLst/>
              <a:rect l="l" t="t" r="r" b="b"/>
              <a:pathLst>
                <a:path w="14605" h="24765">
                  <a:moveTo>
                    <a:pt x="0" y="7053"/>
                  </a:move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  <a:lnTo>
                    <a:pt x="13184" y="1763"/>
                  </a:lnTo>
                  <a:lnTo>
                    <a:pt x="14527" y="7053"/>
                  </a:lnTo>
                  <a:lnTo>
                    <a:pt x="14527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/>
            <p:cNvSpPr/>
            <p:nvPr/>
          </p:nvSpPr>
          <p:spPr>
            <a:xfrm>
              <a:off x="16982613" y="12724891"/>
              <a:ext cx="0" cy="37465"/>
            </a:xfrm>
            <a:custGeom>
              <a:avLst/>
              <a:gdLst/>
              <a:ahLst/>
              <a:cxnLst/>
              <a:rect l="l" t="t" r="r" b="b"/>
              <a:pathLst>
                <a:path w="0" h="37465">
                  <a:moveTo>
                    <a:pt x="0" y="0"/>
                  </a:moveTo>
                  <a:lnTo>
                    <a:pt x="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/>
            <p:cNvSpPr/>
            <p:nvPr/>
          </p:nvSpPr>
          <p:spPr>
            <a:xfrm>
              <a:off x="16982613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5290"/>
                  </a:moveTo>
                  <a:lnTo>
                    <a:pt x="2603" y="1763"/>
                  </a:lnTo>
                  <a:lnTo>
                    <a:pt x="5290" y="0"/>
                  </a:lnTo>
                  <a:lnTo>
                    <a:pt x="9237" y="0"/>
                  </a:lnTo>
                  <a:lnTo>
                    <a:pt x="11840" y="1763"/>
                  </a:lnTo>
                  <a:lnTo>
                    <a:pt x="14527" y="5290"/>
                  </a:lnTo>
                  <a:lnTo>
                    <a:pt x="15787" y="10580"/>
                  </a:lnTo>
                  <a:lnTo>
                    <a:pt x="15787" y="14106"/>
                  </a:lnTo>
                  <a:lnTo>
                    <a:pt x="14527" y="19396"/>
                  </a:lnTo>
                  <a:lnTo>
                    <a:pt x="11840" y="22923"/>
                  </a:lnTo>
                  <a:lnTo>
                    <a:pt x="9237" y="24603"/>
                  </a:lnTo>
                  <a:lnTo>
                    <a:pt x="5290" y="24603"/>
                  </a:lnTo>
                  <a:lnTo>
                    <a:pt x="2603" y="22923"/>
                  </a:lnTo>
                  <a:lnTo>
                    <a:pt x="0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/>
            <p:cNvSpPr/>
            <p:nvPr/>
          </p:nvSpPr>
          <p:spPr>
            <a:xfrm>
              <a:off x="17006378" y="12737150"/>
              <a:ext cx="15875" cy="24765"/>
            </a:xfrm>
            <a:custGeom>
              <a:avLst/>
              <a:gdLst/>
              <a:ahLst/>
              <a:cxnLst/>
              <a:rect l="l" t="t" r="r" b="b"/>
              <a:pathLst>
                <a:path w="15875" h="24765">
                  <a:moveTo>
                    <a:pt x="0" y="10580"/>
                  </a:moveTo>
                  <a:lnTo>
                    <a:pt x="15787" y="10580"/>
                  </a:lnTo>
                  <a:lnTo>
                    <a:pt x="15787" y="7053"/>
                  </a:lnTo>
                  <a:lnTo>
                    <a:pt x="14527" y="3526"/>
                  </a:lnTo>
                  <a:lnTo>
                    <a:pt x="13184" y="1763"/>
                  </a:lnTo>
                  <a:lnTo>
                    <a:pt x="10496" y="0"/>
                  </a:lnTo>
                  <a:lnTo>
                    <a:pt x="6550" y="0"/>
                  </a:lnTo>
                  <a:lnTo>
                    <a:pt x="3946" y="1763"/>
                  </a:lnTo>
                  <a:lnTo>
                    <a:pt x="1259" y="5290"/>
                  </a:lnTo>
                  <a:lnTo>
                    <a:pt x="0" y="10580"/>
                  </a:lnTo>
                  <a:lnTo>
                    <a:pt x="0" y="14106"/>
                  </a:lnTo>
                  <a:lnTo>
                    <a:pt x="1259" y="19396"/>
                  </a:lnTo>
                  <a:lnTo>
                    <a:pt x="3946" y="22923"/>
                  </a:lnTo>
                  <a:lnTo>
                    <a:pt x="6550" y="24603"/>
                  </a:lnTo>
                  <a:lnTo>
                    <a:pt x="10496" y="24603"/>
                  </a:lnTo>
                  <a:lnTo>
                    <a:pt x="13184" y="22923"/>
                  </a:lnTo>
                  <a:lnTo>
                    <a:pt x="15787" y="193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3" name="object 693"/>
            <p:cNvSpPr/>
            <p:nvPr/>
          </p:nvSpPr>
          <p:spPr>
            <a:xfrm>
              <a:off x="17031403" y="12737150"/>
              <a:ext cx="0" cy="24765"/>
            </a:xfrm>
            <a:custGeom>
              <a:avLst/>
              <a:gdLst/>
              <a:ahLst/>
              <a:cxnLst/>
              <a:rect l="l" t="t" r="r" b="b"/>
              <a:pathLst>
                <a:path w="0" h="24765">
                  <a:moveTo>
                    <a:pt x="0" y="0"/>
                  </a:moveTo>
                  <a:lnTo>
                    <a:pt x="0" y="246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/>
            <p:cNvSpPr/>
            <p:nvPr/>
          </p:nvSpPr>
          <p:spPr>
            <a:xfrm>
              <a:off x="17031403" y="12737150"/>
              <a:ext cx="10795" cy="10795"/>
            </a:xfrm>
            <a:custGeom>
              <a:avLst/>
              <a:gdLst/>
              <a:ahLst/>
              <a:cxnLst/>
              <a:rect l="l" t="t" r="r" b="b"/>
              <a:pathLst>
                <a:path w="10794" h="10795">
                  <a:moveTo>
                    <a:pt x="0" y="10580"/>
                  </a:moveTo>
                  <a:lnTo>
                    <a:pt x="1343" y="5290"/>
                  </a:lnTo>
                  <a:lnTo>
                    <a:pt x="3946" y="1763"/>
                  </a:lnTo>
                  <a:lnTo>
                    <a:pt x="6634" y="0"/>
                  </a:lnTo>
                  <a:lnTo>
                    <a:pt x="105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/>
            <p:cNvSpPr/>
            <p:nvPr/>
          </p:nvSpPr>
          <p:spPr>
            <a:xfrm>
              <a:off x="17078931" y="12724891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5">
                  <a:moveTo>
                    <a:pt x="0" y="6969"/>
                  </a:moveTo>
                  <a:lnTo>
                    <a:pt x="2603" y="5206"/>
                  </a:lnTo>
                  <a:lnTo>
                    <a:pt x="6550" y="0"/>
                  </a:lnTo>
                  <a:lnTo>
                    <a:pt x="6550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6" name="object 696"/>
            <p:cNvSpPr/>
            <p:nvPr/>
          </p:nvSpPr>
          <p:spPr>
            <a:xfrm>
              <a:off x="17101353" y="12724891"/>
              <a:ext cx="17145" cy="37465"/>
            </a:xfrm>
            <a:custGeom>
              <a:avLst/>
              <a:gdLst/>
              <a:ahLst/>
              <a:cxnLst/>
              <a:rect l="l" t="t" r="r" b="b"/>
              <a:pathLst>
                <a:path w="17144" h="37465">
                  <a:moveTo>
                    <a:pt x="17130" y="12259"/>
                  </a:moveTo>
                  <a:lnTo>
                    <a:pt x="0" y="12259"/>
                  </a:lnTo>
                  <a:lnTo>
                    <a:pt x="0" y="10496"/>
                  </a:lnTo>
                  <a:lnTo>
                    <a:pt x="1343" y="5206"/>
                  </a:lnTo>
                  <a:lnTo>
                    <a:pt x="3946" y="1679"/>
                  </a:lnTo>
                  <a:lnTo>
                    <a:pt x="7893" y="0"/>
                  </a:lnTo>
                  <a:lnTo>
                    <a:pt x="9237" y="0"/>
                  </a:lnTo>
                  <a:lnTo>
                    <a:pt x="13184" y="1679"/>
                  </a:lnTo>
                  <a:lnTo>
                    <a:pt x="15871" y="5206"/>
                  </a:lnTo>
                  <a:lnTo>
                    <a:pt x="17130" y="12259"/>
                  </a:lnTo>
                  <a:lnTo>
                    <a:pt x="17130" y="21076"/>
                  </a:lnTo>
                  <a:lnTo>
                    <a:pt x="15871" y="29893"/>
                  </a:lnTo>
                  <a:lnTo>
                    <a:pt x="13184" y="35183"/>
                  </a:lnTo>
                  <a:lnTo>
                    <a:pt x="9237" y="36862"/>
                  </a:lnTo>
                  <a:lnTo>
                    <a:pt x="6634" y="36862"/>
                  </a:lnTo>
                  <a:lnTo>
                    <a:pt x="2603" y="35183"/>
                  </a:lnTo>
                  <a:lnTo>
                    <a:pt x="1343" y="316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7" name="object 697"/>
            <p:cNvSpPr/>
            <p:nvPr/>
          </p:nvSpPr>
          <p:spPr>
            <a:xfrm>
              <a:off x="17129065" y="12758311"/>
              <a:ext cx="3175" cy="10795"/>
            </a:xfrm>
            <a:custGeom>
              <a:avLst/>
              <a:gdLst/>
              <a:ahLst/>
              <a:cxnLst/>
              <a:rect l="l" t="t" r="r" b="b"/>
              <a:pathLst>
                <a:path w="3175" h="10795">
                  <a:moveTo>
                    <a:pt x="2603" y="1763"/>
                  </a:moveTo>
                  <a:lnTo>
                    <a:pt x="1343" y="3442"/>
                  </a:lnTo>
                  <a:lnTo>
                    <a:pt x="0" y="1763"/>
                  </a:lnTo>
                  <a:lnTo>
                    <a:pt x="1343" y="0"/>
                  </a:lnTo>
                  <a:lnTo>
                    <a:pt x="2603" y="1763"/>
                  </a:lnTo>
                  <a:lnTo>
                    <a:pt x="2603" y="5206"/>
                  </a:lnTo>
                  <a:lnTo>
                    <a:pt x="1343" y="8732"/>
                  </a:lnTo>
                  <a:lnTo>
                    <a:pt x="0" y="1049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/>
            <p:cNvSpPr/>
            <p:nvPr/>
          </p:nvSpPr>
          <p:spPr>
            <a:xfrm>
              <a:off x="1716861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87" y="3442"/>
                  </a:lnTo>
                  <a:lnTo>
                    <a:pt x="3946" y="1679"/>
                  </a:lnTo>
                  <a:lnTo>
                    <a:pt x="6634" y="0"/>
                  </a:lnTo>
                  <a:lnTo>
                    <a:pt x="11924" y="0"/>
                  </a:lnTo>
                  <a:lnTo>
                    <a:pt x="14527" y="1679"/>
                  </a:lnTo>
                  <a:lnTo>
                    <a:pt x="15871" y="3442"/>
                  </a:lnTo>
                  <a:lnTo>
                    <a:pt x="17214" y="6969"/>
                  </a:lnTo>
                  <a:lnTo>
                    <a:pt x="17214" y="10496"/>
                  </a:lnTo>
                  <a:lnTo>
                    <a:pt x="15871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/>
            <p:cNvSpPr/>
            <p:nvPr/>
          </p:nvSpPr>
          <p:spPr>
            <a:xfrm>
              <a:off x="17195069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7893" y="0"/>
                  </a:moveTo>
                  <a:lnTo>
                    <a:pt x="3946" y="1679"/>
                  </a:lnTo>
                  <a:lnTo>
                    <a:pt x="1259" y="6969"/>
                  </a:lnTo>
                  <a:lnTo>
                    <a:pt x="0" y="15786"/>
                  </a:lnTo>
                  <a:lnTo>
                    <a:pt x="0" y="21076"/>
                  </a:lnTo>
                  <a:lnTo>
                    <a:pt x="1259" y="29893"/>
                  </a:lnTo>
                  <a:lnTo>
                    <a:pt x="3946" y="35183"/>
                  </a:lnTo>
                  <a:lnTo>
                    <a:pt x="7893" y="36862"/>
                  </a:lnTo>
                  <a:lnTo>
                    <a:pt x="10496" y="36862"/>
                  </a:lnTo>
                  <a:lnTo>
                    <a:pt x="14443" y="35183"/>
                  </a:lnTo>
                  <a:lnTo>
                    <a:pt x="17130" y="29893"/>
                  </a:lnTo>
                  <a:lnTo>
                    <a:pt x="18474" y="21076"/>
                  </a:lnTo>
                  <a:lnTo>
                    <a:pt x="18474" y="15786"/>
                  </a:lnTo>
                  <a:lnTo>
                    <a:pt x="17130" y="6969"/>
                  </a:lnTo>
                  <a:lnTo>
                    <a:pt x="14443" y="1679"/>
                  </a:lnTo>
                  <a:lnTo>
                    <a:pt x="10496" y="0"/>
                  </a:lnTo>
                  <a:lnTo>
                    <a:pt x="7893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/>
            <p:cNvSpPr/>
            <p:nvPr/>
          </p:nvSpPr>
          <p:spPr>
            <a:xfrm>
              <a:off x="17221437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343" y="8732"/>
                  </a:moveTo>
                  <a:lnTo>
                    <a:pt x="1343" y="6969"/>
                  </a:lnTo>
                  <a:lnTo>
                    <a:pt x="2603" y="3442"/>
                  </a:lnTo>
                  <a:lnTo>
                    <a:pt x="3946" y="1679"/>
                  </a:lnTo>
                  <a:lnTo>
                    <a:pt x="6550" y="0"/>
                  </a:lnTo>
                  <a:lnTo>
                    <a:pt x="11840" y="0"/>
                  </a:lnTo>
                  <a:lnTo>
                    <a:pt x="14527" y="1679"/>
                  </a:lnTo>
                  <a:lnTo>
                    <a:pt x="15787" y="3442"/>
                  </a:lnTo>
                  <a:lnTo>
                    <a:pt x="17130" y="6969"/>
                  </a:lnTo>
                  <a:lnTo>
                    <a:pt x="17130" y="10496"/>
                  </a:lnTo>
                  <a:lnTo>
                    <a:pt x="15787" y="14022"/>
                  </a:lnTo>
                  <a:lnTo>
                    <a:pt x="13184" y="19312"/>
                  </a:lnTo>
                  <a:lnTo>
                    <a:pt x="0" y="36862"/>
                  </a:lnTo>
                  <a:lnTo>
                    <a:pt x="18474" y="3686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/>
            <p:cNvSpPr/>
            <p:nvPr/>
          </p:nvSpPr>
          <p:spPr>
            <a:xfrm>
              <a:off x="17247805" y="12724891"/>
              <a:ext cx="19050" cy="37465"/>
            </a:xfrm>
            <a:custGeom>
              <a:avLst/>
              <a:gdLst/>
              <a:ahLst/>
              <a:cxnLst/>
              <a:rect l="l" t="t" r="r" b="b"/>
              <a:pathLst>
                <a:path w="19050" h="37465">
                  <a:moveTo>
                    <a:pt x="15871" y="0"/>
                  </a:moveTo>
                  <a:lnTo>
                    <a:pt x="2687" y="0"/>
                  </a:lnTo>
                  <a:lnTo>
                    <a:pt x="1343" y="15786"/>
                  </a:lnTo>
                  <a:lnTo>
                    <a:pt x="2687" y="14022"/>
                  </a:lnTo>
                  <a:lnTo>
                    <a:pt x="6634" y="12259"/>
                  </a:lnTo>
                  <a:lnTo>
                    <a:pt x="10580" y="12259"/>
                  </a:lnTo>
                  <a:lnTo>
                    <a:pt x="14527" y="14022"/>
                  </a:lnTo>
                  <a:lnTo>
                    <a:pt x="17130" y="17549"/>
                  </a:lnTo>
                  <a:lnTo>
                    <a:pt x="18474" y="22839"/>
                  </a:lnTo>
                  <a:lnTo>
                    <a:pt x="18474" y="26366"/>
                  </a:lnTo>
                  <a:lnTo>
                    <a:pt x="17130" y="31656"/>
                  </a:lnTo>
                  <a:lnTo>
                    <a:pt x="14527" y="35183"/>
                  </a:lnTo>
                  <a:lnTo>
                    <a:pt x="10580" y="36862"/>
                  </a:lnTo>
                  <a:lnTo>
                    <a:pt x="6634" y="36862"/>
                  </a:lnTo>
                  <a:lnTo>
                    <a:pt x="2687" y="35183"/>
                  </a:lnTo>
                  <a:lnTo>
                    <a:pt x="1343" y="33419"/>
                  </a:lnTo>
                  <a:lnTo>
                    <a:pt x="0" y="298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2" name="object 702"/>
          <p:cNvSpPr txBox="1"/>
          <p:nvPr/>
        </p:nvSpPr>
        <p:spPr>
          <a:xfrm>
            <a:off x="14437718" y="11211189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704" name="object 704"/>
          <p:cNvSpPr txBox="1"/>
          <p:nvPr/>
        </p:nvSpPr>
        <p:spPr>
          <a:xfrm>
            <a:off x="19397141" y="12447153"/>
            <a:ext cx="220979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705" name="object 705"/>
          <p:cNvSpPr txBox="1"/>
          <p:nvPr/>
        </p:nvSpPr>
        <p:spPr>
          <a:xfrm>
            <a:off x="18623458" y="12461237"/>
            <a:ext cx="551815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706" name="object 706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707" name="object 707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708" name="object 708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709" name="object 709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710" name="object 710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703" name="object 703"/>
          <p:cNvSpPr txBox="1"/>
          <p:nvPr/>
        </p:nvSpPr>
        <p:spPr>
          <a:xfrm>
            <a:off x="14437718" y="11924760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CLINTON, IOWA </a:t>
            </a:r>
            <a:r>
              <a:rPr dirty="0" sz="1100" spc="-10">
                <a:latin typeface="Verdana"/>
                <a:cs typeface="Verdana"/>
              </a:rPr>
              <a:t>52732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{{GC_PHONE}}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117044"/>
                </a:moveTo>
                <a:lnTo>
                  <a:pt x="594125" y="12116967"/>
                </a:lnTo>
                <a:lnTo>
                  <a:pt x="594203" y="12364467"/>
                </a:lnTo>
                <a:lnTo>
                  <a:pt x="0" y="12364467"/>
                </a:lnTo>
                <a:lnTo>
                  <a:pt x="0" y="12117044"/>
                </a:lnTo>
                <a:close/>
              </a:path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1218268" y="12364467"/>
                </a:lnTo>
                <a:lnTo>
                  <a:pt x="1218268" y="12611890"/>
                </a:lnTo>
                <a:lnTo>
                  <a:pt x="594203" y="12611890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77" y="4088931"/>
                </a:moveTo>
                <a:lnTo>
                  <a:pt x="77" y="3598219"/>
                </a:lnTo>
                <a:lnTo>
                  <a:pt x="111767" y="3598219"/>
                </a:lnTo>
                <a:lnTo>
                  <a:pt x="111767" y="4088931"/>
                </a:lnTo>
                <a:lnTo>
                  <a:pt x="77" y="4088931"/>
                </a:lnTo>
                <a:close/>
              </a:path>
              <a:path w="1218565" h="12842875">
                <a:moveTo>
                  <a:pt x="77" y="297067"/>
                </a:moveTo>
                <a:lnTo>
                  <a:pt x="77" y="25"/>
                </a:lnTo>
                <a:lnTo>
                  <a:pt x="111767" y="25"/>
                </a:lnTo>
                <a:lnTo>
                  <a:pt x="111767" y="297067"/>
                </a:lnTo>
                <a:lnTo>
                  <a:pt x="77" y="2970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8596703" y="2253808"/>
            <a:ext cx="120014" cy="206502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38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{{PROJECT_NAME}}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{{CITY_STATE}}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7044" y="12214248"/>
              <a:ext cx="794200" cy="80191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8738384" y="11415534"/>
            <a:ext cx="1030605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7937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S1.1</a:t>
            </a:r>
            <a:endParaRPr sz="1800">
              <a:latin typeface="Verdana"/>
              <a:cs typeface="Verdana"/>
            </a:endParaRPr>
          </a:p>
          <a:p>
            <a:pPr algn="ctr" marR="76835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Pad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107971" y="768718"/>
            <a:ext cx="8943975" cy="10289540"/>
            <a:chOff x="2107971" y="768718"/>
            <a:chExt cx="8943975" cy="10289540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70350" y="10214076"/>
              <a:ext cx="6841001" cy="70496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61876" y="768718"/>
              <a:ext cx="7847812" cy="511327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91119" y="1035004"/>
              <a:ext cx="7399655" cy="4607560"/>
            </a:xfrm>
            <a:custGeom>
              <a:avLst/>
              <a:gdLst/>
              <a:ahLst/>
              <a:cxnLst/>
              <a:rect l="l" t="t" r="r" b="b"/>
              <a:pathLst>
                <a:path w="7399655" h="4607560">
                  <a:moveTo>
                    <a:pt x="0" y="0"/>
                  </a:moveTo>
                  <a:lnTo>
                    <a:pt x="0" y="4607197"/>
                  </a:lnTo>
                </a:path>
                <a:path w="7399655" h="4607560">
                  <a:moveTo>
                    <a:pt x="0" y="4607197"/>
                  </a:moveTo>
                  <a:lnTo>
                    <a:pt x="7399456" y="4607197"/>
                  </a:lnTo>
                  <a:lnTo>
                    <a:pt x="7399456" y="0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724393" y="1968278"/>
              <a:ext cx="5533390" cy="2233930"/>
            </a:xfrm>
            <a:custGeom>
              <a:avLst/>
              <a:gdLst/>
              <a:ahLst/>
              <a:cxnLst/>
              <a:rect l="l" t="t" r="r" b="b"/>
              <a:pathLst>
                <a:path w="5533390" h="2233929">
                  <a:moveTo>
                    <a:pt x="0" y="0"/>
                  </a:moveTo>
                  <a:lnTo>
                    <a:pt x="0" y="139619"/>
                  </a:lnTo>
                </a:path>
                <a:path w="5533390" h="2233929">
                  <a:moveTo>
                    <a:pt x="0" y="2233796"/>
                  </a:moveTo>
                  <a:lnTo>
                    <a:pt x="162880" y="2233796"/>
                  </a:lnTo>
                </a:path>
                <a:path w="5533390" h="2233929">
                  <a:moveTo>
                    <a:pt x="3205114" y="2220905"/>
                  </a:moveTo>
                  <a:lnTo>
                    <a:pt x="3367995" y="2220905"/>
                  </a:lnTo>
                </a:path>
                <a:path w="5533390" h="2233929">
                  <a:moveTo>
                    <a:pt x="1755556" y="2220905"/>
                  </a:moveTo>
                  <a:lnTo>
                    <a:pt x="1755556" y="2081293"/>
                  </a:lnTo>
                </a:path>
                <a:path w="5533390" h="2233929">
                  <a:moveTo>
                    <a:pt x="5369997" y="139619"/>
                  </a:moveTo>
                  <a:lnTo>
                    <a:pt x="5532877" y="139619"/>
                  </a:lnTo>
                </a:path>
                <a:path w="5533390" h="2233929">
                  <a:moveTo>
                    <a:pt x="3367995" y="2081293"/>
                  </a:moveTo>
                  <a:lnTo>
                    <a:pt x="3205114" y="2081293"/>
                  </a:lnTo>
                </a:path>
                <a:path w="5533390" h="2233929">
                  <a:moveTo>
                    <a:pt x="4838696" y="73738"/>
                  </a:moveTo>
                  <a:lnTo>
                    <a:pt x="4838696" y="213350"/>
                  </a:lnTo>
                </a:path>
                <a:path w="5533390" h="2233929">
                  <a:moveTo>
                    <a:pt x="162880" y="0"/>
                  </a:moveTo>
                  <a:lnTo>
                    <a:pt x="0" y="0"/>
                  </a:lnTo>
                </a:path>
                <a:path w="5533390" h="2233929">
                  <a:moveTo>
                    <a:pt x="1592675" y="213350"/>
                  </a:moveTo>
                  <a:lnTo>
                    <a:pt x="1755556" y="213350"/>
                  </a:lnTo>
                </a:path>
                <a:path w="5533390" h="2233929">
                  <a:moveTo>
                    <a:pt x="3378621" y="213350"/>
                  </a:moveTo>
                  <a:lnTo>
                    <a:pt x="3378621" y="73738"/>
                  </a:lnTo>
                </a:path>
                <a:path w="5533390" h="2233929">
                  <a:moveTo>
                    <a:pt x="5001577" y="73738"/>
                  </a:moveTo>
                  <a:lnTo>
                    <a:pt x="4838696" y="73738"/>
                  </a:lnTo>
                </a:path>
                <a:path w="5533390" h="2233929">
                  <a:moveTo>
                    <a:pt x="1755556" y="213350"/>
                  </a:moveTo>
                  <a:lnTo>
                    <a:pt x="1755556" y="73738"/>
                  </a:lnTo>
                </a:path>
                <a:path w="5533390" h="2233929">
                  <a:moveTo>
                    <a:pt x="5532877" y="0"/>
                  </a:moveTo>
                  <a:lnTo>
                    <a:pt x="5369997" y="0"/>
                  </a:lnTo>
                </a:path>
                <a:path w="5533390" h="2233929">
                  <a:moveTo>
                    <a:pt x="3378621" y="73738"/>
                  </a:moveTo>
                  <a:lnTo>
                    <a:pt x="3215740" y="73738"/>
                  </a:lnTo>
                </a:path>
                <a:path w="5533390" h="2233929">
                  <a:moveTo>
                    <a:pt x="5369997" y="2094184"/>
                  </a:moveTo>
                  <a:lnTo>
                    <a:pt x="5369997" y="2233796"/>
                  </a:lnTo>
                </a:path>
                <a:path w="5533390" h="2233929">
                  <a:moveTo>
                    <a:pt x="0" y="2094184"/>
                  </a:moveTo>
                  <a:lnTo>
                    <a:pt x="0" y="2233796"/>
                  </a:lnTo>
                </a:path>
                <a:path w="5533390" h="2233929">
                  <a:moveTo>
                    <a:pt x="4839782" y="2220905"/>
                  </a:moveTo>
                  <a:lnTo>
                    <a:pt x="5002663" y="2220905"/>
                  </a:lnTo>
                </a:path>
                <a:path w="5533390" h="2233929">
                  <a:moveTo>
                    <a:pt x="162880" y="2233796"/>
                  </a:moveTo>
                  <a:lnTo>
                    <a:pt x="162880" y="2094184"/>
                  </a:lnTo>
                </a:path>
                <a:path w="5533390" h="2233929">
                  <a:moveTo>
                    <a:pt x="1592675" y="2220905"/>
                  </a:moveTo>
                  <a:lnTo>
                    <a:pt x="1755556" y="2220905"/>
                  </a:lnTo>
                </a:path>
                <a:path w="5533390" h="2233929">
                  <a:moveTo>
                    <a:pt x="1755556" y="73738"/>
                  </a:moveTo>
                  <a:lnTo>
                    <a:pt x="1592675" y="73738"/>
                  </a:lnTo>
                </a:path>
                <a:path w="5533390" h="2233929">
                  <a:moveTo>
                    <a:pt x="162880" y="2094184"/>
                  </a:moveTo>
                  <a:lnTo>
                    <a:pt x="0" y="2094184"/>
                  </a:lnTo>
                </a:path>
                <a:path w="5533390" h="2233929">
                  <a:moveTo>
                    <a:pt x="4838696" y="213350"/>
                  </a:moveTo>
                  <a:lnTo>
                    <a:pt x="5001577" y="213350"/>
                  </a:lnTo>
                </a:path>
                <a:path w="5533390" h="2233929">
                  <a:moveTo>
                    <a:pt x="5532877" y="2233796"/>
                  </a:moveTo>
                  <a:lnTo>
                    <a:pt x="5532877" y="2094184"/>
                  </a:lnTo>
                </a:path>
                <a:path w="5533390" h="2233929">
                  <a:moveTo>
                    <a:pt x="1755556" y="2081293"/>
                  </a:moveTo>
                  <a:lnTo>
                    <a:pt x="1592675" y="2081293"/>
                  </a:lnTo>
                </a:path>
                <a:path w="5533390" h="2233929">
                  <a:moveTo>
                    <a:pt x="162880" y="139619"/>
                  </a:moveTo>
                  <a:lnTo>
                    <a:pt x="162880" y="0"/>
                  </a:lnTo>
                </a:path>
                <a:path w="5533390" h="2233929">
                  <a:moveTo>
                    <a:pt x="3215740" y="213350"/>
                  </a:moveTo>
                  <a:lnTo>
                    <a:pt x="3378621" y="213350"/>
                  </a:lnTo>
                </a:path>
                <a:path w="5533390" h="2233929">
                  <a:moveTo>
                    <a:pt x="5002663" y="2220905"/>
                  </a:moveTo>
                  <a:lnTo>
                    <a:pt x="5002663" y="2081293"/>
                  </a:lnTo>
                  <a:lnTo>
                    <a:pt x="4839782" y="2081293"/>
                  </a:lnTo>
                </a:path>
                <a:path w="5533390" h="2233929">
                  <a:moveTo>
                    <a:pt x="5369997" y="2233796"/>
                  </a:moveTo>
                  <a:lnTo>
                    <a:pt x="5532877" y="2233796"/>
                  </a:lnTo>
                </a:path>
                <a:path w="5533390" h="2233929">
                  <a:moveTo>
                    <a:pt x="0" y="139619"/>
                  </a:moveTo>
                  <a:lnTo>
                    <a:pt x="162880" y="139619"/>
                  </a:lnTo>
                </a:path>
                <a:path w="5533390" h="2233929">
                  <a:moveTo>
                    <a:pt x="4839782" y="2081293"/>
                  </a:moveTo>
                  <a:lnTo>
                    <a:pt x="4839782" y="2220905"/>
                  </a:lnTo>
                </a:path>
                <a:path w="5533390" h="2233929">
                  <a:moveTo>
                    <a:pt x="5532877" y="2094184"/>
                  </a:moveTo>
                  <a:lnTo>
                    <a:pt x="5369997" y="2094184"/>
                  </a:lnTo>
                </a:path>
                <a:path w="5533390" h="2233929">
                  <a:moveTo>
                    <a:pt x="3215740" y="73738"/>
                  </a:moveTo>
                  <a:lnTo>
                    <a:pt x="3215740" y="213350"/>
                  </a:lnTo>
                </a:path>
                <a:path w="5533390" h="2233929">
                  <a:moveTo>
                    <a:pt x="5001577" y="213350"/>
                  </a:moveTo>
                  <a:lnTo>
                    <a:pt x="5001577" y="73738"/>
                  </a:lnTo>
                </a:path>
                <a:path w="5533390" h="2233929">
                  <a:moveTo>
                    <a:pt x="5369997" y="0"/>
                  </a:moveTo>
                  <a:lnTo>
                    <a:pt x="5369997" y="139619"/>
                  </a:lnTo>
                </a:path>
                <a:path w="5533390" h="2233929">
                  <a:moveTo>
                    <a:pt x="5532877" y="139619"/>
                  </a:moveTo>
                  <a:lnTo>
                    <a:pt x="5532877" y="0"/>
                  </a:lnTo>
                </a:path>
                <a:path w="5533390" h="2233929">
                  <a:moveTo>
                    <a:pt x="3367995" y="2220905"/>
                  </a:moveTo>
                  <a:lnTo>
                    <a:pt x="3367995" y="2081293"/>
                  </a:lnTo>
                </a:path>
                <a:path w="5533390" h="2233929">
                  <a:moveTo>
                    <a:pt x="3205114" y="2081293"/>
                  </a:moveTo>
                  <a:lnTo>
                    <a:pt x="3205114" y="2220905"/>
                  </a:lnTo>
                </a:path>
                <a:path w="5533390" h="2233929">
                  <a:moveTo>
                    <a:pt x="1592675" y="73738"/>
                  </a:moveTo>
                  <a:lnTo>
                    <a:pt x="1592675" y="213350"/>
                  </a:lnTo>
                </a:path>
                <a:path w="5533390" h="2233929">
                  <a:moveTo>
                    <a:pt x="1592675" y="2081293"/>
                  </a:moveTo>
                  <a:lnTo>
                    <a:pt x="1592675" y="2220905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782564" y="2014815"/>
              <a:ext cx="5416550" cy="2141220"/>
            </a:xfrm>
            <a:custGeom>
              <a:avLst/>
              <a:gdLst/>
              <a:ahLst/>
              <a:cxnLst/>
              <a:rect l="l" t="t" r="r" b="b"/>
              <a:pathLst>
                <a:path w="5416550" h="2141220">
                  <a:moveTo>
                    <a:pt x="29287" y="798"/>
                  </a:moveTo>
                  <a:lnTo>
                    <a:pt x="34902" y="3117"/>
                  </a:lnTo>
                  <a:lnTo>
                    <a:pt x="39719" y="6817"/>
                  </a:lnTo>
                </a:path>
                <a:path w="5416550" h="2141220">
                  <a:moveTo>
                    <a:pt x="11634" y="3117"/>
                  </a:moveTo>
                  <a:lnTo>
                    <a:pt x="17249" y="798"/>
                  </a:lnTo>
                </a:path>
                <a:path w="5416550" h="2141220">
                  <a:moveTo>
                    <a:pt x="791" y="29295"/>
                  </a:moveTo>
                  <a:lnTo>
                    <a:pt x="0" y="23276"/>
                  </a:lnTo>
                </a:path>
                <a:path w="5416550" h="2141220">
                  <a:moveTo>
                    <a:pt x="6817" y="6817"/>
                  </a:moveTo>
                  <a:lnTo>
                    <a:pt x="11634" y="3117"/>
                  </a:lnTo>
                </a:path>
                <a:path w="5416550" h="2141220">
                  <a:moveTo>
                    <a:pt x="29287" y="45746"/>
                  </a:moveTo>
                  <a:lnTo>
                    <a:pt x="23268" y="46537"/>
                  </a:lnTo>
                </a:path>
                <a:path w="5416550" h="2141220">
                  <a:moveTo>
                    <a:pt x="39719" y="6817"/>
                  </a:moveTo>
                  <a:lnTo>
                    <a:pt x="43419" y="11634"/>
                  </a:lnTo>
                </a:path>
                <a:path w="5416550" h="2141220">
                  <a:moveTo>
                    <a:pt x="791" y="2111426"/>
                  </a:moveTo>
                  <a:lnTo>
                    <a:pt x="3117" y="2105819"/>
                  </a:lnTo>
                </a:path>
                <a:path w="5416550" h="2141220">
                  <a:moveTo>
                    <a:pt x="6817" y="2100994"/>
                  </a:moveTo>
                  <a:lnTo>
                    <a:pt x="11634" y="2097302"/>
                  </a:lnTo>
                </a:path>
                <a:path w="5416550" h="2141220">
                  <a:moveTo>
                    <a:pt x="45746" y="2123472"/>
                  </a:moveTo>
                  <a:lnTo>
                    <a:pt x="43419" y="2129087"/>
                  </a:lnTo>
                </a:path>
                <a:path w="5416550" h="2141220">
                  <a:moveTo>
                    <a:pt x="45746" y="29295"/>
                  </a:moveTo>
                  <a:lnTo>
                    <a:pt x="43419" y="34902"/>
                  </a:lnTo>
                </a:path>
                <a:path w="5416550" h="2141220">
                  <a:moveTo>
                    <a:pt x="0" y="2117453"/>
                  </a:moveTo>
                  <a:lnTo>
                    <a:pt x="791" y="2111426"/>
                  </a:lnTo>
                </a:path>
                <a:path w="5416550" h="2141220">
                  <a:moveTo>
                    <a:pt x="3117" y="11634"/>
                  </a:moveTo>
                  <a:lnTo>
                    <a:pt x="6817" y="6817"/>
                  </a:lnTo>
                </a:path>
                <a:path w="5416550" h="2141220">
                  <a:moveTo>
                    <a:pt x="23268" y="2094184"/>
                  </a:moveTo>
                  <a:lnTo>
                    <a:pt x="29287" y="2094975"/>
                  </a:lnTo>
                </a:path>
                <a:path w="5416550" h="2141220">
                  <a:moveTo>
                    <a:pt x="11634" y="43427"/>
                  </a:moveTo>
                  <a:lnTo>
                    <a:pt x="6817" y="39727"/>
                  </a:lnTo>
                </a:path>
                <a:path w="5416550" h="2141220">
                  <a:moveTo>
                    <a:pt x="6817" y="2133904"/>
                  </a:moveTo>
                  <a:lnTo>
                    <a:pt x="3117" y="2129087"/>
                  </a:lnTo>
                </a:path>
                <a:path w="5416550" h="2141220">
                  <a:moveTo>
                    <a:pt x="791" y="17249"/>
                  </a:moveTo>
                  <a:lnTo>
                    <a:pt x="3117" y="11634"/>
                  </a:lnTo>
                </a:path>
                <a:path w="5416550" h="2141220">
                  <a:moveTo>
                    <a:pt x="23268" y="0"/>
                  </a:moveTo>
                  <a:lnTo>
                    <a:pt x="29287" y="798"/>
                  </a:lnTo>
                </a:path>
                <a:path w="5416550" h="2141220">
                  <a:moveTo>
                    <a:pt x="3117" y="2105819"/>
                  </a:moveTo>
                  <a:lnTo>
                    <a:pt x="6817" y="2100994"/>
                  </a:lnTo>
                </a:path>
                <a:path w="5416550" h="2141220">
                  <a:moveTo>
                    <a:pt x="0" y="23276"/>
                  </a:moveTo>
                  <a:lnTo>
                    <a:pt x="791" y="17249"/>
                  </a:lnTo>
                </a:path>
                <a:path w="5416550" h="2141220">
                  <a:moveTo>
                    <a:pt x="46537" y="2117453"/>
                  </a:moveTo>
                  <a:lnTo>
                    <a:pt x="45746" y="2123472"/>
                  </a:lnTo>
                </a:path>
                <a:path w="5416550" h="2141220">
                  <a:moveTo>
                    <a:pt x="43419" y="2129087"/>
                  </a:moveTo>
                  <a:lnTo>
                    <a:pt x="39719" y="2133904"/>
                  </a:lnTo>
                </a:path>
                <a:path w="5416550" h="2141220">
                  <a:moveTo>
                    <a:pt x="3117" y="34902"/>
                  </a:moveTo>
                  <a:lnTo>
                    <a:pt x="791" y="29295"/>
                  </a:lnTo>
                </a:path>
                <a:path w="5416550" h="2141220">
                  <a:moveTo>
                    <a:pt x="29287" y="2139923"/>
                  </a:moveTo>
                  <a:lnTo>
                    <a:pt x="23268" y="2140722"/>
                  </a:lnTo>
                </a:path>
                <a:path w="5416550" h="2141220">
                  <a:moveTo>
                    <a:pt x="11634" y="2097302"/>
                  </a:moveTo>
                  <a:lnTo>
                    <a:pt x="17249" y="2094975"/>
                  </a:lnTo>
                </a:path>
                <a:path w="5416550" h="2141220">
                  <a:moveTo>
                    <a:pt x="45746" y="17249"/>
                  </a:moveTo>
                  <a:lnTo>
                    <a:pt x="46537" y="23276"/>
                  </a:lnTo>
                </a:path>
                <a:path w="5416550" h="2141220">
                  <a:moveTo>
                    <a:pt x="3117" y="2129087"/>
                  </a:moveTo>
                  <a:lnTo>
                    <a:pt x="791" y="2123472"/>
                  </a:lnTo>
                </a:path>
                <a:path w="5416550" h="2141220">
                  <a:moveTo>
                    <a:pt x="43419" y="11634"/>
                  </a:moveTo>
                  <a:lnTo>
                    <a:pt x="45746" y="17249"/>
                  </a:lnTo>
                </a:path>
                <a:path w="5416550" h="2141220">
                  <a:moveTo>
                    <a:pt x="43419" y="34902"/>
                  </a:moveTo>
                  <a:lnTo>
                    <a:pt x="39719" y="39727"/>
                  </a:lnTo>
                </a:path>
                <a:path w="5416550" h="2141220">
                  <a:moveTo>
                    <a:pt x="39719" y="39727"/>
                  </a:moveTo>
                  <a:lnTo>
                    <a:pt x="34902" y="43427"/>
                  </a:lnTo>
                  <a:lnTo>
                    <a:pt x="29287" y="45746"/>
                  </a:lnTo>
                </a:path>
                <a:path w="5416550" h="2141220">
                  <a:moveTo>
                    <a:pt x="791" y="2123472"/>
                  </a:moveTo>
                  <a:lnTo>
                    <a:pt x="0" y="2117453"/>
                  </a:lnTo>
                </a:path>
                <a:path w="5416550" h="2141220">
                  <a:moveTo>
                    <a:pt x="17249" y="798"/>
                  </a:moveTo>
                  <a:lnTo>
                    <a:pt x="23268" y="0"/>
                  </a:lnTo>
                </a:path>
                <a:path w="5416550" h="2141220">
                  <a:moveTo>
                    <a:pt x="43419" y="2105819"/>
                  </a:moveTo>
                  <a:lnTo>
                    <a:pt x="45746" y="2111426"/>
                  </a:lnTo>
                </a:path>
                <a:path w="5416550" h="2141220">
                  <a:moveTo>
                    <a:pt x="34902" y="2097302"/>
                  </a:moveTo>
                  <a:lnTo>
                    <a:pt x="39719" y="2100994"/>
                  </a:lnTo>
                </a:path>
                <a:path w="5416550" h="2141220">
                  <a:moveTo>
                    <a:pt x="11634" y="2137604"/>
                  </a:moveTo>
                  <a:lnTo>
                    <a:pt x="6817" y="2133904"/>
                  </a:lnTo>
                </a:path>
                <a:path w="5416550" h="2141220">
                  <a:moveTo>
                    <a:pt x="46537" y="23276"/>
                  </a:moveTo>
                  <a:lnTo>
                    <a:pt x="45746" y="29295"/>
                  </a:lnTo>
                </a:path>
                <a:path w="5416550" h="2141220">
                  <a:moveTo>
                    <a:pt x="39719" y="2100994"/>
                  </a:moveTo>
                  <a:lnTo>
                    <a:pt x="43419" y="2105819"/>
                  </a:lnTo>
                </a:path>
                <a:path w="5416550" h="2141220">
                  <a:moveTo>
                    <a:pt x="17249" y="2139923"/>
                  </a:moveTo>
                  <a:lnTo>
                    <a:pt x="11634" y="2137604"/>
                  </a:lnTo>
                </a:path>
                <a:path w="5416550" h="2141220">
                  <a:moveTo>
                    <a:pt x="17249" y="45746"/>
                  </a:moveTo>
                  <a:lnTo>
                    <a:pt x="11634" y="43427"/>
                  </a:lnTo>
                </a:path>
                <a:path w="5416550" h="2141220">
                  <a:moveTo>
                    <a:pt x="45746" y="2111426"/>
                  </a:moveTo>
                  <a:lnTo>
                    <a:pt x="46537" y="2117453"/>
                  </a:lnTo>
                </a:path>
                <a:path w="5416550" h="2141220">
                  <a:moveTo>
                    <a:pt x="39719" y="2133904"/>
                  </a:moveTo>
                  <a:lnTo>
                    <a:pt x="34902" y="2137604"/>
                  </a:lnTo>
                  <a:lnTo>
                    <a:pt x="29287" y="2139923"/>
                  </a:lnTo>
                </a:path>
                <a:path w="5416550" h="2141220">
                  <a:moveTo>
                    <a:pt x="23268" y="2140722"/>
                  </a:moveTo>
                  <a:lnTo>
                    <a:pt x="17249" y="2139923"/>
                  </a:lnTo>
                </a:path>
                <a:path w="5416550" h="2141220">
                  <a:moveTo>
                    <a:pt x="23268" y="46537"/>
                  </a:moveTo>
                  <a:lnTo>
                    <a:pt x="17249" y="45746"/>
                  </a:lnTo>
                </a:path>
                <a:path w="5416550" h="2141220">
                  <a:moveTo>
                    <a:pt x="17249" y="2094975"/>
                  </a:moveTo>
                  <a:lnTo>
                    <a:pt x="23268" y="2094184"/>
                  </a:lnTo>
                </a:path>
                <a:path w="5416550" h="2141220">
                  <a:moveTo>
                    <a:pt x="6817" y="39727"/>
                  </a:moveTo>
                  <a:lnTo>
                    <a:pt x="3117" y="34902"/>
                  </a:lnTo>
                </a:path>
                <a:path w="5416550" h="2141220">
                  <a:moveTo>
                    <a:pt x="29287" y="2094975"/>
                  </a:moveTo>
                  <a:lnTo>
                    <a:pt x="34902" y="2097302"/>
                  </a:lnTo>
                </a:path>
                <a:path w="5416550" h="2141220">
                  <a:moveTo>
                    <a:pt x="5370772" y="29295"/>
                  </a:moveTo>
                  <a:lnTo>
                    <a:pt x="5369997" y="23276"/>
                  </a:lnTo>
                  <a:lnTo>
                    <a:pt x="5370772" y="17249"/>
                  </a:lnTo>
                  <a:lnTo>
                    <a:pt x="5373099" y="11634"/>
                  </a:lnTo>
                  <a:lnTo>
                    <a:pt x="5376822" y="6817"/>
                  </a:lnTo>
                  <a:lnTo>
                    <a:pt x="5381631" y="3117"/>
                  </a:lnTo>
                  <a:lnTo>
                    <a:pt x="5387216" y="798"/>
                  </a:lnTo>
                  <a:lnTo>
                    <a:pt x="5393265" y="0"/>
                  </a:lnTo>
                  <a:lnTo>
                    <a:pt x="5399315" y="798"/>
                  </a:lnTo>
                  <a:lnTo>
                    <a:pt x="5416534" y="23276"/>
                  </a:lnTo>
                  <a:lnTo>
                    <a:pt x="5415758" y="29295"/>
                  </a:lnTo>
                  <a:lnTo>
                    <a:pt x="5393265" y="46537"/>
                  </a:lnTo>
                  <a:lnTo>
                    <a:pt x="5387216" y="45746"/>
                  </a:lnTo>
                  <a:lnTo>
                    <a:pt x="5381631" y="43427"/>
                  </a:lnTo>
                  <a:lnTo>
                    <a:pt x="5376822" y="39727"/>
                  </a:lnTo>
                  <a:lnTo>
                    <a:pt x="5373099" y="34902"/>
                  </a:lnTo>
                  <a:lnTo>
                    <a:pt x="5370772" y="29295"/>
                  </a:lnTo>
                </a:path>
                <a:path w="5416550" h="2141220">
                  <a:moveTo>
                    <a:pt x="5370772" y="2123472"/>
                  </a:moveTo>
                  <a:lnTo>
                    <a:pt x="5369997" y="2117453"/>
                  </a:lnTo>
                  <a:lnTo>
                    <a:pt x="5370772" y="2111426"/>
                  </a:lnTo>
                  <a:lnTo>
                    <a:pt x="5373099" y="2105819"/>
                  </a:lnTo>
                  <a:lnTo>
                    <a:pt x="5376822" y="2100994"/>
                  </a:lnTo>
                  <a:lnTo>
                    <a:pt x="5381631" y="2097302"/>
                  </a:lnTo>
                  <a:lnTo>
                    <a:pt x="5387216" y="2094975"/>
                  </a:lnTo>
                  <a:lnTo>
                    <a:pt x="5393265" y="2094184"/>
                  </a:lnTo>
                  <a:lnTo>
                    <a:pt x="5399315" y="2094975"/>
                  </a:lnTo>
                  <a:lnTo>
                    <a:pt x="5416534" y="2117453"/>
                  </a:lnTo>
                  <a:lnTo>
                    <a:pt x="5415758" y="2123472"/>
                  </a:lnTo>
                  <a:lnTo>
                    <a:pt x="5393265" y="2140722"/>
                  </a:lnTo>
                  <a:lnTo>
                    <a:pt x="5387216" y="2139930"/>
                  </a:lnTo>
                  <a:lnTo>
                    <a:pt x="5381631" y="2137604"/>
                  </a:lnTo>
                  <a:lnTo>
                    <a:pt x="5376822" y="2133904"/>
                  </a:lnTo>
                  <a:lnTo>
                    <a:pt x="5373099" y="2129087"/>
                  </a:lnTo>
                  <a:lnTo>
                    <a:pt x="5370772" y="2123472"/>
                  </a:lnTo>
                </a:path>
              </a:pathLst>
            </a:custGeom>
            <a:ln w="3878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916831" y="5398834"/>
              <a:ext cx="7167245" cy="139700"/>
            </a:xfrm>
            <a:custGeom>
              <a:avLst/>
              <a:gdLst/>
              <a:ahLst/>
              <a:cxnLst/>
              <a:rect l="l" t="t" r="r" b="b"/>
              <a:pathLst>
                <a:path w="7167245" h="139700">
                  <a:moveTo>
                    <a:pt x="7027096" y="0"/>
                  </a:moveTo>
                  <a:lnTo>
                    <a:pt x="7166708" y="0"/>
                  </a:lnTo>
                  <a:lnTo>
                    <a:pt x="7166708" y="139611"/>
                  </a:lnTo>
                  <a:lnTo>
                    <a:pt x="7027096" y="139611"/>
                  </a:lnTo>
                  <a:lnTo>
                    <a:pt x="7027096" y="0"/>
                  </a:lnTo>
                </a:path>
                <a:path w="7167245" h="139700">
                  <a:moveTo>
                    <a:pt x="3513563" y="0"/>
                  </a:moveTo>
                  <a:lnTo>
                    <a:pt x="3653175" y="0"/>
                  </a:lnTo>
                  <a:lnTo>
                    <a:pt x="3653175" y="139611"/>
                  </a:lnTo>
                  <a:lnTo>
                    <a:pt x="3513563" y="139611"/>
                  </a:lnTo>
                  <a:lnTo>
                    <a:pt x="3513563" y="0"/>
                  </a:lnTo>
                </a:path>
                <a:path w="7167245" h="139700">
                  <a:moveTo>
                    <a:pt x="0" y="0"/>
                  </a:moveTo>
                  <a:lnTo>
                    <a:pt x="139611" y="0"/>
                  </a:lnTo>
                  <a:lnTo>
                    <a:pt x="139611" y="139611"/>
                  </a:lnTo>
                  <a:lnTo>
                    <a:pt x="0" y="139611"/>
                  </a:lnTo>
                  <a:lnTo>
                    <a:pt x="0" y="0"/>
                  </a:lnTo>
                </a:path>
                <a:path w="7167245" h="139700">
                  <a:moveTo>
                    <a:pt x="5281948" y="0"/>
                  </a:moveTo>
                  <a:lnTo>
                    <a:pt x="5421560" y="0"/>
                  </a:lnTo>
                  <a:lnTo>
                    <a:pt x="5421560" y="139611"/>
                  </a:lnTo>
                  <a:lnTo>
                    <a:pt x="5281948" y="139611"/>
                  </a:lnTo>
                  <a:lnTo>
                    <a:pt x="5281948" y="0"/>
                  </a:lnTo>
                </a:path>
                <a:path w="7167245" h="139700">
                  <a:moveTo>
                    <a:pt x="1745147" y="0"/>
                  </a:moveTo>
                  <a:lnTo>
                    <a:pt x="1884759" y="0"/>
                  </a:lnTo>
                  <a:lnTo>
                    <a:pt x="1884759" y="139611"/>
                  </a:lnTo>
                  <a:lnTo>
                    <a:pt x="1745147" y="139611"/>
                  </a:lnTo>
                  <a:lnTo>
                    <a:pt x="174514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724393" y="1968278"/>
              <a:ext cx="5533390" cy="2233930"/>
            </a:xfrm>
            <a:custGeom>
              <a:avLst/>
              <a:gdLst/>
              <a:ahLst/>
              <a:cxnLst/>
              <a:rect l="l" t="t" r="r" b="b"/>
              <a:pathLst>
                <a:path w="5533390" h="2233929">
                  <a:moveTo>
                    <a:pt x="5532877" y="139619"/>
                  </a:moveTo>
                  <a:lnTo>
                    <a:pt x="5532877" y="2094184"/>
                  </a:lnTo>
                </a:path>
                <a:path w="5533390" h="2233929">
                  <a:moveTo>
                    <a:pt x="162880" y="0"/>
                  </a:moveTo>
                  <a:lnTo>
                    <a:pt x="5369997" y="0"/>
                  </a:lnTo>
                </a:path>
                <a:path w="5533390" h="2233929">
                  <a:moveTo>
                    <a:pt x="0" y="2094184"/>
                  </a:moveTo>
                  <a:lnTo>
                    <a:pt x="0" y="139619"/>
                  </a:lnTo>
                </a:path>
                <a:path w="5533390" h="2233929">
                  <a:moveTo>
                    <a:pt x="5369997" y="2233796"/>
                  </a:moveTo>
                  <a:lnTo>
                    <a:pt x="162880" y="2233796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10193" y="6873810"/>
              <a:ext cx="8941593" cy="418422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791126" y="9934853"/>
              <a:ext cx="7399655" cy="930910"/>
            </a:xfrm>
            <a:custGeom>
              <a:avLst/>
              <a:gdLst/>
              <a:ahLst/>
              <a:cxnLst/>
              <a:rect l="l" t="t" r="r" b="b"/>
              <a:pathLst>
                <a:path w="7399655" h="930909">
                  <a:moveTo>
                    <a:pt x="279223" y="279223"/>
                  </a:moveTo>
                  <a:lnTo>
                    <a:pt x="132584" y="279223"/>
                  </a:lnTo>
                </a:path>
                <a:path w="7399655" h="930909">
                  <a:moveTo>
                    <a:pt x="118041" y="279223"/>
                  </a:moveTo>
                  <a:lnTo>
                    <a:pt x="0" y="279223"/>
                  </a:lnTo>
                </a:path>
                <a:path w="7399655" h="930909">
                  <a:moveTo>
                    <a:pt x="7399448" y="279223"/>
                  </a:moveTo>
                  <a:lnTo>
                    <a:pt x="7281631" y="279223"/>
                  </a:lnTo>
                </a:path>
                <a:path w="7399655" h="930909">
                  <a:moveTo>
                    <a:pt x="7267050" y="279223"/>
                  </a:moveTo>
                  <a:lnTo>
                    <a:pt x="7120225" y="279223"/>
                  </a:lnTo>
                </a:path>
                <a:path w="7399655" h="930909">
                  <a:moveTo>
                    <a:pt x="143241" y="196852"/>
                  </a:moveTo>
                  <a:lnTo>
                    <a:pt x="141488" y="197550"/>
                  </a:lnTo>
                </a:path>
                <a:path w="7399655" h="930909">
                  <a:moveTo>
                    <a:pt x="146631" y="188631"/>
                  </a:moveTo>
                  <a:lnTo>
                    <a:pt x="146879" y="190570"/>
                  </a:lnTo>
                  <a:lnTo>
                    <a:pt x="146631" y="192431"/>
                  </a:lnTo>
                  <a:lnTo>
                    <a:pt x="145909" y="194137"/>
                  </a:lnTo>
                  <a:lnTo>
                    <a:pt x="144754" y="195689"/>
                  </a:lnTo>
                </a:path>
                <a:path w="7399655" h="930909">
                  <a:moveTo>
                    <a:pt x="139611" y="183279"/>
                  </a:moveTo>
                  <a:lnTo>
                    <a:pt x="141488" y="183511"/>
                  </a:lnTo>
                  <a:lnTo>
                    <a:pt x="143241" y="184210"/>
                  </a:lnTo>
                  <a:lnTo>
                    <a:pt x="144754" y="185373"/>
                  </a:lnTo>
                </a:path>
                <a:path w="7399655" h="930909">
                  <a:moveTo>
                    <a:pt x="144754" y="185373"/>
                  </a:moveTo>
                  <a:lnTo>
                    <a:pt x="145909" y="186924"/>
                  </a:lnTo>
                  <a:lnTo>
                    <a:pt x="146631" y="188631"/>
                  </a:lnTo>
                </a:path>
                <a:path w="7399655" h="930909">
                  <a:moveTo>
                    <a:pt x="134469" y="185373"/>
                  </a:moveTo>
                  <a:lnTo>
                    <a:pt x="135974" y="184210"/>
                  </a:lnTo>
                  <a:lnTo>
                    <a:pt x="137727" y="183511"/>
                  </a:lnTo>
                </a:path>
                <a:path w="7399655" h="930909">
                  <a:moveTo>
                    <a:pt x="132336" y="190570"/>
                  </a:moveTo>
                  <a:lnTo>
                    <a:pt x="132584" y="188631"/>
                  </a:lnTo>
                </a:path>
                <a:path w="7399655" h="930909">
                  <a:moveTo>
                    <a:pt x="139611" y="197783"/>
                  </a:moveTo>
                  <a:lnTo>
                    <a:pt x="137727" y="197550"/>
                  </a:lnTo>
                  <a:lnTo>
                    <a:pt x="135974" y="196852"/>
                  </a:lnTo>
                </a:path>
                <a:path w="7399655" h="930909">
                  <a:moveTo>
                    <a:pt x="133313" y="186924"/>
                  </a:moveTo>
                  <a:lnTo>
                    <a:pt x="134469" y="185373"/>
                  </a:lnTo>
                </a:path>
                <a:path w="7399655" h="930909">
                  <a:moveTo>
                    <a:pt x="144754" y="195689"/>
                  </a:moveTo>
                  <a:lnTo>
                    <a:pt x="143241" y="196852"/>
                  </a:lnTo>
                </a:path>
                <a:path w="7399655" h="930909">
                  <a:moveTo>
                    <a:pt x="137727" y="183511"/>
                  </a:moveTo>
                  <a:lnTo>
                    <a:pt x="139611" y="183279"/>
                  </a:lnTo>
                </a:path>
                <a:path w="7399655" h="930909">
                  <a:moveTo>
                    <a:pt x="135974" y="196852"/>
                  </a:moveTo>
                  <a:lnTo>
                    <a:pt x="134469" y="195689"/>
                  </a:lnTo>
                  <a:lnTo>
                    <a:pt x="133313" y="194137"/>
                  </a:lnTo>
                </a:path>
                <a:path w="7399655" h="930909">
                  <a:moveTo>
                    <a:pt x="132584" y="188631"/>
                  </a:moveTo>
                  <a:lnTo>
                    <a:pt x="133313" y="186924"/>
                  </a:lnTo>
                </a:path>
                <a:path w="7399655" h="930909">
                  <a:moveTo>
                    <a:pt x="133313" y="194137"/>
                  </a:moveTo>
                  <a:lnTo>
                    <a:pt x="132584" y="192431"/>
                  </a:lnTo>
                  <a:lnTo>
                    <a:pt x="132336" y="190570"/>
                  </a:lnTo>
                </a:path>
                <a:path w="7399655" h="930909">
                  <a:moveTo>
                    <a:pt x="141488" y="197550"/>
                  </a:moveTo>
                  <a:lnTo>
                    <a:pt x="139611" y="197783"/>
                  </a:lnTo>
                </a:path>
                <a:path w="7399655" h="930909">
                  <a:moveTo>
                    <a:pt x="132584" y="197783"/>
                  </a:moveTo>
                  <a:lnTo>
                    <a:pt x="132584" y="197783"/>
                  </a:lnTo>
                  <a:lnTo>
                    <a:pt x="132584" y="212132"/>
                  </a:lnTo>
                  <a:lnTo>
                    <a:pt x="132584" y="212365"/>
                  </a:lnTo>
                </a:path>
                <a:path w="7399655" h="930909">
                  <a:moveTo>
                    <a:pt x="132584" y="212365"/>
                  </a:moveTo>
                  <a:lnTo>
                    <a:pt x="7267050" y="212365"/>
                  </a:lnTo>
                  <a:lnTo>
                    <a:pt x="7267050" y="212132"/>
                  </a:lnTo>
                  <a:lnTo>
                    <a:pt x="7267050" y="211356"/>
                  </a:lnTo>
                  <a:lnTo>
                    <a:pt x="7267050" y="198093"/>
                  </a:lnTo>
                  <a:lnTo>
                    <a:pt x="7267050" y="197783"/>
                  </a:lnTo>
                </a:path>
                <a:path w="7399655" h="930909">
                  <a:moveTo>
                    <a:pt x="553304" y="195689"/>
                  </a:moveTo>
                  <a:lnTo>
                    <a:pt x="552149" y="194137"/>
                  </a:lnTo>
                </a:path>
                <a:path w="7399655" h="930909">
                  <a:moveTo>
                    <a:pt x="565714" y="190570"/>
                  </a:moveTo>
                  <a:lnTo>
                    <a:pt x="558447" y="197783"/>
                  </a:lnTo>
                  <a:lnTo>
                    <a:pt x="556562" y="197550"/>
                  </a:lnTo>
                  <a:lnTo>
                    <a:pt x="554809" y="196852"/>
                  </a:lnTo>
                  <a:lnTo>
                    <a:pt x="553304" y="195689"/>
                  </a:lnTo>
                </a:path>
                <a:path w="7399655" h="930909">
                  <a:moveTo>
                    <a:pt x="552149" y="194137"/>
                  </a:moveTo>
                  <a:lnTo>
                    <a:pt x="551420" y="192431"/>
                  </a:lnTo>
                  <a:lnTo>
                    <a:pt x="551171" y="190570"/>
                  </a:lnTo>
                  <a:lnTo>
                    <a:pt x="551420" y="188631"/>
                  </a:lnTo>
                  <a:lnTo>
                    <a:pt x="558447" y="183279"/>
                  </a:lnTo>
                  <a:lnTo>
                    <a:pt x="560324" y="183511"/>
                  </a:lnTo>
                  <a:lnTo>
                    <a:pt x="562077" y="184210"/>
                  </a:lnTo>
                  <a:lnTo>
                    <a:pt x="563589" y="185373"/>
                  </a:lnTo>
                  <a:lnTo>
                    <a:pt x="564745" y="186924"/>
                  </a:lnTo>
                  <a:lnTo>
                    <a:pt x="565466" y="188631"/>
                  </a:lnTo>
                  <a:lnTo>
                    <a:pt x="565714" y="190570"/>
                  </a:lnTo>
                </a:path>
                <a:path w="7399655" h="930909">
                  <a:moveTo>
                    <a:pt x="972140" y="195689"/>
                  </a:moveTo>
                  <a:lnTo>
                    <a:pt x="970984" y="194137"/>
                  </a:lnTo>
                </a:path>
                <a:path w="7399655" h="930909">
                  <a:moveTo>
                    <a:pt x="984550" y="190570"/>
                  </a:moveTo>
                  <a:lnTo>
                    <a:pt x="977282" y="197783"/>
                  </a:lnTo>
                  <a:lnTo>
                    <a:pt x="975397" y="197550"/>
                  </a:lnTo>
                  <a:lnTo>
                    <a:pt x="973644" y="196852"/>
                  </a:lnTo>
                  <a:lnTo>
                    <a:pt x="972140" y="195689"/>
                  </a:lnTo>
                </a:path>
                <a:path w="7399655" h="930909">
                  <a:moveTo>
                    <a:pt x="970984" y="194137"/>
                  </a:moveTo>
                  <a:lnTo>
                    <a:pt x="970255" y="192431"/>
                  </a:lnTo>
                  <a:lnTo>
                    <a:pt x="970007" y="190570"/>
                  </a:lnTo>
                  <a:lnTo>
                    <a:pt x="970255" y="188631"/>
                  </a:lnTo>
                  <a:lnTo>
                    <a:pt x="977282" y="183279"/>
                  </a:lnTo>
                  <a:lnTo>
                    <a:pt x="979159" y="183511"/>
                  </a:lnTo>
                  <a:lnTo>
                    <a:pt x="980912" y="184210"/>
                  </a:lnTo>
                  <a:lnTo>
                    <a:pt x="982424" y="185373"/>
                  </a:lnTo>
                  <a:lnTo>
                    <a:pt x="983580" y="186924"/>
                  </a:lnTo>
                  <a:lnTo>
                    <a:pt x="984301" y="188631"/>
                  </a:lnTo>
                  <a:lnTo>
                    <a:pt x="984550" y="190570"/>
                  </a:lnTo>
                </a:path>
                <a:path w="7399655" h="930909">
                  <a:moveTo>
                    <a:pt x="1390975" y="195689"/>
                  </a:moveTo>
                  <a:lnTo>
                    <a:pt x="1389819" y="194137"/>
                  </a:lnTo>
                </a:path>
                <a:path w="7399655" h="930909">
                  <a:moveTo>
                    <a:pt x="1403385" y="190570"/>
                  </a:moveTo>
                  <a:lnTo>
                    <a:pt x="1396117" y="197783"/>
                  </a:lnTo>
                  <a:lnTo>
                    <a:pt x="1394233" y="197550"/>
                  </a:lnTo>
                  <a:lnTo>
                    <a:pt x="1392480" y="196852"/>
                  </a:lnTo>
                  <a:lnTo>
                    <a:pt x="1390975" y="195689"/>
                  </a:lnTo>
                </a:path>
                <a:path w="7399655" h="930909">
                  <a:moveTo>
                    <a:pt x="1389819" y="194137"/>
                  </a:moveTo>
                  <a:lnTo>
                    <a:pt x="1389090" y="192431"/>
                  </a:lnTo>
                  <a:lnTo>
                    <a:pt x="1388842" y="190570"/>
                  </a:lnTo>
                  <a:lnTo>
                    <a:pt x="1389090" y="188631"/>
                  </a:lnTo>
                  <a:lnTo>
                    <a:pt x="1396117" y="183279"/>
                  </a:lnTo>
                  <a:lnTo>
                    <a:pt x="1397995" y="183511"/>
                  </a:lnTo>
                  <a:lnTo>
                    <a:pt x="1399747" y="184210"/>
                  </a:lnTo>
                  <a:lnTo>
                    <a:pt x="1401260" y="185373"/>
                  </a:lnTo>
                  <a:lnTo>
                    <a:pt x="1402416" y="186924"/>
                  </a:lnTo>
                  <a:lnTo>
                    <a:pt x="1403137" y="188631"/>
                  </a:lnTo>
                  <a:lnTo>
                    <a:pt x="1403385" y="190570"/>
                  </a:lnTo>
                </a:path>
                <a:path w="7399655" h="930909">
                  <a:moveTo>
                    <a:pt x="1809811" y="195689"/>
                  </a:moveTo>
                  <a:lnTo>
                    <a:pt x="1808655" y="194137"/>
                  </a:lnTo>
                </a:path>
                <a:path w="7399655" h="930909">
                  <a:moveTo>
                    <a:pt x="1822220" y="190570"/>
                  </a:moveTo>
                  <a:lnTo>
                    <a:pt x="1814953" y="197783"/>
                  </a:lnTo>
                  <a:lnTo>
                    <a:pt x="1813068" y="197550"/>
                  </a:lnTo>
                  <a:lnTo>
                    <a:pt x="1811315" y="196852"/>
                  </a:lnTo>
                  <a:lnTo>
                    <a:pt x="1809811" y="195689"/>
                  </a:lnTo>
                </a:path>
                <a:path w="7399655" h="930909">
                  <a:moveTo>
                    <a:pt x="1808655" y="194137"/>
                  </a:moveTo>
                  <a:lnTo>
                    <a:pt x="1807926" y="192431"/>
                  </a:lnTo>
                  <a:lnTo>
                    <a:pt x="1807678" y="190570"/>
                  </a:lnTo>
                  <a:lnTo>
                    <a:pt x="1807926" y="188631"/>
                  </a:lnTo>
                  <a:lnTo>
                    <a:pt x="1814953" y="183279"/>
                  </a:lnTo>
                  <a:lnTo>
                    <a:pt x="1816830" y="183511"/>
                  </a:lnTo>
                  <a:lnTo>
                    <a:pt x="1818583" y="184210"/>
                  </a:lnTo>
                  <a:lnTo>
                    <a:pt x="1820095" y="185373"/>
                  </a:lnTo>
                  <a:lnTo>
                    <a:pt x="1821251" y="186924"/>
                  </a:lnTo>
                  <a:lnTo>
                    <a:pt x="1821972" y="188631"/>
                  </a:lnTo>
                  <a:lnTo>
                    <a:pt x="1822220" y="190570"/>
                  </a:lnTo>
                </a:path>
                <a:path w="7399655" h="930909">
                  <a:moveTo>
                    <a:pt x="2228646" y="195689"/>
                  </a:moveTo>
                  <a:lnTo>
                    <a:pt x="2227490" y="194137"/>
                  </a:lnTo>
                </a:path>
                <a:path w="7399655" h="930909">
                  <a:moveTo>
                    <a:pt x="2241056" y="190570"/>
                  </a:moveTo>
                  <a:lnTo>
                    <a:pt x="2233788" y="197783"/>
                  </a:lnTo>
                  <a:lnTo>
                    <a:pt x="2231904" y="197550"/>
                  </a:lnTo>
                  <a:lnTo>
                    <a:pt x="2230151" y="196852"/>
                  </a:lnTo>
                  <a:lnTo>
                    <a:pt x="2228646" y="195689"/>
                  </a:lnTo>
                </a:path>
                <a:path w="7399655" h="930909">
                  <a:moveTo>
                    <a:pt x="2227490" y="194137"/>
                  </a:moveTo>
                  <a:lnTo>
                    <a:pt x="2226761" y="192431"/>
                  </a:lnTo>
                  <a:lnTo>
                    <a:pt x="2226513" y="190570"/>
                  </a:lnTo>
                  <a:lnTo>
                    <a:pt x="2226761" y="188631"/>
                  </a:lnTo>
                  <a:lnTo>
                    <a:pt x="2233788" y="183279"/>
                  </a:lnTo>
                  <a:lnTo>
                    <a:pt x="2235665" y="183511"/>
                  </a:lnTo>
                  <a:lnTo>
                    <a:pt x="2237418" y="184210"/>
                  </a:lnTo>
                  <a:lnTo>
                    <a:pt x="2238931" y="185373"/>
                  </a:lnTo>
                  <a:lnTo>
                    <a:pt x="2240086" y="186924"/>
                  </a:lnTo>
                  <a:lnTo>
                    <a:pt x="2240808" y="188631"/>
                  </a:lnTo>
                  <a:lnTo>
                    <a:pt x="2241056" y="190570"/>
                  </a:lnTo>
                </a:path>
                <a:path w="7399655" h="930909">
                  <a:moveTo>
                    <a:pt x="2647481" y="195689"/>
                  </a:moveTo>
                  <a:lnTo>
                    <a:pt x="2646326" y="194137"/>
                  </a:lnTo>
                </a:path>
                <a:path w="7399655" h="930909">
                  <a:moveTo>
                    <a:pt x="2659891" y="190570"/>
                  </a:moveTo>
                  <a:lnTo>
                    <a:pt x="2652624" y="197783"/>
                  </a:lnTo>
                  <a:lnTo>
                    <a:pt x="2650739" y="197550"/>
                  </a:lnTo>
                  <a:lnTo>
                    <a:pt x="2648986" y="196852"/>
                  </a:lnTo>
                  <a:lnTo>
                    <a:pt x="2647481" y="195689"/>
                  </a:lnTo>
                </a:path>
                <a:path w="7399655" h="930909">
                  <a:moveTo>
                    <a:pt x="2646326" y="194137"/>
                  </a:moveTo>
                  <a:lnTo>
                    <a:pt x="2645597" y="192431"/>
                  </a:lnTo>
                  <a:lnTo>
                    <a:pt x="2645348" y="190570"/>
                  </a:lnTo>
                  <a:lnTo>
                    <a:pt x="2645597" y="188631"/>
                  </a:lnTo>
                  <a:lnTo>
                    <a:pt x="2652624" y="183279"/>
                  </a:lnTo>
                  <a:lnTo>
                    <a:pt x="2654501" y="183511"/>
                  </a:lnTo>
                  <a:lnTo>
                    <a:pt x="2656254" y="184210"/>
                  </a:lnTo>
                  <a:lnTo>
                    <a:pt x="2657766" y="185373"/>
                  </a:lnTo>
                  <a:lnTo>
                    <a:pt x="2658922" y="186924"/>
                  </a:lnTo>
                  <a:lnTo>
                    <a:pt x="2659643" y="188631"/>
                  </a:lnTo>
                  <a:lnTo>
                    <a:pt x="2659891" y="190570"/>
                  </a:lnTo>
                </a:path>
                <a:path w="7399655" h="930909">
                  <a:moveTo>
                    <a:pt x="3066317" y="195689"/>
                  </a:moveTo>
                  <a:lnTo>
                    <a:pt x="3065161" y="194137"/>
                  </a:lnTo>
                </a:path>
                <a:path w="7399655" h="930909">
                  <a:moveTo>
                    <a:pt x="3078727" y="190570"/>
                  </a:moveTo>
                  <a:lnTo>
                    <a:pt x="3071459" y="197783"/>
                  </a:lnTo>
                  <a:lnTo>
                    <a:pt x="3069574" y="197550"/>
                  </a:lnTo>
                  <a:lnTo>
                    <a:pt x="3067821" y="196852"/>
                  </a:lnTo>
                  <a:lnTo>
                    <a:pt x="3066317" y="195689"/>
                  </a:lnTo>
                </a:path>
                <a:path w="7399655" h="930909">
                  <a:moveTo>
                    <a:pt x="3065161" y="194137"/>
                  </a:moveTo>
                  <a:lnTo>
                    <a:pt x="3064432" y="192431"/>
                  </a:lnTo>
                  <a:lnTo>
                    <a:pt x="3064184" y="190570"/>
                  </a:lnTo>
                  <a:lnTo>
                    <a:pt x="3064432" y="188631"/>
                  </a:lnTo>
                  <a:lnTo>
                    <a:pt x="3071459" y="183279"/>
                  </a:lnTo>
                  <a:lnTo>
                    <a:pt x="3073336" y="183511"/>
                  </a:lnTo>
                  <a:lnTo>
                    <a:pt x="3075089" y="184210"/>
                  </a:lnTo>
                  <a:lnTo>
                    <a:pt x="3076601" y="185373"/>
                  </a:lnTo>
                  <a:lnTo>
                    <a:pt x="3077757" y="186924"/>
                  </a:lnTo>
                  <a:lnTo>
                    <a:pt x="3078478" y="188631"/>
                  </a:lnTo>
                  <a:lnTo>
                    <a:pt x="3078727" y="190570"/>
                  </a:lnTo>
                </a:path>
                <a:path w="7399655" h="930909">
                  <a:moveTo>
                    <a:pt x="3485152" y="195689"/>
                  </a:moveTo>
                  <a:lnTo>
                    <a:pt x="3483996" y="194137"/>
                  </a:lnTo>
                </a:path>
                <a:path w="7399655" h="930909">
                  <a:moveTo>
                    <a:pt x="3497562" y="190570"/>
                  </a:moveTo>
                  <a:lnTo>
                    <a:pt x="3490294" y="197783"/>
                  </a:lnTo>
                  <a:lnTo>
                    <a:pt x="3488410" y="197550"/>
                  </a:lnTo>
                  <a:lnTo>
                    <a:pt x="3486657" y="196852"/>
                  </a:lnTo>
                  <a:lnTo>
                    <a:pt x="3485152" y="195689"/>
                  </a:lnTo>
                </a:path>
                <a:path w="7399655" h="930909">
                  <a:moveTo>
                    <a:pt x="3483996" y="194137"/>
                  </a:moveTo>
                  <a:lnTo>
                    <a:pt x="3483267" y="192431"/>
                  </a:lnTo>
                  <a:lnTo>
                    <a:pt x="3483019" y="190570"/>
                  </a:lnTo>
                  <a:lnTo>
                    <a:pt x="3483267" y="188631"/>
                  </a:lnTo>
                  <a:lnTo>
                    <a:pt x="3490294" y="183279"/>
                  </a:lnTo>
                  <a:lnTo>
                    <a:pt x="3492171" y="183511"/>
                  </a:lnTo>
                  <a:lnTo>
                    <a:pt x="3493924" y="184210"/>
                  </a:lnTo>
                  <a:lnTo>
                    <a:pt x="3495437" y="185373"/>
                  </a:lnTo>
                  <a:lnTo>
                    <a:pt x="3496593" y="186924"/>
                  </a:lnTo>
                  <a:lnTo>
                    <a:pt x="3497314" y="188631"/>
                  </a:lnTo>
                  <a:lnTo>
                    <a:pt x="3497562" y="190570"/>
                  </a:lnTo>
                </a:path>
                <a:path w="7399655" h="930909">
                  <a:moveTo>
                    <a:pt x="3903988" y="195689"/>
                  </a:moveTo>
                  <a:lnTo>
                    <a:pt x="3902832" y="194137"/>
                  </a:lnTo>
                </a:path>
                <a:path w="7399655" h="930909">
                  <a:moveTo>
                    <a:pt x="3916397" y="190570"/>
                  </a:moveTo>
                  <a:lnTo>
                    <a:pt x="3909130" y="197783"/>
                  </a:lnTo>
                  <a:lnTo>
                    <a:pt x="3907245" y="197550"/>
                  </a:lnTo>
                  <a:lnTo>
                    <a:pt x="3905492" y="196852"/>
                  </a:lnTo>
                  <a:lnTo>
                    <a:pt x="3903988" y="195689"/>
                  </a:lnTo>
                </a:path>
                <a:path w="7399655" h="930909">
                  <a:moveTo>
                    <a:pt x="3902832" y="194137"/>
                  </a:moveTo>
                  <a:lnTo>
                    <a:pt x="3902103" y="192431"/>
                  </a:lnTo>
                  <a:lnTo>
                    <a:pt x="3901855" y="190570"/>
                  </a:lnTo>
                  <a:lnTo>
                    <a:pt x="3902103" y="188631"/>
                  </a:lnTo>
                  <a:lnTo>
                    <a:pt x="3909130" y="183279"/>
                  </a:lnTo>
                  <a:lnTo>
                    <a:pt x="3911007" y="183511"/>
                  </a:lnTo>
                  <a:lnTo>
                    <a:pt x="3912760" y="184210"/>
                  </a:lnTo>
                  <a:lnTo>
                    <a:pt x="3914272" y="185373"/>
                  </a:lnTo>
                  <a:lnTo>
                    <a:pt x="3915428" y="186924"/>
                  </a:lnTo>
                  <a:lnTo>
                    <a:pt x="3916149" y="188631"/>
                  </a:lnTo>
                  <a:lnTo>
                    <a:pt x="3916397" y="190570"/>
                  </a:lnTo>
                </a:path>
                <a:path w="7399655" h="930909">
                  <a:moveTo>
                    <a:pt x="4322823" y="195689"/>
                  </a:moveTo>
                  <a:lnTo>
                    <a:pt x="4321667" y="194137"/>
                  </a:lnTo>
                </a:path>
                <a:path w="7399655" h="930909">
                  <a:moveTo>
                    <a:pt x="4335233" y="190570"/>
                  </a:moveTo>
                  <a:lnTo>
                    <a:pt x="4327965" y="197783"/>
                  </a:lnTo>
                  <a:lnTo>
                    <a:pt x="4326081" y="197550"/>
                  </a:lnTo>
                  <a:lnTo>
                    <a:pt x="4324328" y="196852"/>
                  </a:lnTo>
                  <a:lnTo>
                    <a:pt x="4322823" y="195689"/>
                  </a:lnTo>
                </a:path>
                <a:path w="7399655" h="930909">
                  <a:moveTo>
                    <a:pt x="4321667" y="194137"/>
                  </a:moveTo>
                  <a:lnTo>
                    <a:pt x="4320938" y="192431"/>
                  </a:lnTo>
                  <a:lnTo>
                    <a:pt x="4320690" y="190570"/>
                  </a:lnTo>
                  <a:lnTo>
                    <a:pt x="4320938" y="188631"/>
                  </a:lnTo>
                  <a:lnTo>
                    <a:pt x="4327965" y="183279"/>
                  </a:lnTo>
                  <a:lnTo>
                    <a:pt x="4329842" y="183511"/>
                  </a:lnTo>
                  <a:lnTo>
                    <a:pt x="4331595" y="184210"/>
                  </a:lnTo>
                  <a:lnTo>
                    <a:pt x="4333108" y="185373"/>
                  </a:lnTo>
                  <a:lnTo>
                    <a:pt x="4334263" y="186924"/>
                  </a:lnTo>
                  <a:lnTo>
                    <a:pt x="4334985" y="188631"/>
                  </a:lnTo>
                  <a:lnTo>
                    <a:pt x="4335233" y="190570"/>
                  </a:lnTo>
                </a:path>
                <a:path w="7399655" h="930909">
                  <a:moveTo>
                    <a:pt x="4741658" y="195689"/>
                  </a:moveTo>
                  <a:lnTo>
                    <a:pt x="4740503" y="194137"/>
                  </a:lnTo>
                </a:path>
                <a:path w="7399655" h="930909">
                  <a:moveTo>
                    <a:pt x="4754068" y="190570"/>
                  </a:moveTo>
                  <a:lnTo>
                    <a:pt x="4746801" y="197783"/>
                  </a:lnTo>
                  <a:lnTo>
                    <a:pt x="4744916" y="197550"/>
                  </a:lnTo>
                  <a:lnTo>
                    <a:pt x="4743163" y="196852"/>
                  </a:lnTo>
                  <a:lnTo>
                    <a:pt x="4741658" y="195689"/>
                  </a:lnTo>
                </a:path>
                <a:path w="7399655" h="930909">
                  <a:moveTo>
                    <a:pt x="4740503" y="194137"/>
                  </a:moveTo>
                  <a:lnTo>
                    <a:pt x="4739774" y="192431"/>
                  </a:lnTo>
                  <a:lnTo>
                    <a:pt x="4739525" y="190570"/>
                  </a:lnTo>
                  <a:lnTo>
                    <a:pt x="4739774" y="188631"/>
                  </a:lnTo>
                  <a:lnTo>
                    <a:pt x="4746801" y="183279"/>
                  </a:lnTo>
                  <a:lnTo>
                    <a:pt x="4748678" y="183511"/>
                  </a:lnTo>
                  <a:lnTo>
                    <a:pt x="4750431" y="184210"/>
                  </a:lnTo>
                  <a:lnTo>
                    <a:pt x="4751943" y="185373"/>
                  </a:lnTo>
                  <a:lnTo>
                    <a:pt x="4753099" y="186924"/>
                  </a:lnTo>
                  <a:lnTo>
                    <a:pt x="4753820" y="188631"/>
                  </a:lnTo>
                  <a:lnTo>
                    <a:pt x="4754068" y="190570"/>
                  </a:lnTo>
                </a:path>
                <a:path w="7399655" h="930909">
                  <a:moveTo>
                    <a:pt x="5160463" y="195689"/>
                  </a:moveTo>
                  <a:lnTo>
                    <a:pt x="5159299" y="194137"/>
                  </a:lnTo>
                </a:path>
                <a:path w="7399655" h="930909">
                  <a:moveTo>
                    <a:pt x="5172873" y="190570"/>
                  </a:moveTo>
                  <a:lnTo>
                    <a:pt x="5165659" y="197783"/>
                  </a:lnTo>
                  <a:lnTo>
                    <a:pt x="5163720" y="197550"/>
                  </a:lnTo>
                  <a:lnTo>
                    <a:pt x="5162014" y="196852"/>
                  </a:lnTo>
                  <a:lnTo>
                    <a:pt x="5160463" y="195689"/>
                  </a:lnTo>
                </a:path>
                <a:path w="7399655" h="930909">
                  <a:moveTo>
                    <a:pt x="5159299" y="194137"/>
                  </a:moveTo>
                  <a:lnTo>
                    <a:pt x="5158601" y="192431"/>
                  </a:lnTo>
                  <a:lnTo>
                    <a:pt x="5158369" y="190570"/>
                  </a:lnTo>
                  <a:lnTo>
                    <a:pt x="5158601" y="188631"/>
                  </a:lnTo>
                  <a:lnTo>
                    <a:pt x="5165659" y="183279"/>
                  </a:lnTo>
                  <a:lnTo>
                    <a:pt x="5167521" y="183511"/>
                  </a:lnTo>
                  <a:lnTo>
                    <a:pt x="5169305" y="184210"/>
                  </a:lnTo>
                  <a:lnTo>
                    <a:pt x="5170778" y="185373"/>
                  </a:lnTo>
                  <a:lnTo>
                    <a:pt x="5171942" y="186924"/>
                  </a:lnTo>
                  <a:lnTo>
                    <a:pt x="5172640" y="188631"/>
                  </a:lnTo>
                  <a:lnTo>
                    <a:pt x="5172873" y="190570"/>
                  </a:lnTo>
                </a:path>
                <a:path w="7399655" h="930909">
                  <a:moveTo>
                    <a:pt x="5579298" y="195689"/>
                  </a:moveTo>
                  <a:lnTo>
                    <a:pt x="5578135" y="194137"/>
                  </a:lnTo>
                </a:path>
                <a:path w="7399655" h="930909">
                  <a:moveTo>
                    <a:pt x="5591708" y="190570"/>
                  </a:moveTo>
                  <a:lnTo>
                    <a:pt x="5584495" y="197783"/>
                  </a:lnTo>
                  <a:lnTo>
                    <a:pt x="5582556" y="197550"/>
                  </a:lnTo>
                  <a:lnTo>
                    <a:pt x="5580849" y="196852"/>
                  </a:lnTo>
                  <a:lnTo>
                    <a:pt x="5579298" y="195689"/>
                  </a:lnTo>
                </a:path>
                <a:path w="7399655" h="930909">
                  <a:moveTo>
                    <a:pt x="5578135" y="194137"/>
                  </a:moveTo>
                  <a:lnTo>
                    <a:pt x="5577437" y="192431"/>
                  </a:lnTo>
                  <a:lnTo>
                    <a:pt x="5577204" y="190570"/>
                  </a:lnTo>
                  <a:lnTo>
                    <a:pt x="5577437" y="188631"/>
                  </a:lnTo>
                  <a:lnTo>
                    <a:pt x="5584495" y="183279"/>
                  </a:lnTo>
                  <a:lnTo>
                    <a:pt x="5586356" y="183511"/>
                  </a:lnTo>
                  <a:lnTo>
                    <a:pt x="5588140" y="184210"/>
                  </a:lnTo>
                  <a:lnTo>
                    <a:pt x="5589614" y="185373"/>
                  </a:lnTo>
                  <a:lnTo>
                    <a:pt x="5590777" y="186924"/>
                  </a:lnTo>
                  <a:lnTo>
                    <a:pt x="5591475" y="188631"/>
                  </a:lnTo>
                  <a:lnTo>
                    <a:pt x="5591708" y="190570"/>
                  </a:lnTo>
                </a:path>
                <a:path w="7399655" h="930909">
                  <a:moveTo>
                    <a:pt x="5998134" y="195689"/>
                  </a:moveTo>
                  <a:lnTo>
                    <a:pt x="5996970" y="194137"/>
                  </a:lnTo>
                </a:path>
                <a:path w="7399655" h="930909">
                  <a:moveTo>
                    <a:pt x="6010543" y="190570"/>
                  </a:moveTo>
                  <a:lnTo>
                    <a:pt x="6003330" y="197783"/>
                  </a:lnTo>
                  <a:lnTo>
                    <a:pt x="6001391" y="197550"/>
                  </a:lnTo>
                  <a:lnTo>
                    <a:pt x="5999685" y="196852"/>
                  </a:lnTo>
                  <a:lnTo>
                    <a:pt x="5998134" y="195689"/>
                  </a:lnTo>
                </a:path>
                <a:path w="7399655" h="930909">
                  <a:moveTo>
                    <a:pt x="5996970" y="194137"/>
                  </a:moveTo>
                  <a:lnTo>
                    <a:pt x="5996272" y="192431"/>
                  </a:lnTo>
                  <a:lnTo>
                    <a:pt x="5996039" y="190570"/>
                  </a:lnTo>
                  <a:lnTo>
                    <a:pt x="5996272" y="188631"/>
                  </a:lnTo>
                  <a:lnTo>
                    <a:pt x="6003330" y="183279"/>
                  </a:lnTo>
                  <a:lnTo>
                    <a:pt x="6005192" y="183511"/>
                  </a:lnTo>
                  <a:lnTo>
                    <a:pt x="6006976" y="184210"/>
                  </a:lnTo>
                  <a:lnTo>
                    <a:pt x="6008449" y="185373"/>
                  </a:lnTo>
                  <a:lnTo>
                    <a:pt x="6009613" y="186924"/>
                  </a:lnTo>
                  <a:lnTo>
                    <a:pt x="6010311" y="188631"/>
                  </a:lnTo>
                  <a:lnTo>
                    <a:pt x="6010543" y="190570"/>
                  </a:lnTo>
                </a:path>
                <a:path w="7399655" h="930909">
                  <a:moveTo>
                    <a:pt x="6416969" y="195689"/>
                  </a:moveTo>
                  <a:lnTo>
                    <a:pt x="6415805" y="194137"/>
                  </a:lnTo>
                </a:path>
                <a:path w="7399655" h="930909">
                  <a:moveTo>
                    <a:pt x="6429379" y="190570"/>
                  </a:moveTo>
                  <a:lnTo>
                    <a:pt x="6422166" y="197783"/>
                  </a:lnTo>
                  <a:lnTo>
                    <a:pt x="6420227" y="197550"/>
                  </a:lnTo>
                  <a:lnTo>
                    <a:pt x="6418520" y="196852"/>
                  </a:lnTo>
                  <a:lnTo>
                    <a:pt x="6416969" y="195689"/>
                  </a:lnTo>
                </a:path>
                <a:path w="7399655" h="930909">
                  <a:moveTo>
                    <a:pt x="6415805" y="194137"/>
                  </a:moveTo>
                  <a:lnTo>
                    <a:pt x="6415107" y="192431"/>
                  </a:lnTo>
                  <a:lnTo>
                    <a:pt x="6414875" y="190570"/>
                  </a:lnTo>
                  <a:lnTo>
                    <a:pt x="6415107" y="188631"/>
                  </a:lnTo>
                  <a:lnTo>
                    <a:pt x="6422166" y="183279"/>
                  </a:lnTo>
                  <a:lnTo>
                    <a:pt x="6424027" y="183511"/>
                  </a:lnTo>
                  <a:lnTo>
                    <a:pt x="6425811" y="184210"/>
                  </a:lnTo>
                  <a:lnTo>
                    <a:pt x="6427285" y="185373"/>
                  </a:lnTo>
                  <a:lnTo>
                    <a:pt x="6428448" y="186924"/>
                  </a:lnTo>
                  <a:lnTo>
                    <a:pt x="6429146" y="188631"/>
                  </a:lnTo>
                  <a:lnTo>
                    <a:pt x="6429379" y="190570"/>
                  </a:lnTo>
                </a:path>
                <a:path w="7399655" h="930909">
                  <a:moveTo>
                    <a:pt x="6835804" y="195689"/>
                  </a:moveTo>
                  <a:lnTo>
                    <a:pt x="6834641" y="194137"/>
                  </a:lnTo>
                </a:path>
                <a:path w="7399655" h="930909">
                  <a:moveTo>
                    <a:pt x="6848214" y="190570"/>
                  </a:moveTo>
                  <a:lnTo>
                    <a:pt x="6841001" y="197783"/>
                  </a:lnTo>
                  <a:lnTo>
                    <a:pt x="6839062" y="197550"/>
                  </a:lnTo>
                  <a:lnTo>
                    <a:pt x="6837356" y="196852"/>
                  </a:lnTo>
                  <a:lnTo>
                    <a:pt x="6835804" y="195689"/>
                  </a:lnTo>
                </a:path>
                <a:path w="7399655" h="930909">
                  <a:moveTo>
                    <a:pt x="6834641" y="194137"/>
                  </a:moveTo>
                  <a:lnTo>
                    <a:pt x="6833943" y="192431"/>
                  </a:lnTo>
                  <a:lnTo>
                    <a:pt x="6833710" y="190570"/>
                  </a:lnTo>
                  <a:lnTo>
                    <a:pt x="6833943" y="188631"/>
                  </a:lnTo>
                  <a:lnTo>
                    <a:pt x="6841001" y="183279"/>
                  </a:lnTo>
                  <a:lnTo>
                    <a:pt x="6842862" y="183511"/>
                  </a:lnTo>
                  <a:lnTo>
                    <a:pt x="6844646" y="184210"/>
                  </a:lnTo>
                  <a:lnTo>
                    <a:pt x="6846120" y="185373"/>
                  </a:lnTo>
                  <a:lnTo>
                    <a:pt x="6847283" y="186924"/>
                  </a:lnTo>
                  <a:lnTo>
                    <a:pt x="6847982" y="188631"/>
                  </a:lnTo>
                  <a:lnTo>
                    <a:pt x="6848214" y="190570"/>
                  </a:lnTo>
                </a:path>
                <a:path w="7399655" h="930909">
                  <a:moveTo>
                    <a:pt x="7254640" y="195689"/>
                  </a:moveTo>
                  <a:lnTo>
                    <a:pt x="7253476" y="194137"/>
                  </a:lnTo>
                </a:path>
                <a:path w="7399655" h="930909">
                  <a:moveTo>
                    <a:pt x="7267050" y="190570"/>
                  </a:moveTo>
                  <a:lnTo>
                    <a:pt x="7259836" y="197783"/>
                  </a:lnTo>
                  <a:lnTo>
                    <a:pt x="7257897" y="197550"/>
                  </a:lnTo>
                  <a:lnTo>
                    <a:pt x="7256191" y="196852"/>
                  </a:lnTo>
                  <a:lnTo>
                    <a:pt x="7254640" y="195689"/>
                  </a:lnTo>
                </a:path>
                <a:path w="7399655" h="930909">
                  <a:moveTo>
                    <a:pt x="7253476" y="194137"/>
                  </a:moveTo>
                  <a:lnTo>
                    <a:pt x="7252778" y="192431"/>
                  </a:lnTo>
                  <a:lnTo>
                    <a:pt x="7252546" y="190570"/>
                  </a:lnTo>
                  <a:lnTo>
                    <a:pt x="7252778" y="188631"/>
                  </a:lnTo>
                  <a:lnTo>
                    <a:pt x="7259836" y="183279"/>
                  </a:lnTo>
                  <a:lnTo>
                    <a:pt x="7261698" y="183511"/>
                  </a:lnTo>
                  <a:lnTo>
                    <a:pt x="7263482" y="184210"/>
                  </a:lnTo>
                  <a:lnTo>
                    <a:pt x="7264955" y="185373"/>
                  </a:lnTo>
                  <a:lnTo>
                    <a:pt x="7266119" y="186924"/>
                  </a:lnTo>
                  <a:lnTo>
                    <a:pt x="7266817" y="188631"/>
                  </a:lnTo>
                  <a:lnTo>
                    <a:pt x="7267050" y="190570"/>
                  </a:lnTo>
                </a:path>
                <a:path w="7399655" h="930909">
                  <a:moveTo>
                    <a:pt x="143241" y="827665"/>
                  </a:moveTo>
                  <a:lnTo>
                    <a:pt x="141488" y="828363"/>
                  </a:lnTo>
                </a:path>
                <a:path w="7399655" h="930909">
                  <a:moveTo>
                    <a:pt x="146631" y="819443"/>
                  </a:moveTo>
                  <a:lnTo>
                    <a:pt x="146879" y="821305"/>
                  </a:lnTo>
                  <a:lnTo>
                    <a:pt x="146631" y="823244"/>
                  </a:lnTo>
                  <a:lnTo>
                    <a:pt x="145909" y="824950"/>
                  </a:lnTo>
                  <a:lnTo>
                    <a:pt x="144754" y="826501"/>
                  </a:lnTo>
                </a:path>
                <a:path w="7399655" h="930909">
                  <a:moveTo>
                    <a:pt x="139611" y="814091"/>
                  </a:moveTo>
                  <a:lnTo>
                    <a:pt x="141488" y="814324"/>
                  </a:lnTo>
                  <a:lnTo>
                    <a:pt x="143241" y="815022"/>
                  </a:lnTo>
                  <a:lnTo>
                    <a:pt x="144754" y="816186"/>
                  </a:lnTo>
                </a:path>
                <a:path w="7399655" h="930909">
                  <a:moveTo>
                    <a:pt x="144754" y="816186"/>
                  </a:moveTo>
                  <a:lnTo>
                    <a:pt x="145909" y="817737"/>
                  </a:lnTo>
                  <a:lnTo>
                    <a:pt x="146631" y="819443"/>
                  </a:lnTo>
                </a:path>
                <a:path w="7399655" h="930909">
                  <a:moveTo>
                    <a:pt x="134469" y="816186"/>
                  </a:moveTo>
                  <a:lnTo>
                    <a:pt x="135974" y="815022"/>
                  </a:lnTo>
                  <a:lnTo>
                    <a:pt x="137727" y="814324"/>
                  </a:lnTo>
                </a:path>
                <a:path w="7399655" h="930909">
                  <a:moveTo>
                    <a:pt x="139611" y="828596"/>
                  </a:moveTo>
                  <a:lnTo>
                    <a:pt x="137727" y="828363"/>
                  </a:lnTo>
                  <a:lnTo>
                    <a:pt x="135974" y="827665"/>
                  </a:lnTo>
                </a:path>
                <a:path w="7399655" h="930909">
                  <a:moveTo>
                    <a:pt x="133313" y="817737"/>
                  </a:moveTo>
                  <a:lnTo>
                    <a:pt x="134469" y="816186"/>
                  </a:lnTo>
                </a:path>
                <a:path w="7399655" h="930909">
                  <a:moveTo>
                    <a:pt x="144754" y="826501"/>
                  </a:moveTo>
                  <a:lnTo>
                    <a:pt x="143241" y="827665"/>
                  </a:lnTo>
                </a:path>
                <a:path w="7399655" h="930909">
                  <a:moveTo>
                    <a:pt x="137727" y="814324"/>
                  </a:moveTo>
                  <a:lnTo>
                    <a:pt x="139611" y="814091"/>
                  </a:lnTo>
                </a:path>
                <a:path w="7399655" h="930909">
                  <a:moveTo>
                    <a:pt x="135974" y="827665"/>
                  </a:moveTo>
                  <a:lnTo>
                    <a:pt x="134469" y="826501"/>
                  </a:lnTo>
                  <a:lnTo>
                    <a:pt x="133313" y="824950"/>
                  </a:lnTo>
                </a:path>
                <a:path w="7399655" h="930909">
                  <a:moveTo>
                    <a:pt x="132584" y="819443"/>
                  </a:moveTo>
                  <a:lnTo>
                    <a:pt x="133313" y="817737"/>
                  </a:lnTo>
                </a:path>
                <a:path w="7399655" h="930909">
                  <a:moveTo>
                    <a:pt x="133313" y="824950"/>
                  </a:moveTo>
                  <a:lnTo>
                    <a:pt x="132584" y="823244"/>
                  </a:lnTo>
                </a:path>
                <a:path w="7399655" h="930909">
                  <a:moveTo>
                    <a:pt x="141488" y="828363"/>
                  </a:moveTo>
                  <a:lnTo>
                    <a:pt x="139611" y="828596"/>
                  </a:lnTo>
                </a:path>
                <a:path w="7399655" h="930909">
                  <a:moveTo>
                    <a:pt x="7253476" y="817737"/>
                  </a:moveTo>
                  <a:lnTo>
                    <a:pt x="7254640" y="816186"/>
                  </a:lnTo>
                </a:path>
                <a:path w="7399655" h="930909">
                  <a:moveTo>
                    <a:pt x="7267050" y="821305"/>
                  </a:moveTo>
                  <a:lnTo>
                    <a:pt x="7259836" y="828596"/>
                  </a:lnTo>
                  <a:lnTo>
                    <a:pt x="7257897" y="828363"/>
                  </a:lnTo>
                  <a:lnTo>
                    <a:pt x="7252546" y="821305"/>
                  </a:lnTo>
                  <a:lnTo>
                    <a:pt x="7252778" y="819443"/>
                  </a:lnTo>
                  <a:lnTo>
                    <a:pt x="7253476" y="817737"/>
                  </a:lnTo>
                </a:path>
                <a:path w="7399655" h="930909">
                  <a:moveTo>
                    <a:pt x="7254640" y="816186"/>
                  </a:moveTo>
                  <a:lnTo>
                    <a:pt x="7256191" y="815022"/>
                  </a:lnTo>
                  <a:lnTo>
                    <a:pt x="7257897" y="814324"/>
                  </a:lnTo>
                  <a:lnTo>
                    <a:pt x="7259836" y="814091"/>
                  </a:lnTo>
                  <a:lnTo>
                    <a:pt x="7261698" y="814324"/>
                  </a:lnTo>
                  <a:lnTo>
                    <a:pt x="7263482" y="815022"/>
                  </a:lnTo>
                  <a:lnTo>
                    <a:pt x="7264955" y="816186"/>
                  </a:lnTo>
                  <a:lnTo>
                    <a:pt x="7266119" y="817737"/>
                  </a:lnTo>
                  <a:lnTo>
                    <a:pt x="7266817" y="819443"/>
                  </a:lnTo>
                  <a:lnTo>
                    <a:pt x="7267050" y="821305"/>
                  </a:lnTo>
                </a:path>
                <a:path w="7399655" h="930909">
                  <a:moveTo>
                    <a:pt x="132584" y="610026"/>
                  </a:moveTo>
                  <a:lnTo>
                    <a:pt x="139611" y="604674"/>
                  </a:lnTo>
                  <a:lnTo>
                    <a:pt x="141488" y="604906"/>
                  </a:lnTo>
                  <a:lnTo>
                    <a:pt x="146879" y="611887"/>
                  </a:lnTo>
                  <a:lnTo>
                    <a:pt x="146631" y="613826"/>
                  </a:lnTo>
                  <a:lnTo>
                    <a:pt x="145909" y="615532"/>
                  </a:lnTo>
                  <a:lnTo>
                    <a:pt x="144754" y="617084"/>
                  </a:lnTo>
                </a:path>
                <a:path w="7399655" h="930909">
                  <a:moveTo>
                    <a:pt x="144754" y="617084"/>
                  </a:moveTo>
                  <a:lnTo>
                    <a:pt x="143241" y="618247"/>
                  </a:lnTo>
                  <a:lnTo>
                    <a:pt x="141488" y="618945"/>
                  </a:lnTo>
                  <a:lnTo>
                    <a:pt x="139611" y="619178"/>
                  </a:lnTo>
                  <a:lnTo>
                    <a:pt x="137727" y="618945"/>
                  </a:lnTo>
                  <a:lnTo>
                    <a:pt x="135974" y="618247"/>
                  </a:lnTo>
                  <a:lnTo>
                    <a:pt x="134469" y="617084"/>
                  </a:lnTo>
                  <a:lnTo>
                    <a:pt x="133313" y="615532"/>
                  </a:lnTo>
                  <a:lnTo>
                    <a:pt x="132584" y="613826"/>
                  </a:lnTo>
                </a:path>
                <a:path w="7399655" h="930909">
                  <a:moveTo>
                    <a:pt x="146631" y="400608"/>
                  </a:moveTo>
                  <a:lnTo>
                    <a:pt x="146879" y="402469"/>
                  </a:lnTo>
                  <a:lnTo>
                    <a:pt x="146631" y="404408"/>
                  </a:lnTo>
                  <a:lnTo>
                    <a:pt x="145909" y="406115"/>
                  </a:lnTo>
                  <a:lnTo>
                    <a:pt x="144754" y="407666"/>
                  </a:lnTo>
                  <a:lnTo>
                    <a:pt x="143241" y="408829"/>
                  </a:lnTo>
                  <a:lnTo>
                    <a:pt x="141488" y="409527"/>
                  </a:lnTo>
                  <a:lnTo>
                    <a:pt x="139611" y="409760"/>
                  </a:lnTo>
                  <a:lnTo>
                    <a:pt x="137727" y="409527"/>
                  </a:lnTo>
                  <a:lnTo>
                    <a:pt x="135974" y="408829"/>
                  </a:lnTo>
                  <a:lnTo>
                    <a:pt x="134469" y="407666"/>
                  </a:lnTo>
                  <a:lnTo>
                    <a:pt x="133313" y="406115"/>
                  </a:lnTo>
                  <a:lnTo>
                    <a:pt x="132584" y="404408"/>
                  </a:lnTo>
                </a:path>
                <a:path w="7399655" h="930909">
                  <a:moveTo>
                    <a:pt x="132584" y="400608"/>
                  </a:moveTo>
                  <a:lnTo>
                    <a:pt x="139611" y="395256"/>
                  </a:lnTo>
                  <a:lnTo>
                    <a:pt x="141488" y="395489"/>
                  </a:lnTo>
                  <a:lnTo>
                    <a:pt x="143241" y="396187"/>
                  </a:lnTo>
                  <a:lnTo>
                    <a:pt x="144754" y="397350"/>
                  </a:lnTo>
                  <a:lnTo>
                    <a:pt x="145909" y="398901"/>
                  </a:lnTo>
                  <a:lnTo>
                    <a:pt x="146631" y="400608"/>
                  </a:lnTo>
                </a:path>
                <a:path w="7399655" h="930909">
                  <a:moveTo>
                    <a:pt x="7261698" y="618945"/>
                  </a:moveTo>
                  <a:lnTo>
                    <a:pt x="7259836" y="619178"/>
                  </a:lnTo>
                </a:path>
                <a:path w="7399655" h="930909">
                  <a:moveTo>
                    <a:pt x="7267050" y="611887"/>
                  </a:moveTo>
                  <a:lnTo>
                    <a:pt x="7266817" y="613826"/>
                  </a:lnTo>
                  <a:lnTo>
                    <a:pt x="7266119" y="615532"/>
                  </a:lnTo>
                  <a:lnTo>
                    <a:pt x="7264955" y="617084"/>
                  </a:lnTo>
                  <a:lnTo>
                    <a:pt x="7263482" y="618247"/>
                  </a:lnTo>
                  <a:lnTo>
                    <a:pt x="7261698" y="618945"/>
                  </a:lnTo>
                </a:path>
                <a:path w="7399655" h="930909">
                  <a:moveTo>
                    <a:pt x="7259836" y="619178"/>
                  </a:moveTo>
                  <a:lnTo>
                    <a:pt x="7252546" y="611887"/>
                  </a:lnTo>
                  <a:lnTo>
                    <a:pt x="7252778" y="610026"/>
                  </a:lnTo>
                  <a:lnTo>
                    <a:pt x="7259836" y="604674"/>
                  </a:lnTo>
                  <a:lnTo>
                    <a:pt x="7261698" y="604906"/>
                  </a:lnTo>
                  <a:lnTo>
                    <a:pt x="7263482" y="605604"/>
                  </a:lnTo>
                  <a:lnTo>
                    <a:pt x="7264955" y="606768"/>
                  </a:lnTo>
                  <a:lnTo>
                    <a:pt x="7266119" y="608319"/>
                  </a:lnTo>
                  <a:lnTo>
                    <a:pt x="7266817" y="610026"/>
                  </a:lnTo>
                  <a:lnTo>
                    <a:pt x="7267050" y="611887"/>
                  </a:lnTo>
                </a:path>
                <a:path w="7399655" h="930909">
                  <a:moveTo>
                    <a:pt x="7267050" y="402469"/>
                  </a:moveTo>
                  <a:lnTo>
                    <a:pt x="7259836" y="409760"/>
                  </a:lnTo>
                  <a:lnTo>
                    <a:pt x="7257897" y="409527"/>
                  </a:lnTo>
                  <a:lnTo>
                    <a:pt x="7252546" y="402469"/>
                  </a:lnTo>
                  <a:lnTo>
                    <a:pt x="7252778" y="400608"/>
                  </a:lnTo>
                  <a:lnTo>
                    <a:pt x="7259836" y="395256"/>
                  </a:lnTo>
                  <a:lnTo>
                    <a:pt x="7261698" y="395489"/>
                  </a:lnTo>
                  <a:lnTo>
                    <a:pt x="7267050" y="402469"/>
                  </a:lnTo>
                </a:path>
                <a:path w="7399655" h="930909">
                  <a:moveTo>
                    <a:pt x="0" y="279223"/>
                  </a:moveTo>
                  <a:lnTo>
                    <a:pt x="0" y="930435"/>
                  </a:lnTo>
                  <a:lnTo>
                    <a:pt x="279223" y="930435"/>
                  </a:lnTo>
                  <a:lnTo>
                    <a:pt x="279223" y="279223"/>
                  </a:lnTo>
                  <a:lnTo>
                    <a:pt x="7120225" y="279223"/>
                  </a:lnTo>
                  <a:lnTo>
                    <a:pt x="7120225" y="930435"/>
                  </a:lnTo>
                  <a:lnTo>
                    <a:pt x="7399448" y="930435"/>
                  </a:lnTo>
                  <a:lnTo>
                    <a:pt x="7399448" y="279223"/>
                  </a:lnTo>
                </a:path>
                <a:path w="7399655" h="930909">
                  <a:moveTo>
                    <a:pt x="7399448" y="0"/>
                  </a:moveTo>
                  <a:lnTo>
                    <a:pt x="6466143" y="0"/>
                  </a:lnTo>
                </a:path>
                <a:path w="7399655" h="930909">
                  <a:moveTo>
                    <a:pt x="933273" y="0"/>
                  </a:moveTo>
                  <a:lnTo>
                    <a:pt x="0" y="0"/>
                  </a:lnTo>
                  <a:lnTo>
                    <a:pt x="0" y="279223"/>
                  </a:lnTo>
                </a:path>
                <a:path w="7399655" h="930909">
                  <a:moveTo>
                    <a:pt x="7399448" y="279223"/>
                  </a:moveTo>
                  <a:lnTo>
                    <a:pt x="7399448" y="0"/>
                  </a:lnTo>
                </a:path>
                <a:path w="7399655" h="930909">
                  <a:moveTo>
                    <a:pt x="7266584" y="229428"/>
                  </a:moveTo>
                  <a:lnTo>
                    <a:pt x="6833943" y="229428"/>
                  </a:lnTo>
                  <a:lnTo>
                    <a:pt x="6833943" y="229196"/>
                  </a:lnTo>
                  <a:lnTo>
                    <a:pt x="6833943" y="228497"/>
                  </a:lnTo>
                  <a:lnTo>
                    <a:pt x="6833943" y="214924"/>
                  </a:lnTo>
                  <a:lnTo>
                    <a:pt x="7267593" y="214924"/>
                  </a:lnTo>
                </a:path>
                <a:path w="7399655" h="930909">
                  <a:moveTo>
                    <a:pt x="7267127" y="229273"/>
                  </a:moveTo>
                  <a:lnTo>
                    <a:pt x="7267282" y="228575"/>
                  </a:lnTo>
                </a:path>
                <a:path w="7399655" h="930909">
                  <a:moveTo>
                    <a:pt x="7266584" y="229428"/>
                  </a:moveTo>
                  <a:lnTo>
                    <a:pt x="7267050" y="229506"/>
                  </a:lnTo>
                </a:path>
                <a:path w="7399655" h="930909">
                  <a:moveTo>
                    <a:pt x="7267593" y="214924"/>
                  </a:moveTo>
                  <a:lnTo>
                    <a:pt x="7270850" y="215312"/>
                  </a:lnTo>
                </a:path>
                <a:path w="7399655" h="930909">
                  <a:moveTo>
                    <a:pt x="7267282" y="228575"/>
                  </a:moveTo>
                  <a:lnTo>
                    <a:pt x="7267515" y="228653"/>
                  </a:lnTo>
                </a:path>
                <a:path w="7399655" h="930909">
                  <a:moveTo>
                    <a:pt x="7270850" y="215312"/>
                  </a:moveTo>
                  <a:lnTo>
                    <a:pt x="7274418" y="216786"/>
                  </a:lnTo>
                </a:path>
                <a:path w="7399655" h="930909">
                  <a:moveTo>
                    <a:pt x="7267515" y="228653"/>
                  </a:moveTo>
                  <a:lnTo>
                    <a:pt x="7267748" y="228808"/>
                  </a:lnTo>
                </a:path>
                <a:path w="7399655" h="930909">
                  <a:moveTo>
                    <a:pt x="7274418" y="216786"/>
                  </a:moveTo>
                  <a:lnTo>
                    <a:pt x="7277443" y="219112"/>
                  </a:lnTo>
                </a:path>
                <a:path w="7399655" h="930909">
                  <a:moveTo>
                    <a:pt x="7267748" y="228808"/>
                  </a:moveTo>
                  <a:lnTo>
                    <a:pt x="7267903" y="228963"/>
                  </a:lnTo>
                </a:path>
                <a:path w="7399655" h="930909">
                  <a:moveTo>
                    <a:pt x="7277443" y="219112"/>
                  </a:moveTo>
                  <a:lnTo>
                    <a:pt x="7279692" y="222137"/>
                  </a:lnTo>
                </a:path>
                <a:path w="7399655" h="930909">
                  <a:moveTo>
                    <a:pt x="7267903" y="228963"/>
                  </a:moveTo>
                  <a:lnTo>
                    <a:pt x="7267980" y="229196"/>
                  </a:lnTo>
                </a:path>
                <a:path w="7399655" h="930909">
                  <a:moveTo>
                    <a:pt x="7279692" y="222137"/>
                  </a:moveTo>
                  <a:lnTo>
                    <a:pt x="7281166" y="225705"/>
                  </a:lnTo>
                </a:path>
                <a:path w="7399655" h="930909">
                  <a:moveTo>
                    <a:pt x="7267980" y="229196"/>
                  </a:moveTo>
                  <a:lnTo>
                    <a:pt x="7267282" y="229428"/>
                  </a:lnTo>
                  <a:lnTo>
                    <a:pt x="7267050" y="229428"/>
                  </a:lnTo>
                </a:path>
                <a:path w="7399655" h="930909">
                  <a:moveTo>
                    <a:pt x="7281166" y="225705"/>
                  </a:moveTo>
                  <a:lnTo>
                    <a:pt x="7281631" y="228963"/>
                  </a:lnTo>
                </a:path>
                <a:path w="7399655" h="930909">
                  <a:moveTo>
                    <a:pt x="7267282" y="828673"/>
                  </a:moveTo>
                  <a:lnTo>
                    <a:pt x="7267980" y="828828"/>
                  </a:lnTo>
                </a:path>
                <a:path w="7399655" h="930909">
                  <a:moveTo>
                    <a:pt x="7267050" y="828130"/>
                  </a:moveTo>
                  <a:lnTo>
                    <a:pt x="7267050" y="828596"/>
                  </a:lnTo>
                </a:path>
                <a:path w="7399655" h="930909">
                  <a:moveTo>
                    <a:pt x="7281631" y="829061"/>
                  </a:moveTo>
                  <a:lnTo>
                    <a:pt x="7281166" y="832396"/>
                  </a:lnTo>
                </a:path>
                <a:path w="7399655" h="930909">
                  <a:moveTo>
                    <a:pt x="7267980" y="828828"/>
                  </a:moveTo>
                  <a:lnTo>
                    <a:pt x="7267903" y="829061"/>
                  </a:lnTo>
                </a:path>
                <a:path w="7399655" h="930909">
                  <a:moveTo>
                    <a:pt x="7281166" y="832396"/>
                  </a:moveTo>
                  <a:lnTo>
                    <a:pt x="7279692" y="835886"/>
                  </a:lnTo>
                </a:path>
                <a:path w="7399655" h="930909">
                  <a:moveTo>
                    <a:pt x="7267903" y="829061"/>
                  </a:moveTo>
                  <a:lnTo>
                    <a:pt x="7267748" y="829294"/>
                  </a:lnTo>
                </a:path>
                <a:path w="7399655" h="930909">
                  <a:moveTo>
                    <a:pt x="7279692" y="835886"/>
                  </a:moveTo>
                  <a:lnTo>
                    <a:pt x="7277443" y="838911"/>
                  </a:lnTo>
                </a:path>
                <a:path w="7399655" h="930909">
                  <a:moveTo>
                    <a:pt x="7267748" y="829294"/>
                  </a:moveTo>
                  <a:lnTo>
                    <a:pt x="7267515" y="829371"/>
                  </a:lnTo>
                </a:path>
                <a:path w="7399655" h="930909">
                  <a:moveTo>
                    <a:pt x="7277443" y="838911"/>
                  </a:moveTo>
                  <a:lnTo>
                    <a:pt x="7274418" y="841238"/>
                  </a:lnTo>
                </a:path>
                <a:path w="7399655" h="930909">
                  <a:moveTo>
                    <a:pt x="7267515" y="829371"/>
                  </a:moveTo>
                  <a:lnTo>
                    <a:pt x="7267282" y="829526"/>
                  </a:lnTo>
                </a:path>
                <a:path w="7399655" h="930909">
                  <a:moveTo>
                    <a:pt x="7274418" y="841238"/>
                  </a:moveTo>
                  <a:lnTo>
                    <a:pt x="7270850" y="842712"/>
                  </a:lnTo>
                </a:path>
                <a:path w="7399655" h="930909">
                  <a:moveTo>
                    <a:pt x="7267282" y="829526"/>
                  </a:moveTo>
                  <a:lnTo>
                    <a:pt x="7267127" y="828828"/>
                  </a:lnTo>
                  <a:lnTo>
                    <a:pt x="7267050" y="828596"/>
                  </a:lnTo>
                </a:path>
                <a:path w="7399655" h="930909">
                  <a:moveTo>
                    <a:pt x="7270850" y="842712"/>
                  </a:moveTo>
                  <a:lnTo>
                    <a:pt x="7267593" y="843177"/>
                  </a:lnTo>
                </a:path>
                <a:path w="7399655" h="930909">
                  <a:moveTo>
                    <a:pt x="7227803" y="828596"/>
                  </a:moveTo>
                  <a:lnTo>
                    <a:pt x="7227803" y="828596"/>
                  </a:lnTo>
                  <a:lnTo>
                    <a:pt x="7227803" y="842169"/>
                  </a:lnTo>
                  <a:lnTo>
                    <a:pt x="7227803" y="842945"/>
                  </a:lnTo>
                </a:path>
                <a:path w="7399655" h="930909">
                  <a:moveTo>
                    <a:pt x="7267593" y="843177"/>
                  </a:moveTo>
                  <a:lnTo>
                    <a:pt x="7227803" y="843177"/>
                  </a:lnTo>
                  <a:lnTo>
                    <a:pt x="7227803" y="842945"/>
                  </a:lnTo>
                </a:path>
                <a:path w="7399655" h="930909">
                  <a:moveTo>
                    <a:pt x="7267050" y="229428"/>
                  </a:moveTo>
                  <a:lnTo>
                    <a:pt x="7267127" y="229273"/>
                  </a:lnTo>
                </a:path>
                <a:path w="7399655" h="930909">
                  <a:moveTo>
                    <a:pt x="7267050" y="229506"/>
                  </a:moveTo>
                  <a:lnTo>
                    <a:pt x="7267050" y="229894"/>
                  </a:lnTo>
                </a:path>
                <a:path w="7399655" h="930909">
                  <a:moveTo>
                    <a:pt x="7267050" y="828596"/>
                  </a:moveTo>
                  <a:lnTo>
                    <a:pt x="7267282" y="828673"/>
                  </a:lnTo>
                </a:path>
                <a:path w="7399655" h="930909">
                  <a:moveTo>
                    <a:pt x="7267050" y="828596"/>
                  </a:moveTo>
                  <a:lnTo>
                    <a:pt x="7266584" y="828596"/>
                  </a:lnTo>
                </a:path>
                <a:path w="7399655" h="930909">
                  <a:moveTo>
                    <a:pt x="132111" y="214924"/>
                  </a:moveTo>
                  <a:lnTo>
                    <a:pt x="565714" y="214924"/>
                  </a:lnTo>
                  <a:lnTo>
                    <a:pt x="565714" y="215157"/>
                  </a:lnTo>
                  <a:lnTo>
                    <a:pt x="565714" y="215855"/>
                  </a:lnTo>
                  <a:lnTo>
                    <a:pt x="565714" y="229428"/>
                  </a:lnTo>
                  <a:lnTo>
                    <a:pt x="133065" y="229428"/>
                  </a:lnTo>
                  <a:lnTo>
                    <a:pt x="132638" y="229506"/>
                  </a:lnTo>
                </a:path>
                <a:path w="7399655" h="930909">
                  <a:moveTo>
                    <a:pt x="132344" y="228575"/>
                  </a:moveTo>
                  <a:lnTo>
                    <a:pt x="132538" y="229273"/>
                  </a:lnTo>
                  <a:lnTo>
                    <a:pt x="132584" y="229428"/>
                  </a:lnTo>
                </a:path>
                <a:path w="7399655" h="930909">
                  <a:moveTo>
                    <a:pt x="132111" y="214924"/>
                  </a:moveTo>
                  <a:lnTo>
                    <a:pt x="128807" y="215312"/>
                  </a:lnTo>
                </a:path>
                <a:path w="7399655" h="930909">
                  <a:moveTo>
                    <a:pt x="132344" y="228575"/>
                  </a:moveTo>
                  <a:lnTo>
                    <a:pt x="132127" y="228653"/>
                  </a:lnTo>
                </a:path>
                <a:path w="7399655" h="930909">
                  <a:moveTo>
                    <a:pt x="128807" y="215312"/>
                  </a:moveTo>
                  <a:lnTo>
                    <a:pt x="125286" y="216786"/>
                  </a:lnTo>
                </a:path>
                <a:path w="7399655" h="930909">
                  <a:moveTo>
                    <a:pt x="132127" y="228653"/>
                  </a:moveTo>
                  <a:lnTo>
                    <a:pt x="131940" y="228808"/>
                  </a:lnTo>
                </a:path>
                <a:path w="7399655" h="930909">
                  <a:moveTo>
                    <a:pt x="125286" y="216786"/>
                  </a:moveTo>
                  <a:lnTo>
                    <a:pt x="122261" y="219112"/>
                  </a:lnTo>
                </a:path>
                <a:path w="7399655" h="930909">
                  <a:moveTo>
                    <a:pt x="131940" y="228808"/>
                  </a:moveTo>
                  <a:lnTo>
                    <a:pt x="131793" y="228963"/>
                  </a:lnTo>
                </a:path>
                <a:path w="7399655" h="930909">
                  <a:moveTo>
                    <a:pt x="122261" y="219112"/>
                  </a:moveTo>
                  <a:lnTo>
                    <a:pt x="119934" y="222137"/>
                  </a:lnTo>
                </a:path>
                <a:path w="7399655" h="930909">
                  <a:moveTo>
                    <a:pt x="131793" y="228963"/>
                  </a:moveTo>
                  <a:lnTo>
                    <a:pt x="131700" y="229196"/>
                  </a:lnTo>
                </a:path>
                <a:path w="7399655" h="930909">
                  <a:moveTo>
                    <a:pt x="119934" y="222137"/>
                  </a:moveTo>
                  <a:lnTo>
                    <a:pt x="118476" y="225705"/>
                  </a:lnTo>
                </a:path>
                <a:path w="7399655" h="930909">
                  <a:moveTo>
                    <a:pt x="132406" y="229428"/>
                  </a:moveTo>
                  <a:lnTo>
                    <a:pt x="131700" y="229196"/>
                  </a:lnTo>
                </a:path>
                <a:path w="7399655" h="930909">
                  <a:moveTo>
                    <a:pt x="118476" y="225705"/>
                  </a:moveTo>
                  <a:lnTo>
                    <a:pt x="118041" y="228963"/>
                  </a:lnTo>
                </a:path>
                <a:path w="7399655" h="930909">
                  <a:moveTo>
                    <a:pt x="132584" y="828130"/>
                  </a:moveTo>
                  <a:lnTo>
                    <a:pt x="132638" y="828596"/>
                  </a:lnTo>
                </a:path>
                <a:path w="7399655" h="930909">
                  <a:moveTo>
                    <a:pt x="131692" y="828828"/>
                  </a:moveTo>
                  <a:lnTo>
                    <a:pt x="132406" y="828673"/>
                  </a:lnTo>
                  <a:lnTo>
                    <a:pt x="132584" y="828596"/>
                  </a:lnTo>
                </a:path>
                <a:path w="7399655" h="930909">
                  <a:moveTo>
                    <a:pt x="118041" y="829061"/>
                  </a:moveTo>
                  <a:lnTo>
                    <a:pt x="118476" y="832396"/>
                  </a:lnTo>
                </a:path>
                <a:path w="7399655" h="930909">
                  <a:moveTo>
                    <a:pt x="131692" y="828828"/>
                  </a:moveTo>
                  <a:lnTo>
                    <a:pt x="131793" y="829061"/>
                  </a:lnTo>
                </a:path>
                <a:path w="7399655" h="930909">
                  <a:moveTo>
                    <a:pt x="118476" y="832396"/>
                  </a:moveTo>
                  <a:lnTo>
                    <a:pt x="119934" y="835886"/>
                  </a:lnTo>
                </a:path>
                <a:path w="7399655" h="930909">
                  <a:moveTo>
                    <a:pt x="131793" y="829061"/>
                  </a:moveTo>
                  <a:lnTo>
                    <a:pt x="131940" y="829294"/>
                  </a:lnTo>
                </a:path>
                <a:path w="7399655" h="930909">
                  <a:moveTo>
                    <a:pt x="119934" y="835886"/>
                  </a:moveTo>
                  <a:lnTo>
                    <a:pt x="122261" y="838911"/>
                  </a:lnTo>
                </a:path>
                <a:path w="7399655" h="930909">
                  <a:moveTo>
                    <a:pt x="131940" y="829294"/>
                  </a:moveTo>
                  <a:lnTo>
                    <a:pt x="132127" y="829371"/>
                  </a:lnTo>
                </a:path>
                <a:path w="7399655" h="930909">
                  <a:moveTo>
                    <a:pt x="122261" y="838911"/>
                  </a:moveTo>
                  <a:lnTo>
                    <a:pt x="125286" y="841238"/>
                  </a:lnTo>
                </a:path>
                <a:path w="7399655" h="930909">
                  <a:moveTo>
                    <a:pt x="132127" y="829371"/>
                  </a:moveTo>
                  <a:lnTo>
                    <a:pt x="132351" y="829526"/>
                  </a:lnTo>
                </a:path>
                <a:path w="7399655" h="930909">
                  <a:moveTo>
                    <a:pt x="125286" y="841238"/>
                  </a:moveTo>
                  <a:lnTo>
                    <a:pt x="128807" y="842712"/>
                  </a:lnTo>
                </a:path>
                <a:path w="7399655" h="930909">
                  <a:moveTo>
                    <a:pt x="132538" y="828828"/>
                  </a:moveTo>
                  <a:lnTo>
                    <a:pt x="132351" y="829526"/>
                  </a:lnTo>
                </a:path>
                <a:path w="7399655" h="930909">
                  <a:moveTo>
                    <a:pt x="128807" y="842712"/>
                  </a:moveTo>
                  <a:lnTo>
                    <a:pt x="132111" y="843177"/>
                  </a:lnTo>
                </a:path>
                <a:path w="7399655" h="930909">
                  <a:moveTo>
                    <a:pt x="171854" y="842945"/>
                  </a:moveTo>
                  <a:lnTo>
                    <a:pt x="171854" y="842945"/>
                  </a:lnTo>
                  <a:lnTo>
                    <a:pt x="171854" y="828828"/>
                  </a:lnTo>
                  <a:lnTo>
                    <a:pt x="171854" y="828596"/>
                  </a:lnTo>
                </a:path>
                <a:path w="7399655" h="930909">
                  <a:moveTo>
                    <a:pt x="132111" y="843177"/>
                  </a:moveTo>
                  <a:lnTo>
                    <a:pt x="171854" y="843177"/>
                  </a:lnTo>
                  <a:lnTo>
                    <a:pt x="171854" y="842945"/>
                  </a:lnTo>
                </a:path>
                <a:path w="7399655" h="930909">
                  <a:moveTo>
                    <a:pt x="132638" y="229506"/>
                  </a:moveTo>
                  <a:lnTo>
                    <a:pt x="132584" y="229894"/>
                  </a:lnTo>
                </a:path>
                <a:path w="7399655" h="930909">
                  <a:moveTo>
                    <a:pt x="132584" y="229428"/>
                  </a:moveTo>
                  <a:lnTo>
                    <a:pt x="132406" y="229428"/>
                  </a:lnTo>
                </a:path>
                <a:path w="7399655" h="930909">
                  <a:moveTo>
                    <a:pt x="132638" y="828596"/>
                  </a:moveTo>
                  <a:lnTo>
                    <a:pt x="133065" y="828596"/>
                  </a:lnTo>
                </a:path>
                <a:path w="7399655" h="930909">
                  <a:moveTo>
                    <a:pt x="132584" y="828596"/>
                  </a:moveTo>
                  <a:lnTo>
                    <a:pt x="132538" y="82882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724400" y="7701553"/>
              <a:ext cx="5533390" cy="2233295"/>
            </a:xfrm>
            <a:custGeom>
              <a:avLst/>
              <a:gdLst/>
              <a:ahLst/>
              <a:cxnLst/>
              <a:rect l="l" t="t" r="r" b="b"/>
              <a:pathLst>
                <a:path w="5533390" h="2233295">
                  <a:moveTo>
                    <a:pt x="5532869" y="0"/>
                  </a:moveTo>
                  <a:lnTo>
                    <a:pt x="5532869" y="2233300"/>
                  </a:lnTo>
                  <a:lnTo>
                    <a:pt x="0" y="2233300"/>
                  </a:lnTo>
                  <a:lnTo>
                    <a:pt x="0" y="0"/>
                  </a:lnTo>
                  <a:lnTo>
                    <a:pt x="5532869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110193" y="9966886"/>
              <a:ext cx="8787765" cy="882015"/>
            </a:xfrm>
            <a:custGeom>
              <a:avLst/>
              <a:gdLst/>
              <a:ahLst/>
              <a:cxnLst/>
              <a:rect l="l" t="t" r="r" b="b"/>
              <a:pathLst>
                <a:path w="8787765" h="882015">
                  <a:moveTo>
                    <a:pt x="824174" y="13573"/>
                  </a:moveTo>
                  <a:lnTo>
                    <a:pt x="822422" y="14271"/>
                  </a:lnTo>
                </a:path>
                <a:path w="8787765" h="882015">
                  <a:moveTo>
                    <a:pt x="827564" y="5351"/>
                  </a:moveTo>
                  <a:lnTo>
                    <a:pt x="827812" y="7290"/>
                  </a:lnTo>
                  <a:lnTo>
                    <a:pt x="827564" y="9152"/>
                  </a:lnTo>
                  <a:lnTo>
                    <a:pt x="826843" y="10858"/>
                  </a:lnTo>
                  <a:lnTo>
                    <a:pt x="825687" y="12409"/>
                  </a:lnTo>
                </a:path>
                <a:path w="8787765" h="882015">
                  <a:moveTo>
                    <a:pt x="820545" y="0"/>
                  </a:moveTo>
                  <a:lnTo>
                    <a:pt x="822422" y="232"/>
                  </a:lnTo>
                  <a:lnTo>
                    <a:pt x="824174" y="930"/>
                  </a:lnTo>
                  <a:lnTo>
                    <a:pt x="825687" y="2094"/>
                  </a:lnTo>
                </a:path>
                <a:path w="8787765" h="882015">
                  <a:moveTo>
                    <a:pt x="825687" y="2094"/>
                  </a:moveTo>
                  <a:lnTo>
                    <a:pt x="826843" y="3645"/>
                  </a:lnTo>
                  <a:lnTo>
                    <a:pt x="827564" y="5351"/>
                  </a:lnTo>
                </a:path>
                <a:path w="8787765" h="882015">
                  <a:moveTo>
                    <a:pt x="815402" y="2094"/>
                  </a:moveTo>
                  <a:lnTo>
                    <a:pt x="816907" y="930"/>
                  </a:lnTo>
                  <a:lnTo>
                    <a:pt x="818660" y="232"/>
                  </a:lnTo>
                </a:path>
                <a:path w="8787765" h="882015">
                  <a:moveTo>
                    <a:pt x="813269" y="7290"/>
                  </a:moveTo>
                  <a:lnTo>
                    <a:pt x="813517" y="5351"/>
                  </a:lnTo>
                </a:path>
                <a:path w="8787765" h="882015">
                  <a:moveTo>
                    <a:pt x="820545" y="14504"/>
                  </a:moveTo>
                  <a:lnTo>
                    <a:pt x="818660" y="14271"/>
                  </a:lnTo>
                  <a:lnTo>
                    <a:pt x="816907" y="13573"/>
                  </a:lnTo>
                </a:path>
                <a:path w="8787765" h="882015">
                  <a:moveTo>
                    <a:pt x="814247" y="3645"/>
                  </a:moveTo>
                  <a:lnTo>
                    <a:pt x="815402" y="2094"/>
                  </a:lnTo>
                </a:path>
                <a:path w="8787765" h="882015">
                  <a:moveTo>
                    <a:pt x="825687" y="12409"/>
                  </a:moveTo>
                  <a:lnTo>
                    <a:pt x="824174" y="13573"/>
                  </a:lnTo>
                </a:path>
                <a:path w="8787765" h="882015">
                  <a:moveTo>
                    <a:pt x="818660" y="232"/>
                  </a:moveTo>
                  <a:lnTo>
                    <a:pt x="820545" y="0"/>
                  </a:lnTo>
                </a:path>
                <a:path w="8787765" h="882015">
                  <a:moveTo>
                    <a:pt x="816907" y="13573"/>
                  </a:moveTo>
                  <a:lnTo>
                    <a:pt x="815402" y="12409"/>
                  </a:lnTo>
                  <a:lnTo>
                    <a:pt x="814247" y="10858"/>
                  </a:lnTo>
                </a:path>
                <a:path w="8787765" h="882015">
                  <a:moveTo>
                    <a:pt x="813517" y="5351"/>
                  </a:moveTo>
                  <a:lnTo>
                    <a:pt x="814247" y="3645"/>
                  </a:lnTo>
                </a:path>
                <a:path w="8787765" h="882015">
                  <a:moveTo>
                    <a:pt x="814247" y="10858"/>
                  </a:moveTo>
                  <a:lnTo>
                    <a:pt x="813517" y="9152"/>
                  </a:lnTo>
                  <a:lnTo>
                    <a:pt x="813269" y="7290"/>
                  </a:lnTo>
                </a:path>
                <a:path w="8787765" h="882015">
                  <a:moveTo>
                    <a:pt x="822422" y="14271"/>
                  </a:moveTo>
                  <a:lnTo>
                    <a:pt x="820545" y="14504"/>
                  </a:lnTo>
                </a:path>
                <a:path w="8787765" h="882015">
                  <a:moveTo>
                    <a:pt x="813517" y="14504"/>
                  </a:moveTo>
                  <a:lnTo>
                    <a:pt x="813517" y="14504"/>
                  </a:lnTo>
                  <a:lnTo>
                    <a:pt x="813517" y="28853"/>
                  </a:lnTo>
                  <a:lnTo>
                    <a:pt x="813517" y="29085"/>
                  </a:lnTo>
                </a:path>
                <a:path w="8787765" h="882015">
                  <a:moveTo>
                    <a:pt x="813517" y="29085"/>
                  </a:moveTo>
                  <a:lnTo>
                    <a:pt x="7947983" y="29085"/>
                  </a:lnTo>
                  <a:lnTo>
                    <a:pt x="7947983" y="28853"/>
                  </a:lnTo>
                  <a:lnTo>
                    <a:pt x="7947983" y="28077"/>
                  </a:lnTo>
                  <a:lnTo>
                    <a:pt x="7947983" y="14814"/>
                  </a:lnTo>
                  <a:lnTo>
                    <a:pt x="7947983" y="14504"/>
                  </a:lnTo>
                </a:path>
                <a:path w="8787765" h="882015">
                  <a:moveTo>
                    <a:pt x="1234238" y="12409"/>
                  </a:moveTo>
                  <a:lnTo>
                    <a:pt x="1233082" y="10858"/>
                  </a:lnTo>
                </a:path>
                <a:path w="8787765" h="882015">
                  <a:moveTo>
                    <a:pt x="1246648" y="7290"/>
                  </a:moveTo>
                  <a:lnTo>
                    <a:pt x="1239380" y="14504"/>
                  </a:lnTo>
                  <a:lnTo>
                    <a:pt x="1237495" y="14271"/>
                  </a:lnTo>
                  <a:lnTo>
                    <a:pt x="1235742" y="13573"/>
                  </a:lnTo>
                  <a:lnTo>
                    <a:pt x="1234238" y="12409"/>
                  </a:lnTo>
                </a:path>
                <a:path w="8787765" h="882015">
                  <a:moveTo>
                    <a:pt x="1233082" y="10858"/>
                  </a:moveTo>
                  <a:lnTo>
                    <a:pt x="1232353" y="9152"/>
                  </a:lnTo>
                  <a:lnTo>
                    <a:pt x="1232105" y="7290"/>
                  </a:lnTo>
                  <a:lnTo>
                    <a:pt x="1232353" y="5351"/>
                  </a:lnTo>
                  <a:lnTo>
                    <a:pt x="1239380" y="0"/>
                  </a:lnTo>
                  <a:lnTo>
                    <a:pt x="1241257" y="232"/>
                  </a:lnTo>
                  <a:lnTo>
                    <a:pt x="1243010" y="930"/>
                  </a:lnTo>
                  <a:lnTo>
                    <a:pt x="1244522" y="2094"/>
                  </a:lnTo>
                  <a:lnTo>
                    <a:pt x="1245678" y="3645"/>
                  </a:lnTo>
                  <a:lnTo>
                    <a:pt x="1246399" y="5351"/>
                  </a:lnTo>
                  <a:lnTo>
                    <a:pt x="1246648" y="7290"/>
                  </a:lnTo>
                </a:path>
                <a:path w="8787765" h="882015">
                  <a:moveTo>
                    <a:pt x="1653073" y="12409"/>
                  </a:moveTo>
                  <a:lnTo>
                    <a:pt x="1651917" y="10858"/>
                  </a:lnTo>
                </a:path>
                <a:path w="8787765" h="882015">
                  <a:moveTo>
                    <a:pt x="1665483" y="7290"/>
                  </a:moveTo>
                  <a:lnTo>
                    <a:pt x="1658215" y="14504"/>
                  </a:lnTo>
                  <a:lnTo>
                    <a:pt x="1656331" y="14271"/>
                  </a:lnTo>
                  <a:lnTo>
                    <a:pt x="1654578" y="13573"/>
                  </a:lnTo>
                  <a:lnTo>
                    <a:pt x="1653073" y="12409"/>
                  </a:lnTo>
                </a:path>
                <a:path w="8787765" h="882015">
                  <a:moveTo>
                    <a:pt x="1651917" y="10858"/>
                  </a:moveTo>
                  <a:lnTo>
                    <a:pt x="1651188" y="9152"/>
                  </a:lnTo>
                  <a:lnTo>
                    <a:pt x="1650940" y="7290"/>
                  </a:lnTo>
                  <a:lnTo>
                    <a:pt x="1651188" y="5351"/>
                  </a:lnTo>
                  <a:lnTo>
                    <a:pt x="1658215" y="0"/>
                  </a:lnTo>
                  <a:lnTo>
                    <a:pt x="1660092" y="232"/>
                  </a:lnTo>
                  <a:lnTo>
                    <a:pt x="1661845" y="930"/>
                  </a:lnTo>
                  <a:lnTo>
                    <a:pt x="1663358" y="2094"/>
                  </a:lnTo>
                  <a:lnTo>
                    <a:pt x="1664513" y="3645"/>
                  </a:lnTo>
                  <a:lnTo>
                    <a:pt x="1665235" y="5351"/>
                  </a:lnTo>
                  <a:lnTo>
                    <a:pt x="1665483" y="7290"/>
                  </a:lnTo>
                </a:path>
                <a:path w="8787765" h="882015">
                  <a:moveTo>
                    <a:pt x="2071908" y="12409"/>
                  </a:moveTo>
                  <a:lnTo>
                    <a:pt x="2070753" y="10858"/>
                  </a:lnTo>
                </a:path>
                <a:path w="8787765" h="882015">
                  <a:moveTo>
                    <a:pt x="2084318" y="7290"/>
                  </a:moveTo>
                  <a:lnTo>
                    <a:pt x="2077051" y="14504"/>
                  </a:lnTo>
                  <a:lnTo>
                    <a:pt x="2075166" y="14271"/>
                  </a:lnTo>
                  <a:lnTo>
                    <a:pt x="2073413" y="13573"/>
                  </a:lnTo>
                  <a:lnTo>
                    <a:pt x="2071908" y="12409"/>
                  </a:lnTo>
                </a:path>
                <a:path w="8787765" h="882015">
                  <a:moveTo>
                    <a:pt x="2070753" y="10858"/>
                  </a:moveTo>
                  <a:lnTo>
                    <a:pt x="2070024" y="9152"/>
                  </a:lnTo>
                  <a:lnTo>
                    <a:pt x="2069775" y="7290"/>
                  </a:lnTo>
                  <a:lnTo>
                    <a:pt x="2070024" y="5351"/>
                  </a:lnTo>
                  <a:lnTo>
                    <a:pt x="2077051" y="0"/>
                  </a:lnTo>
                  <a:lnTo>
                    <a:pt x="2078928" y="232"/>
                  </a:lnTo>
                  <a:lnTo>
                    <a:pt x="2080681" y="930"/>
                  </a:lnTo>
                  <a:lnTo>
                    <a:pt x="2082193" y="2094"/>
                  </a:lnTo>
                  <a:lnTo>
                    <a:pt x="2083349" y="3645"/>
                  </a:lnTo>
                  <a:lnTo>
                    <a:pt x="2084070" y="5351"/>
                  </a:lnTo>
                  <a:lnTo>
                    <a:pt x="2084318" y="7290"/>
                  </a:lnTo>
                </a:path>
                <a:path w="8787765" h="882015">
                  <a:moveTo>
                    <a:pt x="2490744" y="12409"/>
                  </a:moveTo>
                  <a:lnTo>
                    <a:pt x="2489588" y="10858"/>
                  </a:lnTo>
                </a:path>
                <a:path w="8787765" h="882015">
                  <a:moveTo>
                    <a:pt x="2503154" y="7290"/>
                  </a:moveTo>
                  <a:lnTo>
                    <a:pt x="2495886" y="14504"/>
                  </a:lnTo>
                  <a:lnTo>
                    <a:pt x="2494001" y="14271"/>
                  </a:lnTo>
                  <a:lnTo>
                    <a:pt x="2492249" y="13573"/>
                  </a:lnTo>
                  <a:lnTo>
                    <a:pt x="2490744" y="12409"/>
                  </a:lnTo>
                </a:path>
                <a:path w="8787765" h="882015">
                  <a:moveTo>
                    <a:pt x="2489588" y="10858"/>
                  </a:moveTo>
                  <a:lnTo>
                    <a:pt x="2488859" y="9152"/>
                  </a:lnTo>
                  <a:lnTo>
                    <a:pt x="2488611" y="7290"/>
                  </a:lnTo>
                  <a:lnTo>
                    <a:pt x="2488859" y="5351"/>
                  </a:lnTo>
                  <a:lnTo>
                    <a:pt x="2495886" y="0"/>
                  </a:lnTo>
                  <a:lnTo>
                    <a:pt x="2497763" y="232"/>
                  </a:lnTo>
                  <a:lnTo>
                    <a:pt x="2499516" y="930"/>
                  </a:lnTo>
                  <a:lnTo>
                    <a:pt x="2501029" y="2094"/>
                  </a:lnTo>
                  <a:lnTo>
                    <a:pt x="2502184" y="3645"/>
                  </a:lnTo>
                  <a:lnTo>
                    <a:pt x="2502906" y="5351"/>
                  </a:lnTo>
                  <a:lnTo>
                    <a:pt x="2503154" y="7290"/>
                  </a:lnTo>
                </a:path>
                <a:path w="8787765" h="882015">
                  <a:moveTo>
                    <a:pt x="2909579" y="12409"/>
                  </a:moveTo>
                  <a:lnTo>
                    <a:pt x="2908424" y="10858"/>
                  </a:lnTo>
                </a:path>
                <a:path w="8787765" h="882015">
                  <a:moveTo>
                    <a:pt x="2921989" y="7290"/>
                  </a:moveTo>
                  <a:lnTo>
                    <a:pt x="2914722" y="14504"/>
                  </a:lnTo>
                  <a:lnTo>
                    <a:pt x="2912837" y="14271"/>
                  </a:lnTo>
                  <a:lnTo>
                    <a:pt x="2911084" y="13573"/>
                  </a:lnTo>
                  <a:lnTo>
                    <a:pt x="2909579" y="12409"/>
                  </a:lnTo>
                </a:path>
                <a:path w="8787765" h="882015">
                  <a:moveTo>
                    <a:pt x="2908424" y="10858"/>
                  </a:moveTo>
                  <a:lnTo>
                    <a:pt x="2907694" y="9152"/>
                  </a:lnTo>
                  <a:lnTo>
                    <a:pt x="2907446" y="7290"/>
                  </a:lnTo>
                  <a:lnTo>
                    <a:pt x="2907694" y="5351"/>
                  </a:lnTo>
                  <a:lnTo>
                    <a:pt x="2914722" y="0"/>
                  </a:lnTo>
                  <a:lnTo>
                    <a:pt x="2916599" y="232"/>
                  </a:lnTo>
                  <a:lnTo>
                    <a:pt x="2918351" y="930"/>
                  </a:lnTo>
                  <a:lnTo>
                    <a:pt x="2919864" y="2094"/>
                  </a:lnTo>
                  <a:lnTo>
                    <a:pt x="2921020" y="3645"/>
                  </a:lnTo>
                  <a:lnTo>
                    <a:pt x="2921741" y="5351"/>
                  </a:lnTo>
                  <a:lnTo>
                    <a:pt x="2921989" y="7290"/>
                  </a:lnTo>
                </a:path>
                <a:path w="8787765" h="882015">
                  <a:moveTo>
                    <a:pt x="3328415" y="12409"/>
                  </a:moveTo>
                  <a:lnTo>
                    <a:pt x="3327259" y="10858"/>
                  </a:lnTo>
                </a:path>
                <a:path w="8787765" h="882015">
                  <a:moveTo>
                    <a:pt x="3340825" y="7290"/>
                  </a:moveTo>
                  <a:lnTo>
                    <a:pt x="3333557" y="14504"/>
                  </a:lnTo>
                  <a:lnTo>
                    <a:pt x="3331672" y="14271"/>
                  </a:lnTo>
                  <a:lnTo>
                    <a:pt x="3329919" y="13573"/>
                  </a:lnTo>
                  <a:lnTo>
                    <a:pt x="3328415" y="12409"/>
                  </a:lnTo>
                </a:path>
                <a:path w="8787765" h="882015">
                  <a:moveTo>
                    <a:pt x="3327259" y="10858"/>
                  </a:moveTo>
                  <a:lnTo>
                    <a:pt x="3326530" y="9152"/>
                  </a:lnTo>
                  <a:lnTo>
                    <a:pt x="3326282" y="7290"/>
                  </a:lnTo>
                  <a:lnTo>
                    <a:pt x="3326530" y="5351"/>
                  </a:lnTo>
                  <a:lnTo>
                    <a:pt x="3333557" y="0"/>
                  </a:lnTo>
                  <a:lnTo>
                    <a:pt x="3335434" y="232"/>
                  </a:lnTo>
                  <a:lnTo>
                    <a:pt x="3337187" y="930"/>
                  </a:lnTo>
                  <a:lnTo>
                    <a:pt x="3338699" y="2094"/>
                  </a:lnTo>
                  <a:lnTo>
                    <a:pt x="3339855" y="3645"/>
                  </a:lnTo>
                  <a:lnTo>
                    <a:pt x="3340576" y="5351"/>
                  </a:lnTo>
                  <a:lnTo>
                    <a:pt x="3340825" y="7290"/>
                  </a:lnTo>
                </a:path>
                <a:path w="8787765" h="882015">
                  <a:moveTo>
                    <a:pt x="3747250" y="12409"/>
                  </a:moveTo>
                  <a:lnTo>
                    <a:pt x="3746094" y="10858"/>
                  </a:lnTo>
                </a:path>
                <a:path w="8787765" h="882015">
                  <a:moveTo>
                    <a:pt x="3759660" y="7290"/>
                  </a:moveTo>
                  <a:lnTo>
                    <a:pt x="3752392" y="14504"/>
                  </a:lnTo>
                  <a:lnTo>
                    <a:pt x="3750508" y="14271"/>
                  </a:lnTo>
                  <a:lnTo>
                    <a:pt x="3748755" y="13573"/>
                  </a:lnTo>
                  <a:lnTo>
                    <a:pt x="3747250" y="12409"/>
                  </a:lnTo>
                </a:path>
                <a:path w="8787765" h="882015">
                  <a:moveTo>
                    <a:pt x="3746094" y="10858"/>
                  </a:moveTo>
                  <a:lnTo>
                    <a:pt x="3745365" y="9152"/>
                  </a:lnTo>
                  <a:lnTo>
                    <a:pt x="3745117" y="7290"/>
                  </a:lnTo>
                  <a:lnTo>
                    <a:pt x="3745365" y="5351"/>
                  </a:lnTo>
                  <a:lnTo>
                    <a:pt x="3752392" y="0"/>
                  </a:lnTo>
                  <a:lnTo>
                    <a:pt x="3754269" y="232"/>
                  </a:lnTo>
                  <a:lnTo>
                    <a:pt x="3756022" y="930"/>
                  </a:lnTo>
                  <a:lnTo>
                    <a:pt x="3757535" y="2094"/>
                  </a:lnTo>
                  <a:lnTo>
                    <a:pt x="3758690" y="3645"/>
                  </a:lnTo>
                  <a:lnTo>
                    <a:pt x="3759412" y="5351"/>
                  </a:lnTo>
                  <a:lnTo>
                    <a:pt x="3759660" y="7290"/>
                  </a:lnTo>
                </a:path>
                <a:path w="8787765" h="882015">
                  <a:moveTo>
                    <a:pt x="4166085" y="12409"/>
                  </a:moveTo>
                  <a:lnTo>
                    <a:pt x="4164930" y="10858"/>
                  </a:lnTo>
                </a:path>
                <a:path w="8787765" h="882015">
                  <a:moveTo>
                    <a:pt x="4178495" y="7290"/>
                  </a:moveTo>
                  <a:lnTo>
                    <a:pt x="4171228" y="14504"/>
                  </a:lnTo>
                  <a:lnTo>
                    <a:pt x="4169343" y="14271"/>
                  </a:lnTo>
                  <a:lnTo>
                    <a:pt x="4167590" y="13573"/>
                  </a:lnTo>
                  <a:lnTo>
                    <a:pt x="4166085" y="12409"/>
                  </a:lnTo>
                </a:path>
                <a:path w="8787765" h="882015">
                  <a:moveTo>
                    <a:pt x="4164930" y="10858"/>
                  </a:moveTo>
                  <a:lnTo>
                    <a:pt x="4164201" y="9152"/>
                  </a:lnTo>
                  <a:lnTo>
                    <a:pt x="4163952" y="7290"/>
                  </a:lnTo>
                  <a:lnTo>
                    <a:pt x="4164201" y="5351"/>
                  </a:lnTo>
                  <a:lnTo>
                    <a:pt x="4171228" y="0"/>
                  </a:lnTo>
                  <a:lnTo>
                    <a:pt x="4173105" y="232"/>
                  </a:lnTo>
                  <a:lnTo>
                    <a:pt x="4174858" y="930"/>
                  </a:lnTo>
                  <a:lnTo>
                    <a:pt x="4176370" y="2094"/>
                  </a:lnTo>
                  <a:lnTo>
                    <a:pt x="4177526" y="3645"/>
                  </a:lnTo>
                  <a:lnTo>
                    <a:pt x="4178247" y="5351"/>
                  </a:lnTo>
                  <a:lnTo>
                    <a:pt x="4178495" y="7290"/>
                  </a:lnTo>
                </a:path>
                <a:path w="8787765" h="882015">
                  <a:moveTo>
                    <a:pt x="4584921" y="12409"/>
                  </a:moveTo>
                  <a:lnTo>
                    <a:pt x="4583765" y="10858"/>
                  </a:lnTo>
                </a:path>
                <a:path w="8787765" h="882015">
                  <a:moveTo>
                    <a:pt x="4597331" y="7290"/>
                  </a:moveTo>
                  <a:lnTo>
                    <a:pt x="4590063" y="14504"/>
                  </a:lnTo>
                  <a:lnTo>
                    <a:pt x="4588178" y="14271"/>
                  </a:lnTo>
                  <a:lnTo>
                    <a:pt x="4586426" y="13573"/>
                  </a:lnTo>
                  <a:lnTo>
                    <a:pt x="4584921" y="12409"/>
                  </a:lnTo>
                </a:path>
                <a:path w="8787765" h="882015">
                  <a:moveTo>
                    <a:pt x="4583765" y="10858"/>
                  </a:moveTo>
                  <a:lnTo>
                    <a:pt x="4583036" y="9152"/>
                  </a:lnTo>
                  <a:lnTo>
                    <a:pt x="4582788" y="7290"/>
                  </a:lnTo>
                  <a:lnTo>
                    <a:pt x="4583036" y="5351"/>
                  </a:lnTo>
                  <a:lnTo>
                    <a:pt x="4590063" y="0"/>
                  </a:lnTo>
                  <a:lnTo>
                    <a:pt x="4591940" y="232"/>
                  </a:lnTo>
                  <a:lnTo>
                    <a:pt x="4593693" y="930"/>
                  </a:lnTo>
                  <a:lnTo>
                    <a:pt x="4595206" y="2094"/>
                  </a:lnTo>
                  <a:lnTo>
                    <a:pt x="4596361" y="3645"/>
                  </a:lnTo>
                  <a:lnTo>
                    <a:pt x="4597083" y="5351"/>
                  </a:lnTo>
                  <a:lnTo>
                    <a:pt x="4597331" y="7290"/>
                  </a:lnTo>
                </a:path>
                <a:path w="8787765" h="882015">
                  <a:moveTo>
                    <a:pt x="5003756" y="12409"/>
                  </a:moveTo>
                  <a:lnTo>
                    <a:pt x="5002601" y="10858"/>
                  </a:lnTo>
                </a:path>
                <a:path w="8787765" h="882015">
                  <a:moveTo>
                    <a:pt x="5016166" y="7290"/>
                  </a:moveTo>
                  <a:lnTo>
                    <a:pt x="5008899" y="14504"/>
                  </a:lnTo>
                  <a:lnTo>
                    <a:pt x="5007014" y="14271"/>
                  </a:lnTo>
                  <a:lnTo>
                    <a:pt x="5005261" y="13573"/>
                  </a:lnTo>
                  <a:lnTo>
                    <a:pt x="5003756" y="12409"/>
                  </a:lnTo>
                </a:path>
                <a:path w="8787765" h="882015">
                  <a:moveTo>
                    <a:pt x="5002601" y="10858"/>
                  </a:moveTo>
                  <a:lnTo>
                    <a:pt x="5001871" y="9152"/>
                  </a:lnTo>
                  <a:lnTo>
                    <a:pt x="5001623" y="7290"/>
                  </a:lnTo>
                  <a:lnTo>
                    <a:pt x="5001871" y="5351"/>
                  </a:lnTo>
                  <a:lnTo>
                    <a:pt x="5008899" y="0"/>
                  </a:lnTo>
                  <a:lnTo>
                    <a:pt x="5010776" y="232"/>
                  </a:lnTo>
                  <a:lnTo>
                    <a:pt x="5012528" y="930"/>
                  </a:lnTo>
                  <a:lnTo>
                    <a:pt x="5014041" y="2094"/>
                  </a:lnTo>
                  <a:lnTo>
                    <a:pt x="5015197" y="3645"/>
                  </a:lnTo>
                  <a:lnTo>
                    <a:pt x="5015918" y="5351"/>
                  </a:lnTo>
                  <a:lnTo>
                    <a:pt x="5016166" y="7290"/>
                  </a:lnTo>
                </a:path>
                <a:path w="8787765" h="882015">
                  <a:moveTo>
                    <a:pt x="5422592" y="12409"/>
                  </a:moveTo>
                  <a:lnTo>
                    <a:pt x="5421436" y="10858"/>
                  </a:lnTo>
                </a:path>
                <a:path w="8787765" h="882015">
                  <a:moveTo>
                    <a:pt x="5435002" y="7290"/>
                  </a:moveTo>
                  <a:lnTo>
                    <a:pt x="5427734" y="14504"/>
                  </a:lnTo>
                  <a:lnTo>
                    <a:pt x="5425849" y="14271"/>
                  </a:lnTo>
                  <a:lnTo>
                    <a:pt x="5424096" y="13573"/>
                  </a:lnTo>
                  <a:lnTo>
                    <a:pt x="5422592" y="12409"/>
                  </a:lnTo>
                </a:path>
                <a:path w="8787765" h="882015">
                  <a:moveTo>
                    <a:pt x="5421436" y="10858"/>
                  </a:moveTo>
                  <a:lnTo>
                    <a:pt x="5420707" y="9152"/>
                  </a:lnTo>
                  <a:lnTo>
                    <a:pt x="5420459" y="7290"/>
                  </a:lnTo>
                  <a:lnTo>
                    <a:pt x="5420707" y="5351"/>
                  </a:lnTo>
                  <a:lnTo>
                    <a:pt x="5427734" y="0"/>
                  </a:lnTo>
                  <a:lnTo>
                    <a:pt x="5429611" y="232"/>
                  </a:lnTo>
                  <a:lnTo>
                    <a:pt x="5431364" y="930"/>
                  </a:lnTo>
                  <a:lnTo>
                    <a:pt x="5432876" y="2094"/>
                  </a:lnTo>
                  <a:lnTo>
                    <a:pt x="5434032" y="3645"/>
                  </a:lnTo>
                  <a:lnTo>
                    <a:pt x="5434753" y="5351"/>
                  </a:lnTo>
                  <a:lnTo>
                    <a:pt x="5435002" y="7290"/>
                  </a:lnTo>
                </a:path>
                <a:path w="8787765" h="882015">
                  <a:moveTo>
                    <a:pt x="5841396" y="12409"/>
                  </a:moveTo>
                  <a:lnTo>
                    <a:pt x="5840233" y="10858"/>
                  </a:lnTo>
                </a:path>
                <a:path w="8787765" h="882015">
                  <a:moveTo>
                    <a:pt x="5853806" y="7290"/>
                  </a:moveTo>
                  <a:lnTo>
                    <a:pt x="5846593" y="14504"/>
                  </a:lnTo>
                  <a:lnTo>
                    <a:pt x="5844654" y="14271"/>
                  </a:lnTo>
                  <a:lnTo>
                    <a:pt x="5842947" y="13573"/>
                  </a:lnTo>
                  <a:lnTo>
                    <a:pt x="5841396" y="12409"/>
                  </a:lnTo>
                </a:path>
                <a:path w="8787765" h="882015">
                  <a:moveTo>
                    <a:pt x="5840233" y="10858"/>
                  </a:moveTo>
                  <a:lnTo>
                    <a:pt x="5839534" y="9152"/>
                  </a:lnTo>
                  <a:lnTo>
                    <a:pt x="5839302" y="7290"/>
                  </a:lnTo>
                  <a:lnTo>
                    <a:pt x="5839534" y="5351"/>
                  </a:lnTo>
                  <a:lnTo>
                    <a:pt x="5846593" y="0"/>
                  </a:lnTo>
                  <a:lnTo>
                    <a:pt x="5848454" y="232"/>
                  </a:lnTo>
                  <a:lnTo>
                    <a:pt x="5850238" y="930"/>
                  </a:lnTo>
                  <a:lnTo>
                    <a:pt x="5851712" y="2094"/>
                  </a:lnTo>
                  <a:lnTo>
                    <a:pt x="5852875" y="3645"/>
                  </a:lnTo>
                  <a:lnTo>
                    <a:pt x="5853573" y="5351"/>
                  </a:lnTo>
                  <a:lnTo>
                    <a:pt x="5853806" y="7290"/>
                  </a:lnTo>
                </a:path>
                <a:path w="8787765" h="882015">
                  <a:moveTo>
                    <a:pt x="6260231" y="12409"/>
                  </a:moveTo>
                  <a:lnTo>
                    <a:pt x="6259068" y="10858"/>
                  </a:lnTo>
                </a:path>
                <a:path w="8787765" h="882015">
                  <a:moveTo>
                    <a:pt x="6272641" y="7290"/>
                  </a:moveTo>
                  <a:lnTo>
                    <a:pt x="6265428" y="14504"/>
                  </a:lnTo>
                  <a:lnTo>
                    <a:pt x="6263489" y="14271"/>
                  </a:lnTo>
                  <a:lnTo>
                    <a:pt x="6261783" y="13573"/>
                  </a:lnTo>
                  <a:lnTo>
                    <a:pt x="6260231" y="12409"/>
                  </a:lnTo>
                </a:path>
                <a:path w="8787765" h="882015">
                  <a:moveTo>
                    <a:pt x="6259068" y="10858"/>
                  </a:moveTo>
                  <a:lnTo>
                    <a:pt x="6258370" y="9152"/>
                  </a:lnTo>
                  <a:lnTo>
                    <a:pt x="6258137" y="7290"/>
                  </a:lnTo>
                  <a:lnTo>
                    <a:pt x="6258370" y="5351"/>
                  </a:lnTo>
                  <a:lnTo>
                    <a:pt x="6265428" y="0"/>
                  </a:lnTo>
                  <a:lnTo>
                    <a:pt x="6267290" y="232"/>
                  </a:lnTo>
                  <a:lnTo>
                    <a:pt x="6269073" y="930"/>
                  </a:lnTo>
                  <a:lnTo>
                    <a:pt x="6270547" y="2094"/>
                  </a:lnTo>
                  <a:lnTo>
                    <a:pt x="6271711" y="3645"/>
                  </a:lnTo>
                  <a:lnTo>
                    <a:pt x="6272409" y="5351"/>
                  </a:lnTo>
                  <a:lnTo>
                    <a:pt x="6272641" y="7290"/>
                  </a:lnTo>
                </a:path>
                <a:path w="8787765" h="882015">
                  <a:moveTo>
                    <a:pt x="6679067" y="12409"/>
                  </a:moveTo>
                  <a:lnTo>
                    <a:pt x="6677903" y="10858"/>
                  </a:lnTo>
                </a:path>
                <a:path w="8787765" h="882015">
                  <a:moveTo>
                    <a:pt x="6691477" y="7290"/>
                  </a:moveTo>
                  <a:lnTo>
                    <a:pt x="6684263" y="14504"/>
                  </a:lnTo>
                  <a:lnTo>
                    <a:pt x="6682324" y="14271"/>
                  </a:lnTo>
                  <a:lnTo>
                    <a:pt x="6680618" y="13573"/>
                  </a:lnTo>
                  <a:lnTo>
                    <a:pt x="6679067" y="12409"/>
                  </a:lnTo>
                </a:path>
                <a:path w="8787765" h="882015">
                  <a:moveTo>
                    <a:pt x="6677903" y="10858"/>
                  </a:moveTo>
                  <a:lnTo>
                    <a:pt x="6677205" y="9152"/>
                  </a:lnTo>
                  <a:lnTo>
                    <a:pt x="6676973" y="7290"/>
                  </a:lnTo>
                  <a:lnTo>
                    <a:pt x="6677205" y="5351"/>
                  </a:lnTo>
                  <a:lnTo>
                    <a:pt x="6684263" y="0"/>
                  </a:lnTo>
                  <a:lnTo>
                    <a:pt x="6686125" y="232"/>
                  </a:lnTo>
                  <a:lnTo>
                    <a:pt x="6687909" y="930"/>
                  </a:lnTo>
                  <a:lnTo>
                    <a:pt x="6689383" y="2094"/>
                  </a:lnTo>
                  <a:lnTo>
                    <a:pt x="6690546" y="3645"/>
                  </a:lnTo>
                  <a:lnTo>
                    <a:pt x="6691244" y="5351"/>
                  </a:lnTo>
                  <a:lnTo>
                    <a:pt x="6691477" y="7290"/>
                  </a:lnTo>
                </a:path>
                <a:path w="8787765" h="882015">
                  <a:moveTo>
                    <a:pt x="7097902" y="12409"/>
                  </a:moveTo>
                  <a:lnTo>
                    <a:pt x="7096739" y="10858"/>
                  </a:lnTo>
                </a:path>
                <a:path w="8787765" h="882015">
                  <a:moveTo>
                    <a:pt x="7110312" y="7290"/>
                  </a:moveTo>
                  <a:lnTo>
                    <a:pt x="7103099" y="14504"/>
                  </a:lnTo>
                  <a:lnTo>
                    <a:pt x="7101160" y="14271"/>
                  </a:lnTo>
                  <a:lnTo>
                    <a:pt x="7099453" y="13573"/>
                  </a:lnTo>
                  <a:lnTo>
                    <a:pt x="7097902" y="12409"/>
                  </a:lnTo>
                </a:path>
                <a:path w="8787765" h="882015">
                  <a:moveTo>
                    <a:pt x="7096739" y="10858"/>
                  </a:moveTo>
                  <a:lnTo>
                    <a:pt x="7096041" y="9152"/>
                  </a:lnTo>
                  <a:lnTo>
                    <a:pt x="7095808" y="7290"/>
                  </a:lnTo>
                  <a:lnTo>
                    <a:pt x="7096041" y="5351"/>
                  </a:lnTo>
                  <a:lnTo>
                    <a:pt x="7103099" y="0"/>
                  </a:lnTo>
                  <a:lnTo>
                    <a:pt x="7104960" y="232"/>
                  </a:lnTo>
                  <a:lnTo>
                    <a:pt x="7106744" y="930"/>
                  </a:lnTo>
                  <a:lnTo>
                    <a:pt x="7108218" y="2094"/>
                  </a:lnTo>
                  <a:lnTo>
                    <a:pt x="7109381" y="3645"/>
                  </a:lnTo>
                  <a:lnTo>
                    <a:pt x="7110079" y="5351"/>
                  </a:lnTo>
                  <a:lnTo>
                    <a:pt x="7110312" y="7290"/>
                  </a:lnTo>
                </a:path>
                <a:path w="8787765" h="882015">
                  <a:moveTo>
                    <a:pt x="7516738" y="12409"/>
                  </a:moveTo>
                  <a:lnTo>
                    <a:pt x="7515574" y="10858"/>
                  </a:lnTo>
                </a:path>
                <a:path w="8787765" h="882015">
                  <a:moveTo>
                    <a:pt x="7529148" y="7290"/>
                  </a:moveTo>
                  <a:lnTo>
                    <a:pt x="7521934" y="14504"/>
                  </a:lnTo>
                  <a:lnTo>
                    <a:pt x="7519995" y="14271"/>
                  </a:lnTo>
                  <a:lnTo>
                    <a:pt x="7518289" y="13573"/>
                  </a:lnTo>
                  <a:lnTo>
                    <a:pt x="7516738" y="12409"/>
                  </a:lnTo>
                </a:path>
                <a:path w="8787765" h="882015">
                  <a:moveTo>
                    <a:pt x="7515574" y="10858"/>
                  </a:moveTo>
                  <a:lnTo>
                    <a:pt x="7514876" y="9152"/>
                  </a:lnTo>
                  <a:lnTo>
                    <a:pt x="7514643" y="7290"/>
                  </a:lnTo>
                  <a:lnTo>
                    <a:pt x="7514876" y="5351"/>
                  </a:lnTo>
                  <a:lnTo>
                    <a:pt x="7521934" y="0"/>
                  </a:lnTo>
                  <a:lnTo>
                    <a:pt x="7523796" y="232"/>
                  </a:lnTo>
                  <a:lnTo>
                    <a:pt x="7525580" y="930"/>
                  </a:lnTo>
                  <a:lnTo>
                    <a:pt x="7527053" y="2094"/>
                  </a:lnTo>
                  <a:lnTo>
                    <a:pt x="7528217" y="3645"/>
                  </a:lnTo>
                  <a:lnTo>
                    <a:pt x="7528915" y="5351"/>
                  </a:lnTo>
                  <a:lnTo>
                    <a:pt x="7529148" y="7290"/>
                  </a:lnTo>
                </a:path>
                <a:path w="8787765" h="882015">
                  <a:moveTo>
                    <a:pt x="7935573" y="12409"/>
                  </a:moveTo>
                  <a:lnTo>
                    <a:pt x="7934410" y="10858"/>
                  </a:lnTo>
                </a:path>
                <a:path w="8787765" h="882015">
                  <a:moveTo>
                    <a:pt x="7947983" y="7290"/>
                  </a:moveTo>
                  <a:lnTo>
                    <a:pt x="7940770" y="14504"/>
                  </a:lnTo>
                  <a:lnTo>
                    <a:pt x="7938831" y="14271"/>
                  </a:lnTo>
                  <a:lnTo>
                    <a:pt x="7937124" y="13573"/>
                  </a:lnTo>
                  <a:lnTo>
                    <a:pt x="7935573" y="12409"/>
                  </a:lnTo>
                </a:path>
                <a:path w="8787765" h="882015">
                  <a:moveTo>
                    <a:pt x="7934410" y="10858"/>
                  </a:moveTo>
                  <a:lnTo>
                    <a:pt x="7933711" y="9152"/>
                  </a:lnTo>
                  <a:lnTo>
                    <a:pt x="7933479" y="7290"/>
                  </a:lnTo>
                  <a:lnTo>
                    <a:pt x="7933711" y="5351"/>
                  </a:lnTo>
                  <a:lnTo>
                    <a:pt x="7940770" y="0"/>
                  </a:lnTo>
                  <a:lnTo>
                    <a:pt x="7942631" y="232"/>
                  </a:lnTo>
                  <a:lnTo>
                    <a:pt x="7944415" y="930"/>
                  </a:lnTo>
                  <a:lnTo>
                    <a:pt x="7945889" y="2094"/>
                  </a:lnTo>
                  <a:lnTo>
                    <a:pt x="7947052" y="3645"/>
                  </a:lnTo>
                  <a:lnTo>
                    <a:pt x="7947750" y="5351"/>
                  </a:lnTo>
                  <a:lnTo>
                    <a:pt x="7947983" y="7290"/>
                  </a:lnTo>
                </a:path>
                <a:path w="8787765" h="882015">
                  <a:moveTo>
                    <a:pt x="813517" y="165750"/>
                  </a:moveTo>
                  <a:lnTo>
                    <a:pt x="820545" y="165750"/>
                  </a:lnTo>
                </a:path>
                <a:path w="8787765" h="882015">
                  <a:moveTo>
                    <a:pt x="7962565" y="196930"/>
                  </a:moveTo>
                  <a:lnTo>
                    <a:pt x="7962565" y="247190"/>
                  </a:lnTo>
                  <a:lnTo>
                    <a:pt x="7962565" y="797028"/>
                  </a:lnTo>
                </a:path>
                <a:path w="8787765" h="882015">
                  <a:moveTo>
                    <a:pt x="7947518" y="796562"/>
                  </a:moveTo>
                  <a:lnTo>
                    <a:pt x="7940770" y="796562"/>
                  </a:lnTo>
                  <a:lnTo>
                    <a:pt x="7908736" y="796562"/>
                  </a:lnTo>
                </a:path>
                <a:path w="8787765" h="882015">
                  <a:moveTo>
                    <a:pt x="7947983" y="789272"/>
                  </a:moveTo>
                  <a:lnTo>
                    <a:pt x="7947983" y="796097"/>
                  </a:lnTo>
                </a:path>
                <a:path w="8787765" h="882015">
                  <a:moveTo>
                    <a:pt x="798975" y="196930"/>
                  </a:moveTo>
                  <a:lnTo>
                    <a:pt x="798975" y="247190"/>
                  </a:lnTo>
                  <a:lnTo>
                    <a:pt x="798975" y="797028"/>
                  </a:lnTo>
                </a:path>
                <a:path w="8787765" h="882015">
                  <a:moveTo>
                    <a:pt x="813998" y="796562"/>
                  </a:moveTo>
                  <a:lnTo>
                    <a:pt x="820545" y="796562"/>
                  </a:lnTo>
                  <a:lnTo>
                    <a:pt x="852787" y="796562"/>
                  </a:lnTo>
                </a:path>
                <a:path w="8787765" h="882015">
                  <a:moveTo>
                    <a:pt x="813517" y="14504"/>
                  </a:moveTo>
                  <a:lnTo>
                    <a:pt x="820545" y="14504"/>
                  </a:lnTo>
                </a:path>
                <a:path w="8787765" h="882015">
                  <a:moveTo>
                    <a:pt x="820545" y="165750"/>
                  </a:moveTo>
                  <a:lnTo>
                    <a:pt x="1239380" y="165750"/>
                  </a:lnTo>
                </a:path>
                <a:path w="8787765" h="882015">
                  <a:moveTo>
                    <a:pt x="7947983" y="579854"/>
                  </a:moveTo>
                  <a:lnTo>
                    <a:pt x="7947983" y="789272"/>
                  </a:lnTo>
                </a:path>
                <a:path w="8787765" h="882015">
                  <a:moveTo>
                    <a:pt x="813517" y="197860"/>
                  </a:moveTo>
                  <a:lnTo>
                    <a:pt x="813517" y="247190"/>
                  </a:lnTo>
                </a:path>
                <a:path w="8787765" h="882015">
                  <a:moveTo>
                    <a:pt x="813517" y="787410"/>
                  </a:moveTo>
                  <a:lnTo>
                    <a:pt x="813517" y="791211"/>
                  </a:lnTo>
                  <a:lnTo>
                    <a:pt x="813517" y="796097"/>
                  </a:lnTo>
                </a:path>
                <a:path w="8787765" h="882015">
                  <a:moveTo>
                    <a:pt x="820545" y="14504"/>
                  </a:moveTo>
                  <a:lnTo>
                    <a:pt x="1239380" y="14504"/>
                  </a:lnTo>
                </a:path>
                <a:path w="8787765" h="882015">
                  <a:moveTo>
                    <a:pt x="1239380" y="165750"/>
                  </a:moveTo>
                  <a:lnTo>
                    <a:pt x="1658215" y="165750"/>
                  </a:lnTo>
                </a:path>
                <a:path w="8787765" h="882015">
                  <a:moveTo>
                    <a:pt x="7947983" y="370436"/>
                  </a:moveTo>
                  <a:lnTo>
                    <a:pt x="7947983" y="579854"/>
                  </a:lnTo>
                </a:path>
                <a:path w="8787765" h="882015">
                  <a:moveTo>
                    <a:pt x="1239380" y="14504"/>
                  </a:moveTo>
                  <a:lnTo>
                    <a:pt x="1658215" y="14504"/>
                  </a:lnTo>
                </a:path>
                <a:path w="8787765" h="882015">
                  <a:moveTo>
                    <a:pt x="1658215" y="165750"/>
                  </a:moveTo>
                  <a:lnTo>
                    <a:pt x="2077051" y="165750"/>
                  </a:lnTo>
                </a:path>
                <a:path w="8787765" h="882015">
                  <a:moveTo>
                    <a:pt x="7947983" y="197860"/>
                  </a:moveTo>
                  <a:lnTo>
                    <a:pt x="7947983" y="247190"/>
                  </a:lnTo>
                  <a:lnTo>
                    <a:pt x="7947983" y="370436"/>
                  </a:lnTo>
                </a:path>
                <a:path w="8787765" h="882015">
                  <a:moveTo>
                    <a:pt x="813517" y="372375"/>
                  </a:moveTo>
                  <a:lnTo>
                    <a:pt x="813517" y="577992"/>
                  </a:lnTo>
                  <a:lnTo>
                    <a:pt x="813517" y="581793"/>
                  </a:lnTo>
                  <a:lnTo>
                    <a:pt x="813517" y="787410"/>
                  </a:lnTo>
                </a:path>
                <a:path w="8787765" h="882015">
                  <a:moveTo>
                    <a:pt x="1658215" y="14504"/>
                  </a:moveTo>
                  <a:lnTo>
                    <a:pt x="2077051" y="14504"/>
                  </a:lnTo>
                </a:path>
                <a:path w="8787765" h="882015">
                  <a:moveTo>
                    <a:pt x="2077051" y="165750"/>
                  </a:moveTo>
                  <a:lnTo>
                    <a:pt x="2495886" y="165750"/>
                  </a:lnTo>
                </a:path>
                <a:path w="8787765" h="882015">
                  <a:moveTo>
                    <a:pt x="813517" y="247190"/>
                  </a:moveTo>
                  <a:lnTo>
                    <a:pt x="813517" y="368575"/>
                  </a:lnTo>
                  <a:lnTo>
                    <a:pt x="813517" y="372375"/>
                  </a:lnTo>
                </a:path>
                <a:path w="8787765" h="882015">
                  <a:moveTo>
                    <a:pt x="2077051" y="14504"/>
                  </a:moveTo>
                  <a:lnTo>
                    <a:pt x="2495886" y="14504"/>
                  </a:lnTo>
                </a:path>
                <a:path w="8787765" h="882015">
                  <a:moveTo>
                    <a:pt x="2495886" y="165750"/>
                  </a:moveTo>
                  <a:lnTo>
                    <a:pt x="2914722" y="165750"/>
                  </a:lnTo>
                </a:path>
                <a:path w="8787765" h="882015">
                  <a:moveTo>
                    <a:pt x="2495886" y="14504"/>
                  </a:moveTo>
                  <a:lnTo>
                    <a:pt x="2914722" y="14504"/>
                  </a:lnTo>
                </a:path>
                <a:path w="8787765" h="882015">
                  <a:moveTo>
                    <a:pt x="2914722" y="165750"/>
                  </a:moveTo>
                  <a:lnTo>
                    <a:pt x="3333557" y="165750"/>
                  </a:lnTo>
                </a:path>
                <a:path w="8787765" h="882015">
                  <a:moveTo>
                    <a:pt x="2914722" y="14504"/>
                  </a:moveTo>
                  <a:lnTo>
                    <a:pt x="3333557" y="14504"/>
                  </a:lnTo>
                </a:path>
                <a:path w="8787765" h="882015">
                  <a:moveTo>
                    <a:pt x="3333557" y="165750"/>
                  </a:moveTo>
                  <a:lnTo>
                    <a:pt x="3752392" y="165750"/>
                  </a:lnTo>
                </a:path>
                <a:path w="8787765" h="882015">
                  <a:moveTo>
                    <a:pt x="3333557" y="14504"/>
                  </a:moveTo>
                  <a:lnTo>
                    <a:pt x="3752392" y="14504"/>
                  </a:lnTo>
                </a:path>
                <a:path w="8787765" h="882015">
                  <a:moveTo>
                    <a:pt x="3752392" y="165750"/>
                  </a:moveTo>
                  <a:lnTo>
                    <a:pt x="4171228" y="165750"/>
                  </a:lnTo>
                </a:path>
                <a:path w="8787765" h="882015">
                  <a:moveTo>
                    <a:pt x="3752392" y="14504"/>
                  </a:moveTo>
                  <a:lnTo>
                    <a:pt x="4171228" y="14504"/>
                  </a:lnTo>
                </a:path>
                <a:path w="8787765" h="882015">
                  <a:moveTo>
                    <a:pt x="4171228" y="165750"/>
                  </a:moveTo>
                  <a:lnTo>
                    <a:pt x="4590063" y="165750"/>
                  </a:lnTo>
                </a:path>
                <a:path w="8787765" h="882015">
                  <a:moveTo>
                    <a:pt x="4171228" y="14504"/>
                  </a:moveTo>
                  <a:lnTo>
                    <a:pt x="4590063" y="14504"/>
                  </a:lnTo>
                </a:path>
                <a:path w="8787765" h="882015">
                  <a:moveTo>
                    <a:pt x="4590063" y="165750"/>
                  </a:moveTo>
                  <a:lnTo>
                    <a:pt x="5008899" y="165750"/>
                  </a:lnTo>
                </a:path>
                <a:path w="8787765" h="882015">
                  <a:moveTo>
                    <a:pt x="4590063" y="14504"/>
                  </a:moveTo>
                  <a:lnTo>
                    <a:pt x="5008899" y="14504"/>
                  </a:lnTo>
                </a:path>
                <a:path w="8787765" h="882015">
                  <a:moveTo>
                    <a:pt x="5008899" y="165750"/>
                  </a:moveTo>
                  <a:lnTo>
                    <a:pt x="5427734" y="165750"/>
                  </a:lnTo>
                </a:path>
                <a:path w="8787765" h="882015">
                  <a:moveTo>
                    <a:pt x="5008899" y="14504"/>
                  </a:moveTo>
                  <a:lnTo>
                    <a:pt x="5427734" y="14504"/>
                  </a:lnTo>
                </a:path>
                <a:path w="8787765" h="882015">
                  <a:moveTo>
                    <a:pt x="5427734" y="165750"/>
                  </a:moveTo>
                  <a:lnTo>
                    <a:pt x="5846593" y="165750"/>
                  </a:lnTo>
                </a:path>
                <a:path w="8787765" h="882015">
                  <a:moveTo>
                    <a:pt x="5427734" y="14504"/>
                  </a:moveTo>
                  <a:lnTo>
                    <a:pt x="5846593" y="14504"/>
                  </a:lnTo>
                </a:path>
                <a:path w="8787765" h="882015">
                  <a:moveTo>
                    <a:pt x="5846593" y="165750"/>
                  </a:moveTo>
                  <a:lnTo>
                    <a:pt x="6265428" y="165750"/>
                  </a:lnTo>
                </a:path>
                <a:path w="8787765" h="882015">
                  <a:moveTo>
                    <a:pt x="5846593" y="14504"/>
                  </a:moveTo>
                  <a:lnTo>
                    <a:pt x="6265428" y="14504"/>
                  </a:lnTo>
                </a:path>
                <a:path w="8787765" h="882015">
                  <a:moveTo>
                    <a:pt x="6265428" y="165750"/>
                  </a:moveTo>
                  <a:lnTo>
                    <a:pt x="6684263" y="165750"/>
                  </a:lnTo>
                </a:path>
                <a:path w="8787765" h="882015">
                  <a:moveTo>
                    <a:pt x="6265428" y="14504"/>
                  </a:moveTo>
                  <a:lnTo>
                    <a:pt x="6684263" y="14504"/>
                  </a:lnTo>
                </a:path>
                <a:path w="8787765" h="882015">
                  <a:moveTo>
                    <a:pt x="6684263" y="165750"/>
                  </a:moveTo>
                  <a:lnTo>
                    <a:pt x="7103099" y="165750"/>
                  </a:lnTo>
                </a:path>
                <a:path w="8787765" h="882015">
                  <a:moveTo>
                    <a:pt x="6684263" y="14504"/>
                  </a:moveTo>
                  <a:lnTo>
                    <a:pt x="7103099" y="14504"/>
                  </a:lnTo>
                </a:path>
                <a:path w="8787765" h="882015">
                  <a:moveTo>
                    <a:pt x="7103099" y="165750"/>
                  </a:moveTo>
                  <a:lnTo>
                    <a:pt x="7521934" y="165750"/>
                  </a:lnTo>
                </a:path>
                <a:path w="8787765" h="882015">
                  <a:moveTo>
                    <a:pt x="7103099" y="14504"/>
                  </a:moveTo>
                  <a:lnTo>
                    <a:pt x="7521934" y="14504"/>
                  </a:lnTo>
                </a:path>
                <a:path w="8787765" h="882015">
                  <a:moveTo>
                    <a:pt x="7521934" y="165750"/>
                  </a:moveTo>
                  <a:lnTo>
                    <a:pt x="7940770" y="165750"/>
                  </a:lnTo>
                  <a:lnTo>
                    <a:pt x="7947983" y="165750"/>
                  </a:lnTo>
                </a:path>
                <a:path w="8787765" h="882015">
                  <a:moveTo>
                    <a:pt x="7521934" y="14504"/>
                  </a:moveTo>
                  <a:lnTo>
                    <a:pt x="7940770" y="14504"/>
                  </a:lnTo>
                  <a:lnTo>
                    <a:pt x="7947983" y="14504"/>
                  </a:lnTo>
                </a:path>
                <a:path w="8787765" h="882015">
                  <a:moveTo>
                    <a:pt x="680933" y="613981"/>
                  </a:moveTo>
                  <a:lnTo>
                    <a:pt x="680933" y="881570"/>
                  </a:lnTo>
                </a:path>
                <a:path w="8787765" h="882015">
                  <a:moveTo>
                    <a:pt x="8787283" y="66780"/>
                  </a:moveTo>
                  <a:lnTo>
                    <a:pt x="8080381" y="114559"/>
                  </a:lnTo>
                </a:path>
                <a:path w="8787765" h="882015">
                  <a:moveTo>
                    <a:pt x="680933" y="613981"/>
                  </a:moveTo>
                  <a:lnTo>
                    <a:pt x="0" y="65997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101156" y="5968913"/>
            <a:ext cx="154686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BESS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TOP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92203" y="6007594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16579" y="6158839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609280" y="5953183"/>
            <a:ext cx="3293745" cy="449580"/>
            <a:chOff x="4609280" y="5953183"/>
            <a:chExt cx="3293745" cy="449580"/>
          </a:xfrm>
        </p:grpSpPr>
        <p:sp>
          <p:nvSpPr>
            <p:cNvPr id="39" name="object 39"/>
            <p:cNvSpPr/>
            <p:nvPr/>
          </p:nvSpPr>
          <p:spPr>
            <a:xfrm>
              <a:off x="4617218" y="6177736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9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617218" y="5961121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23"/>
                  </a:moveTo>
                  <a:lnTo>
                    <a:pt x="5721" y="166952"/>
                  </a:lnTo>
                  <a:lnTo>
                    <a:pt x="22018" y="121357"/>
                  </a:lnTo>
                  <a:lnTo>
                    <a:pt x="47591" y="81135"/>
                  </a:lnTo>
                  <a:lnTo>
                    <a:pt x="81138" y="47589"/>
                  </a:lnTo>
                  <a:lnTo>
                    <a:pt x="121360" y="22017"/>
                  </a:lnTo>
                  <a:lnTo>
                    <a:pt x="166955" y="5721"/>
                  </a:lnTo>
                  <a:lnTo>
                    <a:pt x="216623" y="0"/>
                  </a:lnTo>
                  <a:lnTo>
                    <a:pt x="266293" y="5721"/>
                  </a:lnTo>
                  <a:lnTo>
                    <a:pt x="311889" y="22017"/>
                  </a:lnTo>
                  <a:lnTo>
                    <a:pt x="352110" y="47589"/>
                  </a:lnTo>
                  <a:lnTo>
                    <a:pt x="385657" y="81135"/>
                  </a:lnTo>
                  <a:lnTo>
                    <a:pt x="411228" y="121357"/>
                  </a:lnTo>
                  <a:lnTo>
                    <a:pt x="427525" y="166952"/>
                  </a:lnTo>
                  <a:lnTo>
                    <a:pt x="433246" y="216623"/>
                  </a:lnTo>
                  <a:lnTo>
                    <a:pt x="427525" y="266293"/>
                  </a:lnTo>
                  <a:lnTo>
                    <a:pt x="411228" y="311889"/>
                  </a:lnTo>
                  <a:lnTo>
                    <a:pt x="385657" y="352110"/>
                  </a:lnTo>
                  <a:lnTo>
                    <a:pt x="352110" y="385657"/>
                  </a:lnTo>
                  <a:lnTo>
                    <a:pt x="311889" y="411228"/>
                  </a:lnTo>
                  <a:lnTo>
                    <a:pt x="266293" y="427525"/>
                  </a:lnTo>
                  <a:lnTo>
                    <a:pt x="216623" y="433246"/>
                  </a:lnTo>
                  <a:lnTo>
                    <a:pt x="166955" y="427525"/>
                  </a:lnTo>
                  <a:lnTo>
                    <a:pt x="121360" y="411228"/>
                  </a:lnTo>
                  <a:lnTo>
                    <a:pt x="81138" y="385657"/>
                  </a:lnTo>
                  <a:lnTo>
                    <a:pt x="47591" y="352110"/>
                  </a:lnTo>
                  <a:lnTo>
                    <a:pt x="22018" y="311889"/>
                  </a:lnTo>
                  <a:lnTo>
                    <a:pt x="5721" y="266293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5067696" y="6241877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2'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432928" y="12093272"/>
            <a:ext cx="156527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BESS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SIDE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23975" y="12131898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48351" y="12283144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941052" y="12077558"/>
            <a:ext cx="3293745" cy="449580"/>
            <a:chOff x="4941052" y="12077558"/>
            <a:chExt cx="3293745" cy="449580"/>
          </a:xfrm>
        </p:grpSpPr>
        <p:sp>
          <p:nvSpPr>
            <p:cNvPr id="46" name="object 46"/>
            <p:cNvSpPr/>
            <p:nvPr/>
          </p:nvSpPr>
          <p:spPr>
            <a:xfrm>
              <a:off x="4948990" y="12302049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5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948990" y="12085495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553"/>
                  </a:moveTo>
                  <a:lnTo>
                    <a:pt x="5721" y="166899"/>
                  </a:lnTo>
                  <a:lnTo>
                    <a:pt x="22018" y="121317"/>
                  </a:lnTo>
                  <a:lnTo>
                    <a:pt x="47591" y="81109"/>
                  </a:lnTo>
                  <a:lnTo>
                    <a:pt x="81138" y="47573"/>
                  </a:lnTo>
                  <a:lnTo>
                    <a:pt x="121360" y="22010"/>
                  </a:lnTo>
                  <a:lnTo>
                    <a:pt x="166955" y="5719"/>
                  </a:lnTo>
                  <a:lnTo>
                    <a:pt x="216623" y="0"/>
                  </a:lnTo>
                  <a:lnTo>
                    <a:pt x="266293" y="5719"/>
                  </a:lnTo>
                  <a:lnTo>
                    <a:pt x="311889" y="22010"/>
                  </a:lnTo>
                  <a:lnTo>
                    <a:pt x="352110" y="47573"/>
                  </a:lnTo>
                  <a:lnTo>
                    <a:pt x="385657" y="81109"/>
                  </a:lnTo>
                  <a:lnTo>
                    <a:pt x="411228" y="121317"/>
                  </a:lnTo>
                  <a:lnTo>
                    <a:pt x="427525" y="166899"/>
                  </a:lnTo>
                  <a:lnTo>
                    <a:pt x="433246" y="216553"/>
                  </a:lnTo>
                  <a:lnTo>
                    <a:pt x="427525" y="266236"/>
                  </a:lnTo>
                  <a:lnTo>
                    <a:pt x="411228" y="311838"/>
                  </a:lnTo>
                  <a:lnTo>
                    <a:pt x="385657" y="352060"/>
                  </a:lnTo>
                  <a:lnTo>
                    <a:pt x="352110" y="385604"/>
                  </a:lnTo>
                  <a:lnTo>
                    <a:pt x="311889" y="411172"/>
                  </a:lnTo>
                  <a:lnTo>
                    <a:pt x="266293" y="427464"/>
                  </a:lnTo>
                  <a:lnTo>
                    <a:pt x="216623" y="433184"/>
                  </a:lnTo>
                  <a:lnTo>
                    <a:pt x="166955" y="427464"/>
                  </a:lnTo>
                  <a:lnTo>
                    <a:pt x="121360" y="411172"/>
                  </a:lnTo>
                  <a:lnTo>
                    <a:pt x="81138" y="385604"/>
                  </a:lnTo>
                  <a:lnTo>
                    <a:pt x="47591" y="352060"/>
                  </a:lnTo>
                  <a:lnTo>
                    <a:pt x="22018" y="311838"/>
                  </a:lnTo>
                  <a:lnTo>
                    <a:pt x="5721" y="266236"/>
                  </a:lnTo>
                  <a:lnTo>
                    <a:pt x="0" y="21655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5399468" y="12366213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2'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561808" y="1389501"/>
            <a:ext cx="1753235" cy="13208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BESS CONTAINER </a:t>
            </a:r>
            <a:r>
              <a:rPr dirty="0" sz="850" spc="-10">
                <a:latin typeface="Verdana"/>
                <a:cs typeface="Verdana"/>
              </a:rPr>
              <a:t>FOOTPRINT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322466" y="1451108"/>
            <a:ext cx="240029" cy="499109"/>
            <a:chOff x="6322466" y="1451108"/>
            <a:chExt cx="240029" cy="499109"/>
          </a:xfrm>
        </p:grpSpPr>
        <p:sp>
          <p:nvSpPr>
            <p:cNvPr id="51" name="object 51"/>
            <p:cNvSpPr/>
            <p:nvPr/>
          </p:nvSpPr>
          <p:spPr>
            <a:xfrm>
              <a:off x="6345852" y="1455235"/>
              <a:ext cx="212090" cy="423545"/>
            </a:xfrm>
            <a:custGeom>
              <a:avLst/>
              <a:gdLst/>
              <a:ahLst/>
              <a:cxnLst/>
              <a:rect l="l" t="t" r="r" b="b"/>
              <a:pathLst>
                <a:path w="212090" h="423544">
                  <a:moveTo>
                    <a:pt x="0" y="423341"/>
                  </a:moveTo>
                  <a:lnTo>
                    <a:pt x="121601" y="0"/>
                  </a:lnTo>
                  <a:lnTo>
                    <a:pt x="21207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326593" y="1875304"/>
              <a:ext cx="30480" cy="70485"/>
            </a:xfrm>
            <a:custGeom>
              <a:avLst/>
              <a:gdLst/>
              <a:ahLst/>
              <a:cxnLst/>
              <a:rect l="l" t="t" r="r" b="b"/>
              <a:pathLst>
                <a:path w="30479" h="70485">
                  <a:moveTo>
                    <a:pt x="0" y="70302"/>
                  </a:moveTo>
                  <a:lnTo>
                    <a:pt x="8089" y="0"/>
                  </a:lnTo>
                  <a:lnTo>
                    <a:pt x="30450" y="6422"/>
                  </a:lnTo>
                  <a:lnTo>
                    <a:pt x="0" y="703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326593" y="1875304"/>
              <a:ext cx="30480" cy="70485"/>
            </a:xfrm>
            <a:custGeom>
              <a:avLst/>
              <a:gdLst/>
              <a:ahLst/>
              <a:cxnLst/>
              <a:rect l="l" t="t" r="r" b="b"/>
              <a:pathLst>
                <a:path w="30479" h="70485">
                  <a:moveTo>
                    <a:pt x="0" y="70302"/>
                  </a:moveTo>
                  <a:lnTo>
                    <a:pt x="8089" y="0"/>
                  </a:lnTo>
                  <a:lnTo>
                    <a:pt x="30450" y="6422"/>
                  </a:lnTo>
                  <a:lnTo>
                    <a:pt x="0" y="7030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4783384" y="5071992"/>
            <a:ext cx="32385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MAINTENANCE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ACCESS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&amp;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FIRE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CLEARANCE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PER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CFC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1207.1-</a:t>
            </a:r>
            <a:r>
              <a:rPr dirty="0" sz="700" spc="-10">
                <a:latin typeface="Verdana"/>
                <a:cs typeface="Verdana"/>
              </a:rPr>
              <a:t>1207.9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368847" y="4569779"/>
            <a:ext cx="4464685" cy="575310"/>
            <a:chOff x="4368847" y="4569779"/>
            <a:chExt cx="4464685" cy="575310"/>
          </a:xfrm>
        </p:grpSpPr>
        <p:sp>
          <p:nvSpPr>
            <p:cNvPr id="56" name="object 56"/>
            <p:cNvSpPr/>
            <p:nvPr/>
          </p:nvSpPr>
          <p:spPr>
            <a:xfrm>
              <a:off x="8036132" y="4941753"/>
              <a:ext cx="730250" cy="199390"/>
            </a:xfrm>
            <a:custGeom>
              <a:avLst/>
              <a:gdLst/>
              <a:ahLst/>
              <a:cxnLst/>
              <a:rect l="l" t="t" r="r" b="b"/>
              <a:pathLst>
                <a:path w="730250" h="199389">
                  <a:moveTo>
                    <a:pt x="729626" y="0"/>
                  </a:moveTo>
                  <a:lnTo>
                    <a:pt x="287910" y="198977"/>
                  </a:lnTo>
                  <a:lnTo>
                    <a:pt x="47390" y="198977"/>
                  </a:lnTo>
                  <a:lnTo>
                    <a:pt x="0" y="19897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8760873" y="4913109"/>
              <a:ext cx="68580" cy="39370"/>
            </a:xfrm>
            <a:custGeom>
              <a:avLst/>
              <a:gdLst/>
              <a:ahLst/>
              <a:cxnLst/>
              <a:rect l="l" t="t" r="r" b="b"/>
              <a:pathLst>
                <a:path w="68579" h="39370">
                  <a:moveTo>
                    <a:pt x="9540" y="39277"/>
                  </a:moveTo>
                  <a:lnTo>
                    <a:pt x="0" y="18064"/>
                  </a:lnTo>
                  <a:lnTo>
                    <a:pt x="68409" y="0"/>
                  </a:lnTo>
                  <a:lnTo>
                    <a:pt x="9540" y="392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8760873" y="4913109"/>
              <a:ext cx="68580" cy="39370"/>
            </a:xfrm>
            <a:custGeom>
              <a:avLst/>
              <a:gdLst/>
              <a:ahLst/>
              <a:cxnLst/>
              <a:rect l="l" t="t" r="r" b="b"/>
              <a:pathLst>
                <a:path w="68579" h="39370">
                  <a:moveTo>
                    <a:pt x="68409" y="0"/>
                  </a:moveTo>
                  <a:lnTo>
                    <a:pt x="9540" y="39277"/>
                  </a:lnTo>
                  <a:lnTo>
                    <a:pt x="0" y="18064"/>
                  </a:lnTo>
                  <a:lnTo>
                    <a:pt x="6840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372975" y="4573907"/>
              <a:ext cx="1702435" cy="132080"/>
            </a:xfrm>
            <a:custGeom>
              <a:avLst/>
              <a:gdLst/>
              <a:ahLst/>
              <a:cxnLst/>
              <a:rect l="l" t="t" r="r" b="b"/>
              <a:pathLst>
                <a:path w="1702435" h="132079">
                  <a:moveTo>
                    <a:pt x="1702100" y="131467"/>
                  </a:moveTo>
                  <a:lnTo>
                    <a:pt x="0" y="131467"/>
                  </a:lnTo>
                  <a:lnTo>
                    <a:pt x="0" y="0"/>
                  </a:lnTo>
                  <a:lnTo>
                    <a:pt x="1702100" y="0"/>
                  </a:lnTo>
                  <a:lnTo>
                    <a:pt x="1702100" y="131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372975" y="4573907"/>
              <a:ext cx="1702435" cy="132080"/>
            </a:xfrm>
            <a:custGeom>
              <a:avLst/>
              <a:gdLst/>
              <a:ahLst/>
              <a:cxnLst/>
              <a:rect l="l" t="t" r="r" b="b"/>
              <a:pathLst>
                <a:path w="1702435" h="132079">
                  <a:moveTo>
                    <a:pt x="0" y="0"/>
                  </a:moveTo>
                  <a:lnTo>
                    <a:pt x="1702100" y="0"/>
                  </a:lnTo>
                  <a:lnTo>
                    <a:pt x="1702100" y="131467"/>
                  </a:lnTo>
                  <a:lnTo>
                    <a:pt x="0" y="13146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4376853" y="4561207"/>
            <a:ext cx="1694814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BATTERY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TRAY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ACCESS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20">
                <a:latin typeface="Verdana"/>
                <a:cs typeface="Verdana"/>
              </a:rPr>
              <a:t>SIDE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807499" y="4265147"/>
            <a:ext cx="9545320" cy="6958330"/>
            <a:chOff x="1807499" y="4265147"/>
            <a:chExt cx="9545320" cy="6958330"/>
          </a:xfrm>
        </p:grpSpPr>
        <p:sp>
          <p:nvSpPr>
            <p:cNvPr id="63" name="object 63"/>
            <p:cNvSpPr/>
            <p:nvPr/>
          </p:nvSpPr>
          <p:spPr>
            <a:xfrm>
              <a:off x="6035441" y="4339057"/>
              <a:ext cx="221615" cy="300990"/>
            </a:xfrm>
            <a:custGeom>
              <a:avLst/>
              <a:gdLst/>
              <a:ahLst/>
              <a:cxnLst/>
              <a:rect l="l" t="t" r="r" b="b"/>
              <a:pathLst>
                <a:path w="221614" h="300989">
                  <a:moveTo>
                    <a:pt x="219679" y="0"/>
                  </a:moveTo>
                  <a:lnTo>
                    <a:pt x="221261" y="300584"/>
                  </a:lnTo>
                  <a:lnTo>
                    <a:pt x="43512" y="300584"/>
                  </a:lnTo>
                  <a:lnTo>
                    <a:pt x="0" y="30058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243486" y="4269274"/>
              <a:ext cx="23495" cy="70485"/>
            </a:xfrm>
            <a:custGeom>
              <a:avLst/>
              <a:gdLst/>
              <a:ahLst/>
              <a:cxnLst/>
              <a:rect l="l" t="t" r="r" b="b"/>
              <a:pathLst>
                <a:path w="23495" h="70485">
                  <a:moveTo>
                    <a:pt x="0" y="69867"/>
                  </a:moveTo>
                  <a:lnTo>
                    <a:pt x="11269" y="0"/>
                  </a:lnTo>
                  <a:lnTo>
                    <a:pt x="23268" y="69743"/>
                  </a:lnTo>
                  <a:lnTo>
                    <a:pt x="0" y="698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6243486" y="4269274"/>
              <a:ext cx="23495" cy="70485"/>
            </a:xfrm>
            <a:custGeom>
              <a:avLst/>
              <a:gdLst/>
              <a:ahLst/>
              <a:cxnLst/>
              <a:rect l="l" t="t" r="r" b="b"/>
              <a:pathLst>
                <a:path w="23495" h="70485">
                  <a:moveTo>
                    <a:pt x="11269" y="0"/>
                  </a:moveTo>
                  <a:lnTo>
                    <a:pt x="23268" y="69743"/>
                  </a:lnTo>
                  <a:lnTo>
                    <a:pt x="0" y="69867"/>
                  </a:lnTo>
                  <a:lnTo>
                    <a:pt x="11269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8011969" y="6058624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330068" y="226760"/>
                  </a:moveTo>
                  <a:lnTo>
                    <a:pt x="309176" y="267313"/>
                  </a:lnTo>
                  <a:lnTo>
                    <a:pt x="279377" y="299846"/>
                  </a:lnTo>
                  <a:lnTo>
                    <a:pt x="242753" y="323372"/>
                  </a:lnTo>
                  <a:lnTo>
                    <a:pt x="201384" y="336906"/>
                  </a:lnTo>
                  <a:lnTo>
                    <a:pt x="157353" y="339460"/>
                  </a:lnTo>
                  <a:lnTo>
                    <a:pt x="112739" y="330050"/>
                  </a:lnTo>
                  <a:lnTo>
                    <a:pt x="72171" y="309161"/>
                  </a:lnTo>
                  <a:lnTo>
                    <a:pt x="39624" y="279363"/>
                  </a:lnTo>
                  <a:lnTo>
                    <a:pt x="16087" y="242736"/>
                  </a:lnTo>
                  <a:lnTo>
                    <a:pt x="2549" y="201362"/>
                  </a:lnTo>
                  <a:lnTo>
                    <a:pt x="0" y="157319"/>
                  </a:lnTo>
                  <a:lnTo>
                    <a:pt x="9427" y="112690"/>
                  </a:lnTo>
                  <a:lnTo>
                    <a:pt x="30319" y="72140"/>
                  </a:lnTo>
                  <a:lnTo>
                    <a:pt x="60118" y="39609"/>
                  </a:lnTo>
                  <a:lnTo>
                    <a:pt x="96742" y="16083"/>
                  </a:lnTo>
                  <a:lnTo>
                    <a:pt x="138111" y="2551"/>
                  </a:lnTo>
                  <a:lnTo>
                    <a:pt x="182142" y="0"/>
                  </a:lnTo>
                  <a:lnTo>
                    <a:pt x="226756" y="9416"/>
                  </a:lnTo>
                  <a:lnTo>
                    <a:pt x="267318" y="30299"/>
                  </a:lnTo>
                  <a:lnTo>
                    <a:pt x="299854" y="60092"/>
                  </a:lnTo>
                  <a:lnTo>
                    <a:pt x="323379" y="96716"/>
                  </a:lnTo>
                  <a:lnTo>
                    <a:pt x="336911" y="138089"/>
                  </a:lnTo>
                  <a:lnTo>
                    <a:pt x="339468" y="182131"/>
                  </a:lnTo>
                  <a:lnTo>
                    <a:pt x="330068" y="226760"/>
                  </a:lnTo>
                  <a:close/>
                </a:path>
                <a:path w="339725" h="339725">
                  <a:moveTo>
                    <a:pt x="226756" y="9416"/>
                  </a:moveTo>
                  <a:lnTo>
                    <a:pt x="112739" y="330050"/>
                  </a:lnTo>
                  <a:lnTo>
                    <a:pt x="53012" y="204389"/>
                  </a:lnTo>
                  <a:lnTo>
                    <a:pt x="22341" y="139860"/>
                  </a:lnTo>
                  <a:lnTo>
                    <a:pt x="11041" y="116086"/>
                  </a:lnTo>
                  <a:lnTo>
                    <a:pt x="9427" y="112690"/>
                  </a:lnTo>
                  <a:lnTo>
                    <a:pt x="194798" y="178637"/>
                  </a:lnTo>
                  <a:lnTo>
                    <a:pt x="289988" y="212502"/>
                  </a:lnTo>
                  <a:lnTo>
                    <a:pt x="325058" y="224978"/>
                  </a:lnTo>
                  <a:lnTo>
                    <a:pt x="330068" y="226760"/>
                  </a:lnTo>
                  <a:lnTo>
                    <a:pt x="112739" y="33005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07499" y="10002952"/>
              <a:ext cx="9545033" cy="1220052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 rot="21420000">
            <a:off x="10935061" y="9831177"/>
            <a:ext cx="518292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10">
                <a:latin typeface="Verdana"/>
                <a:cs typeface="Verdana"/>
              </a:rPr>
              <a:t>GRADE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8865720" y="4114571"/>
            <a:ext cx="288925" cy="1545590"/>
            <a:chOff x="8865720" y="4114571"/>
            <a:chExt cx="288925" cy="1545590"/>
          </a:xfrm>
        </p:grpSpPr>
        <p:sp>
          <p:nvSpPr>
            <p:cNvPr id="70" name="object 70"/>
            <p:cNvSpPr/>
            <p:nvPr/>
          </p:nvSpPr>
          <p:spPr>
            <a:xfrm>
              <a:off x="8970368" y="4132270"/>
              <a:ext cx="183515" cy="1510030"/>
            </a:xfrm>
            <a:custGeom>
              <a:avLst/>
              <a:gdLst/>
              <a:ahLst/>
              <a:cxnLst/>
              <a:rect l="l" t="t" r="r" b="b"/>
              <a:pathLst>
                <a:path w="183515" h="1510029">
                  <a:moveTo>
                    <a:pt x="157140" y="0"/>
                  </a:moveTo>
                  <a:lnTo>
                    <a:pt x="39556" y="0"/>
                  </a:lnTo>
                </a:path>
                <a:path w="183515" h="1510029">
                  <a:moveTo>
                    <a:pt x="39556" y="0"/>
                  </a:moveTo>
                  <a:lnTo>
                    <a:pt x="0" y="0"/>
                  </a:lnTo>
                </a:path>
                <a:path w="183515" h="1510029">
                  <a:moveTo>
                    <a:pt x="183046" y="1509932"/>
                  </a:moveTo>
                  <a:lnTo>
                    <a:pt x="39556" y="1509932"/>
                  </a:lnTo>
                </a:path>
                <a:path w="183515" h="1510029">
                  <a:moveTo>
                    <a:pt x="39556" y="1509932"/>
                  </a:moveTo>
                  <a:lnTo>
                    <a:pt x="0" y="1509932"/>
                  </a:lnTo>
                </a:path>
                <a:path w="183515" h="1510029">
                  <a:moveTo>
                    <a:pt x="39556" y="0"/>
                  </a:moveTo>
                  <a:lnTo>
                    <a:pt x="39556" y="590728"/>
                  </a:lnTo>
                </a:path>
                <a:path w="183515" h="1510029">
                  <a:moveTo>
                    <a:pt x="39556" y="919204"/>
                  </a:moveTo>
                  <a:lnTo>
                    <a:pt x="39556" y="1509932"/>
                  </a:lnTo>
                </a:path>
                <a:path w="183515" h="1510029">
                  <a:moveTo>
                    <a:pt x="39556" y="590728"/>
                  </a:moveTo>
                  <a:lnTo>
                    <a:pt x="39556" y="91920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9001392" y="412373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9009924" y="4115206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9001392" y="563367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9009924" y="564220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8869847" y="4722997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8869847" y="4722997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8856656" y="4760452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5'-</a:t>
            </a:r>
            <a:r>
              <a:rPr dirty="0" sz="700" spc="-25">
                <a:latin typeface="Verdana"/>
                <a:cs typeface="Verdana"/>
              </a:rPr>
              <a:t>5"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9158131" y="3840727"/>
            <a:ext cx="1050290" cy="250825"/>
            <a:chOff x="9158131" y="3840727"/>
            <a:chExt cx="1050290" cy="250825"/>
          </a:xfrm>
        </p:grpSpPr>
        <p:sp>
          <p:nvSpPr>
            <p:cNvPr id="79" name="object 79"/>
            <p:cNvSpPr/>
            <p:nvPr/>
          </p:nvSpPr>
          <p:spPr>
            <a:xfrm>
              <a:off x="9175830" y="3945392"/>
              <a:ext cx="1015365" cy="146050"/>
            </a:xfrm>
            <a:custGeom>
              <a:avLst/>
              <a:gdLst/>
              <a:ahLst/>
              <a:cxnLst/>
              <a:rect l="l" t="t" r="r" b="b"/>
              <a:pathLst>
                <a:path w="1015365" h="146050">
                  <a:moveTo>
                    <a:pt x="0" y="140914"/>
                  </a:moveTo>
                  <a:lnTo>
                    <a:pt x="0" y="39556"/>
                  </a:lnTo>
                </a:path>
                <a:path w="1015365" h="146050">
                  <a:moveTo>
                    <a:pt x="0" y="39556"/>
                  </a:moveTo>
                  <a:lnTo>
                    <a:pt x="0" y="0"/>
                  </a:lnTo>
                </a:path>
                <a:path w="1015365" h="146050">
                  <a:moveTo>
                    <a:pt x="1014745" y="145491"/>
                  </a:moveTo>
                  <a:lnTo>
                    <a:pt x="1014745" y="39556"/>
                  </a:lnTo>
                </a:path>
                <a:path w="1015365" h="146050">
                  <a:moveTo>
                    <a:pt x="1014745" y="39556"/>
                  </a:moveTo>
                  <a:lnTo>
                    <a:pt x="1014745" y="11541"/>
                  </a:lnTo>
                </a:path>
                <a:path w="1015365" h="146050">
                  <a:moveTo>
                    <a:pt x="1014745" y="11541"/>
                  </a:moveTo>
                  <a:lnTo>
                    <a:pt x="1014745" y="0"/>
                  </a:lnTo>
                </a:path>
                <a:path w="1015365" h="146050">
                  <a:moveTo>
                    <a:pt x="0" y="39556"/>
                  </a:moveTo>
                  <a:lnTo>
                    <a:pt x="1014745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9167298" y="397641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9158766" y="398494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0182043" y="397641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0190575" y="398494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9518965" y="3844854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9518965" y="3844854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 txBox="1"/>
          <p:nvPr/>
        </p:nvSpPr>
        <p:spPr>
          <a:xfrm>
            <a:off x="9556293" y="3832155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8"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2773428" y="3856247"/>
            <a:ext cx="1050290" cy="250825"/>
            <a:chOff x="2773428" y="3856247"/>
            <a:chExt cx="1050290" cy="250825"/>
          </a:xfrm>
        </p:grpSpPr>
        <p:sp>
          <p:nvSpPr>
            <p:cNvPr id="88" name="object 88"/>
            <p:cNvSpPr/>
            <p:nvPr/>
          </p:nvSpPr>
          <p:spPr>
            <a:xfrm>
              <a:off x="2791119" y="3960919"/>
              <a:ext cx="1014730" cy="145415"/>
            </a:xfrm>
            <a:custGeom>
              <a:avLst/>
              <a:gdLst/>
              <a:ahLst/>
              <a:cxnLst/>
              <a:rect l="l" t="t" r="r" b="b"/>
              <a:pathLst>
                <a:path w="1014729" h="145414">
                  <a:moveTo>
                    <a:pt x="1014714" y="129466"/>
                  </a:moveTo>
                  <a:lnTo>
                    <a:pt x="1014721" y="39556"/>
                  </a:lnTo>
                </a:path>
                <a:path w="1014729" h="145414">
                  <a:moveTo>
                    <a:pt x="1014721" y="39556"/>
                  </a:moveTo>
                  <a:lnTo>
                    <a:pt x="1014721" y="11533"/>
                  </a:lnTo>
                </a:path>
                <a:path w="1014729" h="145414">
                  <a:moveTo>
                    <a:pt x="1014721" y="11533"/>
                  </a:moveTo>
                  <a:lnTo>
                    <a:pt x="1014721" y="0"/>
                  </a:lnTo>
                </a:path>
                <a:path w="1014729" h="145414">
                  <a:moveTo>
                    <a:pt x="0" y="145204"/>
                  </a:moveTo>
                  <a:lnTo>
                    <a:pt x="7" y="39556"/>
                  </a:lnTo>
                </a:path>
                <a:path w="1014729" h="145414">
                  <a:moveTo>
                    <a:pt x="7" y="39556"/>
                  </a:moveTo>
                  <a:lnTo>
                    <a:pt x="7" y="0"/>
                  </a:lnTo>
                </a:path>
                <a:path w="1014729" h="145414">
                  <a:moveTo>
                    <a:pt x="1014721" y="39556"/>
                  </a:moveTo>
                  <a:lnTo>
                    <a:pt x="7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797309" y="399194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3805840" y="400047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2782595" y="399194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2774063" y="400047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3134246" y="3860374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3134246" y="3860374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/>
          <p:cNvSpPr txBox="1"/>
          <p:nvPr/>
        </p:nvSpPr>
        <p:spPr>
          <a:xfrm>
            <a:off x="3171573" y="3847675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8"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8861531" y="1017307"/>
            <a:ext cx="292735" cy="1038860"/>
            <a:chOff x="8861531" y="1017307"/>
            <a:chExt cx="292735" cy="1038860"/>
          </a:xfrm>
        </p:grpSpPr>
        <p:sp>
          <p:nvSpPr>
            <p:cNvPr id="97" name="object 97"/>
            <p:cNvSpPr/>
            <p:nvPr/>
          </p:nvSpPr>
          <p:spPr>
            <a:xfrm>
              <a:off x="8966179" y="1035005"/>
              <a:ext cx="187325" cy="1003300"/>
            </a:xfrm>
            <a:custGeom>
              <a:avLst/>
              <a:gdLst/>
              <a:ahLst/>
              <a:cxnLst/>
              <a:rect l="l" t="t" r="r" b="b"/>
              <a:pathLst>
                <a:path w="187325" h="1003300">
                  <a:moveTo>
                    <a:pt x="161484" y="1003079"/>
                  </a:moveTo>
                  <a:lnTo>
                    <a:pt x="39556" y="1003079"/>
                  </a:lnTo>
                </a:path>
                <a:path w="187325" h="1003300">
                  <a:moveTo>
                    <a:pt x="39556" y="1003079"/>
                  </a:moveTo>
                  <a:lnTo>
                    <a:pt x="0" y="1003079"/>
                  </a:lnTo>
                </a:path>
                <a:path w="187325" h="1003300">
                  <a:moveTo>
                    <a:pt x="187312" y="0"/>
                  </a:moveTo>
                  <a:lnTo>
                    <a:pt x="39556" y="0"/>
                  </a:lnTo>
                </a:path>
                <a:path w="187325" h="1003300">
                  <a:moveTo>
                    <a:pt x="39556" y="0"/>
                  </a:moveTo>
                  <a:lnTo>
                    <a:pt x="0" y="0"/>
                  </a:lnTo>
                </a:path>
                <a:path w="187325" h="1003300">
                  <a:moveTo>
                    <a:pt x="39556" y="1003079"/>
                  </a:moveTo>
                  <a:lnTo>
                    <a:pt x="39556" y="665777"/>
                  </a:lnTo>
                </a:path>
                <a:path w="187325" h="1003300">
                  <a:moveTo>
                    <a:pt x="39556" y="337302"/>
                  </a:moveTo>
                  <a:lnTo>
                    <a:pt x="39556" y="0"/>
                  </a:lnTo>
                </a:path>
                <a:path w="187325" h="1003300">
                  <a:moveTo>
                    <a:pt x="39556" y="665777"/>
                  </a:moveTo>
                  <a:lnTo>
                    <a:pt x="39556" y="3373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8997204" y="202955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9005736" y="2038085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8997204" y="102647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9005736" y="101794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8865659" y="1372306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8865659" y="1372306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/>
          <p:cNvSpPr txBox="1"/>
          <p:nvPr/>
        </p:nvSpPr>
        <p:spPr>
          <a:xfrm>
            <a:off x="8852467" y="1409381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3'-</a:t>
            </a:r>
            <a:r>
              <a:rPr dirty="0" sz="700" spc="-25">
                <a:latin typeface="Verdana"/>
                <a:cs typeface="Verdana"/>
              </a:rPr>
              <a:t>7"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2773420" y="624500"/>
            <a:ext cx="7435215" cy="361315"/>
            <a:chOff x="2773420" y="624500"/>
            <a:chExt cx="7435215" cy="361315"/>
          </a:xfrm>
        </p:grpSpPr>
        <p:sp>
          <p:nvSpPr>
            <p:cNvPr id="106" name="object 106"/>
            <p:cNvSpPr/>
            <p:nvPr/>
          </p:nvSpPr>
          <p:spPr>
            <a:xfrm>
              <a:off x="2791119" y="729169"/>
              <a:ext cx="7399655" cy="255904"/>
            </a:xfrm>
            <a:custGeom>
              <a:avLst/>
              <a:gdLst/>
              <a:ahLst/>
              <a:cxnLst/>
              <a:rect l="l" t="t" r="r" b="b"/>
              <a:pathLst>
                <a:path w="7399655" h="255905">
                  <a:moveTo>
                    <a:pt x="0" y="255909"/>
                  </a:moveTo>
                  <a:lnTo>
                    <a:pt x="0" y="39556"/>
                  </a:lnTo>
                </a:path>
                <a:path w="7399655" h="255905">
                  <a:moveTo>
                    <a:pt x="0" y="39556"/>
                  </a:moveTo>
                  <a:lnTo>
                    <a:pt x="0" y="0"/>
                  </a:lnTo>
                </a:path>
                <a:path w="7399655" h="255905">
                  <a:moveTo>
                    <a:pt x="7399456" y="255909"/>
                  </a:moveTo>
                  <a:lnTo>
                    <a:pt x="7399456" y="39556"/>
                  </a:lnTo>
                </a:path>
                <a:path w="7399655" h="255905">
                  <a:moveTo>
                    <a:pt x="7399456" y="39556"/>
                  </a:moveTo>
                  <a:lnTo>
                    <a:pt x="7399456" y="11537"/>
                  </a:lnTo>
                </a:path>
                <a:path w="7399655" h="255905">
                  <a:moveTo>
                    <a:pt x="7399456" y="11537"/>
                  </a:moveTo>
                  <a:lnTo>
                    <a:pt x="7399456" y="0"/>
                  </a:lnTo>
                </a:path>
                <a:path w="7399655" h="255905">
                  <a:moveTo>
                    <a:pt x="0" y="39556"/>
                  </a:moveTo>
                  <a:lnTo>
                    <a:pt x="7399456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2782587" y="76019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2774055" y="76872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0182043" y="76019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4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0190575" y="76872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6297120" y="628628"/>
              <a:ext cx="387985" cy="112395"/>
            </a:xfrm>
            <a:custGeom>
              <a:avLst/>
              <a:gdLst/>
              <a:ahLst/>
              <a:cxnLst/>
              <a:rect l="l" t="t" r="r" b="b"/>
              <a:pathLst>
                <a:path w="387984" h="112395">
                  <a:moveTo>
                    <a:pt x="0" y="0"/>
                  </a:moveTo>
                  <a:lnTo>
                    <a:pt x="387422" y="0"/>
                  </a:lnTo>
                  <a:lnTo>
                    <a:pt x="387422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/>
          <p:cNvSpPr txBox="1"/>
          <p:nvPr/>
        </p:nvSpPr>
        <p:spPr>
          <a:xfrm>
            <a:off x="6334836" y="615928"/>
            <a:ext cx="31305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26'-</a:t>
            </a: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2380612" y="1017307"/>
            <a:ext cx="352425" cy="4643120"/>
            <a:chOff x="2380612" y="1017307"/>
            <a:chExt cx="352425" cy="4643120"/>
          </a:xfrm>
        </p:grpSpPr>
        <p:sp>
          <p:nvSpPr>
            <p:cNvPr id="114" name="object 114"/>
            <p:cNvSpPr/>
            <p:nvPr/>
          </p:nvSpPr>
          <p:spPr>
            <a:xfrm>
              <a:off x="2485276" y="1035005"/>
              <a:ext cx="247015" cy="4607560"/>
            </a:xfrm>
            <a:custGeom>
              <a:avLst/>
              <a:gdLst/>
              <a:ahLst/>
              <a:cxnLst/>
              <a:rect l="l" t="t" r="r" b="b"/>
              <a:pathLst>
                <a:path w="247014" h="4607560">
                  <a:moveTo>
                    <a:pt x="246732" y="0"/>
                  </a:moveTo>
                  <a:lnTo>
                    <a:pt x="39556" y="0"/>
                  </a:lnTo>
                </a:path>
                <a:path w="247014" h="4607560">
                  <a:moveTo>
                    <a:pt x="39556" y="0"/>
                  </a:moveTo>
                  <a:lnTo>
                    <a:pt x="0" y="0"/>
                  </a:lnTo>
                </a:path>
                <a:path w="247014" h="4607560">
                  <a:moveTo>
                    <a:pt x="246732" y="4607197"/>
                  </a:moveTo>
                  <a:lnTo>
                    <a:pt x="39556" y="4607197"/>
                  </a:lnTo>
                </a:path>
                <a:path w="247014" h="4607560">
                  <a:moveTo>
                    <a:pt x="39556" y="4607197"/>
                  </a:moveTo>
                  <a:lnTo>
                    <a:pt x="0" y="4607197"/>
                  </a:lnTo>
                </a:path>
                <a:path w="247014" h="4607560">
                  <a:moveTo>
                    <a:pt x="39556" y="0"/>
                  </a:moveTo>
                  <a:lnTo>
                    <a:pt x="39556" y="2109891"/>
                  </a:lnTo>
                </a:path>
                <a:path w="247014" h="4607560">
                  <a:moveTo>
                    <a:pt x="39556" y="2497313"/>
                  </a:moveTo>
                  <a:lnTo>
                    <a:pt x="39556" y="4607197"/>
                  </a:lnTo>
                </a:path>
                <a:path w="247014" h="4607560">
                  <a:moveTo>
                    <a:pt x="39556" y="2109891"/>
                  </a:moveTo>
                  <a:lnTo>
                    <a:pt x="39556" y="24973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2516300" y="102647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4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2524832" y="101794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2516300" y="563367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2524832" y="5642202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2384740" y="3144895"/>
              <a:ext cx="112395" cy="387985"/>
            </a:xfrm>
            <a:custGeom>
              <a:avLst/>
              <a:gdLst/>
              <a:ahLst/>
              <a:cxnLst/>
              <a:rect l="l" t="t" r="r" b="b"/>
              <a:pathLst>
                <a:path w="112394" h="387985">
                  <a:moveTo>
                    <a:pt x="0" y="38742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87422"/>
                  </a:lnTo>
                  <a:lnTo>
                    <a:pt x="0" y="38742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0" name="object 120"/>
          <p:cNvSpPr txBox="1"/>
          <p:nvPr/>
        </p:nvSpPr>
        <p:spPr>
          <a:xfrm>
            <a:off x="2371540" y="3182124"/>
            <a:ext cx="139065" cy="31305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16'-</a:t>
            </a: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1969176" y="9903829"/>
            <a:ext cx="9536430" cy="708660"/>
            <a:chOff x="1969176" y="9903829"/>
            <a:chExt cx="9536430" cy="708660"/>
          </a:xfrm>
        </p:grpSpPr>
        <p:sp>
          <p:nvSpPr>
            <p:cNvPr id="122" name="object 122"/>
            <p:cNvSpPr/>
            <p:nvPr/>
          </p:nvSpPr>
          <p:spPr>
            <a:xfrm>
              <a:off x="10897476" y="9992791"/>
              <a:ext cx="605790" cy="41275"/>
            </a:xfrm>
            <a:custGeom>
              <a:avLst/>
              <a:gdLst/>
              <a:ahLst/>
              <a:cxnLst/>
              <a:rect l="l" t="t" r="r" b="b"/>
              <a:pathLst>
                <a:path w="605790" h="41275">
                  <a:moveTo>
                    <a:pt x="605449" y="0"/>
                  </a:moveTo>
                  <a:lnTo>
                    <a:pt x="0" y="408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2091004" y="9930984"/>
              <a:ext cx="678180" cy="654050"/>
            </a:xfrm>
            <a:custGeom>
              <a:avLst/>
              <a:gdLst/>
              <a:ahLst/>
              <a:cxnLst/>
              <a:rect l="l" t="t" r="r" b="b"/>
              <a:pathLst>
                <a:path w="678180" h="654050">
                  <a:moveTo>
                    <a:pt x="677659" y="646010"/>
                  </a:moveTo>
                  <a:lnTo>
                    <a:pt x="50406" y="646010"/>
                  </a:lnTo>
                  <a:lnTo>
                    <a:pt x="50406" y="382917"/>
                  </a:lnTo>
                  <a:lnTo>
                    <a:pt x="42659" y="382917"/>
                  </a:lnTo>
                  <a:lnTo>
                    <a:pt x="42659" y="646010"/>
                  </a:lnTo>
                  <a:lnTo>
                    <a:pt x="0" y="646010"/>
                  </a:lnTo>
                  <a:lnTo>
                    <a:pt x="0" y="653770"/>
                  </a:lnTo>
                  <a:lnTo>
                    <a:pt x="46532" y="653770"/>
                  </a:lnTo>
                  <a:lnTo>
                    <a:pt x="677659" y="653770"/>
                  </a:lnTo>
                  <a:lnTo>
                    <a:pt x="677659" y="646010"/>
                  </a:lnTo>
                  <a:close/>
                </a:path>
                <a:path w="678180" h="654050">
                  <a:moveTo>
                    <a:pt x="677659" y="0"/>
                  </a:moveTo>
                  <a:lnTo>
                    <a:pt x="46532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270840"/>
                  </a:lnTo>
                  <a:lnTo>
                    <a:pt x="50406" y="270840"/>
                  </a:lnTo>
                  <a:lnTo>
                    <a:pt x="50406" y="7759"/>
                  </a:lnTo>
                  <a:lnTo>
                    <a:pt x="677659" y="7759"/>
                  </a:lnTo>
                  <a:lnTo>
                    <a:pt x="677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2122029" y="1056535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2133663" y="1058086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2122029" y="991934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2133663" y="990382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973304" y="10201821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9" name="object 129"/>
          <p:cNvSpPr txBox="1"/>
          <p:nvPr/>
        </p:nvSpPr>
        <p:spPr>
          <a:xfrm>
            <a:off x="1973304" y="10201822"/>
            <a:ext cx="32893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2'-</a:t>
            </a:r>
            <a:r>
              <a:rPr dirty="0" sz="700" spc="-25">
                <a:latin typeface="Verdana"/>
                <a:cs typeface="Verdana"/>
              </a:rPr>
              <a:t>4"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1260616" y="10549844"/>
            <a:ext cx="1508125" cy="481330"/>
            <a:chOff x="1260616" y="10549844"/>
            <a:chExt cx="1508125" cy="481330"/>
          </a:xfrm>
        </p:grpSpPr>
        <p:sp>
          <p:nvSpPr>
            <p:cNvPr id="131" name="object 131"/>
            <p:cNvSpPr/>
            <p:nvPr/>
          </p:nvSpPr>
          <p:spPr>
            <a:xfrm>
              <a:off x="2224125" y="10576995"/>
              <a:ext cx="544830" cy="292735"/>
            </a:xfrm>
            <a:custGeom>
              <a:avLst/>
              <a:gdLst/>
              <a:ahLst/>
              <a:cxnLst/>
              <a:rect l="l" t="t" r="r" b="b"/>
              <a:pathLst>
                <a:path w="544830" h="292734">
                  <a:moveTo>
                    <a:pt x="544537" y="0"/>
                  </a:moveTo>
                  <a:lnTo>
                    <a:pt x="46532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284416"/>
                  </a:lnTo>
                  <a:lnTo>
                    <a:pt x="0" y="284416"/>
                  </a:lnTo>
                  <a:lnTo>
                    <a:pt x="0" y="292176"/>
                  </a:lnTo>
                  <a:lnTo>
                    <a:pt x="46532" y="292176"/>
                  </a:lnTo>
                  <a:lnTo>
                    <a:pt x="544537" y="292176"/>
                  </a:lnTo>
                  <a:lnTo>
                    <a:pt x="544537" y="284416"/>
                  </a:lnTo>
                  <a:lnTo>
                    <a:pt x="50419" y="284416"/>
                  </a:lnTo>
                  <a:lnTo>
                    <a:pt x="50419" y="7759"/>
                  </a:lnTo>
                  <a:lnTo>
                    <a:pt x="544537" y="7759"/>
                  </a:lnTo>
                  <a:lnTo>
                    <a:pt x="5445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2255157" y="10849777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2266791" y="1086528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2255157" y="1056535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2266791" y="10549844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737623" y="10723118"/>
              <a:ext cx="518159" cy="196215"/>
            </a:xfrm>
            <a:custGeom>
              <a:avLst/>
              <a:gdLst/>
              <a:ahLst/>
              <a:cxnLst/>
              <a:rect l="l" t="t" r="r" b="b"/>
              <a:pathLst>
                <a:path w="518160" h="196215">
                  <a:moveTo>
                    <a:pt x="517548" y="0"/>
                  </a:moveTo>
                  <a:lnTo>
                    <a:pt x="441655" y="1591"/>
                  </a:lnTo>
                  <a:lnTo>
                    <a:pt x="371674" y="5463"/>
                  </a:lnTo>
                  <a:lnTo>
                    <a:pt x="307632" y="11605"/>
                  </a:lnTo>
                  <a:lnTo>
                    <a:pt x="249557" y="20007"/>
                  </a:lnTo>
                  <a:lnTo>
                    <a:pt x="197478" y="30659"/>
                  </a:lnTo>
                  <a:lnTo>
                    <a:pt x="151421" y="43550"/>
                  </a:lnTo>
                  <a:lnTo>
                    <a:pt x="111415" y="58670"/>
                  </a:lnTo>
                  <a:lnTo>
                    <a:pt x="77487" y="76008"/>
                  </a:lnTo>
                  <a:lnTo>
                    <a:pt x="27978" y="117298"/>
                  </a:lnTo>
                  <a:lnTo>
                    <a:pt x="3118" y="167337"/>
                  </a:lnTo>
                  <a:lnTo>
                    <a:pt x="0" y="19561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2255157" y="1070752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24075" y="31024"/>
                  </a:moveTo>
                  <a:lnTo>
                    <a:pt x="6941" y="31024"/>
                  </a:lnTo>
                  <a:lnTo>
                    <a:pt x="0" y="24121"/>
                  </a:lnTo>
                  <a:lnTo>
                    <a:pt x="0" y="15512"/>
                  </a:lnTo>
                  <a:lnTo>
                    <a:pt x="0" y="6980"/>
                  </a:lnTo>
                  <a:lnTo>
                    <a:pt x="6941" y="0"/>
                  </a:lnTo>
                  <a:lnTo>
                    <a:pt x="24075" y="0"/>
                  </a:lnTo>
                  <a:lnTo>
                    <a:pt x="31024" y="6980"/>
                  </a:lnTo>
                  <a:lnTo>
                    <a:pt x="31024" y="24121"/>
                  </a:lnTo>
                  <a:lnTo>
                    <a:pt x="24075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255157" y="1070752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0" y="15512"/>
                  </a:moveTo>
                  <a:lnTo>
                    <a:pt x="0" y="6980"/>
                  </a:lnTo>
                  <a:lnTo>
                    <a:pt x="6941" y="0"/>
                  </a:lnTo>
                  <a:lnTo>
                    <a:pt x="15512" y="0"/>
                  </a:lnTo>
                  <a:lnTo>
                    <a:pt x="24075" y="0"/>
                  </a:lnTo>
                  <a:lnTo>
                    <a:pt x="31024" y="6980"/>
                  </a:lnTo>
                  <a:lnTo>
                    <a:pt x="31024" y="15512"/>
                  </a:lnTo>
                  <a:lnTo>
                    <a:pt x="31024" y="24121"/>
                  </a:lnTo>
                  <a:lnTo>
                    <a:pt x="24075" y="31024"/>
                  </a:lnTo>
                  <a:lnTo>
                    <a:pt x="15512" y="31024"/>
                  </a:lnTo>
                  <a:lnTo>
                    <a:pt x="6941" y="31024"/>
                  </a:lnTo>
                  <a:lnTo>
                    <a:pt x="0" y="24121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1260616" y="10918728"/>
              <a:ext cx="954405" cy="112395"/>
            </a:xfrm>
            <a:custGeom>
              <a:avLst/>
              <a:gdLst/>
              <a:ahLst/>
              <a:cxnLst/>
              <a:rect l="l" t="t" r="r" b="b"/>
              <a:pathLst>
                <a:path w="954405" h="112395">
                  <a:moveTo>
                    <a:pt x="954013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954013" y="0"/>
                  </a:lnTo>
                  <a:lnTo>
                    <a:pt x="954013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0" name="object 140"/>
          <p:cNvSpPr txBox="1"/>
          <p:nvPr/>
        </p:nvSpPr>
        <p:spPr>
          <a:xfrm>
            <a:off x="1260616" y="10918728"/>
            <a:ext cx="954405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1'-0"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EMBEDMENT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10212990" y="9873175"/>
            <a:ext cx="396875" cy="239395"/>
            <a:chOff x="10212990" y="9873175"/>
            <a:chExt cx="396875" cy="239395"/>
          </a:xfrm>
        </p:grpSpPr>
        <p:sp>
          <p:nvSpPr>
            <p:cNvPr id="142" name="object 142"/>
            <p:cNvSpPr/>
            <p:nvPr/>
          </p:nvSpPr>
          <p:spPr>
            <a:xfrm>
              <a:off x="10212984" y="9930984"/>
              <a:ext cx="303530" cy="154940"/>
            </a:xfrm>
            <a:custGeom>
              <a:avLst/>
              <a:gdLst/>
              <a:ahLst/>
              <a:cxnLst/>
              <a:rect l="l" t="t" r="r" b="b"/>
              <a:pathLst>
                <a:path w="303529" h="154940">
                  <a:moveTo>
                    <a:pt x="303263" y="0"/>
                  </a:moveTo>
                  <a:lnTo>
                    <a:pt x="256730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252857" y="7759"/>
                  </a:lnTo>
                  <a:lnTo>
                    <a:pt x="252857" y="146596"/>
                  </a:lnTo>
                  <a:lnTo>
                    <a:pt x="0" y="146596"/>
                  </a:lnTo>
                  <a:lnTo>
                    <a:pt x="0" y="154343"/>
                  </a:lnTo>
                  <a:lnTo>
                    <a:pt x="256730" y="154343"/>
                  </a:lnTo>
                  <a:lnTo>
                    <a:pt x="303263" y="154343"/>
                  </a:lnTo>
                  <a:lnTo>
                    <a:pt x="303263" y="146596"/>
                  </a:lnTo>
                  <a:lnTo>
                    <a:pt x="260604" y="146596"/>
                  </a:lnTo>
                  <a:lnTo>
                    <a:pt x="260604" y="7759"/>
                  </a:lnTo>
                  <a:lnTo>
                    <a:pt x="303263" y="7759"/>
                  </a:lnTo>
                  <a:lnTo>
                    <a:pt x="3032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10454208" y="1006593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10465843" y="10081446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10454208" y="991934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10465843" y="990382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10485156" y="9877303"/>
              <a:ext cx="120650" cy="130810"/>
            </a:xfrm>
            <a:custGeom>
              <a:avLst/>
              <a:gdLst/>
              <a:ahLst/>
              <a:cxnLst/>
              <a:rect l="l" t="t" r="r" b="b"/>
              <a:pathLst>
                <a:path w="120650" h="130809">
                  <a:moveTo>
                    <a:pt x="0" y="130381"/>
                  </a:moveTo>
                  <a:lnTo>
                    <a:pt x="52201" y="119335"/>
                  </a:lnTo>
                  <a:lnTo>
                    <a:pt x="89758" y="93782"/>
                  </a:lnTo>
                  <a:lnTo>
                    <a:pt x="112452" y="53933"/>
                  </a:lnTo>
                  <a:lnTo>
                    <a:pt x="120066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10454208" y="999263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044" y="31024"/>
                  </a:moveTo>
                  <a:lnTo>
                    <a:pt x="6903" y="31024"/>
                  </a:lnTo>
                  <a:lnTo>
                    <a:pt x="0" y="24044"/>
                  </a:lnTo>
                  <a:lnTo>
                    <a:pt x="0" y="15512"/>
                  </a:lnTo>
                  <a:lnTo>
                    <a:pt x="0" y="6903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03"/>
                  </a:lnTo>
                  <a:lnTo>
                    <a:pt x="31024" y="24044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10454208" y="999263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03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03"/>
                  </a:lnTo>
                  <a:lnTo>
                    <a:pt x="31024" y="15512"/>
                  </a:lnTo>
                  <a:lnTo>
                    <a:pt x="31024" y="24044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044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0" name="object 150"/>
          <p:cNvSpPr txBox="1"/>
          <p:nvPr/>
        </p:nvSpPr>
        <p:spPr>
          <a:xfrm>
            <a:off x="10504003" y="9765224"/>
            <a:ext cx="202565" cy="11239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10212990" y="10050422"/>
            <a:ext cx="1059815" cy="846455"/>
            <a:chOff x="10212990" y="10050422"/>
            <a:chExt cx="1059815" cy="846455"/>
          </a:xfrm>
        </p:grpSpPr>
        <p:sp>
          <p:nvSpPr>
            <p:cNvPr id="152" name="object 152"/>
            <p:cNvSpPr/>
            <p:nvPr/>
          </p:nvSpPr>
          <p:spPr>
            <a:xfrm>
              <a:off x="10212984" y="10077581"/>
              <a:ext cx="280035" cy="791845"/>
            </a:xfrm>
            <a:custGeom>
              <a:avLst/>
              <a:gdLst/>
              <a:ahLst/>
              <a:cxnLst/>
              <a:rect l="l" t="t" r="r" b="b"/>
              <a:pathLst>
                <a:path w="280034" h="791845">
                  <a:moveTo>
                    <a:pt x="279844" y="783831"/>
                  </a:moveTo>
                  <a:lnTo>
                    <a:pt x="237185" y="783831"/>
                  </a:lnTo>
                  <a:lnTo>
                    <a:pt x="237185" y="451789"/>
                  </a:lnTo>
                  <a:lnTo>
                    <a:pt x="229425" y="451789"/>
                  </a:lnTo>
                  <a:lnTo>
                    <a:pt x="229425" y="783831"/>
                  </a:lnTo>
                  <a:lnTo>
                    <a:pt x="0" y="783831"/>
                  </a:lnTo>
                  <a:lnTo>
                    <a:pt x="0" y="791591"/>
                  </a:lnTo>
                  <a:lnTo>
                    <a:pt x="233311" y="791591"/>
                  </a:lnTo>
                  <a:lnTo>
                    <a:pt x="279844" y="791591"/>
                  </a:lnTo>
                  <a:lnTo>
                    <a:pt x="279844" y="783831"/>
                  </a:lnTo>
                  <a:close/>
                </a:path>
                <a:path w="280034" h="791845">
                  <a:moveTo>
                    <a:pt x="279844" y="0"/>
                  </a:moveTo>
                  <a:lnTo>
                    <a:pt x="233311" y="0"/>
                  </a:lnTo>
                  <a:lnTo>
                    <a:pt x="0" y="0"/>
                  </a:lnTo>
                  <a:lnTo>
                    <a:pt x="0" y="7747"/>
                  </a:lnTo>
                  <a:lnTo>
                    <a:pt x="229425" y="7747"/>
                  </a:lnTo>
                  <a:lnTo>
                    <a:pt x="229425" y="339712"/>
                  </a:lnTo>
                  <a:lnTo>
                    <a:pt x="237185" y="339712"/>
                  </a:lnTo>
                  <a:lnTo>
                    <a:pt x="237185" y="7747"/>
                  </a:lnTo>
                  <a:lnTo>
                    <a:pt x="279844" y="7747"/>
                  </a:lnTo>
                  <a:lnTo>
                    <a:pt x="2798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0430784" y="10849777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10442419" y="1086528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10430784" y="1006593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10442419" y="10050422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0259605" y="10417289"/>
              <a:ext cx="1013460" cy="112395"/>
            </a:xfrm>
            <a:custGeom>
              <a:avLst/>
              <a:gdLst/>
              <a:ahLst/>
              <a:cxnLst/>
              <a:rect l="l" t="t" r="r" b="b"/>
              <a:pathLst>
                <a:path w="1013459" h="112395">
                  <a:moveTo>
                    <a:pt x="1012961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1012961" y="0"/>
                  </a:lnTo>
                  <a:lnTo>
                    <a:pt x="1012961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8" name="object 158"/>
          <p:cNvSpPr txBox="1"/>
          <p:nvPr/>
        </p:nvSpPr>
        <p:spPr>
          <a:xfrm>
            <a:off x="10259605" y="10417289"/>
            <a:ext cx="1013460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2'-10"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EMBEDMENT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159" name="object 15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19862" y="10278842"/>
            <a:ext cx="193370" cy="235866"/>
          </a:xfrm>
          <a:prstGeom prst="rect">
            <a:avLst/>
          </a:prstGeom>
        </p:spPr>
      </p:pic>
      <p:sp>
        <p:nvSpPr>
          <p:cNvPr id="160" name="object 160"/>
          <p:cNvSpPr txBox="1"/>
          <p:nvPr/>
        </p:nvSpPr>
        <p:spPr>
          <a:xfrm rot="5280000">
            <a:off x="3712318" y="10353299"/>
            <a:ext cx="107796" cy="77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10"/>
              </a:lnSpc>
            </a:pPr>
            <a:r>
              <a:rPr dirty="0" sz="600" spc="-25">
                <a:latin typeface="Arial"/>
                <a:cs typeface="Arial"/>
              </a:rPr>
              <a:t>4°</a:t>
            </a:r>
            <a:endParaRPr sz="60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 rot="21420000">
            <a:off x="1544675" y="10465087"/>
            <a:ext cx="518292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10">
                <a:latin typeface="Verdana"/>
                <a:cs typeface="Verdana"/>
              </a:rPr>
              <a:t>GRADE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1502156" y="1967008"/>
            <a:ext cx="7756525" cy="8691880"/>
            <a:chOff x="1502156" y="1967008"/>
            <a:chExt cx="7756525" cy="8691880"/>
          </a:xfrm>
        </p:grpSpPr>
        <p:sp>
          <p:nvSpPr>
            <p:cNvPr id="163" name="object 163"/>
            <p:cNvSpPr/>
            <p:nvPr/>
          </p:nvSpPr>
          <p:spPr>
            <a:xfrm>
              <a:off x="1504379" y="10626785"/>
              <a:ext cx="606425" cy="29845"/>
            </a:xfrm>
            <a:custGeom>
              <a:avLst/>
              <a:gdLst/>
              <a:ahLst/>
              <a:cxnLst/>
              <a:rect l="l" t="t" r="r" b="b"/>
              <a:pathLst>
                <a:path w="606425" h="29845">
                  <a:moveTo>
                    <a:pt x="606240" y="0"/>
                  </a:moveTo>
                  <a:lnTo>
                    <a:pt x="0" y="2955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3724392" y="1968278"/>
              <a:ext cx="5533390" cy="2233930"/>
            </a:xfrm>
            <a:custGeom>
              <a:avLst/>
              <a:gdLst/>
              <a:ahLst/>
              <a:cxnLst/>
              <a:rect l="l" t="t" r="r" b="b"/>
              <a:pathLst>
                <a:path w="5533390" h="2233929">
                  <a:moveTo>
                    <a:pt x="0" y="0"/>
                  </a:moveTo>
                  <a:lnTo>
                    <a:pt x="5532877" y="0"/>
                  </a:lnTo>
                  <a:lnTo>
                    <a:pt x="5532877" y="2233796"/>
                  </a:lnTo>
                  <a:lnTo>
                    <a:pt x="0" y="223379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818181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5" name="object 165"/>
          <p:cNvSpPr txBox="1"/>
          <p:nvPr/>
        </p:nvSpPr>
        <p:spPr>
          <a:xfrm>
            <a:off x="10503151" y="1675713"/>
            <a:ext cx="1144270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SIMPSON </a:t>
            </a:r>
            <a:r>
              <a:rPr dirty="0" sz="850" spc="-10">
                <a:latin typeface="Verdana"/>
                <a:cs typeface="Verdana"/>
              </a:rPr>
              <a:t>PAB8H </a:t>
            </a:r>
            <a:r>
              <a:rPr dirty="0" sz="850">
                <a:latin typeface="Verdana"/>
                <a:cs typeface="Verdana"/>
              </a:rPr>
              <a:t>W/ 9"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EMBEDMENT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66" name="object 166"/>
          <p:cNvGrpSpPr/>
          <p:nvPr/>
        </p:nvGrpSpPr>
        <p:grpSpPr>
          <a:xfrm>
            <a:off x="9211026" y="1737320"/>
            <a:ext cx="1292860" cy="283210"/>
            <a:chOff x="9211026" y="1737320"/>
            <a:chExt cx="1292860" cy="283210"/>
          </a:xfrm>
        </p:grpSpPr>
        <p:sp>
          <p:nvSpPr>
            <p:cNvPr id="167" name="object 167"/>
            <p:cNvSpPr/>
            <p:nvPr/>
          </p:nvSpPr>
          <p:spPr>
            <a:xfrm>
              <a:off x="9282788" y="1741447"/>
              <a:ext cx="1216660" cy="257810"/>
            </a:xfrm>
            <a:custGeom>
              <a:avLst/>
              <a:gdLst/>
              <a:ahLst/>
              <a:cxnLst/>
              <a:rect l="l" t="t" r="r" b="b"/>
              <a:pathLst>
                <a:path w="1216659" h="257810">
                  <a:moveTo>
                    <a:pt x="0" y="257653"/>
                  </a:moveTo>
                  <a:lnTo>
                    <a:pt x="1035066" y="0"/>
                  </a:lnTo>
                  <a:lnTo>
                    <a:pt x="121648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9215154" y="1987785"/>
              <a:ext cx="71120" cy="28575"/>
            </a:xfrm>
            <a:custGeom>
              <a:avLst/>
              <a:gdLst/>
              <a:ahLst/>
              <a:cxnLst/>
              <a:rect l="l" t="t" r="r" b="b"/>
              <a:pathLst>
                <a:path w="71120" h="28575">
                  <a:moveTo>
                    <a:pt x="0" y="28147"/>
                  </a:moveTo>
                  <a:lnTo>
                    <a:pt x="64919" y="0"/>
                  </a:lnTo>
                  <a:lnTo>
                    <a:pt x="70581" y="22578"/>
                  </a:lnTo>
                  <a:lnTo>
                    <a:pt x="0" y="281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9215154" y="1987785"/>
              <a:ext cx="71120" cy="28575"/>
            </a:xfrm>
            <a:custGeom>
              <a:avLst/>
              <a:gdLst/>
              <a:ahLst/>
              <a:cxnLst/>
              <a:rect l="l" t="t" r="r" b="b"/>
              <a:pathLst>
                <a:path w="71120" h="28575">
                  <a:moveTo>
                    <a:pt x="0" y="28147"/>
                  </a:moveTo>
                  <a:lnTo>
                    <a:pt x="64919" y="0"/>
                  </a:lnTo>
                  <a:lnTo>
                    <a:pt x="70581" y="22578"/>
                  </a:lnTo>
                  <a:lnTo>
                    <a:pt x="0" y="2814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0" name="object 170"/>
          <p:cNvSpPr txBox="1"/>
          <p:nvPr/>
        </p:nvSpPr>
        <p:spPr>
          <a:xfrm>
            <a:off x="5744567" y="9359342"/>
            <a:ext cx="1885314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284480" indent="-199390">
              <a:lnSpc>
                <a:spcPts val="1040"/>
              </a:lnSpc>
              <a:spcBef>
                <a:spcPts val="20"/>
              </a:spcBef>
            </a:pPr>
            <a:r>
              <a:rPr dirty="0" sz="850">
                <a:latin typeface="Verdana"/>
                <a:cs typeface="Verdana"/>
              </a:rPr>
              <a:t>GRAVEL BACKFILL UNDER </a:t>
            </a:r>
            <a:r>
              <a:rPr dirty="0" sz="850" spc="-10">
                <a:latin typeface="Verdana"/>
                <a:cs typeface="Verdana"/>
              </a:rPr>
              <a:t>SLAB, </a:t>
            </a:r>
            <a:r>
              <a:rPr dirty="0" sz="850">
                <a:latin typeface="Verdana"/>
                <a:cs typeface="Verdana"/>
              </a:rPr>
              <a:t>COMPACT WITH </a:t>
            </a:r>
            <a:r>
              <a:rPr dirty="0" sz="850" spc="-10">
                <a:latin typeface="Verdana"/>
                <a:cs typeface="Verdana"/>
              </a:rPr>
              <a:t>VIBRATORY</a:t>
            </a:r>
            <a:endParaRPr sz="850">
              <a:latin typeface="Verdana"/>
              <a:cs typeface="Verdana"/>
            </a:endParaRPr>
          </a:p>
          <a:p>
            <a:pPr marL="508000">
              <a:lnSpc>
                <a:spcPts val="990"/>
              </a:lnSpc>
            </a:pPr>
            <a:r>
              <a:rPr dirty="0" sz="850">
                <a:latin typeface="Verdana"/>
                <a:cs typeface="Verdana"/>
              </a:rPr>
              <a:t>COMPACTOR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IN 6" </a:t>
            </a:r>
            <a:r>
              <a:rPr dirty="0" sz="850" spc="-10">
                <a:latin typeface="Verdana"/>
                <a:cs typeface="Verdana"/>
              </a:rPr>
              <a:t>LIFTS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71" name="object 171"/>
          <p:cNvGrpSpPr/>
          <p:nvPr/>
        </p:nvGrpSpPr>
        <p:grpSpPr>
          <a:xfrm>
            <a:off x="7629465" y="9683845"/>
            <a:ext cx="363855" cy="888365"/>
            <a:chOff x="7629465" y="9683845"/>
            <a:chExt cx="363855" cy="888365"/>
          </a:xfrm>
        </p:grpSpPr>
        <p:sp>
          <p:nvSpPr>
            <p:cNvPr id="172" name="object 172"/>
            <p:cNvSpPr/>
            <p:nvPr/>
          </p:nvSpPr>
          <p:spPr>
            <a:xfrm>
              <a:off x="7633592" y="9687972"/>
              <a:ext cx="335915" cy="849630"/>
            </a:xfrm>
            <a:custGeom>
              <a:avLst/>
              <a:gdLst/>
              <a:ahLst/>
              <a:cxnLst/>
              <a:rect l="l" t="t" r="r" b="b"/>
              <a:pathLst>
                <a:path w="335915" h="849629">
                  <a:moveTo>
                    <a:pt x="335525" y="849460"/>
                  </a:moveTo>
                  <a:lnTo>
                    <a:pt x="9595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7957794" y="1053681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121" y="31024"/>
                  </a:moveTo>
                  <a:lnTo>
                    <a:pt x="6980" y="31024"/>
                  </a:lnTo>
                  <a:lnTo>
                    <a:pt x="0" y="24044"/>
                  </a:lnTo>
                  <a:lnTo>
                    <a:pt x="0" y="15512"/>
                  </a:lnTo>
                  <a:lnTo>
                    <a:pt x="0" y="6980"/>
                  </a:lnTo>
                  <a:lnTo>
                    <a:pt x="6980" y="0"/>
                  </a:lnTo>
                  <a:lnTo>
                    <a:pt x="24121" y="0"/>
                  </a:lnTo>
                  <a:lnTo>
                    <a:pt x="31024" y="6980"/>
                  </a:lnTo>
                  <a:lnTo>
                    <a:pt x="31024" y="24044"/>
                  </a:lnTo>
                  <a:lnTo>
                    <a:pt x="24121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7957794" y="1053681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80"/>
                  </a:lnTo>
                  <a:lnTo>
                    <a:pt x="6980" y="0"/>
                  </a:lnTo>
                  <a:lnTo>
                    <a:pt x="15512" y="0"/>
                  </a:lnTo>
                  <a:lnTo>
                    <a:pt x="24121" y="0"/>
                  </a:lnTo>
                  <a:lnTo>
                    <a:pt x="31024" y="6980"/>
                  </a:lnTo>
                  <a:lnTo>
                    <a:pt x="31024" y="15512"/>
                  </a:lnTo>
                  <a:lnTo>
                    <a:pt x="31024" y="24044"/>
                  </a:lnTo>
                  <a:lnTo>
                    <a:pt x="24121" y="31024"/>
                  </a:lnTo>
                  <a:lnTo>
                    <a:pt x="15512" y="31024"/>
                  </a:lnTo>
                  <a:lnTo>
                    <a:pt x="6980" y="31024"/>
                  </a:lnTo>
                  <a:lnTo>
                    <a:pt x="0" y="24044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5" name="object 175"/>
          <p:cNvSpPr txBox="1"/>
          <p:nvPr/>
        </p:nvSpPr>
        <p:spPr>
          <a:xfrm>
            <a:off x="9509890" y="8433716"/>
            <a:ext cx="1329055" cy="52641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239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12" THICK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SLAB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0">
                <a:latin typeface="Verdana"/>
                <a:cs typeface="Verdana"/>
              </a:rPr>
              <a:t>WITH </a:t>
            </a:r>
            <a:r>
              <a:rPr dirty="0" sz="850">
                <a:latin typeface="Verdana"/>
                <a:cs typeface="Verdana"/>
              </a:rPr>
              <a:t>#4 BAR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18" </a:t>
            </a:r>
            <a:r>
              <a:rPr dirty="0" sz="850" spc="-20">
                <a:latin typeface="Verdana"/>
                <a:cs typeface="Verdana"/>
              </a:rPr>
              <a:t>O.C. </a:t>
            </a:r>
            <a:r>
              <a:rPr dirty="0" sz="850">
                <a:latin typeface="Verdana"/>
                <a:cs typeface="Verdana"/>
              </a:rPr>
              <a:t>EACH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WAY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TOP </a:t>
            </a:r>
            <a:r>
              <a:rPr dirty="0" sz="850">
                <a:latin typeface="Verdana"/>
                <a:cs typeface="Verdana"/>
              </a:rPr>
              <a:t>AND</a:t>
            </a:r>
            <a:r>
              <a:rPr dirty="0" sz="850" spc="1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BOTTOM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2760102" y="8495283"/>
            <a:ext cx="6750050" cy="2747010"/>
            <a:chOff x="2760102" y="8495283"/>
            <a:chExt cx="6750050" cy="2747010"/>
          </a:xfrm>
        </p:grpSpPr>
        <p:sp>
          <p:nvSpPr>
            <p:cNvPr id="177" name="object 177"/>
            <p:cNvSpPr/>
            <p:nvPr/>
          </p:nvSpPr>
          <p:spPr>
            <a:xfrm>
              <a:off x="8943997" y="8499411"/>
              <a:ext cx="562610" cy="1343660"/>
            </a:xfrm>
            <a:custGeom>
              <a:avLst/>
              <a:gdLst/>
              <a:ahLst/>
              <a:cxnLst/>
              <a:rect l="l" t="t" r="r" b="b"/>
              <a:pathLst>
                <a:path w="562609" h="1343659">
                  <a:moveTo>
                    <a:pt x="0" y="1343608"/>
                  </a:moveTo>
                  <a:lnTo>
                    <a:pt x="237727" y="0"/>
                  </a:lnTo>
                  <a:lnTo>
                    <a:pt x="56201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8931819" y="9840847"/>
              <a:ext cx="24130" cy="71120"/>
            </a:xfrm>
            <a:custGeom>
              <a:avLst/>
              <a:gdLst/>
              <a:ahLst/>
              <a:cxnLst/>
              <a:rect l="l" t="t" r="r" b="b"/>
              <a:pathLst>
                <a:path w="24129" h="71120">
                  <a:moveTo>
                    <a:pt x="0" y="70814"/>
                  </a:moveTo>
                  <a:lnTo>
                    <a:pt x="775" y="0"/>
                  </a:lnTo>
                  <a:lnTo>
                    <a:pt x="23656" y="4110"/>
                  </a:lnTo>
                  <a:lnTo>
                    <a:pt x="0" y="70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8931819" y="9840847"/>
              <a:ext cx="24130" cy="71120"/>
            </a:xfrm>
            <a:custGeom>
              <a:avLst/>
              <a:gdLst/>
              <a:ahLst/>
              <a:cxnLst/>
              <a:rect l="l" t="t" r="r" b="b"/>
              <a:pathLst>
                <a:path w="24129" h="71120">
                  <a:moveTo>
                    <a:pt x="0" y="70814"/>
                  </a:moveTo>
                  <a:lnTo>
                    <a:pt x="775" y="0"/>
                  </a:lnTo>
                  <a:lnTo>
                    <a:pt x="23656" y="4110"/>
                  </a:lnTo>
                  <a:lnTo>
                    <a:pt x="0" y="70814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2787243" y="10887714"/>
              <a:ext cx="287020" cy="233045"/>
            </a:xfrm>
            <a:custGeom>
              <a:avLst/>
              <a:gdLst/>
              <a:ahLst/>
              <a:cxnLst/>
              <a:rect l="l" t="t" r="r" b="b"/>
              <a:pathLst>
                <a:path w="287019" h="233045">
                  <a:moveTo>
                    <a:pt x="286981" y="0"/>
                  </a:moveTo>
                  <a:lnTo>
                    <a:pt x="279222" y="0"/>
                  </a:lnTo>
                  <a:lnTo>
                    <a:pt x="279222" y="182422"/>
                  </a:lnTo>
                  <a:lnTo>
                    <a:pt x="7759" y="182422"/>
                  </a:lnTo>
                  <a:lnTo>
                    <a:pt x="7759" y="0"/>
                  </a:lnTo>
                  <a:lnTo>
                    <a:pt x="0" y="0"/>
                  </a:lnTo>
                  <a:lnTo>
                    <a:pt x="0" y="186296"/>
                  </a:lnTo>
                  <a:lnTo>
                    <a:pt x="0" y="232841"/>
                  </a:lnTo>
                  <a:lnTo>
                    <a:pt x="7759" y="232841"/>
                  </a:lnTo>
                  <a:lnTo>
                    <a:pt x="7759" y="190182"/>
                  </a:lnTo>
                  <a:lnTo>
                    <a:pt x="279222" y="190182"/>
                  </a:lnTo>
                  <a:lnTo>
                    <a:pt x="279222" y="232841"/>
                  </a:lnTo>
                  <a:lnTo>
                    <a:pt x="286981" y="232841"/>
                  </a:lnTo>
                  <a:lnTo>
                    <a:pt x="286981" y="186296"/>
                  </a:lnTo>
                  <a:lnTo>
                    <a:pt x="2869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2775614" y="1105849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31024" y="0"/>
                  </a:moveTo>
                  <a:lnTo>
                    <a:pt x="0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2760102" y="11070131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4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11348" y="11050740"/>
              <a:ext cx="218919" cy="139223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3126389" y="11130007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328475" y="112154"/>
                  </a:moveTo>
                  <a:lnTo>
                    <a:pt x="0" y="112154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5" name="object 185"/>
          <p:cNvSpPr txBox="1"/>
          <p:nvPr/>
        </p:nvSpPr>
        <p:spPr>
          <a:xfrm>
            <a:off x="3126389" y="11130007"/>
            <a:ext cx="328930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9526799" y="10887705"/>
            <a:ext cx="695325" cy="425450"/>
            <a:chOff x="9526799" y="10887705"/>
            <a:chExt cx="695325" cy="425450"/>
          </a:xfrm>
        </p:grpSpPr>
        <p:sp>
          <p:nvSpPr>
            <p:cNvPr id="187" name="object 187"/>
            <p:cNvSpPr/>
            <p:nvPr/>
          </p:nvSpPr>
          <p:spPr>
            <a:xfrm>
              <a:off x="9907473" y="10887714"/>
              <a:ext cx="287020" cy="303530"/>
            </a:xfrm>
            <a:custGeom>
              <a:avLst/>
              <a:gdLst/>
              <a:ahLst/>
              <a:cxnLst/>
              <a:rect l="l" t="t" r="r" b="b"/>
              <a:pathLst>
                <a:path w="287020" h="303529">
                  <a:moveTo>
                    <a:pt x="286969" y="0"/>
                  </a:moveTo>
                  <a:lnTo>
                    <a:pt x="279222" y="0"/>
                  </a:lnTo>
                  <a:lnTo>
                    <a:pt x="279222" y="253009"/>
                  </a:lnTo>
                  <a:lnTo>
                    <a:pt x="7747" y="253009"/>
                  </a:lnTo>
                  <a:lnTo>
                    <a:pt x="7747" y="0"/>
                  </a:lnTo>
                  <a:lnTo>
                    <a:pt x="0" y="0"/>
                  </a:lnTo>
                  <a:lnTo>
                    <a:pt x="0" y="256882"/>
                  </a:lnTo>
                  <a:lnTo>
                    <a:pt x="0" y="303415"/>
                  </a:lnTo>
                  <a:lnTo>
                    <a:pt x="7747" y="303415"/>
                  </a:lnTo>
                  <a:lnTo>
                    <a:pt x="7747" y="260756"/>
                  </a:lnTo>
                  <a:lnTo>
                    <a:pt x="279222" y="260756"/>
                  </a:lnTo>
                  <a:lnTo>
                    <a:pt x="279222" y="303415"/>
                  </a:lnTo>
                  <a:lnTo>
                    <a:pt x="286969" y="303415"/>
                  </a:lnTo>
                  <a:lnTo>
                    <a:pt x="286969" y="256882"/>
                  </a:lnTo>
                  <a:lnTo>
                    <a:pt x="2869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9895839" y="1112907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0"/>
                  </a:moveTo>
                  <a:lnTo>
                    <a:pt x="0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9880327" y="11140712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5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10175063" y="1112907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31024"/>
                  </a:moveTo>
                  <a:lnTo>
                    <a:pt x="31024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0190575" y="11140712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5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2" name="object 19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51396" y="11125200"/>
              <a:ext cx="218957" cy="135345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9526799" y="11200666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4" name="object 194"/>
          <p:cNvSpPr txBox="1"/>
          <p:nvPr/>
        </p:nvSpPr>
        <p:spPr>
          <a:xfrm>
            <a:off x="9526799" y="11200666"/>
            <a:ext cx="328930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95" name="object 195"/>
          <p:cNvGrpSpPr/>
          <p:nvPr/>
        </p:nvGrpSpPr>
        <p:grpSpPr>
          <a:xfrm>
            <a:off x="2788904" y="10079222"/>
            <a:ext cx="7404100" cy="1314450"/>
            <a:chOff x="2788904" y="10079222"/>
            <a:chExt cx="7404100" cy="1314450"/>
          </a:xfrm>
        </p:grpSpPr>
        <p:sp>
          <p:nvSpPr>
            <p:cNvPr id="196" name="object 196"/>
            <p:cNvSpPr/>
            <p:nvPr/>
          </p:nvSpPr>
          <p:spPr>
            <a:xfrm>
              <a:off x="9627164" y="10135893"/>
              <a:ext cx="440690" cy="614045"/>
            </a:xfrm>
            <a:custGeom>
              <a:avLst/>
              <a:gdLst/>
              <a:ahLst/>
              <a:cxnLst/>
              <a:rect l="l" t="t" r="r" b="b"/>
              <a:pathLst>
                <a:path w="440690" h="614045">
                  <a:moveTo>
                    <a:pt x="395954" y="613671"/>
                  </a:moveTo>
                  <a:lnTo>
                    <a:pt x="433184" y="613671"/>
                  </a:lnTo>
                  <a:lnTo>
                    <a:pt x="435045" y="613748"/>
                  </a:lnTo>
                  <a:lnTo>
                    <a:pt x="436907" y="612973"/>
                  </a:lnTo>
                  <a:lnTo>
                    <a:pt x="438303" y="611654"/>
                  </a:lnTo>
                  <a:lnTo>
                    <a:pt x="439622" y="610258"/>
                  </a:lnTo>
                  <a:lnTo>
                    <a:pt x="440397" y="608397"/>
                  </a:lnTo>
                  <a:lnTo>
                    <a:pt x="440397" y="606535"/>
                  </a:lnTo>
                  <a:lnTo>
                    <a:pt x="440397" y="7290"/>
                  </a:lnTo>
                  <a:lnTo>
                    <a:pt x="440397" y="3257"/>
                  </a:lnTo>
                  <a:lnTo>
                    <a:pt x="437140" y="0"/>
                  </a:lnTo>
                  <a:lnTo>
                    <a:pt x="433184" y="0"/>
                  </a:lnTo>
                  <a:lnTo>
                    <a:pt x="0" y="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2791126" y="10081445"/>
              <a:ext cx="7399655" cy="499745"/>
            </a:xfrm>
            <a:custGeom>
              <a:avLst/>
              <a:gdLst/>
              <a:ahLst/>
              <a:cxnLst/>
              <a:rect l="l" t="t" r="r" b="b"/>
              <a:pathLst>
                <a:path w="7399655" h="499745">
                  <a:moveTo>
                    <a:pt x="0" y="499422"/>
                  </a:moveTo>
                  <a:lnTo>
                    <a:pt x="7399448" y="0"/>
                  </a:lnTo>
                </a:path>
              </a:pathLst>
            </a:custGeom>
            <a:ln w="3878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2918561" y="10135893"/>
              <a:ext cx="440690" cy="614045"/>
            </a:xfrm>
            <a:custGeom>
              <a:avLst/>
              <a:gdLst/>
              <a:ahLst/>
              <a:cxnLst/>
              <a:rect l="l" t="t" r="r" b="b"/>
              <a:pathLst>
                <a:path w="440689" h="614045">
                  <a:moveTo>
                    <a:pt x="44481" y="613748"/>
                  </a:moveTo>
                  <a:lnTo>
                    <a:pt x="7267" y="613748"/>
                  </a:lnTo>
                  <a:lnTo>
                    <a:pt x="5344" y="613748"/>
                  </a:lnTo>
                  <a:lnTo>
                    <a:pt x="3498" y="612973"/>
                  </a:lnTo>
                  <a:lnTo>
                    <a:pt x="2132" y="611654"/>
                  </a:lnTo>
                  <a:lnTo>
                    <a:pt x="767" y="610258"/>
                  </a:lnTo>
                  <a:lnTo>
                    <a:pt x="0" y="608474"/>
                  </a:lnTo>
                  <a:lnTo>
                    <a:pt x="0" y="606535"/>
                  </a:lnTo>
                  <a:lnTo>
                    <a:pt x="0" y="7290"/>
                  </a:lnTo>
                  <a:lnTo>
                    <a:pt x="0" y="3257"/>
                  </a:lnTo>
                  <a:lnTo>
                    <a:pt x="3257" y="0"/>
                  </a:lnTo>
                  <a:lnTo>
                    <a:pt x="7267" y="0"/>
                  </a:lnTo>
                  <a:lnTo>
                    <a:pt x="440397" y="0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4369174" y="10999082"/>
              <a:ext cx="1132205" cy="394970"/>
            </a:xfrm>
            <a:custGeom>
              <a:avLst/>
              <a:gdLst/>
              <a:ahLst/>
              <a:cxnLst/>
              <a:rect l="l" t="t" r="r" b="b"/>
              <a:pathLst>
                <a:path w="1132204" h="394970">
                  <a:moveTo>
                    <a:pt x="1131631" y="394403"/>
                  </a:moveTo>
                  <a:lnTo>
                    <a:pt x="0" y="394403"/>
                  </a:lnTo>
                  <a:lnTo>
                    <a:pt x="0" y="0"/>
                  </a:lnTo>
                  <a:lnTo>
                    <a:pt x="1131631" y="0"/>
                  </a:lnTo>
                  <a:lnTo>
                    <a:pt x="1131631" y="3944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0" name="object 200"/>
          <p:cNvSpPr txBox="1"/>
          <p:nvPr/>
        </p:nvSpPr>
        <p:spPr>
          <a:xfrm>
            <a:off x="4369174" y="10999082"/>
            <a:ext cx="1132205" cy="39497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#4 BAR 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9" </a:t>
            </a:r>
            <a:r>
              <a:rPr dirty="0" sz="850" spc="-20">
                <a:latin typeface="Verdana"/>
                <a:cs typeface="Verdana"/>
              </a:rPr>
              <a:t>O.C. </a:t>
            </a:r>
            <a:r>
              <a:rPr dirty="0" sz="850">
                <a:latin typeface="Verdana"/>
                <a:cs typeface="Verdana"/>
              </a:rPr>
              <a:t>VERTICAL </a:t>
            </a:r>
            <a:r>
              <a:rPr dirty="0" sz="850" spc="-25">
                <a:latin typeface="Verdana"/>
                <a:cs typeface="Verdana"/>
              </a:rPr>
              <a:t>AND </a:t>
            </a:r>
            <a:r>
              <a:rPr dirty="0" sz="850" spc="-10">
                <a:latin typeface="Verdana"/>
                <a:cs typeface="Verdana"/>
              </a:rPr>
              <a:t>HORIZONTAL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2950678" y="10328076"/>
            <a:ext cx="1419225" cy="741045"/>
            <a:chOff x="2950678" y="10328076"/>
            <a:chExt cx="1419225" cy="741045"/>
          </a:xfrm>
        </p:grpSpPr>
        <p:sp>
          <p:nvSpPr>
            <p:cNvPr id="202" name="object 202"/>
            <p:cNvSpPr/>
            <p:nvPr/>
          </p:nvSpPr>
          <p:spPr>
            <a:xfrm>
              <a:off x="3015211" y="10366951"/>
              <a:ext cx="1350645" cy="697865"/>
            </a:xfrm>
            <a:custGeom>
              <a:avLst/>
              <a:gdLst/>
              <a:ahLst/>
              <a:cxnLst/>
              <a:rect l="l" t="t" r="r" b="b"/>
              <a:pathLst>
                <a:path w="1350645" h="697865">
                  <a:moveTo>
                    <a:pt x="0" y="0"/>
                  </a:moveTo>
                  <a:lnTo>
                    <a:pt x="1210527" y="697826"/>
                  </a:lnTo>
                  <a:lnTo>
                    <a:pt x="1350084" y="69782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2954806" y="10332204"/>
              <a:ext cx="66675" cy="45085"/>
            </a:xfrm>
            <a:custGeom>
              <a:avLst/>
              <a:gdLst/>
              <a:ahLst/>
              <a:cxnLst/>
              <a:rect l="l" t="t" r="r" b="b"/>
              <a:pathLst>
                <a:path w="66675" h="45084">
                  <a:moveTo>
                    <a:pt x="54673" y="44908"/>
                  </a:moveTo>
                  <a:lnTo>
                    <a:pt x="0" y="0"/>
                  </a:lnTo>
                  <a:lnTo>
                    <a:pt x="66292" y="24742"/>
                  </a:lnTo>
                  <a:lnTo>
                    <a:pt x="54673" y="44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2954806" y="10332204"/>
              <a:ext cx="66675" cy="45085"/>
            </a:xfrm>
            <a:custGeom>
              <a:avLst/>
              <a:gdLst/>
              <a:ahLst/>
              <a:cxnLst/>
              <a:rect l="l" t="t" r="r" b="b"/>
              <a:pathLst>
                <a:path w="66675" h="45084">
                  <a:moveTo>
                    <a:pt x="0" y="0"/>
                  </a:moveTo>
                  <a:lnTo>
                    <a:pt x="66292" y="24742"/>
                  </a:lnTo>
                  <a:lnTo>
                    <a:pt x="54673" y="44908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5" name="object 205"/>
          <p:cNvSpPr txBox="1"/>
          <p:nvPr/>
        </p:nvSpPr>
        <p:spPr>
          <a:xfrm>
            <a:off x="4090618" y="9343984"/>
            <a:ext cx="1358900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110489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BEND VERTICAL </a:t>
            </a:r>
            <a:r>
              <a:rPr dirty="0" sz="850" spc="-20">
                <a:latin typeface="Verdana"/>
                <a:cs typeface="Verdana"/>
              </a:rPr>
              <a:t>BARS </a:t>
            </a:r>
            <a:r>
              <a:rPr dirty="0" sz="850">
                <a:latin typeface="Verdana"/>
                <a:cs typeface="Verdana"/>
              </a:rPr>
              <a:t>INTO</a:t>
            </a:r>
            <a:r>
              <a:rPr dirty="0" sz="850" spc="-1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SLAB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BY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12" </a:t>
            </a:r>
            <a:r>
              <a:rPr dirty="0" sz="850" spc="-10">
                <a:latin typeface="Verdana"/>
                <a:cs typeface="Verdana"/>
              </a:rPr>
              <a:t>MINIMUM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06" name="object 206"/>
          <p:cNvGrpSpPr/>
          <p:nvPr/>
        </p:nvGrpSpPr>
        <p:grpSpPr>
          <a:xfrm>
            <a:off x="3367489" y="9405553"/>
            <a:ext cx="723900" cy="760730"/>
            <a:chOff x="3367489" y="9405553"/>
            <a:chExt cx="723900" cy="760730"/>
          </a:xfrm>
        </p:grpSpPr>
        <p:sp>
          <p:nvSpPr>
            <p:cNvPr id="207" name="object 207"/>
            <p:cNvSpPr/>
            <p:nvPr/>
          </p:nvSpPr>
          <p:spPr>
            <a:xfrm>
              <a:off x="3415308" y="9409680"/>
              <a:ext cx="671830" cy="698500"/>
            </a:xfrm>
            <a:custGeom>
              <a:avLst/>
              <a:gdLst/>
              <a:ahLst/>
              <a:cxnLst/>
              <a:rect l="l" t="t" r="r" b="b"/>
              <a:pathLst>
                <a:path w="671829" h="698500">
                  <a:moveTo>
                    <a:pt x="0" y="697903"/>
                  </a:moveTo>
                  <a:lnTo>
                    <a:pt x="560797" y="0"/>
                  </a:lnTo>
                  <a:lnTo>
                    <a:pt x="671431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3371617" y="10100216"/>
              <a:ext cx="53340" cy="62230"/>
            </a:xfrm>
            <a:custGeom>
              <a:avLst/>
              <a:gdLst/>
              <a:ahLst/>
              <a:cxnLst/>
              <a:rect l="l" t="t" r="r" b="b"/>
              <a:pathLst>
                <a:path w="53339" h="62229">
                  <a:moveTo>
                    <a:pt x="0" y="61661"/>
                  </a:moveTo>
                  <a:lnTo>
                    <a:pt x="34662" y="0"/>
                  </a:lnTo>
                  <a:lnTo>
                    <a:pt x="52796" y="14581"/>
                  </a:lnTo>
                  <a:lnTo>
                    <a:pt x="0" y="616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3371617" y="10100216"/>
              <a:ext cx="53340" cy="62230"/>
            </a:xfrm>
            <a:custGeom>
              <a:avLst/>
              <a:gdLst/>
              <a:ahLst/>
              <a:cxnLst/>
              <a:rect l="l" t="t" r="r" b="b"/>
              <a:pathLst>
                <a:path w="53339" h="62229">
                  <a:moveTo>
                    <a:pt x="0" y="61661"/>
                  </a:moveTo>
                  <a:lnTo>
                    <a:pt x="34662" y="0"/>
                  </a:lnTo>
                  <a:lnTo>
                    <a:pt x="52796" y="14581"/>
                  </a:lnTo>
                  <a:lnTo>
                    <a:pt x="0" y="6166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/>
          <p:cNvSpPr txBox="1"/>
          <p:nvPr/>
        </p:nvSpPr>
        <p:spPr>
          <a:xfrm>
            <a:off x="4351257" y="11528056"/>
            <a:ext cx="1116330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11303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STANDARD</a:t>
            </a:r>
            <a:r>
              <a:rPr dirty="0" sz="850" spc="45">
                <a:latin typeface="Verdana"/>
                <a:cs typeface="Verdana"/>
              </a:rPr>
              <a:t> </a:t>
            </a:r>
            <a:r>
              <a:rPr dirty="0" sz="850" spc="-20">
                <a:latin typeface="Verdana"/>
                <a:cs typeface="Verdana"/>
              </a:rPr>
              <a:t>HOOK </a:t>
            </a:r>
            <a:r>
              <a:rPr dirty="0" sz="850">
                <a:latin typeface="Verdana"/>
                <a:cs typeface="Verdana"/>
              </a:rPr>
              <a:t>AT </a:t>
            </a:r>
            <a:r>
              <a:rPr dirty="0" sz="850" spc="-10">
                <a:latin typeface="Verdana"/>
                <a:cs typeface="Verdana"/>
              </a:rPr>
              <a:t>BOTTOM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11" name="object 211"/>
          <p:cNvGrpSpPr/>
          <p:nvPr/>
        </p:nvGrpSpPr>
        <p:grpSpPr>
          <a:xfrm>
            <a:off x="2978414" y="10763820"/>
            <a:ext cx="1373505" cy="834390"/>
            <a:chOff x="2978414" y="10763820"/>
            <a:chExt cx="1373505" cy="834390"/>
          </a:xfrm>
        </p:grpSpPr>
        <p:sp>
          <p:nvSpPr>
            <p:cNvPr id="212" name="object 212"/>
            <p:cNvSpPr/>
            <p:nvPr/>
          </p:nvSpPr>
          <p:spPr>
            <a:xfrm>
              <a:off x="3040411" y="10806961"/>
              <a:ext cx="1307465" cy="787400"/>
            </a:xfrm>
            <a:custGeom>
              <a:avLst/>
              <a:gdLst/>
              <a:ahLst/>
              <a:cxnLst/>
              <a:rect l="l" t="t" r="r" b="b"/>
              <a:pathLst>
                <a:path w="1307464" h="787400">
                  <a:moveTo>
                    <a:pt x="0" y="0"/>
                  </a:moveTo>
                  <a:lnTo>
                    <a:pt x="1167410" y="786790"/>
                  </a:lnTo>
                  <a:lnTo>
                    <a:pt x="1306968" y="78679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2982542" y="10767948"/>
              <a:ext cx="64769" cy="48895"/>
            </a:xfrm>
            <a:custGeom>
              <a:avLst/>
              <a:gdLst/>
              <a:ahLst/>
              <a:cxnLst/>
              <a:rect l="l" t="t" r="r" b="b"/>
              <a:pathLst>
                <a:path w="64769" h="48895">
                  <a:moveTo>
                    <a:pt x="51377" y="48631"/>
                  </a:moveTo>
                  <a:lnTo>
                    <a:pt x="0" y="0"/>
                  </a:lnTo>
                  <a:lnTo>
                    <a:pt x="64384" y="29318"/>
                  </a:lnTo>
                  <a:lnTo>
                    <a:pt x="51377" y="486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2982542" y="10767948"/>
              <a:ext cx="64769" cy="48895"/>
            </a:xfrm>
            <a:custGeom>
              <a:avLst/>
              <a:gdLst/>
              <a:ahLst/>
              <a:cxnLst/>
              <a:rect l="l" t="t" r="r" b="b"/>
              <a:pathLst>
                <a:path w="64769" h="48895">
                  <a:moveTo>
                    <a:pt x="0" y="0"/>
                  </a:moveTo>
                  <a:lnTo>
                    <a:pt x="64384" y="29318"/>
                  </a:lnTo>
                  <a:lnTo>
                    <a:pt x="51377" y="4863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5" name="object 215"/>
          <p:cNvSpPr txBox="1"/>
          <p:nvPr/>
        </p:nvSpPr>
        <p:spPr>
          <a:xfrm>
            <a:off x="8061650" y="11250772"/>
            <a:ext cx="845185" cy="13208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COLD </a:t>
            </a:r>
            <a:r>
              <a:rPr dirty="0" sz="850" spc="-10">
                <a:latin typeface="Verdana"/>
                <a:cs typeface="Verdana"/>
              </a:rPr>
              <a:t>JOINTS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16" name="object 216"/>
          <p:cNvGrpSpPr/>
          <p:nvPr/>
        </p:nvGrpSpPr>
        <p:grpSpPr>
          <a:xfrm>
            <a:off x="3797895" y="9833996"/>
            <a:ext cx="6102350" cy="1493520"/>
            <a:chOff x="3797895" y="9833996"/>
            <a:chExt cx="6102350" cy="1493520"/>
          </a:xfrm>
        </p:grpSpPr>
        <p:sp>
          <p:nvSpPr>
            <p:cNvPr id="217" name="object 217"/>
            <p:cNvSpPr/>
            <p:nvPr/>
          </p:nvSpPr>
          <p:spPr>
            <a:xfrm>
              <a:off x="8910568" y="10354774"/>
              <a:ext cx="940435" cy="968375"/>
            </a:xfrm>
            <a:custGeom>
              <a:avLst/>
              <a:gdLst/>
              <a:ahLst/>
              <a:cxnLst/>
              <a:rect l="l" t="t" r="r" b="b"/>
              <a:pathLst>
                <a:path w="940434" h="968375">
                  <a:moveTo>
                    <a:pt x="940052" y="0"/>
                  </a:moveTo>
                  <a:lnTo>
                    <a:pt x="110836" y="968207"/>
                  </a:lnTo>
                  <a:lnTo>
                    <a:pt x="0" y="96820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9841701" y="10301799"/>
              <a:ext cx="54610" cy="60960"/>
            </a:xfrm>
            <a:custGeom>
              <a:avLst/>
              <a:gdLst/>
              <a:ahLst/>
              <a:cxnLst/>
              <a:rect l="l" t="t" r="r" b="b"/>
              <a:pathLst>
                <a:path w="54609" h="60959">
                  <a:moveTo>
                    <a:pt x="17684" y="60653"/>
                  </a:moveTo>
                  <a:lnTo>
                    <a:pt x="0" y="45451"/>
                  </a:lnTo>
                  <a:lnTo>
                    <a:pt x="54293" y="0"/>
                  </a:lnTo>
                  <a:lnTo>
                    <a:pt x="17684" y="606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9841701" y="10301799"/>
              <a:ext cx="54610" cy="60960"/>
            </a:xfrm>
            <a:custGeom>
              <a:avLst/>
              <a:gdLst/>
              <a:ahLst/>
              <a:cxnLst/>
              <a:rect l="l" t="t" r="r" b="b"/>
              <a:pathLst>
                <a:path w="54609" h="60959">
                  <a:moveTo>
                    <a:pt x="54293" y="0"/>
                  </a:moveTo>
                  <a:lnTo>
                    <a:pt x="17684" y="60653"/>
                  </a:lnTo>
                  <a:lnTo>
                    <a:pt x="0" y="45451"/>
                  </a:lnTo>
                  <a:lnTo>
                    <a:pt x="54293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3805833" y="9841934"/>
              <a:ext cx="5370195" cy="361315"/>
            </a:xfrm>
            <a:custGeom>
              <a:avLst/>
              <a:gdLst/>
              <a:ahLst/>
              <a:cxnLst/>
              <a:rect l="l" t="t" r="r" b="b"/>
              <a:pathLst>
                <a:path w="5370195" h="361315">
                  <a:moveTo>
                    <a:pt x="0" y="0"/>
                  </a:moveTo>
                  <a:lnTo>
                    <a:pt x="0" y="92919"/>
                  </a:lnTo>
                  <a:lnTo>
                    <a:pt x="0" y="361051"/>
                  </a:lnTo>
                </a:path>
                <a:path w="5370195" h="361315">
                  <a:moveTo>
                    <a:pt x="5369997" y="0"/>
                  </a:moveTo>
                  <a:lnTo>
                    <a:pt x="5369997" y="92919"/>
                  </a:lnTo>
                  <a:lnTo>
                    <a:pt x="5369997" y="361051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1" name="object 221"/>
          <p:cNvSpPr txBox="1"/>
          <p:nvPr/>
        </p:nvSpPr>
        <p:spPr>
          <a:xfrm>
            <a:off x="5707795" y="2825052"/>
            <a:ext cx="1210945" cy="58229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marL="75565" marR="64135" indent="47625">
              <a:lnSpc>
                <a:spcPct val="105100"/>
              </a:lnSpc>
              <a:spcBef>
                <a:spcPts val="515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Great</a:t>
            </a:r>
            <a:r>
              <a:rPr dirty="0" u="sng" sz="700" spc="9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Power</a:t>
            </a:r>
            <a:r>
              <a:rPr dirty="0" u="sng" sz="700" spc="9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Energy</a:t>
            </a:r>
            <a:r>
              <a:rPr dirty="0" u="none" sz="700" spc="-10"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{{BAT_MODEL}}</a:t>
            </a:r>
            <a:r>
              <a:rPr dirty="0" u="sng" sz="700" spc="24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BESS</a:t>
            </a:r>
            <a:endParaRPr sz="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Verdana"/>
              <a:cs typeface="Verdana"/>
            </a:endParaRPr>
          </a:p>
          <a:p>
            <a:pPr marL="130175">
              <a:lnSpc>
                <a:spcPct val="100000"/>
              </a:lnSpc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Max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Wt</a:t>
            </a:r>
            <a:r>
              <a:rPr dirty="0" u="sng" sz="700" spc="6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=</a:t>
            </a:r>
            <a:r>
              <a:rPr dirty="0" u="sng" sz="700" spc="6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86000</a:t>
            </a:r>
            <a:r>
              <a:rPr dirty="0" u="sng" sz="700" spc="6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lbs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22" name="object 222"/>
          <p:cNvGrpSpPr/>
          <p:nvPr/>
        </p:nvGrpSpPr>
        <p:grpSpPr>
          <a:xfrm>
            <a:off x="13992187" y="333121"/>
            <a:ext cx="4443095" cy="3636645"/>
            <a:chOff x="13992187" y="333121"/>
            <a:chExt cx="4443095" cy="3636645"/>
          </a:xfrm>
        </p:grpSpPr>
        <p:pic>
          <p:nvPicPr>
            <p:cNvPr id="223" name="object 2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164392" y="338779"/>
              <a:ext cx="4270724" cy="3630841"/>
            </a:xfrm>
            <a:prstGeom prst="rect">
              <a:avLst/>
            </a:prstGeom>
          </p:spPr>
        </p:pic>
        <p:sp>
          <p:nvSpPr>
            <p:cNvPr id="224" name="object 224"/>
            <p:cNvSpPr/>
            <p:nvPr/>
          </p:nvSpPr>
          <p:spPr>
            <a:xfrm>
              <a:off x="13996315" y="337248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77" y="0"/>
                  </a:moveTo>
                  <a:lnTo>
                    <a:pt x="168077" y="145580"/>
                  </a:lnTo>
                  <a:lnTo>
                    <a:pt x="0" y="145580"/>
                  </a:lnTo>
                  <a:lnTo>
                    <a:pt x="84077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25" name="object 225"/>
          <p:cNvGraphicFramePr>
            <a:graphicFrameLocks noGrp="1"/>
          </p:cNvGraphicFramePr>
          <p:nvPr/>
        </p:nvGraphicFramePr>
        <p:xfrm>
          <a:off x="14164392" y="362277"/>
          <a:ext cx="4251325" cy="3568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855"/>
                <a:gridCol w="4035425"/>
              </a:tblGrid>
              <a:tr h="17970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700" b="1"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700" spc="8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PAGES</a:t>
                      </a:r>
                      <a:r>
                        <a:rPr dirty="0" sz="700" spc="9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PV0.2</a:t>
                      </a:r>
                      <a:r>
                        <a:rPr dirty="0" sz="700" spc="9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b="1">
                          <a:latin typeface="Verdana"/>
                          <a:cs typeface="Verdana"/>
                        </a:rPr>
                        <a:t>&amp;</a:t>
                      </a:r>
                      <a:r>
                        <a:rPr dirty="0" sz="700" spc="90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 b="1">
                          <a:latin typeface="Verdana"/>
                          <a:cs typeface="Verdana"/>
                        </a:rPr>
                        <a:t>PV0.3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55244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32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GENERAL</a:t>
                      </a:r>
                      <a:r>
                        <a:rPr dirty="0" sz="700" spc="1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NOTES: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indent="-263525">
                        <a:lnSpc>
                          <a:spcPct val="100000"/>
                        </a:lnSpc>
                        <a:spcBef>
                          <a:spcPts val="40"/>
                        </a:spcBef>
                        <a:buAutoNum type="arabicPeriod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STEM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WALL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SECTIONS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WILL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NEED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BE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FORMED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POURED</a:t>
                      </a:r>
                      <a:r>
                        <a:rPr dirty="0" sz="700" spc="1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FIRST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COLD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JOINT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EXTENDED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VERTICAL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BARS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TIE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INTO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SLAB.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indent="-263525">
                        <a:lnSpc>
                          <a:spcPct val="100000"/>
                        </a:lnSpc>
                        <a:spcBef>
                          <a:spcPts val="40"/>
                        </a:spcBef>
                        <a:buAutoNum type="arabicPeriod" startAt="2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GRAVEL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BACKFILL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WILL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FOLLOW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AFTER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700" spc="114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STEM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WALLS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ARE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SET.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indent="-263525">
                        <a:lnSpc>
                          <a:spcPct val="100000"/>
                        </a:lnSpc>
                        <a:spcBef>
                          <a:spcPts val="45"/>
                        </a:spcBef>
                        <a:buAutoNum type="arabicPeriod" startAt="2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700" spc="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SLAB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WILL</a:t>
                      </a:r>
                      <a:r>
                        <a:rPr dirty="0" sz="700" spc="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BE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PLACED</a:t>
                      </a:r>
                      <a:r>
                        <a:rPr dirty="0" sz="700" spc="8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AFTER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BACKFILL.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457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57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u="sng" sz="70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Design</a:t>
                      </a:r>
                      <a:r>
                        <a:rPr dirty="0" u="sng" sz="700" spc="13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u="sng" sz="700" spc="-1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Criteria: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2025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CBC,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ASCE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7-22,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ACI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318-19,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ANSI/AWC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NDS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-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2024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Risk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Category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50">
                          <a:latin typeface="Verdana"/>
                          <a:cs typeface="Verdana"/>
                        </a:rPr>
                        <a:t>1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5240" marR="2212975">
                        <a:lnSpc>
                          <a:spcPct val="2101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Wind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speed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87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mph,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Exposure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50"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 Seismic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Design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Category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D,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Sds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1.8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Soils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capacities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per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IBC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Chapter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18: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7907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Bearing</a:t>
                      </a:r>
                      <a:r>
                        <a:rPr dirty="0" sz="7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1500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psf,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lateral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bearing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200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pcf</a:t>
                      </a:r>
                      <a:r>
                        <a:rPr dirty="0" sz="7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drilled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piers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Concrete</a:t>
                      </a:r>
                      <a:r>
                        <a:rPr dirty="0" sz="700" spc="1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Notes: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790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Use</a:t>
                      </a:r>
                      <a:r>
                        <a:rPr dirty="0" sz="700" spc="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fc'</a:t>
                      </a:r>
                      <a:r>
                        <a:rPr dirty="0" sz="700" spc="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3000</a:t>
                      </a:r>
                      <a:r>
                        <a:rPr dirty="0" sz="700" spc="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psi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7907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Use</a:t>
                      </a:r>
                      <a:r>
                        <a:rPr dirty="0" sz="7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A615,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Grade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60</a:t>
                      </a:r>
                      <a:r>
                        <a:rPr dirty="0" sz="700" spc="7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rebar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179070" marR="1750695">
                        <a:lnSpc>
                          <a:spcPct val="1051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Break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test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are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required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at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7,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14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700" spc="7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28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0">
                          <a:latin typeface="Verdana"/>
                          <a:cs typeface="Verdana"/>
                        </a:rPr>
                        <a:t>days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Max</a:t>
                      </a:r>
                      <a:r>
                        <a:rPr dirty="0" sz="700" spc="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w/c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=</a:t>
                      </a:r>
                      <a:r>
                        <a:rPr dirty="0" sz="700" spc="5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0.5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5240">
                        <a:lnSpc>
                          <a:spcPct val="1000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Engineering</a:t>
                      </a:r>
                      <a:r>
                        <a:rPr dirty="0" sz="700" spc="2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Notes: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indent="-263525">
                        <a:lnSpc>
                          <a:spcPct val="100000"/>
                        </a:lnSpc>
                        <a:spcBef>
                          <a:spcPts val="45"/>
                        </a:spcBef>
                        <a:buAutoNum type="arabicPeriod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Installation</a:t>
                      </a:r>
                      <a:r>
                        <a:rPr dirty="0" sz="700" spc="1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700" spc="1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post-installed</a:t>
                      </a:r>
                      <a:r>
                        <a:rPr dirty="0" sz="700" spc="1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anchors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marR="243840">
                        <a:lnSpc>
                          <a:spcPct val="105100"/>
                        </a:lnSpc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(wedge</a:t>
                      </a:r>
                      <a:r>
                        <a:rPr dirty="0" sz="700" spc="1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anchors,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epoxy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anchors)</a:t>
                      </a:r>
                      <a:r>
                        <a:rPr dirty="0" sz="700" spc="1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require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continuous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special</a:t>
                      </a:r>
                      <a:r>
                        <a:rPr dirty="0" sz="700" spc="1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inspection.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Install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anchors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strict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accordance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700" spc="6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10">
                          <a:latin typeface="Verdana"/>
                          <a:cs typeface="Verdana"/>
                        </a:rPr>
                        <a:t>manufacturer's</a:t>
                      </a:r>
                      <a:r>
                        <a:rPr dirty="0" sz="700" spc="6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recommendations.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278765" marR="1125220" indent="-264160">
                        <a:lnSpc>
                          <a:spcPts val="880"/>
                        </a:lnSpc>
                        <a:buAutoNum type="arabicPeriod" startAt="2"/>
                        <a:tabLst>
                          <a:tab pos="278765" algn="l"/>
                        </a:tabLst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Remove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all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top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soil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under</a:t>
                      </a:r>
                      <a:r>
                        <a:rPr dirty="0" sz="700" spc="1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perimeter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equipment</a:t>
                      </a:r>
                      <a:r>
                        <a:rPr dirty="0" sz="700" spc="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pads.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Compact</a:t>
                      </a:r>
                      <a:r>
                        <a:rPr dirty="0" sz="700" spc="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native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soil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or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remove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any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loose</a:t>
                      </a:r>
                      <a:r>
                        <a:rPr dirty="0" sz="700" spc="9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materials.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36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26" name="object 226"/>
          <p:cNvGrpSpPr/>
          <p:nvPr/>
        </p:nvGrpSpPr>
        <p:grpSpPr>
          <a:xfrm>
            <a:off x="2347796" y="9903829"/>
            <a:ext cx="421005" cy="341630"/>
            <a:chOff x="2347796" y="9903829"/>
            <a:chExt cx="421005" cy="341630"/>
          </a:xfrm>
        </p:grpSpPr>
        <p:sp>
          <p:nvSpPr>
            <p:cNvPr id="227" name="object 227"/>
            <p:cNvSpPr/>
            <p:nvPr/>
          </p:nvSpPr>
          <p:spPr>
            <a:xfrm>
              <a:off x="2553678" y="9930984"/>
              <a:ext cx="215265" cy="287020"/>
            </a:xfrm>
            <a:custGeom>
              <a:avLst/>
              <a:gdLst/>
              <a:ahLst/>
              <a:cxnLst/>
              <a:rect l="l" t="t" r="r" b="b"/>
              <a:pathLst>
                <a:path w="215264" h="287020">
                  <a:moveTo>
                    <a:pt x="214985" y="279222"/>
                  </a:moveTo>
                  <a:lnTo>
                    <a:pt x="50406" y="279222"/>
                  </a:lnTo>
                  <a:lnTo>
                    <a:pt x="50406" y="199567"/>
                  </a:lnTo>
                  <a:lnTo>
                    <a:pt x="42659" y="199567"/>
                  </a:lnTo>
                  <a:lnTo>
                    <a:pt x="42659" y="279222"/>
                  </a:lnTo>
                  <a:lnTo>
                    <a:pt x="0" y="279222"/>
                  </a:lnTo>
                  <a:lnTo>
                    <a:pt x="0" y="286981"/>
                  </a:lnTo>
                  <a:lnTo>
                    <a:pt x="46532" y="286981"/>
                  </a:lnTo>
                  <a:lnTo>
                    <a:pt x="214985" y="286981"/>
                  </a:lnTo>
                  <a:lnTo>
                    <a:pt x="214985" y="279222"/>
                  </a:lnTo>
                  <a:close/>
                </a:path>
                <a:path w="215264" h="287020">
                  <a:moveTo>
                    <a:pt x="214985" y="0"/>
                  </a:moveTo>
                  <a:lnTo>
                    <a:pt x="46532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87490"/>
                  </a:lnTo>
                  <a:lnTo>
                    <a:pt x="50406" y="87490"/>
                  </a:lnTo>
                  <a:lnTo>
                    <a:pt x="50406" y="7759"/>
                  </a:lnTo>
                  <a:lnTo>
                    <a:pt x="214985" y="7759"/>
                  </a:lnTo>
                  <a:lnTo>
                    <a:pt x="2149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2584703" y="991934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2596337" y="990382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2584703" y="10198565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2596337" y="10214078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2351923" y="1001846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2351923" y="1001846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4" name="object 234"/>
          <p:cNvSpPr txBox="1"/>
          <p:nvPr/>
        </p:nvSpPr>
        <p:spPr>
          <a:xfrm>
            <a:off x="2312002" y="10005765"/>
            <a:ext cx="35433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89535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35" name="object 235"/>
          <p:cNvGrpSpPr/>
          <p:nvPr/>
        </p:nvGrpSpPr>
        <p:grpSpPr>
          <a:xfrm>
            <a:off x="3144033" y="7683855"/>
            <a:ext cx="6120765" cy="2268855"/>
            <a:chOff x="3144033" y="7683855"/>
            <a:chExt cx="6120765" cy="2268855"/>
          </a:xfrm>
        </p:grpSpPr>
        <p:sp>
          <p:nvSpPr>
            <p:cNvPr id="236" name="object 236"/>
            <p:cNvSpPr/>
            <p:nvPr/>
          </p:nvSpPr>
          <p:spPr>
            <a:xfrm>
              <a:off x="3720592" y="9934853"/>
              <a:ext cx="5541645" cy="0"/>
            </a:xfrm>
            <a:custGeom>
              <a:avLst/>
              <a:gdLst/>
              <a:ahLst/>
              <a:cxnLst/>
              <a:rect l="l" t="t" r="r" b="b"/>
              <a:pathLst>
                <a:path w="5541645" h="0">
                  <a:moveTo>
                    <a:pt x="0" y="0"/>
                  </a:moveTo>
                  <a:lnTo>
                    <a:pt x="554148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3248696" y="7701554"/>
              <a:ext cx="426720" cy="2233295"/>
            </a:xfrm>
            <a:custGeom>
              <a:avLst/>
              <a:gdLst/>
              <a:ahLst/>
              <a:cxnLst/>
              <a:rect l="l" t="t" r="r" b="b"/>
              <a:pathLst>
                <a:path w="426720" h="2233295">
                  <a:moveTo>
                    <a:pt x="426095" y="0"/>
                  </a:moveTo>
                  <a:lnTo>
                    <a:pt x="39556" y="0"/>
                  </a:lnTo>
                </a:path>
                <a:path w="426720" h="2233295">
                  <a:moveTo>
                    <a:pt x="39556" y="0"/>
                  </a:moveTo>
                  <a:lnTo>
                    <a:pt x="0" y="0"/>
                  </a:lnTo>
                </a:path>
                <a:path w="426720" h="2233295">
                  <a:moveTo>
                    <a:pt x="416314" y="2233300"/>
                  </a:moveTo>
                  <a:lnTo>
                    <a:pt x="39556" y="2233300"/>
                  </a:lnTo>
                </a:path>
                <a:path w="426720" h="2233295">
                  <a:moveTo>
                    <a:pt x="39556" y="2233300"/>
                  </a:moveTo>
                  <a:lnTo>
                    <a:pt x="0" y="2233300"/>
                  </a:lnTo>
                </a:path>
                <a:path w="426720" h="2233295">
                  <a:moveTo>
                    <a:pt x="39556" y="0"/>
                  </a:moveTo>
                  <a:lnTo>
                    <a:pt x="39556" y="952439"/>
                  </a:lnTo>
                </a:path>
                <a:path w="426720" h="2233295">
                  <a:moveTo>
                    <a:pt x="39556" y="1280914"/>
                  </a:moveTo>
                  <a:lnTo>
                    <a:pt x="39556" y="2233300"/>
                  </a:lnTo>
                </a:path>
                <a:path w="426720" h="2233295">
                  <a:moveTo>
                    <a:pt x="39556" y="952439"/>
                  </a:moveTo>
                  <a:lnTo>
                    <a:pt x="39556" y="12809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3279721" y="769302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3288253" y="768449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3279721" y="992632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3288253" y="993485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3148160" y="8653992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3148160" y="8653992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4" name="object 244"/>
          <p:cNvSpPr txBox="1"/>
          <p:nvPr/>
        </p:nvSpPr>
        <p:spPr>
          <a:xfrm>
            <a:off x="3134976" y="8691075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45" name="object 245"/>
          <p:cNvSpPr txBox="1"/>
          <p:nvPr/>
        </p:nvSpPr>
        <p:spPr>
          <a:xfrm>
            <a:off x="9677889" y="7321560"/>
            <a:ext cx="1082040" cy="13208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BESS </a:t>
            </a:r>
            <a:r>
              <a:rPr dirty="0" sz="850" spc="-10"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46" name="object 246"/>
          <p:cNvGrpSpPr/>
          <p:nvPr/>
        </p:nvGrpSpPr>
        <p:grpSpPr>
          <a:xfrm>
            <a:off x="3722178" y="4722454"/>
            <a:ext cx="11831320" cy="5214620"/>
            <a:chOff x="3722178" y="4722454"/>
            <a:chExt cx="11831320" cy="5214620"/>
          </a:xfrm>
        </p:grpSpPr>
        <p:sp>
          <p:nvSpPr>
            <p:cNvPr id="247" name="object 247"/>
            <p:cNvSpPr/>
            <p:nvPr/>
          </p:nvSpPr>
          <p:spPr>
            <a:xfrm>
              <a:off x="9320328" y="7387294"/>
              <a:ext cx="353695" cy="245745"/>
            </a:xfrm>
            <a:custGeom>
              <a:avLst/>
              <a:gdLst/>
              <a:ahLst/>
              <a:cxnLst/>
              <a:rect l="l" t="t" r="r" b="b"/>
              <a:pathLst>
                <a:path w="353695" h="245745">
                  <a:moveTo>
                    <a:pt x="0" y="245530"/>
                  </a:moveTo>
                  <a:lnTo>
                    <a:pt x="225240" y="0"/>
                  </a:lnTo>
                  <a:lnTo>
                    <a:pt x="353683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8" name="object 2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69370" y="7620989"/>
              <a:ext cx="63523" cy="67060"/>
            </a:xfrm>
            <a:prstGeom prst="rect">
              <a:avLst/>
            </a:prstGeom>
          </p:spPr>
        </p:pic>
        <p:sp>
          <p:nvSpPr>
            <p:cNvPr id="249" name="object 249"/>
            <p:cNvSpPr/>
            <p:nvPr/>
          </p:nvSpPr>
          <p:spPr>
            <a:xfrm>
              <a:off x="3724400" y="7701552"/>
              <a:ext cx="5533390" cy="2233295"/>
            </a:xfrm>
            <a:custGeom>
              <a:avLst/>
              <a:gdLst/>
              <a:ahLst/>
              <a:cxnLst/>
              <a:rect l="l" t="t" r="r" b="b"/>
              <a:pathLst>
                <a:path w="5533390" h="2233295">
                  <a:moveTo>
                    <a:pt x="0" y="0"/>
                  </a:moveTo>
                  <a:lnTo>
                    <a:pt x="5532869" y="0"/>
                  </a:lnTo>
                  <a:lnTo>
                    <a:pt x="5532869" y="2233300"/>
                  </a:lnTo>
                  <a:lnTo>
                    <a:pt x="0" y="2233300"/>
                  </a:lnTo>
                  <a:lnTo>
                    <a:pt x="0" y="0"/>
                  </a:lnTo>
                  <a:close/>
                </a:path>
              </a:pathLst>
            </a:custGeom>
            <a:ln w="3878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0" name="object 2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139107" y="4722454"/>
              <a:ext cx="700618" cy="4533187"/>
            </a:xfrm>
            <a:prstGeom prst="rect">
              <a:avLst/>
            </a:prstGeom>
          </p:spPr>
        </p:pic>
        <p:sp>
          <p:nvSpPr>
            <p:cNvPr id="251" name="object 251"/>
            <p:cNvSpPr/>
            <p:nvPr/>
          </p:nvSpPr>
          <p:spPr>
            <a:xfrm>
              <a:off x="14139107" y="5161696"/>
              <a:ext cx="701040" cy="4048760"/>
            </a:xfrm>
            <a:custGeom>
              <a:avLst/>
              <a:gdLst/>
              <a:ahLst/>
              <a:cxnLst/>
              <a:rect l="l" t="t" r="r" b="b"/>
              <a:pathLst>
                <a:path w="701040" h="4048759">
                  <a:moveTo>
                    <a:pt x="256730" y="406185"/>
                  </a:moveTo>
                  <a:lnTo>
                    <a:pt x="256730" y="0"/>
                  </a:lnTo>
                  <a:lnTo>
                    <a:pt x="442879" y="0"/>
                  </a:lnTo>
                  <a:lnTo>
                    <a:pt x="442879" y="406185"/>
                  </a:lnTo>
                </a:path>
                <a:path w="701040" h="4048759">
                  <a:moveTo>
                    <a:pt x="442879" y="3906943"/>
                  </a:moveTo>
                  <a:lnTo>
                    <a:pt x="256730" y="3906943"/>
                  </a:lnTo>
                </a:path>
                <a:path w="701040" h="4048759">
                  <a:moveTo>
                    <a:pt x="775" y="2371245"/>
                  </a:moveTo>
                  <a:lnTo>
                    <a:pt x="775" y="2231633"/>
                  </a:lnTo>
                  <a:lnTo>
                    <a:pt x="0" y="2231633"/>
                  </a:lnTo>
                </a:path>
                <a:path w="701040" h="4048759">
                  <a:moveTo>
                    <a:pt x="700618" y="2231633"/>
                  </a:moveTo>
                  <a:lnTo>
                    <a:pt x="698834" y="2231633"/>
                  </a:lnTo>
                  <a:lnTo>
                    <a:pt x="698834" y="2371245"/>
                  </a:lnTo>
                </a:path>
                <a:path w="701040" h="4048759">
                  <a:moveTo>
                    <a:pt x="775" y="4048726"/>
                  </a:moveTo>
                  <a:lnTo>
                    <a:pt x="698834" y="4048726"/>
                  </a:lnTo>
                </a:path>
                <a:path w="701040" h="4048759">
                  <a:moveTo>
                    <a:pt x="698834" y="2231632"/>
                  </a:moveTo>
                  <a:lnTo>
                    <a:pt x="442879" y="2231632"/>
                  </a:lnTo>
                </a:path>
                <a:path w="701040" h="4048759">
                  <a:moveTo>
                    <a:pt x="256730" y="3906943"/>
                  </a:moveTo>
                  <a:lnTo>
                    <a:pt x="256730" y="2231632"/>
                  </a:lnTo>
                  <a:lnTo>
                    <a:pt x="775" y="2231632"/>
                  </a:lnTo>
                </a:path>
                <a:path w="701040" h="4048759">
                  <a:moveTo>
                    <a:pt x="256730" y="2231632"/>
                  </a:moveTo>
                  <a:lnTo>
                    <a:pt x="256730" y="406185"/>
                  </a:lnTo>
                </a:path>
                <a:path w="701040" h="4048759">
                  <a:moveTo>
                    <a:pt x="442879" y="406185"/>
                  </a:moveTo>
                  <a:lnTo>
                    <a:pt x="442879" y="2231632"/>
                  </a:lnTo>
                  <a:lnTo>
                    <a:pt x="442879" y="3906943"/>
                  </a:lnTo>
                </a:path>
                <a:path w="701040" h="4048759">
                  <a:moveTo>
                    <a:pt x="698834" y="4048726"/>
                  </a:moveTo>
                  <a:lnTo>
                    <a:pt x="698834" y="2371244"/>
                  </a:lnTo>
                </a:path>
                <a:path w="701040" h="4048759">
                  <a:moveTo>
                    <a:pt x="775" y="2371244"/>
                  </a:moveTo>
                  <a:lnTo>
                    <a:pt x="775" y="404872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5315181" y="7391391"/>
              <a:ext cx="180340" cy="4445"/>
            </a:xfrm>
            <a:custGeom>
              <a:avLst/>
              <a:gdLst/>
              <a:ahLst/>
              <a:cxnLst/>
              <a:rect l="l" t="t" r="r" b="b"/>
              <a:pathLst>
                <a:path w="180340" h="4445">
                  <a:moveTo>
                    <a:pt x="17986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79866" y="0"/>
                  </a:lnTo>
                  <a:lnTo>
                    <a:pt x="179866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15495047" y="7391391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14651793" y="9066702"/>
              <a:ext cx="843280" cy="4445"/>
            </a:xfrm>
            <a:custGeom>
              <a:avLst/>
              <a:gdLst/>
              <a:ahLst/>
              <a:cxnLst/>
              <a:rect l="l" t="t" r="r" b="b"/>
              <a:pathLst>
                <a:path w="843280" h="4445">
                  <a:moveTo>
                    <a:pt x="843255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843255" y="0"/>
                  </a:lnTo>
                  <a:lnTo>
                    <a:pt x="843255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15495047" y="9066702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15493099" y="7393334"/>
              <a:ext cx="4445" cy="1675764"/>
            </a:xfrm>
            <a:custGeom>
              <a:avLst/>
              <a:gdLst/>
              <a:ahLst/>
              <a:cxnLst/>
              <a:rect l="l" t="t" r="r" b="b"/>
              <a:pathLst>
                <a:path w="4444" h="1675765">
                  <a:moveTo>
                    <a:pt x="3886" y="988110"/>
                  </a:moveTo>
                  <a:lnTo>
                    <a:pt x="0" y="988110"/>
                  </a:lnTo>
                  <a:lnTo>
                    <a:pt x="0" y="1675307"/>
                  </a:lnTo>
                  <a:lnTo>
                    <a:pt x="3886" y="1675307"/>
                  </a:lnTo>
                  <a:lnTo>
                    <a:pt x="3886" y="988110"/>
                  </a:lnTo>
                  <a:close/>
                </a:path>
                <a:path w="4444" h="1675765">
                  <a:moveTo>
                    <a:pt x="3886" y="0"/>
                  </a:moveTo>
                  <a:lnTo>
                    <a:pt x="0" y="0"/>
                  </a:lnTo>
                  <a:lnTo>
                    <a:pt x="0" y="687171"/>
                  </a:lnTo>
                  <a:lnTo>
                    <a:pt x="3886" y="687171"/>
                  </a:lnTo>
                  <a:lnTo>
                    <a:pt x="3886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15483413" y="738169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5493109" y="7370061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15483413" y="9057006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5493109" y="9068641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1" name="object 261"/>
          <p:cNvSpPr txBox="1"/>
          <p:nvPr/>
        </p:nvSpPr>
        <p:spPr>
          <a:xfrm>
            <a:off x="15193818" y="8068186"/>
            <a:ext cx="603885" cy="3251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36"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MIN.</a:t>
            </a:r>
            <a:endParaRPr sz="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48"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MAX.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62" name="object 262"/>
          <p:cNvGrpSpPr/>
          <p:nvPr/>
        </p:nvGrpSpPr>
        <p:grpSpPr>
          <a:xfrm>
            <a:off x="14116614" y="9280230"/>
            <a:ext cx="744855" cy="438784"/>
            <a:chOff x="14116614" y="9280230"/>
            <a:chExt cx="744855" cy="438784"/>
          </a:xfrm>
        </p:grpSpPr>
        <p:sp>
          <p:nvSpPr>
            <p:cNvPr id="263" name="object 263"/>
            <p:cNvSpPr/>
            <p:nvPr/>
          </p:nvSpPr>
          <p:spPr>
            <a:xfrm>
              <a:off x="14137943" y="9280230"/>
              <a:ext cx="4445" cy="381000"/>
            </a:xfrm>
            <a:custGeom>
              <a:avLst/>
              <a:gdLst/>
              <a:ahLst/>
              <a:cxnLst/>
              <a:rect l="l" t="t" r="r" b="b"/>
              <a:pathLst>
                <a:path w="4444" h="381000">
                  <a:moveTo>
                    <a:pt x="3878" y="380519"/>
                  </a:moveTo>
                  <a:lnTo>
                    <a:pt x="0" y="38051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38051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4137943" y="9660750"/>
              <a:ext cx="4445" cy="58419"/>
            </a:xfrm>
            <a:custGeom>
              <a:avLst/>
              <a:gdLst/>
              <a:ahLst/>
              <a:cxnLst/>
              <a:rect l="l" t="t" r="r" b="b"/>
              <a:pathLst>
                <a:path w="4444" h="58420">
                  <a:moveTo>
                    <a:pt x="3878" y="58171"/>
                  </a:moveTo>
                  <a:lnTo>
                    <a:pt x="0" y="5817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58171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14836002" y="9280230"/>
              <a:ext cx="4445" cy="381000"/>
            </a:xfrm>
            <a:custGeom>
              <a:avLst/>
              <a:gdLst/>
              <a:ahLst/>
              <a:cxnLst/>
              <a:rect l="l" t="t" r="r" b="b"/>
              <a:pathLst>
                <a:path w="4444" h="381000">
                  <a:moveTo>
                    <a:pt x="3878" y="380519"/>
                  </a:moveTo>
                  <a:lnTo>
                    <a:pt x="0" y="38051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38051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14836002" y="9660750"/>
              <a:ext cx="4445" cy="58419"/>
            </a:xfrm>
            <a:custGeom>
              <a:avLst/>
              <a:gdLst/>
              <a:ahLst/>
              <a:cxnLst/>
              <a:rect l="l" t="t" r="r" b="b"/>
              <a:pathLst>
                <a:path w="4444" h="58420">
                  <a:moveTo>
                    <a:pt x="3878" y="58171"/>
                  </a:moveTo>
                  <a:lnTo>
                    <a:pt x="0" y="5817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58171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14139882" y="9658811"/>
              <a:ext cx="698500" cy="4445"/>
            </a:xfrm>
            <a:custGeom>
              <a:avLst/>
              <a:gdLst/>
              <a:ahLst/>
              <a:cxnLst/>
              <a:rect l="l" t="t" r="r" b="b"/>
              <a:pathLst>
                <a:path w="698500" h="4445">
                  <a:moveTo>
                    <a:pt x="69805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698058" y="0"/>
                  </a:lnTo>
                  <a:lnTo>
                    <a:pt x="69805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14128248" y="96491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0"/>
                  </a:moveTo>
                  <a:lnTo>
                    <a:pt x="0" y="23268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4116614" y="9658811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4826307" y="96491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4837941" y="9658811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2" name="object 272"/>
          <p:cNvSpPr txBox="1"/>
          <p:nvPr/>
        </p:nvSpPr>
        <p:spPr>
          <a:xfrm>
            <a:off x="14200246" y="9686054"/>
            <a:ext cx="57912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15"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MIN.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73" name="object 273"/>
          <p:cNvGrpSpPr/>
          <p:nvPr/>
        </p:nvGrpSpPr>
        <p:grpSpPr>
          <a:xfrm>
            <a:off x="13557935" y="9045372"/>
            <a:ext cx="768350" cy="188595"/>
            <a:chOff x="13557935" y="9045372"/>
            <a:chExt cx="768350" cy="188595"/>
          </a:xfrm>
        </p:grpSpPr>
        <p:sp>
          <p:nvSpPr>
            <p:cNvPr id="274" name="object 274"/>
            <p:cNvSpPr/>
            <p:nvPr/>
          </p:nvSpPr>
          <p:spPr>
            <a:xfrm>
              <a:off x="13682965" y="9066702"/>
              <a:ext cx="643255" cy="4445"/>
            </a:xfrm>
            <a:custGeom>
              <a:avLst/>
              <a:gdLst/>
              <a:ahLst/>
              <a:cxnLst/>
              <a:rect l="l" t="t" r="r" b="b"/>
              <a:pathLst>
                <a:path w="643255" h="4445">
                  <a:moveTo>
                    <a:pt x="643067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643067" y="0"/>
                  </a:lnTo>
                  <a:lnTo>
                    <a:pt x="643067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3624793" y="9066702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3682965" y="9208485"/>
              <a:ext cx="387350" cy="4445"/>
            </a:xfrm>
            <a:custGeom>
              <a:avLst/>
              <a:gdLst/>
              <a:ahLst/>
              <a:cxnLst/>
              <a:rect l="l" t="t" r="r" b="b"/>
              <a:pathLst>
                <a:path w="387350" h="4445">
                  <a:moveTo>
                    <a:pt x="387112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387112" y="0"/>
                  </a:lnTo>
                  <a:lnTo>
                    <a:pt x="387112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7" name="object 27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557935" y="9045372"/>
              <a:ext cx="140542" cy="188320"/>
            </a:xfrm>
            <a:prstGeom prst="rect">
              <a:avLst/>
            </a:prstGeom>
          </p:spPr>
        </p:pic>
      </p:grpSp>
      <p:sp>
        <p:nvSpPr>
          <p:cNvPr id="278" name="object 278"/>
          <p:cNvSpPr txBox="1"/>
          <p:nvPr/>
        </p:nvSpPr>
        <p:spPr>
          <a:xfrm>
            <a:off x="13021690" y="9051983"/>
            <a:ext cx="50038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3"</a:t>
            </a:r>
            <a:r>
              <a:rPr dirty="0" sz="950" spc="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MIN.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79" name="object 279"/>
          <p:cNvGrpSpPr/>
          <p:nvPr/>
        </p:nvGrpSpPr>
        <p:grpSpPr>
          <a:xfrm>
            <a:off x="14651792" y="5138429"/>
            <a:ext cx="901700" cy="2278380"/>
            <a:chOff x="14651792" y="5138429"/>
            <a:chExt cx="901700" cy="2278380"/>
          </a:xfrm>
        </p:grpSpPr>
        <p:sp>
          <p:nvSpPr>
            <p:cNvPr id="280" name="object 280"/>
            <p:cNvSpPr/>
            <p:nvPr/>
          </p:nvSpPr>
          <p:spPr>
            <a:xfrm>
              <a:off x="14651792" y="5159758"/>
              <a:ext cx="843280" cy="4445"/>
            </a:xfrm>
            <a:custGeom>
              <a:avLst/>
              <a:gdLst/>
              <a:ahLst/>
              <a:cxnLst/>
              <a:rect l="l" t="t" r="r" b="b"/>
              <a:pathLst>
                <a:path w="843280" h="4445">
                  <a:moveTo>
                    <a:pt x="843255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843255" y="0"/>
                  </a:lnTo>
                  <a:lnTo>
                    <a:pt x="843255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5495047" y="5159758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5315181" y="7391391"/>
              <a:ext cx="180340" cy="4445"/>
            </a:xfrm>
            <a:custGeom>
              <a:avLst/>
              <a:gdLst/>
              <a:ahLst/>
              <a:cxnLst/>
              <a:rect l="l" t="t" r="r" b="b"/>
              <a:pathLst>
                <a:path w="180340" h="4445">
                  <a:moveTo>
                    <a:pt x="17986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79866" y="0"/>
                  </a:lnTo>
                  <a:lnTo>
                    <a:pt x="179866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5495047" y="7391391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5493098" y="5161703"/>
              <a:ext cx="4445" cy="2232025"/>
            </a:xfrm>
            <a:custGeom>
              <a:avLst/>
              <a:gdLst/>
              <a:ahLst/>
              <a:cxnLst/>
              <a:rect l="l" t="t" r="r" b="b"/>
              <a:pathLst>
                <a:path w="4444" h="2232025">
                  <a:moveTo>
                    <a:pt x="3886" y="1266291"/>
                  </a:moveTo>
                  <a:lnTo>
                    <a:pt x="0" y="1266291"/>
                  </a:lnTo>
                  <a:lnTo>
                    <a:pt x="0" y="2231631"/>
                  </a:lnTo>
                  <a:lnTo>
                    <a:pt x="3886" y="2231631"/>
                  </a:lnTo>
                  <a:lnTo>
                    <a:pt x="3886" y="1266291"/>
                  </a:lnTo>
                  <a:close/>
                </a:path>
                <a:path w="4444" h="2232025">
                  <a:moveTo>
                    <a:pt x="3886" y="0"/>
                  </a:moveTo>
                  <a:lnTo>
                    <a:pt x="0" y="0"/>
                  </a:lnTo>
                  <a:lnTo>
                    <a:pt x="0" y="965352"/>
                  </a:lnTo>
                  <a:lnTo>
                    <a:pt x="3886" y="965352"/>
                  </a:lnTo>
                  <a:lnTo>
                    <a:pt x="3886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5483413" y="5150063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5493108" y="5138429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5483413" y="7381696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5493108" y="7393330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9" name="object 289"/>
          <p:cNvSpPr txBox="1"/>
          <p:nvPr/>
        </p:nvSpPr>
        <p:spPr>
          <a:xfrm>
            <a:off x="15193818" y="6114730"/>
            <a:ext cx="603885" cy="3251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36"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MIN.</a:t>
            </a:r>
            <a:endParaRPr sz="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48"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MAX.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90" name="object 290"/>
          <p:cNvSpPr txBox="1"/>
          <p:nvPr/>
        </p:nvSpPr>
        <p:spPr>
          <a:xfrm>
            <a:off x="13266322" y="4635698"/>
            <a:ext cx="708660" cy="4756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ctr" marL="12700" marR="5080">
              <a:lnSpc>
                <a:spcPct val="103899"/>
              </a:lnSpc>
              <a:spcBef>
                <a:spcPts val="80"/>
              </a:spcBef>
            </a:pP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CONCRETE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FILLED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TO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TOP</a:t>
            </a:r>
            <a:r>
              <a:rPr dirty="0" sz="950" spc="4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OF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91" name="object 291"/>
          <p:cNvSpPr txBox="1"/>
          <p:nvPr/>
        </p:nvSpPr>
        <p:spPr>
          <a:xfrm>
            <a:off x="13314410" y="5087110"/>
            <a:ext cx="61341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BOLLARD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92" name="object 292"/>
          <p:cNvGrpSpPr/>
          <p:nvPr/>
        </p:nvGrpSpPr>
        <p:grpSpPr>
          <a:xfrm>
            <a:off x="13959068" y="5170529"/>
            <a:ext cx="546735" cy="120014"/>
            <a:chOff x="13959068" y="5170529"/>
            <a:chExt cx="546735" cy="120014"/>
          </a:xfrm>
        </p:grpSpPr>
        <p:sp>
          <p:nvSpPr>
            <p:cNvPr id="293" name="object 293"/>
            <p:cNvSpPr/>
            <p:nvPr/>
          </p:nvSpPr>
          <p:spPr>
            <a:xfrm>
              <a:off x="13963196" y="5174657"/>
              <a:ext cx="508000" cy="91440"/>
            </a:xfrm>
            <a:custGeom>
              <a:avLst/>
              <a:gdLst/>
              <a:ahLst/>
              <a:cxnLst/>
              <a:rect l="l" t="t" r="r" b="b"/>
              <a:pathLst>
                <a:path w="508000" h="91439">
                  <a:moveTo>
                    <a:pt x="507644" y="91430"/>
                  </a:moveTo>
                  <a:lnTo>
                    <a:pt x="213761" y="0"/>
                  </a:lnTo>
                  <a:lnTo>
                    <a:pt x="52664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4470064" y="525515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4">
                  <a:moveTo>
                    <a:pt x="24044" y="31024"/>
                  </a:moveTo>
                  <a:lnTo>
                    <a:pt x="6903" y="31024"/>
                  </a:lnTo>
                  <a:lnTo>
                    <a:pt x="0" y="24083"/>
                  </a:lnTo>
                  <a:lnTo>
                    <a:pt x="0" y="15512"/>
                  </a:lnTo>
                  <a:lnTo>
                    <a:pt x="0" y="6949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49"/>
                  </a:lnTo>
                  <a:lnTo>
                    <a:pt x="31024" y="24083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4470064" y="525515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4">
                  <a:moveTo>
                    <a:pt x="0" y="15512"/>
                  </a:moveTo>
                  <a:lnTo>
                    <a:pt x="0" y="6949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49"/>
                  </a:lnTo>
                  <a:lnTo>
                    <a:pt x="31024" y="15512"/>
                  </a:lnTo>
                  <a:lnTo>
                    <a:pt x="31024" y="24083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083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6" name="object 296"/>
          <p:cNvSpPr txBox="1"/>
          <p:nvPr/>
        </p:nvSpPr>
        <p:spPr>
          <a:xfrm>
            <a:off x="12938389" y="8637259"/>
            <a:ext cx="70866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CONCRETE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297" name="object 297"/>
          <p:cNvGrpSpPr/>
          <p:nvPr/>
        </p:nvGrpSpPr>
        <p:grpSpPr>
          <a:xfrm>
            <a:off x="13678992" y="8720679"/>
            <a:ext cx="539750" cy="95250"/>
            <a:chOff x="13678992" y="8720679"/>
            <a:chExt cx="539750" cy="95250"/>
          </a:xfrm>
        </p:grpSpPr>
        <p:sp>
          <p:nvSpPr>
            <p:cNvPr id="298" name="object 298"/>
            <p:cNvSpPr/>
            <p:nvPr/>
          </p:nvSpPr>
          <p:spPr>
            <a:xfrm>
              <a:off x="13683120" y="8724806"/>
              <a:ext cx="500380" cy="67945"/>
            </a:xfrm>
            <a:custGeom>
              <a:avLst/>
              <a:gdLst/>
              <a:ahLst/>
              <a:cxnLst/>
              <a:rect l="l" t="t" r="r" b="b"/>
              <a:pathLst>
                <a:path w="500380" h="67945">
                  <a:moveTo>
                    <a:pt x="500275" y="67711"/>
                  </a:moveTo>
                  <a:lnTo>
                    <a:pt x="206470" y="0"/>
                  </a:lnTo>
                  <a:lnTo>
                    <a:pt x="480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4183008" y="878049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044" y="31024"/>
                  </a:moveTo>
                  <a:lnTo>
                    <a:pt x="6903" y="31024"/>
                  </a:lnTo>
                  <a:lnTo>
                    <a:pt x="0" y="24121"/>
                  </a:lnTo>
                  <a:lnTo>
                    <a:pt x="0" y="15512"/>
                  </a:lnTo>
                  <a:lnTo>
                    <a:pt x="0" y="6980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80"/>
                  </a:lnTo>
                  <a:lnTo>
                    <a:pt x="31024" y="24121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4183008" y="878049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80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80"/>
                  </a:lnTo>
                  <a:lnTo>
                    <a:pt x="31024" y="15512"/>
                  </a:lnTo>
                  <a:lnTo>
                    <a:pt x="31024" y="24121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121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1" name="object 301"/>
          <p:cNvSpPr txBox="1"/>
          <p:nvPr/>
        </p:nvSpPr>
        <p:spPr>
          <a:xfrm>
            <a:off x="14380502" y="10159726"/>
            <a:ext cx="107061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TYPICAL</a:t>
            </a:r>
            <a:r>
              <a:rPr dirty="0" sz="950" spc="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4"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BOLLARD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2" name="object 302"/>
          <p:cNvSpPr txBox="1"/>
          <p:nvPr/>
        </p:nvSpPr>
        <p:spPr>
          <a:xfrm>
            <a:off x="14071494" y="10198352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3" name="object 303"/>
          <p:cNvSpPr txBox="1"/>
          <p:nvPr/>
        </p:nvSpPr>
        <p:spPr>
          <a:xfrm>
            <a:off x="13995871" y="10349598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S1.1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4" name="object 304"/>
          <p:cNvGrpSpPr/>
          <p:nvPr/>
        </p:nvGrpSpPr>
        <p:grpSpPr>
          <a:xfrm>
            <a:off x="13888632" y="10143934"/>
            <a:ext cx="1718310" cy="449580"/>
            <a:chOff x="13888632" y="10143934"/>
            <a:chExt cx="1718310" cy="449580"/>
          </a:xfrm>
        </p:grpSpPr>
        <p:sp>
          <p:nvSpPr>
            <p:cNvPr id="305" name="object 305"/>
            <p:cNvSpPr/>
            <p:nvPr/>
          </p:nvSpPr>
          <p:spPr>
            <a:xfrm>
              <a:off x="13896570" y="10368502"/>
              <a:ext cx="1706245" cy="0"/>
            </a:xfrm>
            <a:custGeom>
              <a:avLst/>
              <a:gdLst/>
              <a:ahLst/>
              <a:cxnLst/>
              <a:rect l="l" t="t" r="r" b="b"/>
              <a:pathLst>
                <a:path w="1706244" h="0">
                  <a:moveTo>
                    <a:pt x="0" y="0"/>
                  </a:moveTo>
                  <a:lnTo>
                    <a:pt x="17062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3896570" y="10151871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5" h="433704">
                  <a:moveTo>
                    <a:pt x="0" y="216630"/>
                  </a:moveTo>
                  <a:lnTo>
                    <a:pt x="5719" y="166972"/>
                  </a:lnTo>
                  <a:lnTo>
                    <a:pt x="22012" y="121380"/>
                  </a:lnTo>
                  <a:lnTo>
                    <a:pt x="47579" y="81156"/>
                  </a:lnTo>
                  <a:lnTo>
                    <a:pt x="81124" y="47604"/>
                  </a:lnTo>
                  <a:lnTo>
                    <a:pt x="121346" y="22025"/>
                  </a:lnTo>
                  <a:lnTo>
                    <a:pt x="166948" y="5723"/>
                  </a:lnTo>
                  <a:lnTo>
                    <a:pt x="216630" y="0"/>
                  </a:lnTo>
                  <a:lnTo>
                    <a:pt x="266285" y="5723"/>
                  </a:lnTo>
                  <a:lnTo>
                    <a:pt x="311866" y="22025"/>
                  </a:lnTo>
                  <a:lnTo>
                    <a:pt x="352074" y="47604"/>
                  </a:lnTo>
                  <a:lnTo>
                    <a:pt x="385610" y="81156"/>
                  </a:lnTo>
                  <a:lnTo>
                    <a:pt x="411173" y="121380"/>
                  </a:lnTo>
                  <a:lnTo>
                    <a:pt x="427465" y="166972"/>
                  </a:lnTo>
                  <a:lnTo>
                    <a:pt x="433184" y="216630"/>
                  </a:lnTo>
                  <a:lnTo>
                    <a:pt x="427465" y="266313"/>
                  </a:lnTo>
                  <a:lnTo>
                    <a:pt x="411173" y="311915"/>
                  </a:lnTo>
                  <a:lnTo>
                    <a:pt x="385610" y="352137"/>
                  </a:lnTo>
                  <a:lnTo>
                    <a:pt x="352074" y="385682"/>
                  </a:lnTo>
                  <a:lnTo>
                    <a:pt x="311866" y="411249"/>
                  </a:lnTo>
                  <a:lnTo>
                    <a:pt x="266285" y="427542"/>
                  </a:lnTo>
                  <a:lnTo>
                    <a:pt x="216630" y="433261"/>
                  </a:lnTo>
                  <a:lnTo>
                    <a:pt x="166948" y="427542"/>
                  </a:lnTo>
                  <a:lnTo>
                    <a:pt x="121346" y="411249"/>
                  </a:lnTo>
                  <a:lnTo>
                    <a:pt x="81124" y="385682"/>
                  </a:lnTo>
                  <a:lnTo>
                    <a:pt x="47579" y="352137"/>
                  </a:lnTo>
                  <a:lnTo>
                    <a:pt x="22012" y="311915"/>
                  </a:lnTo>
                  <a:lnTo>
                    <a:pt x="5719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7" name="object 307"/>
          <p:cNvSpPr txBox="1"/>
          <p:nvPr/>
        </p:nvSpPr>
        <p:spPr>
          <a:xfrm>
            <a:off x="14346994" y="10432667"/>
            <a:ext cx="6978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: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1'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08" name="object 308"/>
          <p:cNvGrpSpPr/>
          <p:nvPr/>
        </p:nvGrpSpPr>
        <p:grpSpPr>
          <a:xfrm>
            <a:off x="14651792" y="5138429"/>
            <a:ext cx="1388110" cy="3953510"/>
            <a:chOff x="14651792" y="5138429"/>
            <a:chExt cx="1388110" cy="3953510"/>
          </a:xfrm>
        </p:grpSpPr>
        <p:sp>
          <p:nvSpPr>
            <p:cNvPr id="309" name="object 309"/>
            <p:cNvSpPr/>
            <p:nvPr/>
          </p:nvSpPr>
          <p:spPr>
            <a:xfrm>
              <a:off x="14651792" y="5159758"/>
              <a:ext cx="1329690" cy="4445"/>
            </a:xfrm>
            <a:custGeom>
              <a:avLst/>
              <a:gdLst/>
              <a:ahLst/>
              <a:cxnLst/>
              <a:rect l="l" t="t" r="r" b="b"/>
              <a:pathLst>
                <a:path w="1329690" h="4445">
                  <a:moveTo>
                    <a:pt x="1329492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29492" y="0"/>
                  </a:lnTo>
                  <a:lnTo>
                    <a:pt x="1329492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5981284" y="5159758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4651792" y="9066702"/>
              <a:ext cx="1329690" cy="4445"/>
            </a:xfrm>
            <a:custGeom>
              <a:avLst/>
              <a:gdLst/>
              <a:ahLst/>
              <a:cxnLst/>
              <a:rect l="l" t="t" r="r" b="b"/>
              <a:pathLst>
                <a:path w="1329690" h="4445">
                  <a:moveTo>
                    <a:pt x="1329492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29492" y="0"/>
                  </a:lnTo>
                  <a:lnTo>
                    <a:pt x="1329492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5981284" y="9066702"/>
              <a:ext cx="58419" cy="4445"/>
            </a:xfrm>
            <a:custGeom>
              <a:avLst/>
              <a:gdLst/>
              <a:ahLst/>
              <a:cxnLst/>
              <a:rect l="l" t="t" r="r" b="b"/>
              <a:pathLst>
                <a:path w="58419" h="4445">
                  <a:moveTo>
                    <a:pt x="58171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58171" y="0"/>
                  </a:lnTo>
                  <a:lnTo>
                    <a:pt x="58171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5979343" y="5161703"/>
              <a:ext cx="4445" cy="3907154"/>
            </a:xfrm>
            <a:custGeom>
              <a:avLst/>
              <a:gdLst/>
              <a:ahLst/>
              <a:cxnLst/>
              <a:rect l="l" t="t" r="r" b="b"/>
              <a:pathLst>
                <a:path w="4444" h="3907154">
                  <a:moveTo>
                    <a:pt x="3873" y="2028723"/>
                  </a:moveTo>
                  <a:lnTo>
                    <a:pt x="0" y="2028723"/>
                  </a:lnTo>
                  <a:lnTo>
                    <a:pt x="0" y="3906939"/>
                  </a:lnTo>
                  <a:lnTo>
                    <a:pt x="3873" y="3906939"/>
                  </a:lnTo>
                  <a:lnTo>
                    <a:pt x="3873" y="2028723"/>
                  </a:lnTo>
                  <a:close/>
                </a:path>
                <a:path w="4444" h="3907154">
                  <a:moveTo>
                    <a:pt x="3873" y="0"/>
                  </a:moveTo>
                  <a:lnTo>
                    <a:pt x="0" y="0"/>
                  </a:lnTo>
                  <a:lnTo>
                    <a:pt x="0" y="1878253"/>
                  </a:lnTo>
                  <a:lnTo>
                    <a:pt x="3873" y="1878253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5969650" y="5150063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5979345" y="5138429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15969650" y="9057006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5979345" y="9068641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8" name="object 318"/>
          <p:cNvSpPr txBox="1"/>
          <p:nvPr/>
        </p:nvSpPr>
        <p:spPr>
          <a:xfrm>
            <a:off x="15673074" y="7027636"/>
            <a:ext cx="6178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04040"/>
                </a:solidFill>
                <a:latin typeface="Verdana"/>
                <a:cs typeface="Verdana"/>
              </a:rPr>
              <a:t>84"</a:t>
            </a:r>
            <a:r>
              <a:rPr dirty="0" sz="950" spc="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404040"/>
                </a:solidFill>
                <a:latin typeface="Verdana"/>
                <a:cs typeface="Verdana"/>
              </a:rPr>
              <a:t>POST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319" name="object 319"/>
          <p:cNvGrpSpPr/>
          <p:nvPr/>
        </p:nvGrpSpPr>
        <p:grpSpPr>
          <a:xfrm>
            <a:off x="14242420" y="9113549"/>
            <a:ext cx="491490" cy="295275"/>
            <a:chOff x="14242420" y="9113549"/>
            <a:chExt cx="491490" cy="295275"/>
          </a:xfrm>
        </p:grpSpPr>
        <p:sp>
          <p:nvSpPr>
            <p:cNvPr id="320" name="object 320"/>
            <p:cNvSpPr/>
            <p:nvPr/>
          </p:nvSpPr>
          <p:spPr>
            <a:xfrm>
              <a:off x="14263750" y="9113549"/>
              <a:ext cx="4445" cy="237490"/>
            </a:xfrm>
            <a:custGeom>
              <a:avLst/>
              <a:gdLst/>
              <a:ahLst/>
              <a:cxnLst/>
              <a:rect l="l" t="t" r="r" b="b"/>
              <a:pathLst>
                <a:path w="4444" h="237490">
                  <a:moveTo>
                    <a:pt x="3878" y="237029"/>
                  </a:moveTo>
                  <a:lnTo>
                    <a:pt x="0" y="23702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702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4263750" y="9350578"/>
              <a:ext cx="4445" cy="58419"/>
            </a:xfrm>
            <a:custGeom>
              <a:avLst/>
              <a:gdLst/>
              <a:ahLst/>
              <a:cxnLst/>
              <a:rect l="l" t="t" r="r" b="b"/>
              <a:pathLst>
                <a:path w="4444" h="58420">
                  <a:moveTo>
                    <a:pt x="3878" y="58171"/>
                  </a:moveTo>
                  <a:lnTo>
                    <a:pt x="0" y="5817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58171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4708181" y="9113549"/>
              <a:ext cx="4445" cy="237490"/>
            </a:xfrm>
            <a:custGeom>
              <a:avLst/>
              <a:gdLst/>
              <a:ahLst/>
              <a:cxnLst/>
              <a:rect l="l" t="t" r="r" b="b"/>
              <a:pathLst>
                <a:path w="4444" h="237490">
                  <a:moveTo>
                    <a:pt x="3878" y="237029"/>
                  </a:moveTo>
                  <a:lnTo>
                    <a:pt x="0" y="23702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7029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4708181" y="9350578"/>
              <a:ext cx="4445" cy="58419"/>
            </a:xfrm>
            <a:custGeom>
              <a:avLst/>
              <a:gdLst/>
              <a:ahLst/>
              <a:cxnLst/>
              <a:rect l="l" t="t" r="r" b="b"/>
              <a:pathLst>
                <a:path w="4444" h="58420">
                  <a:moveTo>
                    <a:pt x="3878" y="58171"/>
                  </a:moveTo>
                  <a:lnTo>
                    <a:pt x="0" y="5817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58171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4265689" y="9348639"/>
              <a:ext cx="444500" cy="4445"/>
            </a:xfrm>
            <a:custGeom>
              <a:avLst/>
              <a:gdLst/>
              <a:ahLst/>
              <a:cxnLst/>
              <a:rect l="l" t="t" r="r" b="b"/>
              <a:pathLst>
                <a:path w="444500" h="4445">
                  <a:moveTo>
                    <a:pt x="444430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444430" y="0"/>
                  </a:lnTo>
                  <a:lnTo>
                    <a:pt x="444430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4254054" y="933894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0"/>
                  </a:moveTo>
                  <a:lnTo>
                    <a:pt x="0" y="23268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14242420" y="9348639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4698485" y="933894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4710120" y="9348639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9" name="object 329"/>
          <p:cNvSpPr txBox="1"/>
          <p:nvPr/>
        </p:nvSpPr>
        <p:spPr>
          <a:xfrm>
            <a:off x="14367781" y="9375883"/>
            <a:ext cx="24066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5">
                <a:solidFill>
                  <a:srgbClr val="404040"/>
                </a:solidFill>
                <a:latin typeface="Verdana"/>
                <a:cs typeface="Verdana"/>
              </a:rPr>
              <a:t>10"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330" name="object 330"/>
          <p:cNvSpPr txBox="1"/>
          <p:nvPr/>
        </p:nvSpPr>
        <p:spPr>
          <a:xfrm>
            <a:off x="12031920" y="10874228"/>
            <a:ext cx="5140960" cy="1228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95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Verdana"/>
                <a:cs typeface="Verdana"/>
              </a:rPr>
              <a:t>BOLLARD</a:t>
            </a:r>
            <a:r>
              <a:rPr dirty="0" u="sng" sz="950" spc="10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950" spc="-10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Verdana"/>
                <a:cs typeface="Verdana"/>
              </a:rPr>
              <a:t>NOTES:</a:t>
            </a:r>
            <a:endParaRPr sz="950">
              <a:latin typeface="Verdana"/>
              <a:cs typeface="Verdana"/>
            </a:endParaRPr>
          </a:p>
          <a:p>
            <a:pPr marL="187325" indent="-174625">
              <a:lnSpc>
                <a:spcPct val="100000"/>
              </a:lnSpc>
              <a:spcBef>
                <a:spcPts val="45"/>
              </a:spcBef>
              <a:buFont typeface="Verdana"/>
              <a:buAutoNum type="arabicPeriod"/>
              <a:tabLst>
                <a:tab pos="187325" algn="l"/>
              </a:tabLst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BOLLARDS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IN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REGULATION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WITH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CFC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312.2</a:t>
            </a:r>
            <a:endParaRPr sz="950">
              <a:latin typeface="Verdana"/>
              <a:cs typeface="Verdana"/>
            </a:endParaRPr>
          </a:p>
          <a:p>
            <a:pPr marL="187325" indent="-174625">
              <a:lnSpc>
                <a:spcPct val="100000"/>
              </a:lnSpc>
              <a:spcBef>
                <a:spcPts val="45"/>
              </a:spcBef>
              <a:buFont typeface="Verdana"/>
              <a:buAutoNum type="arabicPeriod"/>
              <a:tabLst>
                <a:tab pos="187325" algn="l"/>
              </a:tabLst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REGULAR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84"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POST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-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SCHEDULE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40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GALVANIZED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STEEL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PIPE.</a:t>
            </a:r>
            <a:endParaRPr sz="950">
              <a:latin typeface="Verdana"/>
              <a:cs typeface="Verdana"/>
            </a:endParaRPr>
          </a:p>
          <a:p>
            <a:pPr marL="12700" marR="5080" indent="174625">
              <a:lnSpc>
                <a:spcPct val="103899"/>
              </a:lnSpc>
              <a:buFont typeface="Verdana"/>
              <a:buAutoNum type="arabicPeriod"/>
              <a:tabLst>
                <a:tab pos="187325" algn="l"/>
              </a:tabLst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DETAIL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CONSIDERED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MINIMUM</a:t>
            </a:r>
            <a:r>
              <a:rPr dirty="0" sz="950" spc="9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FOR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INSTALLATION.</a:t>
            </a:r>
            <a:r>
              <a:rPr dirty="0" sz="950" spc="9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CARE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WILL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BE</a:t>
            </a:r>
            <a:r>
              <a:rPr dirty="0" sz="950" spc="9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TAKEN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TO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CONFORM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EXISTING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BOLLARD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AESTHETIC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SUCH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AS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COLOR,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END-CAP,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OR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REFLECTIVE</a:t>
            </a:r>
            <a:r>
              <a:rPr dirty="0" sz="950" spc="12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VISIBILITY</a:t>
            </a:r>
            <a:r>
              <a:rPr dirty="0" sz="950" spc="12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STRIPS.</a:t>
            </a:r>
            <a:endParaRPr sz="950">
              <a:latin typeface="Verdana"/>
              <a:cs typeface="Verdana"/>
            </a:endParaRPr>
          </a:p>
          <a:p>
            <a:pPr marL="12700" marR="427990" indent="174625">
              <a:lnSpc>
                <a:spcPct val="103899"/>
              </a:lnSpc>
              <a:buFont typeface="Verdana"/>
              <a:buAutoNum type="arabicPeriod"/>
              <a:tabLst>
                <a:tab pos="187325" algn="l"/>
              </a:tabLst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REPAIRS,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IF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NECESSARY,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SHALL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BE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MADE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EXISTING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FINISH</a:t>
            </a:r>
            <a:r>
              <a:rPr dirty="0" sz="950" spc="8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GRADE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AFTER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BOLLARD</a:t>
            </a:r>
            <a:r>
              <a:rPr dirty="0" sz="950" spc="8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INSTALLATION.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331" name="object 331"/>
          <p:cNvGrpSpPr/>
          <p:nvPr/>
        </p:nvGrpSpPr>
        <p:grpSpPr>
          <a:xfrm>
            <a:off x="13570139" y="7380573"/>
            <a:ext cx="1837689" cy="280035"/>
            <a:chOff x="13570139" y="7380573"/>
            <a:chExt cx="1837689" cy="280035"/>
          </a:xfrm>
        </p:grpSpPr>
        <p:pic>
          <p:nvPicPr>
            <p:cNvPr id="332" name="object 3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572361" y="7468765"/>
              <a:ext cx="566746" cy="191322"/>
            </a:xfrm>
            <a:prstGeom prst="rect">
              <a:avLst/>
            </a:prstGeom>
          </p:spPr>
        </p:pic>
        <p:sp>
          <p:nvSpPr>
            <p:cNvPr id="333" name="object 333"/>
            <p:cNvSpPr/>
            <p:nvPr/>
          </p:nvSpPr>
          <p:spPr>
            <a:xfrm>
              <a:off x="13572361" y="7468765"/>
              <a:ext cx="567055" cy="38735"/>
            </a:xfrm>
            <a:custGeom>
              <a:avLst/>
              <a:gdLst/>
              <a:ahLst/>
              <a:cxnLst/>
              <a:rect l="l" t="t" r="r" b="b"/>
              <a:pathLst>
                <a:path w="567055" h="38734">
                  <a:moveTo>
                    <a:pt x="566746" y="0"/>
                  </a:moveTo>
                  <a:lnTo>
                    <a:pt x="0" y="3825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4" name="object 3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838330" y="7382796"/>
              <a:ext cx="566746" cy="191330"/>
            </a:xfrm>
            <a:prstGeom prst="rect">
              <a:avLst/>
            </a:prstGeom>
          </p:spPr>
        </p:pic>
        <p:sp>
          <p:nvSpPr>
            <p:cNvPr id="335" name="object 335"/>
            <p:cNvSpPr/>
            <p:nvPr/>
          </p:nvSpPr>
          <p:spPr>
            <a:xfrm>
              <a:off x="14838330" y="7382796"/>
              <a:ext cx="567055" cy="38735"/>
            </a:xfrm>
            <a:custGeom>
              <a:avLst/>
              <a:gdLst/>
              <a:ahLst/>
              <a:cxnLst/>
              <a:rect l="l" t="t" r="r" b="b"/>
              <a:pathLst>
                <a:path w="567055" h="38734">
                  <a:moveTo>
                    <a:pt x="566746" y="0"/>
                  </a:moveTo>
                  <a:lnTo>
                    <a:pt x="0" y="3826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6" name="object 336"/>
          <p:cNvSpPr txBox="1"/>
          <p:nvPr/>
        </p:nvSpPr>
        <p:spPr>
          <a:xfrm>
            <a:off x="12869824" y="6956186"/>
            <a:ext cx="472440" cy="32512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5240" marR="5080" indent="-3175">
              <a:lnSpc>
                <a:spcPct val="103899"/>
              </a:lnSpc>
              <a:spcBef>
                <a:spcPts val="80"/>
              </a:spcBef>
            </a:pP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FINISH GRADE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337" name="object 337"/>
          <p:cNvGrpSpPr/>
          <p:nvPr/>
        </p:nvGrpSpPr>
        <p:grpSpPr>
          <a:xfrm>
            <a:off x="13370993" y="7190076"/>
            <a:ext cx="504825" cy="351155"/>
            <a:chOff x="13370993" y="7190076"/>
            <a:chExt cx="504825" cy="351155"/>
          </a:xfrm>
        </p:grpSpPr>
        <p:sp>
          <p:nvSpPr>
            <p:cNvPr id="338" name="object 338"/>
            <p:cNvSpPr/>
            <p:nvPr/>
          </p:nvSpPr>
          <p:spPr>
            <a:xfrm>
              <a:off x="13375120" y="7194204"/>
              <a:ext cx="472440" cy="314325"/>
            </a:xfrm>
            <a:custGeom>
              <a:avLst/>
              <a:gdLst/>
              <a:ahLst/>
              <a:cxnLst/>
              <a:rect l="l" t="t" r="r" b="b"/>
              <a:pathLst>
                <a:path w="472440" h="314325">
                  <a:moveTo>
                    <a:pt x="472430" y="314017"/>
                  </a:moveTo>
                  <a:lnTo>
                    <a:pt x="275655" y="0"/>
                  </a:lnTo>
                  <a:lnTo>
                    <a:pt x="767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3840260" y="7505825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044" y="31024"/>
                  </a:moveTo>
                  <a:lnTo>
                    <a:pt x="6903" y="31024"/>
                  </a:lnTo>
                  <a:lnTo>
                    <a:pt x="0" y="24075"/>
                  </a:lnTo>
                  <a:lnTo>
                    <a:pt x="0" y="15512"/>
                  </a:lnTo>
                  <a:lnTo>
                    <a:pt x="0" y="6941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41"/>
                  </a:lnTo>
                  <a:lnTo>
                    <a:pt x="31024" y="24075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3840260" y="7505825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41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41"/>
                  </a:lnTo>
                  <a:lnTo>
                    <a:pt x="31024" y="15512"/>
                  </a:lnTo>
                  <a:lnTo>
                    <a:pt x="31024" y="24075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075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1" name="object 341"/>
          <p:cNvSpPr txBox="1"/>
          <p:nvPr/>
        </p:nvSpPr>
        <p:spPr>
          <a:xfrm>
            <a:off x="10862284" y="6008113"/>
            <a:ext cx="3120390" cy="4756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ctr" marL="1006475" marR="1048385">
              <a:lnSpc>
                <a:spcPct val="103899"/>
              </a:lnSpc>
              <a:spcBef>
                <a:spcPts val="80"/>
              </a:spcBef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3"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SCHEDULE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5">
                <a:solidFill>
                  <a:srgbClr val="3F3F3F"/>
                </a:solidFill>
                <a:latin typeface="Verdana"/>
                <a:cs typeface="Verdana"/>
              </a:rPr>
              <a:t>80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STEEL</a:t>
            </a:r>
            <a:r>
              <a:rPr dirty="0" sz="950" spc="6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20">
                <a:solidFill>
                  <a:srgbClr val="3F3F3F"/>
                </a:solidFill>
                <a:latin typeface="Verdana"/>
                <a:cs typeface="Verdana"/>
              </a:rPr>
              <a:t>PIPE</a:t>
            </a:r>
            <a:endParaRPr sz="9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(IN</a:t>
            </a:r>
            <a:r>
              <a:rPr dirty="0" sz="950" spc="7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ACCORDANCE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TO</a:t>
            </a:r>
            <a:r>
              <a:rPr dirty="0" sz="950" spc="7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CFC</a:t>
            </a:r>
            <a:r>
              <a:rPr dirty="0" sz="950" spc="75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>
                <a:solidFill>
                  <a:srgbClr val="3F3F3F"/>
                </a:solidFill>
                <a:latin typeface="Verdana"/>
                <a:cs typeface="Verdana"/>
              </a:rPr>
              <a:t>2022,</a:t>
            </a:r>
            <a:r>
              <a:rPr dirty="0" sz="950" spc="70">
                <a:solidFill>
                  <a:srgbClr val="3F3F3F"/>
                </a:solidFill>
                <a:latin typeface="Verdana"/>
                <a:cs typeface="Verdana"/>
              </a:rPr>
              <a:t> </a:t>
            </a:r>
            <a:r>
              <a:rPr dirty="0" sz="950" spc="-10">
                <a:solidFill>
                  <a:srgbClr val="3F3F3F"/>
                </a:solidFill>
                <a:latin typeface="Verdana"/>
                <a:cs typeface="Verdana"/>
              </a:rPr>
              <a:t>1207.11.7.3(1))</a:t>
            </a:r>
            <a:endParaRPr sz="950">
              <a:latin typeface="Verdana"/>
              <a:cs typeface="Verdana"/>
            </a:endParaRPr>
          </a:p>
        </p:txBody>
      </p:sp>
      <p:grpSp>
        <p:nvGrpSpPr>
          <p:cNvPr id="342" name="object 342"/>
          <p:cNvGrpSpPr/>
          <p:nvPr/>
        </p:nvGrpSpPr>
        <p:grpSpPr>
          <a:xfrm>
            <a:off x="10714584" y="5874244"/>
            <a:ext cx="3790950" cy="679450"/>
            <a:chOff x="10714584" y="5874244"/>
            <a:chExt cx="3790950" cy="679450"/>
          </a:xfrm>
        </p:grpSpPr>
        <p:sp>
          <p:nvSpPr>
            <p:cNvPr id="343" name="object 343"/>
            <p:cNvSpPr/>
            <p:nvPr/>
          </p:nvSpPr>
          <p:spPr>
            <a:xfrm>
              <a:off x="14011052" y="6396601"/>
              <a:ext cx="460375" cy="91440"/>
            </a:xfrm>
            <a:custGeom>
              <a:avLst/>
              <a:gdLst/>
              <a:ahLst/>
              <a:cxnLst/>
              <a:rect l="l" t="t" r="r" b="b"/>
              <a:pathLst>
                <a:path w="460375" h="91439">
                  <a:moveTo>
                    <a:pt x="459788" y="91437"/>
                  </a:moveTo>
                  <a:lnTo>
                    <a:pt x="165905" y="0"/>
                  </a:lnTo>
                  <a:lnTo>
                    <a:pt x="480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4470064" y="647711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24044" y="31024"/>
                  </a:moveTo>
                  <a:lnTo>
                    <a:pt x="6903" y="31024"/>
                  </a:lnTo>
                  <a:lnTo>
                    <a:pt x="0" y="24083"/>
                  </a:lnTo>
                  <a:lnTo>
                    <a:pt x="0" y="15512"/>
                  </a:lnTo>
                  <a:lnTo>
                    <a:pt x="0" y="6949"/>
                  </a:lnTo>
                  <a:lnTo>
                    <a:pt x="6903" y="0"/>
                  </a:lnTo>
                  <a:lnTo>
                    <a:pt x="24044" y="0"/>
                  </a:lnTo>
                  <a:lnTo>
                    <a:pt x="31024" y="6949"/>
                  </a:lnTo>
                  <a:lnTo>
                    <a:pt x="31024" y="24083"/>
                  </a:lnTo>
                  <a:lnTo>
                    <a:pt x="24044" y="31024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4470064" y="647711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15512"/>
                  </a:moveTo>
                  <a:lnTo>
                    <a:pt x="0" y="6949"/>
                  </a:lnTo>
                  <a:lnTo>
                    <a:pt x="6903" y="0"/>
                  </a:lnTo>
                  <a:lnTo>
                    <a:pt x="15512" y="0"/>
                  </a:lnTo>
                  <a:lnTo>
                    <a:pt x="24044" y="0"/>
                  </a:lnTo>
                  <a:lnTo>
                    <a:pt x="31024" y="6949"/>
                  </a:lnTo>
                  <a:lnTo>
                    <a:pt x="31024" y="15512"/>
                  </a:lnTo>
                  <a:lnTo>
                    <a:pt x="31024" y="24083"/>
                  </a:lnTo>
                  <a:lnTo>
                    <a:pt x="24044" y="31024"/>
                  </a:lnTo>
                  <a:lnTo>
                    <a:pt x="15512" y="31024"/>
                  </a:lnTo>
                  <a:lnTo>
                    <a:pt x="6903" y="31024"/>
                  </a:lnTo>
                  <a:lnTo>
                    <a:pt x="0" y="24083"/>
                  </a:lnTo>
                  <a:lnTo>
                    <a:pt x="0" y="15512"/>
                  </a:lnTo>
                </a:path>
              </a:pathLst>
            </a:custGeom>
            <a:ln w="7756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6" name="object 3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791138" y="5962044"/>
              <a:ext cx="3365807" cy="591302"/>
            </a:xfrm>
            <a:prstGeom prst="rect">
              <a:avLst/>
            </a:prstGeom>
          </p:spPr>
        </p:pic>
        <p:pic>
          <p:nvPicPr>
            <p:cNvPr id="347" name="object 3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714584" y="5874244"/>
              <a:ext cx="175910" cy="153332"/>
            </a:xfrm>
            <a:prstGeom prst="rect">
              <a:avLst/>
            </a:prstGeom>
          </p:spPr>
        </p:pic>
      </p:grpSp>
      <p:sp>
        <p:nvSpPr>
          <p:cNvPr id="348" name="object 348"/>
          <p:cNvSpPr txBox="1"/>
          <p:nvPr/>
        </p:nvSpPr>
        <p:spPr>
          <a:xfrm>
            <a:off x="10765253" y="5907918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49" name="object 349"/>
          <p:cNvSpPr txBox="1"/>
          <p:nvPr/>
        </p:nvSpPr>
        <p:spPr>
          <a:xfrm>
            <a:off x="9473669" y="9250522"/>
            <a:ext cx="1144270" cy="26352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SIMPSON </a:t>
            </a:r>
            <a:r>
              <a:rPr dirty="0" sz="850" spc="-10">
                <a:latin typeface="Verdana"/>
                <a:cs typeface="Verdana"/>
              </a:rPr>
              <a:t>PAB8H </a:t>
            </a:r>
            <a:r>
              <a:rPr dirty="0" sz="850">
                <a:latin typeface="Verdana"/>
                <a:cs typeface="Verdana"/>
              </a:rPr>
              <a:t>W/ 9"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EMBEDMENT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50" name="object 350"/>
          <p:cNvGrpSpPr/>
          <p:nvPr/>
        </p:nvGrpSpPr>
        <p:grpSpPr>
          <a:xfrm>
            <a:off x="2775377" y="9312168"/>
            <a:ext cx="6698615" cy="770255"/>
            <a:chOff x="2775377" y="9312168"/>
            <a:chExt cx="6698615" cy="770255"/>
          </a:xfrm>
        </p:grpSpPr>
        <p:sp>
          <p:nvSpPr>
            <p:cNvPr id="351" name="object 351"/>
            <p:cNvSpPr/>
            <p:nvPr/>
          </p:nvSpPr>
          <p:spPr>
            <a:xfrm>
              <a:off x="9211276" y="9316295"/>
              <a:ext cx="259079" cy="532765"/>
            </a:xfrm>
            <a:custGeom>
              <a:avLst/>
              <a:gdLst/>
              <a:ahLst/>
              <a:cxnLst/>
              <a:rect l="l" t="t" r="r" b="b"/>
              <a:pathLst>
                <a:path w="259079" h="532765">
                  <a:moveTo>
                    <a:pt x="0" y="532231"/>
                  </a:moveTo>
                  <a:lnTo>
                    <a:pt x="218570" y="0"/>
                  </a:lnTo>
                  <a:lnTo>
                    <a:pt x="25851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9184827" y="9844028"/>
              <a:ext cx="37465" cy="69215"/>
            </a:xfrm>
            <a:custGeom>
              <a:avLst/>
              <a:gdLst/>
              <a:ahLst/>
              <a:cxnLst/>
              <a:rect l="l" t="t" r="r" b="b"/>
              <a:pathLst>
                <a:path w="37465" h="69215">
                  <a:moveTo>
                    <a:pt x="0" y="69030"/>
                  </a:moveTo>
                  <a:lnTo>
                    <a:pt x="15745" y="0"/>
                  </a:lnTo>
                  <a:lnTo>
                    <a:pt x="37229" y="8842"/>
                  </a:lnTo>
                  <a:lnTo>
                    <a:pt x="0" y="690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9184827" y="9844028"/>
              <a:ext cx="37465" cy="69215"/>
            </a:xfrm>
            <a:custGeom>
              <a:avLst/>
              <a:gdLst/>
              <a:ahLst/>
              <a:cxnLst/>
              <a:rect l="l" t="t" r="r" b="b"/>
              <a:pathLst>
                <a:path w="37465" h="69215">
                  <a:moveTo>
                    <a:pt x="0" y="69030"/>
                  </a:moveTo>
                  <a:lnTo>
                    <a:pt x="15745" y="0"/>
                  </a:lnTo>
                  <a:lnTo>
                    <a:pt x="37229" y="8842"/>
                  </a:lnTo>
                  <a:lnTo>
                    <a:pt x="0" y="6903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2847009" y="9932915"/>
              <a:ext cx="54610" cy="149225"/>
            </a:xfrm>
            <a:custGeom>
              <a:avLst/>
              <a:gdLst/>
              <a:ahLst/>
              <a:cxnLst/>
              <a:rect l="l" t="t" r="r" b="b"/>
              <a:pathLst>
                <a:path w="54610" h="149225">
                  <a:moveTo>
                    <a:pt x="44602" y="102463"/>
                  </a:moveTo>
                  <a:lnTo>
                    <a:pt x="40716" y="102463"/>
                  </a:lnTo>
                  <a:lnTo>
                    <a:pt x="40716" y="149161"/>
                  </a:lnTo>
                  <a:lnTo>
                    <a:pt x="44602" y="149161"/>
                  </a:lnTo>
                  <a:lnTo>
                    <a:pt x="44602" y="102463"/>
                  </a:lnTo>
                  <a:close/>
                </a:path>
                <a:path w="54610" h="149225">
                  <a:moveTo>
                    <a:pt x="54216" y="0"/>
                  </a:moveTo>
                  <a:lnTo>
                    <a:pt x="42659" y="0"/>
                  </a:lnTo>
                  <a:lnTo>
                    <a:pt x="0" y="0"/>
                  </a:lnTo>
                  <a:lnTo>
                    <a:pt x="0" y="3886"/>
                  </a:lnTo>
                  <a:lnTo>
                    <a:pt x="42659" y="3886"/>
                  </a:lnTo>
                  <a:lnTo>
                    <a:pt x="54216" y="3886"/>
                  </a:lnTo>
                  <a:lnTo>
                    <a:pt x="54216" y="0"/>
                  </a:lnTo>
                  <a:close/>
                </a:path>
                <a:path w="54610" h="149225">
                  <a:moveTo>
                    <a:pt x="54229" y="53835"/>
                  </a:moveTo>
                  <a:lnTo>
                    <a:pt x="42659" y="53835"/>
                  </a:lnTo>
                  <a:lnTo>
                    <a:pt x="0" y="53835"/>
                  </a:lnTo>
                  <a:lnTo>
                    <a:pt x="0" y="57708"/>
                  </a:lnTo>
                  <a:lnTo>
                    <a:pt x="42659" y="57708"/>
                  </a:lnTo>
                  <a:lnTo>
                    <a:pt x="54229" y="57708"/>
                  </a:lnTo>
                  <a:lnTo>
                    <a:pt x="54229" y="538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2883860" y="10000472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2883860" y="10000472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2887738" y="9841469"/>
              <a:ext cx="4445" cy="46990"/>
            </a:xfrm>
            <a:custGeom>
              <a:avLst/>
              <a:gdLst/>
              <a:ahLst/>
              <a:cxnLst/>
              <a:rect l="l" t="t" r="r" b="b"/>
              <a:pathLst>
                <a:path w="4444" h="46990">
                  <a:moveTo>
                    <a:pt x="3878" y="46692"/>
                  </a:moveTo>
                  <a:lnTo>
                    <a:pt x="0" y="46692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6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2883860" y="9888162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2777599" y="9878854"/>
              <a:ext cx="118110" cy="83185"/>
            </a:xfrm>
            <a:custGeom>
              <a:avLst/>
              <a:gdLst/>
              <a:ahLst/>
              <a:cxnLst/>
              <a:rect l="l" t="t" r="r" b="b"/>
              <a:pathLst>
                <a:path w="118110" h="83184">
                  <a:moveTo>
                    <a:pt x="112077" y="44210"/>
                  </a:moveTo>
                  <a:lnTo>
                    <a:pt x="106260" y="9307"/>
                  </a:lnTo>
                  <a:lnTo>
                    <a:pt x="117894" y="9307"/>
                  </a:lnTo>
                  <a:lnTo>
                    <a:pt x="112077" y="44210"/>
                  </a:lnTo>
                </a:path>
                <a:path w="118110" h="83184">
                  <a:moveTo>
                    <a:pt x="100466" y="82681"/>
                  </a:moveTo>
                  <a:lnTo>
                    <a:pt x="56778" y="75837"/>
                  </a:lnTo>
                  <a:lnTo>
                    <a:pt x="25353" y="59693"/>
                  </a:lnTo>
                  <a:lnTo>
                    <a:pt x="6367" y="34373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2878042" y="995013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18056" y="23268"/>
                  </a:moveTo>
                  <a:lnTo>
                    <a:pt x="5204" y="23268"/>
                  </a:lnTo>
                  <a:lnTo>
                    <a:pt x="0" y="18071"/>
                  </a:lnTo>
                  <a:lnTo>
                    <a:pt x="0" y="11634"/>
                  </a:lnTo>
                  <a:lnTo>
                    <a:pt x="0" y="5196"/>
                  </a:lnTo>
                  <a:lnTo>
                    <a:pt x="5204" y="0"/>
                  </a:lnTo>
                  <a:lnTo>
                    <a:pt x="18056" y="0"/>
                  </a:lnTo>
                  <a:lnTo>
                    <a:pt x="23268" y="5196"/>
                  </a:lnTo>
                  <a:lnTo>
                    <a:pt x="23268" y="18071"/>
                  </a:lnTo>
                  <a:lnTo>
                    <a:pt x="18056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2878042" y="995013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11634"/>
                  </a:moveTo>
                  <a:lnTo>
                    <a:pt x="0" y="5196"/>
                  </a:lnTo>
                  <a:lnTo>
                    <a:pt x="5204" y="0"/>
                  </a:lnTo>
                  <a:lnTo>
                    <a:pt x="11634" y="0"/>
                  </a:lnTo>
                  <a:lnTo>
                    <a:pt x="18056" y="0"/>
                  </a:lnTo>
                  <a:lnTo>
                    <a:pt x="23268" y="5196"/>
                  </a:lnTo>
                  <a:lnTo>
                    <a:pt x="23268" y="11634"/>
                  </a:lnTo>
                  <a:lnTo>
                    <a:pt x="23268" y="18071"/>
                  </a:lnTo>
                  <a:lnTo>
                    <a:pt x="18056" y="23268"/>
                  </a:lnTo>
                  <a:lnTo>
                    <a:pt x="11634" y="23268"/>
                  </a:lnTo>
                  <a:lnTo>
                    <a:pt x="5204" y="23268"/>
                  </a:lnTo>
                  <a:lnTo>
                    <a:pt x="0" y="18071"/>
                  </a:lnTo>
                  <a:lnTo>
                    <a:pt x="0" y="1163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2" name="object 362"/>
          <p:cNvSpPr txBox="1"/>
          <p:nvPr/>
        </p:nvSpPr>
        <p:spPr>
          <a:xfrm>
            <a:off x="2721561" y="9676416"/>
            <a:ext cx="112395" cy="20256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 spc="-25">
                <a:latin typeface="Verdana"/>
                <a:cs typeface="Verdana"/>
              </a:rPr>
              <a:t>2"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63" name="object 363"/>
          <p:cNvGrpSpPr/>
          <p:nvPr/>
        </p:nvGrpSpPr>
        <p:grpSpPr>
          <a:xfrm>
            <a:off x="2655027" y="10058333"/>
            <a:ext cx="277495" cy="460375"/>
            <a:chOff x="2655027" y="10058333"/>
            <a:chExt cx="277495" cy="460375"/>
          </a:xfrm>
        </p:grpSpPr>
        <p:sp>
          <p:nvSpPr>
            <p:cNvPr id="364" name="object 364"/>
            <p:cNvSpPr/>
            <p:nvPr/>
          </p:nvSpPr>
          <p:spPr>
            <a:xfrm>
              <a:off x="2813570" y="10058340"/>
              <a:ext cx="119380" cy="158115"/>
            </a:xfrm>
            <a:custGeom>
              <a:avLst/>
              <a:gdLst/>
              <a:ahLst/>
              <a:cxnLst/>
              <a:rect l="l" t="t" r="r" b="b"/>
              <a:pathLst>
                <a:path w="119380" h="158115">
                  <a:moveTo>
                    <a:pt x="78168" y="0"/>
                  </a:moveTo>
                  <a:lnTo>
                    <a:pt x="74282" y="0"/>
                  </a:lnTo>
                  <a:lnTo>
                    <a:pt x="74282" y="46685"/>
                  </a:lnTo>
                  <a:lnTo>
                    <a:pt x="78168" y="46685"/>
                  </a:lnTo>
                  <a:lnTo>
                    <a:pt x="78168" y="0"/>
                  </a:lnTo>
                  <a:close/>
                </a:path>
                <a:path w="119380" h="158115">
                  <a:moveTo>
                    <a:pt x="80416" y="91440"/>
                  </a:moveTo>
                  <a:lnTo>
                    <a:pt x="76225" y="91440"/>
                  </a:lnTo>
                  <a:lnTo>
                    <a:pt x="33566" y="91440"/>
                  </a:lnTo>
                  <a:lnTo>
                    <a:pt x="33566" y="95326"/>
                  </a:lnTo>
                  <a:lnTo>
                    <a:pt x="76225" y="95326"/>
                  </a:lnTo>
                  <a:lnTo>
                    <a:pt x="80416" y="95326"/>
                  </a:lnTo>
                  <a:lnTo>
                    <a:pt x="80416" y="91440"/>
                  </a:lnTo>
                  <a:close/>
                </a:path>
                <a:path w="119380" h="158115">
                  <a:moveTo>
                    <a:pt x="118884" y="153885"/>
                  </a:moveTo>
                  <a:lnTo>
                    <a:pt x="76225" y="153885"/>
                  </a:lnTo>
                  <a:lnTo>
                    <a:pt x="0" y="153809"/>
                  </a:lnTo>
                  <a:lnTo>
                    <a:pt x="0" y="157683"/>
                  </a:lnTo>
                  <a:lnTo>
                    <a:pt x="76225" y="157683"/>
                  </a:lnTo>
                  <a:lnTo>
                    <a:pt x="118884" y="157683"/>
                  </a:lnTo>
                  <a:lnTo>
                    <a:pt x="118884" y="1538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2883984" y="1010502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2883984" y="1010502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2887862" y="10260848"/>
              <a:ext cx="4445" cy="46990"/>
            </a:xfrm>
            <a:custGeom>
              <a:avLst/>
              <a:gdLst/>
              <a:ahLst/>
              <a:cxnLst/>
              <a:rect l="l" t="t" r="r" b="b"/>
              <a:pathLst>
                <a:path w="4444" h="46990">
                  <a:moveTo>
                    <a:pt x="3878" y="46692"/>
                  </a:moveTo>
                  <a:lnTo>
                    <a:pt x="0" y="46692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6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2883984" y="1022594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4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2715193" y="10183053"/>
              <a:ext cx="180975" cy="128905"/>
            </a:xfrm>
            <a:custGeom>
              <a:avLst/>
              <a:gdLst/>
              <a:ahLst/>
              <a:cxnLst/>
              <a:rect l="l" t="t" r="r" b="b"/>
              <a:pathLst>
                <a:path w="180975" h="128904">
                  <a:moveTo>
                    <a:pt x="174607" y="42891"/>
                  </a:moveTo>
                  <a:lnTo>
                    <a:pt x="180424" y="77794"/>
                  </a:lnTo>
                  <a:lnTo>
                    <a:pt x="168790" y="77794"/>
                  </a:lnTo>
                  <a:lnTo>
                    <a:pt x="174607" y="42891"/>
                  </a:lnTo>
                </a:path>
                <a:path w="180975" h="128904">
                  <a:moveTo>
                    <a:pt x="162996" y="0"/>
                  </a:moveTo>
                  <a:lnTo>
                    <a:pt x="104720" y="6636"/>
                  </a:lnTo>
                  <a:lnTo>
                    <a:pt x="59131" y="22938"/>
                  </a:lnTo>
                  <a:lnTo>
                    <a:pt x="26381" y="48797"/>
                  </a:lnTo>
                  <a:lnTo>
                    <a:pt x="6620" y="84104"/>
                  </a:lnTo>
                  <a:lnTo>
                    <a:pt x="0" y="12875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/>
            <p:cNvSpPr/>
            <p:nvPr/>
          </p:nvSpPr>
          <p:spPr>
            <a:xfrm>
              <a:off x="2878167" y="10171263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18056" y="23268"/>
                  </a:moveTo>
                  <a:lnTo>
                    <a:pt x="5204" y="23268"/>
                  </a:lnTo>
                  <a:lnTo>
                    <a:pt x="0" y="18071"/>
                  </a:lnTo>
                  <a:lnTo>
                    <a:pt x="0" y="11634"/>
                  </a:lnTo>
                  <a:lnTo>
                    <a:pt x="0" y="5196"/>
                  </a:lnTo>
                  <a:lnTo>
                    <a:pt x="5204" y="0"/>
                  </a:lnTo>
                  <a:lnTo>
                    <a:pt x="18056" y="0"/>
                  </a:lnTo>
                  <a:lnTo>
                    <a:pt x="23268" y="5196"/>
                  </a:lnTo>
                  <a:lnTo>
                    <a:pt x="23268" y="18071"/>
                  </a:lnTo>
                  <a:lnTo>
                    <a:pt x="18056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2878167" y="10171263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11634"/>
                  </a:moveTo>
                  <a:lnTo>
                    <a:pt x="0" y="5196"/>
                  </a:lnTo>
                  <a:lnTo>
                    <a:pt x="5204" y="0"/>
                  </a:lnTo>
                  <a:lnTo>
                    <a:pt x="11634" y="0"/>
                  </a:lnTo>
                  <a:lnTo>
                    <a:pt x="18056" y="0"/>
                  </a:lnTo>
                  <a:lnTo>
                    <a:pt x="23268" y="5196"/>
                  </a:lnTo>
                  <a:lnTo>
                    <a:pt x="23268" y="11634"/>
                  </a:lnTo>
                  <a:lnTo>
                    <a:pt x="23268" y="18071"/>
                  </a:lnTo>
                  <a:lnTo>
                    <a:pt x="18056" y="23268"/>
                  </a:lnTo>
                  <a:lnTo>
                    <a:pt x="11634" y="23268"/>
                  </a:lnTo>
                  <a:lnTo>
                    <a:pt x="5204" y="23268"/>
                  </a:lnTo>
                  <a:lnTo>
                    <a:pt x="0" y="18071"/>
                  </a:lnTo>
                  <a:lnTo>
                    <a:pt x="0" y="11634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/>
            <p:cNvSpPr/>
            <p:nvPr/>
          </p:nvSpPr>
          <p:spPr>
            <a:xfrm>
              <a:off x="2659154" y="10311804"/>
              <a:ext cx="112395" cy="202565"/>
            </a:xfrm>
            <a:custGeom>
              <a:avLst/>
              <a:gdLst/>
              <a:ahLst/>
              <a:cxnLst/>
              <a:rect l="l" t="t" r="r" b="b"/>
              <a:pathLst>
                <a:path w="112394" h="202565">
                  <a:moveTo>
                    <a:pt x="112077" y="202437"/>
                  </a:moveTo>
                  <a:lnTo>
                    <a:pt x="0" y="202437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2024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/>
            <p:cNvSpPr/>
            <p:nvPr/>
          </p:nvSpPr>
          <p:spPr>
            <a:xfrm>
              <a:off x="2659154" y="10311804"/>
              <a:ext cx="112395" cy="202565"/>
            </a:xfrm>
            <a:custGeom>
              <a:avLst/>
              <a:gdLst/>
              <a:ahLst/>
              <a:cxnLst/>
              <a:rect l="l" t="t" r="r" b="b"/>
              <a:pathLst>
                <a:path w="112394" h="202565">
                  <a:moveTo>
                    <a:pt x="0" y="202437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202437"/>
                  </a:lnTo>
                  <a:lnTo>
                    <a:pt x="0" y="20243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4" name="object 374"/>
          <p:cNvSpPr txBox="1"/>
          <p:nvPr/>
        </p:nvSpPr>
        <p:spPr>
          <a:xfrm>
            <a:off x="2645939" y="10349295"/>
            <a:ext cx="139065" cy="12763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5">
                <a:latin typeface="Verdana"/>
                <a:cs typeface="Verdana"/>
              </a:rPr>
              <a:t>3"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75" name="object 375"/>
          <p:cNvGrpSpPr/>
          <p:nvPr/>
        </p:nvGrpSpPr>
        <p:grpSpPr>
          <a:xfrm>
            <a:off x="2827409" y="5306984"/>
            <a:ext cx="7348220" cy="772795"/>
            <a:chOff x="2827409" y="5306984"/>
            <a:chExt cx="7348220" cy="772795"/>
          </a:xfrm>
        </p:grpSpPr>
        <p:sp>
          <p:nvSpPr>
            <p:cNvPr id="376" name="object 376"/>
            <p:cNvSpPr/>
            <p:nvPr/>
          </p:nvSpPr>
          <p:spPr>
            <a:xfrm>
              <a:off x="2831536" y="5311112"/>
              <a:ext cx="7339965" cy="316865"/>
            </a:xfrm>
            <a:custGeom>
              <a:avLst/>
              <a:gdLst/>
              <a:ahLst/>
              <a:cxnLst/>
              <a:rect l="l" t="t" r="r" b="b"/>
              <a:pathLst>
                <a:path w="7339965" h="316864">
                  <a:moveTo>
                    <a:pt x="1741176" y="158211"/>
                  </a:moveTo>
                  <a:lnTo>
                    <a:pt x="1749249" y="108232"/>
                  </a:lnTo>
                  <a:lnTo>
                    <a:pt x="1771723" y="64805"/>
                  </a:lnTo>
                  <a:lnTo>
                    <a:pt x="1805981" y="30546"/>
                  </a:lnTo>
                  <a:lnTo>
                    <a:pt x="1849408" y="8072"/>
                  </a:lnTo>
                  <a:lnTo>
                    <a:pt x="1899387" y="0"/>
                  </a:lnTo>
                  <a:lnTo>
                    <a:pt x="1949362" y="8072"/>
                  </a:lnTo>
                  <a:lnTo>
                    <a:pt x="1992787" y="30546"/>
                  </a:lnTo>
                  <a:lnTo>
                    <a:pt x="2027044" y="64805"/>
                  </a:lnTo>
                  <a:lnTo>
                    <a:pt x="2049518" y="108232"/>
                  </a:lnTo>
                  <a:lnTo>
                    <a:pt x="2057590" y="158211"/>
                  </a:lnTo>
                  <a:lnTo>
                    <a:pt x="2049518" y="208186"/>
                  </a:lnTo>
                  <a:lnTo>
                    <a:pt x="2027044" y="251610"/>
                  </a:lnTo>
                  <a:lnTo>
                    <a:pt x="1992787" y="285868"/>
                  </a:lnTo>
                  <a:lnTo>
                    <a:pt x="1949362" y="308341"/>
                  </a:lnTo>
                  <a:lnTo>
                    <a:pt x="1899387" y="316414"/>
                  </a:lnTo>
                  <a:lnTo>
                    <a:pt x="1849408" y="308341"/>
                  </a:lnTo>
                  <a:lnTo>
                    <a:pt x="1805981" y="285868"/>
                  </a:lnTo>
                  <a:lnTo>
                    <a:pt x="1771723" y="251610"/>
                  </a:lnTo>
                  <a:lnTo>
                    <a:pt x="1749249" y="208186"/>
                  </a:lnTo>
                  <a:lnTo>
                    <a:pt x="1741176" y="158211"/>
                  </a:lnTo>
                  <a:close/>
                </a:path>
                <a:path w="7339965" h="316864">
                  <a:moveTo>
                    <a:pt x="0" y="158265"/>
                  </a:moveTo>
                  <a:lnTo>
                    <a:pt x="8073" y="108286"/>
                  </a:lnTo>
                  <a:lnTo>
                    <a:pt x="30549" y="64859"/>
                  </a:lnTo>
                  <a:lnTo>
                    <a:pt x="64808" y="30601"/>
                  </a:lnTo>
                  <a:lnTo>
                    <a:pt x="108235" y="8127"/>
                  </a:lnTo>
                  <a:lnTo>
                    <a:pt x="158211" y="54"/>
                  </a:lnTo>
                  <a:lnTo>
                    <a:pt x="208186" y="8127"/>
                  </a:lnTo>
                  <a:lnTo>
                    <a:pt x="251610" y="30601"/>
                  </a:lnTo>
                  <a:lnTo>
                    <a:pt x="285868" y="64859"/>
                  </a:lnTo>
                  <a:lnTo>
                    <a:pt x="308341" y="108286"/>
                  </a:lnTo>
                  <a:lnTo>
                    <a:pt x="316414" y="158265"/>
                  </a:lnTo>
                  <a:lnTo>
                    <a:pt x="308341" y="208240"/>
                  </a:lnTo>
                  <a:lnTo>
                    <a:pt x="285868" y="251665"/>
                  </a:lnTo>
                  <a:lnTo>
                    <a:pt x="251610" y="285922"/>
                  </a:lnTo>
                  <a:lnTo>
                    <a:pt x="208186" y="308396"/>
                  </a:lnTo>
                  <a:lnTo>
                    <a:pt x="158211" y="316468"/>
                  </a:lnTo>
                  <a:lnTo>
                    <a:pt x="108235" y="308396"/>
                  </a:lnTo>
                  <a:lnTo>
                    <a:pt x="64808" y="285922"/>
                  </a:lnTo>
                  <a:lnTo>
                    <a:pt x="30549" y="251665"/>
                  </a:lnTo>
                  <a:lnTo>
                    <a:pt x="8073" y="208240"/>
                  </a:lnTo>
                  <a:lnTo>
                    <a:pt x="0" y="158265"/>
                  </a:lnTo>
                  <a:close/>
                </a:path>
                <a:path w="7339965" h="316864">
                  <a:moveTo>
                    <a:pt x="3512097" y="158218"/>
                  </a:moveTo>
                  <a:lnTo>
                    <a:pt x="3520170" y="108243"/>
                  </a:lnTo>
                  <a:lnTo>
                    <a:pt x="3542644" y="64816"/>
                  </a:lnTo>
                  <a:lnTo>
                    <a:pt x="3576901" y="30556"/>
                  </a:lnTo>
                  <a:lnTo>
                    <a:pt x="3620326" y="8081"/>
                  </a:lnTo>
                  <a:lnTo>
                    <a:pt x="3670301" y="7"/>
                  </a:lnTo>
                  <a:lnTo>
                    <a:pt x="3720276" y="8081"/>
                  </a:lnTo>
                  <a:lnTo>
                    <a:pt x="3763703" y="30556"/>
                  </a:lnTo>
                  <a:lnTo>
                    <a:pt x="3797963" y="64816"/>
                  </a:lnTo>
                  <a:lnTo>
                    <a:pt x="3820438" y="108243"/>
                  </a:lnTo>
                  <a:lnTo>
                    <a:pt x="3828512" y="158218"/>
                  </a:lnTo>
                  <a:lnTo>
                    <a:pt x="3820438" y="208194"/>
                  </a:lnTo>
                  <a:lnTo>
                    <a:pt x="3797963" y="251621"/>
                  </a:lnTo>
                  <a:lnTo>
                    <a:pt x="3763703" y="285881"/>
                  </a:lnTo>
                  <a:lnTo>
                    <a:pt x="3720276" y="308356"/>
                  </a:lnTo>
                  <a:lnTo>
                    <a:pt x="3670301" y="316430"/>
                  </a:lnTo>
                  <a:lnTo>
                    <a:pt x="3620326" y="308356"/>
                  </a:lnTo>
                  <a:lnTo>
                    <a:pt x="3576901" y="285881"/>
                  </a:lnTo>
                  <a:lnTo>
                    <a:pt x="3542644" y="251621"/>
                  </a:lnTo>
                  <a:lnTo>
                    <a:pt x="3520170" y="208194"/>
                  </a:lnTo>
                  <a:lnTo>
                    <a:pt x="3512097" y="158218"/>
                  </a:lnTo>
                  <a:close/>
                </a:path>
                <a:path w="7339965" h="316864">
                  <a:moveTo>
                    <a:pt x="5283942" y="158257"/>
                  </a:moveTo>
                  <a:lnTo>
                    <a:pt x="5292013" y="108282"/>
                  </a:lnTo>
                  <a:lnTo>
                    <a:pt x="5314485" y="64855"/>
                  </a:lnTo>
                  <a:lnTo>
                    <a:pt x="5348744" y="30595"/>
                  </a:lnTo>
                  <a:lnTo>
                    <a:pt x="5392176" y="8120"/>
                  </a:lnTo>
                  <a:lnTo>
                    <a:pt x="5442168" y="46"/>
                  </a:lnTo>
                  <a:lnTo>
                    <a:pt x="5492160" y="8120"/>
                  </a:lnTo>
                  <a:lnTo>
                    <a:pt x="5535593" y="30595"/>
                  </a:lnTo>
                  <a:lnTo>
                    <a:pt x="5569852" y="64855"/>
                  </a:lnTo>
                  <a:lnTo>
                    <a:pt x="5592324" y="108282"/>
                  </a:lnTo>
                  <a:lnTo>
                    <a:pt x="5600395" y="158257"/>
                  </a:lnTo>
                  <a:lnTo>
                    <a:pt x="5592324" y="208233"/>
                  </a:lnTo>
                  <a:lnTo>
                    <a:pt x="5569852" y="251660"/>
                  </a:lnTo>
                  <a:lnTo>
                    <a:pt x="5535593" y="285919"/>
                  </a:lnTo>
                  <a:lnTo>
                    <a:pt x="5492160" y="308395"/>
                  </a:lnTo>
                  <a:lnTo>
                    <a:pt x="5442168" y="316468"/>
                  </a:lnTo>
                  <a:lnTo>
                    <a:pt x="5392176" y="308395"/>
                  </a:lnTo>
                  <a:lnTo>
                    <a:pt x="5348744" y="285919"/>
                  </a:lnTo>
                  <a:lnTo>
                    <a:pt x="5314485" y="251660"/>
                  </a:lnTo>
                  <a:lnTo>
                    <a:pt x="5292013" y="208233"/>
                  </a:lnTo>
                  <a:lnTo>
                    <a:pt x="5283942" y="158257"/>
                  </a:lnTo>
                  <a:close/>
                </a:path>
                <a:path w="7339965" h="316864">
                  <a:moveTo>
                    <a:pt x="7023427" y="158265"/>
                  </a:moveTo>
                  <a:lnTo>
                    <a:pt x="7031506" y="108289"/>
                  </a:lnTo>
                  <a:lnTo>
                    <a:pt x="7053993" y="64863"/>
                  </a:lnTo>
                  <a:lnTo>
                    <a:pt x="7088263" y="30603"/>
                  </a:lnTo>
                  <a:lnTo>
                    <a:pt x="7131691" y="8127"/>
                  </a:lnTo>
                  <a:lnTo>
                    <a:pt x="7181654" y="54"/>
                  </a:lnTo>
                  <a:lnTo>
                    <a:pt x="7231646" y="8127"/>
                  </a:lnTo>
                  <a:lnTo>
                    <a:pt x="7275078" y="30603"/>
                  </a:lnTo>
                  <a:lnTo>
                    <a:pt x="7309337" y="64863"/>
                  </a:lnTo>
                  <a:lnTo>
                    <a:pt x="7331809" y="108289"/>
                  </a:lnTo>
                  <a:lnTo>
                    <a:pt x="7339880" y="158265"/>
                  </a:lnTo>
                  <a:lnTo>
                    <a:pt x="7331809" y="208240"/>
                  </a:lnTo>
                  <a:lnTo>
                    <a:pt x="7309337" y="251665"/>
                  </a:lnTo>
                  <a:lnTo>
                    <a:pt x="7275078" y="285922"/>
                  </a:lnTo>
                  <a:lnTo>
                    <a:pt x="7231646" y="308396"/>
                  </a:lnTo>
                  <a:lnTo>
                    <a:pt x="7181654" y="316468"/>
                  </a:lnTo>
                  <a:lnTo>
                    <a:pt x="7131691" y="308396"/>
                  </a:lnTo>
                  <a:lnTo>
                    <a:pt x="7088263" y="285922"/>
                  </a:lnTo>
                  <a:lnTo>
                    <a:pt x="7053993" y="251665"/>
                  </a:lnTo>
                  <a:lnTo>
                    <a:pt x="7031506" y="208240"/>
                  </a:lnTo>
                  <a:lnTo>
                    <a:pt x="7023427" y="15826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/>
            <p:cNvSpPr/>
            <p:nvPr/>
          </p:nvSpPr>
          <p:spPr>
            <a:xfrm>
              <a:off x="3201376" y="5816258"/>
              <a:ext cx="1303655" cy="263525"/>
            </a:xfrm>
            <a:custGeom>
              <a:avLst/>
              <a:gdLst/>
              <a:ahLst/>
              <a:cxnLst/>
              <a:rect l="l" t="t" r="r" b="b"/>
              <a:pathLst>
                <a:path w="1303654" h="263525">
                  <a:moveTo>
                    <a:pt x="1303431" y="262935"/>
                  </a:moveTo>
                  <a:lnTo>
                    <a:pt x="0" y="262935"/>
                  </a:lnTo>
                  <a:lnTo>
                    <a:pt x="0" y="0"/>
                  </a:lnTo>
                  <a:lnTo>
                    <a:pt x="1303431" y="0"/>
                  </a:lnTo>
                  <a:lnTo>
                    <a:pt x="1303431" y="262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8" name="object 378"/>
          <p:cNvSpPr txBox="1"/>
          <p:nvPr/>
        </p:nvSpPr>
        <p:spPr>
          <a:xfrm>
            <a:off x="3201376" y="5816258"/>
            <a:ext cx="1303655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175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14"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DIAMETER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x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4'-</a:t>
            </a:r>
            <a:r>
              <a:rPr dirty="0" sz="850" spc="-25">
                <a:latin typeface="Verdana"/>
                <a:cs typeface="Verdana"/>
              </a:rPr>
              <a:t>6" </a:t>
            </a:r>
            <a:r>
              <a:rPr dirty="0" sz="850">
                <a:latin typeface="Verdana"/>
                <a:cs typeface="Verdana"/>
              </a:rPr>
              <a:t>LONG PIER, </a:t>
            </a:r>
            <a:r>
              <a:rPr dirty="0" sz="850" spc="-20">
                <a:latin typeface="Verdana"/>
                <a:cs typeface="Verdana"/>
              </a:rPr>
              <a:t>TYP.</a:t>
            </a:r>
            <a:endParaRPr sz="850">
              <a:latin typeface="Verdana"/>
              <a:cs typeface="Verdana"/>
            </a:endParaRPr>
          </a:p>
        </p:txBody>
      </p:sp>
      <p:pic>
        <p:nvPicPr>
          <p:cNvPr id="379" name="object 37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035028" y="5640401"/>
            <a:ext cx="166347" cy="245468"/>
          </a:xfrm>
          <a:prstGeom prst="rect">
            <a:avLst/>
          </a:prstGeom>
        </p:spPr>
      </p:pic>
      <p:sp>
        <p:nvSpPr>
          <p:cNvPr id="380" name="object 380"/>
          <p:cNvSpPr txBox="1"/>
          <p:nvPr/>
        </p:nvSpPr>
        <p:spPr>
          <a:xfrm>
            <a:off x="10758640" y="4914312"/>
            <a:ext cx="1435100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239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WOOD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POSTS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IN </a:t>
            </a:r>
            <a:r>
              <a:rPr dirty="0" sz="850" spc="-10">
                <a:latin typeface="Verdana"/>
                <a:cs typeface="Verdana"/>
              </a:rPr>
              <a:t>PIERS, </a:t>
            </a:r>
            <a:r>
              <a:rPr dirty="0" sz="850">
                <a:latin typeface="Verdana"/>
                <a:cs typeface="Verdana"/>
              </a:rPr>
              <a:t>RESTRAINED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BY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PAD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81" name="object 381"/>
          <p:cNvGrpSpPr/>
          <p:nvPr/>
        </p:nvGrpSpPr>
        <p:grpSpPr>
          <a:xfrm>
            <a:off x="2327584" y="4975918"/>
            <a:ext cx="8431530" cy="5359400"/>
            <a:chOff x="2327584" y="4975918"/>
            <a:chExt cx="8431530" cy="5359400"/>
          </a:xfrm>
        </p:grpSpPr>
        <p:sp>
          <p:nvSpPr>
            <p:cNvPr id="382" name="object 382"/>
            <p:cNvSpPr/>
            <p:nvPr/>
          </p:nvSpPr>
          <p:spPr>
            <a:xfrm>
              <a:off x="10174442" y="4980045"/>
              <a:ext cx="580390" cy="346075"/>
            </a:xfrm>
            <a:custGeom>
              <a:avLst/>
              <a:gdLst/>
              <a:ahLst/>
              <a:cxnLst/>
              <a:rect l="l" t="t" r="r" b="b"/>
              <a:pathLst>
                <a:path w="580390" h="346075">
                  <a:moveTo>
                    <a:pt x="0" y="345787"/>
                  </a:moveTo>
                  <a:lnTo>
                    <a:pt x="430547" y="0"/>
                  </a:lnTo>
                  <a:lnTo>
                    <a:pt x="58031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3" name="object 38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098121" y="5309808"/>
              <a:ext cx="89972" cy="78128"/>
            </a:xfrm>
            <a:prstGeom prst="rect">
              <a:avLst/>
            </a:prstGeom>
          </p:spPr>
        </p:pic>
        <p:pic>
          <p:nvPicPr>
            <p:cNvPr id="384" name="object 38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31462" y="9905301"/>
              <a:ext cx="8025483" cy="429926"/>
            </a:xfrm>
            <a:prstGeom prst="rect">
              <a:avLst/>
            </a:prstGeom>
          </p:spPr>
        </p:pic>
        <p:pic>
          <p:nvPicPr>
            <p:cNvPr id="385" name="object 38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327584" y="9699452"/>
              <a:ext cx="175848" cy="153340"/>
            </a:xfrm>
            <a:prstGeom prst="rect">
              <a:avLst/>
            </a:prstGeom>
          </p:spPr>
        </p:pic>
      </p:grpSp>
      <p:sp>
        <p:nvSpPr>
          <p:cNvPr id="386" name="object 386"/>
          <p:cNvSpPr txBox="1"/>
          <p:nvPr/>
        </p:nvSpPr>
        <p:spPr>
          <a:xfrm>
            <a:off x="2378221" y="9733134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87" name="object 387"/>
          <p:cNvGrpSpPr/>
          <p:nvPr/>
        </p:nvGrpSpPr>
        <p:grpSpPr>
          <a:xfrm>
            <a:off x="2520954" y="5050014"/>
            <a:ext cx="8029575" cy="636270"/>
            <a:chOff x="2520954" y="5050014"/>
            <a:chExt cx="8029575" cy="636270"/>
          </a:xfrm>
        </p:grpSpPr>
        <p:pic>
          <p:nvPicPr>
            <p:cNvPr id="388" name="object 38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524832" y="5255887"/>
              <a:ext cx="8025475" cy="429942"/>
            </a:xfrm>
            <a:prstGeom prst="rect">
              <a:avLst/>
            </a:prstGeom>
          </p:spPr>
        </p:pic>
        <p:pic>
          <p:nvPicPr>
            <p:cNvPr id="389" name="object 38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20954" y="5050014"/>
              <a:ext cx="175848" cy="153340"/>
            </a:xfrm>
            <a:prstGeom prst="rect">
              <a:avLst/>
            </a:prstGeom>
          </p:spPr>
        </p:pic>
      </p:grpSp>
      <p:sp>
        <p:nvSpPr>
          <p:cNvPr id="390" name="object 390"/>
          <p:cNvSpPr txBox="1"/>
          <p:nvPr/>
        </p:nvSpPr>
        <p:spPr>
          <a:xfrm>
            <a:off x="2571592" y="5083688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91" name="object 391"/>
          <p:cNvSpPr txBox="1"/>
          <p:nvPr/>
        </p:nvSpPr>
        <p:spPr>
          <a:xfrm>
            <a:off x="14043105" y="367045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392" name="object 392"/>
          <p:cNvGrpSpPr/>
          <p:nvPr/>
        </p:nvGrpSpPr>
        <p:grpSpPr>
          <a:xfrm>
            <a:off x="18659332" y="11180871"/>
            <a:ext cx="1109980" cy="781685"/>
            <a:chOff x="18659332" y="11180871"/>
            <a:chExt cx="1109980" cy="781685"/>
          </a:xfrm>
        </p:grpSpPr>
        <p:pic>
          <p:nvPicPr>
            <p:cNvPr id="393" name="object 39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8709143" y="11370993"/>
              <a:ext cx="1059731" cy="591333"/>
            </a:xfrm>
            <a:prstGeom prst="rect">
              <a:avLst/>
            </a:prstGeom>
          </p:spPr>
        </p:pic>
        <p:sp>
          <p:nvSpPr>
            <p:cNvPr id="394" name="object 394"/>
            <p:cNvSpPr/>
            <p:nvPr/>
          </p:nvSpPr>
          <p:spPr>
            <a:xfrm>
              <a:off x="18663459" y="11184999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3999" y="0"/>
                  </a:moveTo>
                  <a:lnTo>
                    <a:pt x="168077" y="145584"/>
                  </a:lnTo>
                  <a:lnTo>
                    <a:pt x="0" y="145584"/>
                  </a:lnTo>
                  <a:lnTo>
                    <a:pt x="83999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5" name="object 395"/>
          <p:cNvSpPr txBox="1"/>
          <p:nvPr/>
        </p:nvSpPr>
        <p:spPr>
          <a:xfrm>
            <a:off x="18710174" y="11214803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396" name="object 39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8794076" y="6552834"/>
            <a:ext cx="871177" cy="1005204"/>
          </a:xfrm>
          <a:prstGeom prst="rect">
            <a:avLst/>
          </a:prstGeom>
        </p:spPr>
      </p:pic>
      <p:sp>
        <p:nvSpPr>
          <p:cNvPr id="397" name="object 397"/>
          <p:cNvSpPr txBox="1"/>
          <p:nvPr/>
        </p:nvSpPr>
        <p:spPr>
          <a:xfrm>
            <a:off x="18777963" y="7415292"/>
            <a:ext cx="90106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{{ISSUE_DATE}},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1:10:52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FF0000"/>
                </a:solidFill>
                <a:latin typeface="Arial"/>
                <a:cs typeface="Arial"/>
              </a:rPr>
              <a:t>PM</a:t>
            </a:r>
            <a:endParaRPr sz="650">
              <a:latin typeface="Arial"/>
              <a:cs typeface="Arial"/>
            </a:endParaRPr>
          </a:p>
        </p:txBody>
      </p:sp>
      <p:sp>
        <p:nvSpPr>
          <p:cNvPr id="398" name="object 398"/>
          <p:cNvSpPr txBox="1"/>
          <p:nvPr/>
        </p:nvSpPr>
        <p:spPr>
          <a:xfrm>
            <a:off x="572198" y="7260497"/>
            <a:ext cx="1816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By:</a:t>
            </a:r>
            <a:endParaRPr sz="850">
              <a:latin typeface="Arial"/>
              <a:cs typeface="Arial"/>
            </a:endParaRPr>
          </a:p>
        </p:txBody>
      </p:sp>
      <p:sp>
        <p:nvSpPr>
          <p:cNvPr id="399" name="object 399"/>
          <p:cNvSpPr txBox="1"/>
          <p:nvPr/>
        </p:nvSpPr>
        <p:spPr>
          <a:xfrm>
            <a:off x="907266" y="7410071"/>
            <a:ext cx="1778000" cy="39624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6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endParaRPr sz="700">
              <a:latin typeface="Arial"/>
              <a:cs typeface="Arial"/>
            </a:endParaRPr>
          </a:p>
        </p:txBody>
      </p:sp>
      <p:sp>
        <p:nvSpPr>
          <p:cNvPr id="400" name="object 400"/>
          <p:cNvSpPr txBox="1"/>
          <p:nvPr/>
        </p:nvSpPr>
        <p:spPr>
          <a:xfrm>
            <a:off x="907266" y="7783576"/>
            <a:ext cx="106426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</p:txBody>
      </p:sp>
      <p:sp>
        <p:nvSpPr>
          <p:cNvPr id="401" name="object 401"/>
          <p:cNvSpPr txBox="1"/>
          <p:nvPr/>
        </p:nvSpPr>
        <p:spPr>
          <a:xfrm>
            <a:off x="910058" y="7927243"/>
            <a:ext cx="1730375" cy="831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42875">
              <a:lnSpc>
                <a:spcPct val="124300"/>
              </a:lnSpc>
              <a:spcBef>
                <a:spcPts val="95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24300"/>
              </a:lnSpc>
              <a:spcBef>
                <a:spcPts val="5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402" name="object 402"/>
          <p:cNvSpPr txBox="1"/>
          <p:nvPr/>
        </p:nvSpPr>
        <p:spPr>
          <a:xfrm>
            <a:off x="572252" y="9320365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403" name="object 403"/>
          <p:cNvSpPr txBox="1"/>
          <p:nvPr/>
        </p:nvSpPr>
        <p:spPr>
          <a:xfrm>
            <a:off x="601051" y="8896747"/>
            <a:ext cx="21717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ELEC/MECH/PLUMB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sp>
        <p:nvSpPr>
          <p:cNvPr id="404" name="object 404"/>
          <p:cNvSpPr txBox="1"/>
          <p:nvPr/>
        </p:nvSpPr>
        <p:spPr>
          <a:xfrm>
            <a:off x="520867" y="5888985"/>
            <a:ext cx="2319655" cy="138938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algn="ctr" marL="228600" marR="211454" indent="-635">
              <a:lnSpc>
                <a:spcPct val="90100"/>
              </a:lnSpc>
              <a:spcBef>
                <a:spcPts val="59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 </a:t>
            </a: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algn="ctr" marL="91440" marR="74295">
              <a:lnSpc>
                <a:spcPct val="102699"/>
              </a:lnSpc>
              <a:spcBef>
                <a:spcPts val="11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algn="ctr" marL="9525">
              <a:lnSpc>
                <a:spcPct val="100000"/>
              </a:lnSpc>
              <a:spcBef>
                <a:spcPts val="385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REVISIONS</a:t>
            </a:r>
            <a:r>
              <a:rPr dirty="0" sz="11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05" name="object 405"/>
          <p:cNvGrpSpPr/>
          <p:nvPr/>
        </p:nvGrpSpPr>
        <p:grpSpPr>
          <a:xfrm>
            <a:off x="565352" y="7108903"/>
            <a:ext cx="2237740" cy="2381885"/>
            <a:chOff x="565352" y="7108903"/>
            <a:chExt cx="2237740" cy="2381885"/>
          </a:xfrm>
        </p:grpSpPr>
        <p:sp>
          <p:nvSpPr>
            <p:cNvPr id="406" name="object 406"/>
            <p:cNvSpPr/>
            <p:nvPr/>
          </p:nvSpPr>
          <p:spPr>
            <a:xfrm>
              <a:off x="565340" y="8109944"/>
              <a:ext cx="2237740" cy="1380490"/>
            </a:xfrm>
            <a:custGeom>
              <a:avLst/>
              <a:gdLst/>
              <a:ahLst/>
              <a:cxnLst/>
              <a:rect l="l" t="t" r="r" b="b"/>
              <a:pathLst>
                <a:path w="2237740" h="1380490">
                  <a:moveTo>
                    <a:pt x="338797" y="644080"/>
                  </a:moveTo>
                  <a:lnTo>
                    <a:pt x="0" y="644080"/>
                  </a:lnTo>
                  <a:lnTo>
                    <a:pt x="0" y="666407"/>
                  </a:lnTo>
                  <a:lnTo>
                    <a:pt x="338797" y="666407"/>
                  </a:lnTo>
                  <a:lnTo>
                    <a:pt x="338797" y="644080"/>
                  </a:lnTo>
                  <a:close/>
                </a:path>
                <a:path w="2237740" h="1380490">
                  <a:moveTo>
                    <a:pt x="338797" y="483057"/>
                  </a:moveTo>
                  <a:lnTo>
                    <a:pt x="0" y="483057"/>
                  </a:lnTo>
                  <a:lnTo>
                    <a:pt x="0" y="505396"/>
                  </a:lnTo>
                  <a:lnTo>
                    <a:pt x="338797" y="505396"/>
                  </a:lnTo>
                  <a:lnTo>
                    <a:pt x="338797" y="483057"/>
                  </a:lnTo>
                  <a:close/>
                </a:path>
                <a:path w="2237740" h="1380490">
                  <a:moveTo>
                    <a:pt x="338797" y="322033"/>
                  </a:moveTo>
                  <a:lnTo>
                    <a:pt x="0" y="322033"/>
                  </a:lnTo>
                  <a:lnTo>
                    <a:pt x="0" y="344373"/>
                  </a:lnTo>
                  <a:lnTo>
                    <a:pt x="338797" y="344373"/>
                  </a:lnTo>
                  <a:lnTo>
                    <a:pt x="338797" y="322033"/>
                  </a:lnTo>
                  <a:close/>
                </a:path>
                <a:path w="2237740" h="1380490">
                  <a:moveTo>
                    <a:pt x="338797" y="161023"/>
                  </a:moveTo>
                  <a:lnTo>
                    <a:pt x="0" y="161023"/>
                  </a:lnTo>
                  <a:lnTo>
                    <a:pt x="0" y="183349"/>
                  </a:lnTo>
                  <a:lnTo>
                    <a:pt x="338797" y="183349"/>
                  </a:lnTo>
                  <a:lnTo>
                    <a:pt x="338797" y="161023"/>
                  </a:lnTo>
                  <a:close/>
                </a:path>
                <a:path w="2237740" h="1380490">
                  <a:moveTo>
                    <a:pt x="338797" y="0"/>
                  </a:moveTo>
                  <a:lnTo>
                    <a:pt x="0" y="0"/>
                  </a:lnTo>
                  <a:lnTo>
                    <a:pt x="0" y="22339"/>
                  </a:lnTo>
                  <a:lnTo>
                    <a:pt x="338797" y="22339"/>
                  </a:lnTo>
                  <a:lnTo>
                    <a:pt x="338797" y="0"/>
                  </a:lnTo>
                  <a:close/>
                </a:path>
                <a:path w="2237740" h="1380490">
                  <a:moveTo>
                    <a:pt x="2237511" y="1357960"/>
                  </a:moveTo>
                  <a:lnTo>
                    <a:pt x="337870" y="1357960"/>
                  </a:lnTo>
                  <a:lnTo>
                    <a:pt x="337870" y="1380299"/>
                  </a:lnTo>
                  <a:lnTo>
                    <a:pt x="2237511" y="1380299"/>
                  </a:lnTo>
                  <a:lnTo>
                    <a:pt x="2237511" y="135796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7" name="object 40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65352" y="7108903"/>
              <a:ext cx="2237511" cy="675897"/>
            </a:xfrm>
            <a:prstGeom prst="rect">
              <a:avLst/>
            </a:prstGeom>
          </p:spPr>
        </p:pic>
      </p:grpSp>
      <p:sp>
        <p:nvSpPr>
          <p:cNvPr id="408" name="object 408"/>
          <p:cNvSpPr txBox="1"/>
          <p:nvPr/>
        </p:nvSpPr>
        <p:spPr>
          <a:xfrm>
            <a:off x="1966881" y="7255429"/>
            <a:ext cx="42925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</p:txBody>
      </p:sp>
      <p:sp>
        <p:nvSpPr>
          <p:cNvPr id="409" name="object 409"/>
          <p:cNvSpPr txBox="1"/>
          <p:nvPr/>
        </p:nvSpPr>
        <p:spPr>
          <a:xfrm>
            <a:off x="1349559" y="9253120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10" name="object 410"/>
          <p:cNvSpPr txBox="1"/>
          <p:nvPr/>
        </p:nvSpPr>
        <p:spPr>
          <a:xfrm>
            <a:off x="736045" y="5474662"/>
            <a:ext cx="1723389" cy="472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</p:txBody>
      </p:sp>
      <p:sp>
        <p:nvSpPr>
          <p:cNvPr id="411" name="object 411"/>
          <p:cNvSpPr/>
          <p:nvPr/>
        </p:nvSpPr>
        <p:spPr>
          <a:xfrm>
            <a:off x="12313737" y="4369237"/>
            <a:ext cx="0" cy="1511935"/>
          </a:xfrm>
          <a:custGeom>
            <a:avLst/>
            <a:gdLst/>
            <a:ahLst/>
            <a:cxnLst/>
            <a:rect l="l" t="t" r="r" b="b"/>
            <a:pathLst>
              <a:path w="0" h="1511935">
                <a:moveTo>
                  <a:pt x="0" y="0"/>
                </a:moveTo>
                <a:lnTo>
                  <a:pt x="0" y="429694"/>
                </a:lnTo>
                <a:lnTo>
                  <a:pt x="0" y="1511881"/>
                </a:lnTo>
              </a:path>
            </a:pathLst>
          </a:custGeom>
          <a:ln w="775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2" name="object 412"/>
          <p:cNvSpPr txBox="1"/>
          <p:nvPr/>
        </p:nvSpPr>
        <p:spPr>
          <a:xfrm>
            <a:off x="11843421" y="3890505"/>
            <a:ext cx="868680" cy="3511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verify</a:t>
            </a:r>
            <a:r>
              <a:rPr dirty="0" sz="700" spc="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4"</a:t>
            </a:r>
            <a:r>
              <a:rPr dirty="0" sz="700" spc="4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required.</a:t>
            </a:r>
            <a:r>
              <a:rPr dirty="0" sz="700" spc="3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FF0000"/>
                </a:solidFill>
                <a:latin typeface="Arial"/>
                <a:cs typeface="Arial"/>
              </a:rPr>
              <a:t>2025</a:t>
            </a:r>
            <a:r>
              <a:rPr dirty="0" sz="700" spc="6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FF0000"/>
                </a:solidFill>
                <a:latin typeface="Arial"/>
                <a:cs typeface="Arial"/>
              </a:rPr>
              <a:t>CFC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spc="-20">
                <a:solidFill>
                  <a:srgbClr val="FF0000"/>
                </a:solidFill>
                <a:latin typeface="Arial"/>
                <a:cs typeface="Arial"/>
              </a:rPr>
              <a:t>312.</a:t>
            </a:r>
            <a:endParaRPr sz="700">
              <a:latin typeface="Arial"/>
              <a:cs typeface="Arial"/>
            </a:endParaRPr>
          </a:p>
        </p:txBody>
      </p:sp>
      <p:sp>
        <p:nvSpPr>
          <p:cNvPr id="416" name="object 416"/>
          <p:cNvSpPr txBox="1"/>
          <p:nvPr/>
        </p:nvSpPr>
        <p:spPr>
          <a:xfrm>
            <a:off x="19397141" y="12447153"/>
            <a:ext cx="220979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17" name="object 417"/>
          <p:cNvSpPr txBox="1"/>
          <p:nvPr/>
        </p:nvSpPr>
        <p:spPr>
          <a:xfrm>
            <a:off x="18623458" y="12461237"/>
            <a:ext cx="551815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418" name="object 418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19" name="object 419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420" name="object 420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421" name="object 421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22" name="object 422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13" name="object 413"/>
          <p:cNvSpPr txBox="1"/>
          <p:nvPr/>
        </p:nvSpPr>
        <p:spPr>
          <a:xfrm>
            <a:off x="15621137" y="10179115"/>
            <a:ext cx="138620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2025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CFC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312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shall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apply</a:t>
            </a:r>
            <a:r>
              <a:rPr dirty="0" sz="700" spc="6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7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700" spc="-20" b="1">
                <a:solidFill>
                  <a:srgbClr val="FF0000"/>
                </a:solidFill>
                <a:latin typeface="Arial"/>
                <a:cs typeface="Arial"/>
              </a:rPr>
              <a:t>typ.</a:t>
            </a:r>
            <a:endParaRPr sz="700">
              <a:latin typeface="Arial"/>
              <a:cs typeface="Arial"/>
            </a:endParaRPr>
          </a:p>
        </p:txBody>
      </p:sp>
      <p:sp>
        <p:nvSpPr>
          <p:cNvPr id="414" name="object 414"/>
          <p:cNvSpPr txBox="1"/>
          <p:nvPr/>
        </p:nvSpPr>
        <p:spPr>
          <a:xfrm>
            <a:off x="16427389" y="5202405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415" name="object 415"/>
          <p:cNvSpPr txBox="1"/>
          <p:nvPr/>
        </p:nvSpPr>
        <p:spPr>
          <a:xfrm>
            <a:off x="16427389" y="5915974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CLINTON, IOWA </a:t>
            </a:r>
            <a:r>
              <a:rPr dirty="0" sz="1100" spc="-10">
                <a:latin typeface="Verdana"/>
                <a:cs typeface="Verdana"/>
              </a:rPr>
              <a:t>52732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{{GC_PHONE}}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00867" y="275674"/>
            <a:ext cx="1218565" cy="12842875"/>
          </a:xfrm>
          <a:custGeom>
            <a:avLst/>
            <a:gdLst/>
            <a:ahLst/>
            <a:cxnLst/>
            <a:rect l="l" t="t" r="r" b="b"/>
            <a:pathLst>
              <a:path w="1218565" h="12842875">
                <a:moveTo>
                  <a:pt x="0" y="12364467"/>
                </a:moveTo>
                <a:lnTo>
                  <a:pt x="594203" y="12364467"/>
                </a:lnTo>
                <a:lnTo>
                  <a:pt x="594203" y="12611890"/>
                </a:lnTo>
                <a:lnTo>
                  <a:pt x="77" y="12611890"/>
                </a:lnTo>
                <a:lnTo>
                  <a:pt x="0" y="12364467"/>
                </a:lnTo>
                <a:close/>
              </a:path>
              <a:path w="1218565" h="12842875">
                <a:moveTo>
                  <a:pt x="111767" y="50"/>
                </a:moveTo>
                <a:lnTo>
                  <a:pt x="223456" y="48"/>
                </a:lnTo>
                <a:lnTo>
                  <a:pt x="223456" y="4415491"/>
                </a:lnTo>
                <a:lnTo>
                  <a:pt x="111767" y="4415491"/>
                </a:lnTo>
                <a:lnTo>
                  <a:pt x="111767" y="50"/>
                </a:lnTo>
                <a:close/>
              </a:path>
              <a:path w="1218565" h="12842875">
                <a:moveTo>
                  <a:pt x="223456" y="48"/>
                </a:moveTo>
                <a:lnTo>
                  <a:pt x="335145" y="47"/>
                </a:lnTo>
                <a:lnTo>
                  <a:pt x="335145" y="4415483"/>
                </a:lnTo>
                <a:lnTo>
                  <a:pt x="223456" y="4415491"/>
                </a:lnTo>
                <a:lnTo>
                  <a:pt x="223456" y="48"/>
                </a:lnTo>
                <a:close/>
              </a:path>
              <a:path w="1218565" h="12842875">
                <a:moveTo>
                  <a:pt x="335068" y="48"/>
                </a:moveTo>
                <a:lnTo>
                  <a:pt x="446757" y="47"/>
                </a:lnTo>
                <a:lnTo>
                  <a:pt x="446835" y="4415483"/>
                </a:lnTo>
                <a:lnTo>
                  <a:pt x="335145" y="4415491"/>
                </a:lnTo>
                <a:lnTo>
                  <a:pt x="335068" y="48"/>
                </a:lnTo>
                <a:close/>
              </a:path>
              <a:path w="1218565" h="12842875">
                <a:moveTo>
                  <a:pt x="446757" y="48"/>
                </a:moveTo>
                <a:lnTo>
                  <a:pt x="558447" y="47"/>
                </a:lnTo>
                <a:lnTo>
                  <a:pt x="558524" y="4415483"/>
                </a:lnTo>
                <a:lnTo>
                  <a:pt x="446835" y="4415491"/>
                </a:lnTo>
                <a:lnTo>
                  <a:pt x="446757" y="48"/>
                </a:lnTo>
                <a:close/>
              </a:path>
              <a:path w="1218565" h="12842875">
                <a:moveTo>
                  <a:pt x="558447" y="27"/>
                </a:moveTo>
                <a:lnTo>
                  <a:pt x="670136" y="25"/>
                </a:lnTo>
                <a:lnTo>
                  <a:pt x="670214" y="4415468"/>
                </a:lnTo>
                <a:lnTo>
                  <a:pt x="558524" y="4415468"/>
                </a:lnTo>
                <a:lnTo>
                  <a:pt x="558447" y="27"/>
                </a:lnTo>
                <a:close/>
              </a:path>
              <a:path w="1218565" h="12842875">
                <a:moveTo>
                  <a:pt x="670136" y="28"/>
                </a:moveTo>
                <a:lnTo>
                  <a:pt x="781826" y="27"/>
                </a:lnTo>
                <a:lnTo>
                  <a:pt x="781903" y="4415468"/>
                </a:lnTo>
                <a:lnTo>
                  <a:pt x="670214" y="4415468"/>
                </a:lnTo>
                <a:lnTo>
                  <a:pt x="670136" y="28"/>
                </a:lnTo>
                <a:close/>
              </a:path>
              <a:path w="1218565" h="12842875">
                <a:moveTo>
                  <a:pt x="781826" y="18"/>
                </a:moveTo>
                <a:lnTo>
                  <a:pt x="893515" y="17"/>
                </a:lnTo>
                <a:lnTo>
                  <a:pt x="893593" y="4415460"/>
                </a:lnTo>
                <a:lnTo>
                  <a:pt x="781903" y="4415460"/>
                </a:lnTo>
                <a:lnTo>
                  <a:pt x="781826" y="18"/>
                </a:lnTo>
                <a:close/>
              </a:path>
              <a:path w="1218565" h="12842875">
                <a:moveTo>
                  <a:pt x="893515" y="1"/>
                </a:moveTo>
                <a:lnTo>
                  <a:pt x="1005204" y="0"/>
                </a:lnTo>
                <a:lnTo>
                  <a:pt x="1005282" y="4415437"/>
                </a:lnTo>
                <a:lnTo>
                  <a:pt x="893593" y="4415444"/>
                </a:lnTo>
                <a:lnTo>
                  <a:pt x="893515" y="1"/>
                </a:lnTo>
                <a:close/>
              </a:path>
              <a:path w="1218565" h="12842875">
                <a:moveTo>
                  <a:pt x="1005204" y="3"/>
                </a:moveTo>
                <a:lnTo>
                  <a:pt x="1116894" y="2"/>
                </a:lnTo>
                <a:lnTo>
                  <a:pt x="1116971" y="4415444"/>
                </a:lnTo>
                <a:lnTo>
                  <a:pt x="1005282" y="4415444"/>
                </a:lnTo>
                <a:lnTo>
                  <a:pt x="1005204" y="3"/>
                </a:lnTo>
                <a:close/>
              </a:path>
              <a:path w="1218565" h="12842875">
                <a:moveTo>
                  <a:pt x="594203" y="12842250"/>
                </a:moveTo>
                <a:lnTo>
                  <a:pt x="594203" y="12611890"/>
                </a:lnTo>
                <a:lnTo>
                  <a:pt x="1218190" y="12611813"/>
                </a:lnTo>
                <a:lnTo>
                  <a:pt x="1218190" y="12842250"/>
                </a:lnTo>
                <a:lnTo>
                  <a:pt x="594203" y="12842250"/>
                </a:lnTo>
                <a:close/>
              </a:path>
              <a:path w="1218565" h="12842875">
                <a:moveTo>
                  <a:pt x="594203" y="12611813"/>
                </a:moveTo>
                <a:lnTo>
                  <a:pt x="594203" y="12364467"/>
                </a:lnTo>
                <a:lnTo>
                  <a:pt x="1218190" y="12364467"/>
                </a:lnTo>
                <a:lnTo>
                  <a:pt x="1218190" y="12611813"/>
                </a:lnTo>
                <a:lnTo>
                  <a:pt x="594203" y="12611813"/>
                </a:lnTo>
                <a:close/>
              </a:path>
              <a:path w="1218565" h="12842875">
                <a:moveTo>
                  <a:pt x="594203" y="12364467"/>
                </a:moveTo>
                <a:lnTo>
                  <a:pt x="594203" y="12117044"/>
                </a:lnTo>
                <a:lnTo>
                  <a:pt x="1218190" y="12117044"/>
                </a:lnTo>
                <a:lnTo>
                  <a:pt x="1218190" y="12364467"/>
                </a:lnTo>
                <a:lnTo>
                  <a:pt x="594203" y="123644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594125" y="11869543"/>
                </a:lnTo>
                <a:lnTo>
                  <a:pt x="1218190" y="11869543"/>
                </a:lnTo>
                <a:lnTo>
                  <a:pt x="1218190" y="12116967"/>
                </a:lnTo>
                <a:lnTo>
                  <a:pt x="594125" y="12116967"/>
                </a:lnTo>
                <a:close/>
              </a:path>
              <a:path w="1218565" h="12842875">
                <a:moveTo>
                  <a:pt x="594125" y="12116967"/>
                </a:moveTo>
                <a:lnTo>
                  <a:pt x="1218190" y="12116967"/>
                </a:lnTo>
                <a:lnTo>
                  <a:pt x="1218190" y="12364467"/>
                </a:lnTo>
                <a:lnTo>
                  <a:pt x="594125" y="12364467"/>
                </a:lnTo>
                <a:lnTo>
                  <a:pt x="594125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00945" y="275699"/>
            <a:ext cx="1218565" cy="12612370"/>
          </a:xfrm>
          <a:custGeom>
            <a:avLst/>
            <a:gdLst/>
            <a:ahLst/>
            <a:cxnLst/>
            <a:rect l="l" t="t" r="r" b="b"/>
            <a:pathLst>
              <a:path w="1218565" h="12612370">
                <a:moveTo>
                  <a:pt x="594125" y="12364442"/>
                </a:moveTo>
                <a:lnTo>
                  <a:pt x="1218190" y="12364442"/>
                </a:lnTo>
                <a:lnTo>
                  <a:pt x="1218190" y="12611865"/>
                </a:lnTo>
                <a:lnTo>
                  <a:pt x="594125" y="12611865"/>
                </a:lnTo>
                <a:lnTo>
                  <a:pt x="594125" y="12364442"/>
                </a:lnTo>
                <a:close/>
              </a:path>
              <a:path w="1218565" h="1261237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218565" h="1261237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8596703" y="2253808"/>
            <a:ext cx="120014" cy="206502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38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{{PROJECT_NAME}}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{{CITY_STATE}}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7044" y="12214248"/>
              <a:ext cx="794200" cy="80191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5"/>
              <a:ext cx="697748" cy="22593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8738384" y="11415534"/>
            <a:ext cx="1030605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7937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S1.2</a:t>
            </a:r>
            <a:endParaRPr sz="1800">
              <a:latin typeface="Verdana"/>
              <a:cs typeface="Verdana"/>
            </a:endParaRPr>
          </a:p>
          <a:p>
            <a:pPr algn="ctr" marR="75565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Verdana"/>
                <a:cs typeface="Verdana"/>
              </a:rPr>
              <a:t>Gear</a:t>
            </a:r>
            <a:r>
              <a:rPr dirty="0" sz="700" spc="6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Pad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15846" y="5582902"/>
            <a:ext cx="15830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GEAR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TOP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06893" y="5621582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31270" y="5772828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23978" y="5567172"/>
            <a:ext cx="3293745" cy="449580"/>
            <a:chOff x="4623978" y="5567172"/>
            <a:chExt cx="3293745" cy="449580"/>
          </a:xfrm>
        </p:grpSpPr>
        <p:sp>
          <p:nvSpPr>
            <p:cNvPr id="31" name="object 31"/>
            <p:cNvSpPr/>
            <p:nvPr/>
          </p:nvSpPr>
          <p:spPr>
            <a:xfrm>
              <a:off x="4631916" y="5791733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5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631916" y="5575110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23"/>
                  </a:moveTo>
                  <a:lnTo>
                    <a:pt x="5721" y="166952"/>
                  </a:lnTo>
                  <a:lnTo>
                    <a:pt x="22017" y="121357"/>
                  </a:lnTo>
                  <a:lnTo>
                    <a:pt x="47589" y="81135"/>
                  </a:lnTo>
                  <a:lnTo>
                    <a:pt x="81135" y="47589"/>
                  </a:lnTo>
                  <a:lnTo>
                    <a:pt x="121357" y="22017"/>
                  </a:lnTo>
                  <a:lnTo>
                    <a:pt x="166952" y="5721"/>
                  </a:lnTo>
                  <a:lnTo>
                    <a:pt x="216623" y="0"/>
                  </a:lnTo>
                  <a:lnTo>
                    <a:pt x="266291" y="5721"/>
                  </a:lnTo>
                  <a:lnTo>
                    <a:pt x="311886" y="22017"/>
                  </a:lnTo>
                  <a:lnTo>
                    <a:pt x="352107" y="47589"/>
                  </a:lnTo>
                  <a:lnTo>
                    <a:pt x="385654" y="81135"/>
                  </a:lnTo>
                  <a:lnTo>
                    <a:pt x="411227" y="121357"/>
                  </a:lnTo>
                  <a:lnTo>
                    <a:pt x="427524" y="166952"/>
                  </a:lnTo>
                  <a:lnTo>
                    <a:pt x="433246" y="216623"/>
                  </a:lnTo>
                  <a:lnTo>
                    <a:pt x="427524" y="266293"/>
                  </a:lnTo>
                  <a:lnTo>
                    <a:pt x="411227" y="311889"/>
                  </a:lnTo>
                  <a:lnTo>
                    <a:pt x="385654" y="352110"/>
                  </a:lnTo>
                  <a:lnTo>
                    <a:pt x="352107" y="385657"/>
                  </a:lnTo>
                  <a:lnTo>
                    <a:pt x="311886" y="411228"/>
                  </a:lnTo>
                  <a:lnTo>
                    <a:pt x="266291" y="427525"/>
                  </a:lnTo>
                  <a:lnTo>
                    <a:pt x="216623" y="433246"/>
                  </a:lnTo>
                  <a:lnTo>
                    <a:pt x="166952" y="427525"/>
                  </a:lnTo>
                  <a:lnTo>
                    <a:pt x="121357" y="411228"/>
                  </a:lnTo>
                  <a:lnTo>
                    <a:pt x="81135" y="385657"/>
                  </a:lnTo>
                  <a:lnTo>
                    <a:pt x="47589" y="352110"/>
                  </a:lnTo>
                  <a:lnTo>
                    <a:pt x="22017" y="311889"/>
                  </a:lnTo>
                  <a:lnTo>
                    <a:pt x="5721" y="266293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082386" y="5855866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1'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91777" y="12424850"/>
            <a:ext cx="172338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GEAR</a:t>
            </a:r>
            <a:r>
              <a:rPr dirty="0" sz="950" spc="5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FRONT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82831" y="12463476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973601" y="464410"/>
            <a:ext cx="17338040" cy="12393930"/>
            <a:chOff x="973601" y="464410"/>
            <a:chExt cx="17338040" cy="12393930"/>
          </a:xfrm>
        </p:grpSpPr>
        <p:sp>
          <p:nvSpPr>
            <p:cNvPr id="37" name="object 37"/>
            <p:cNvSpPr/>
            <p:nvPr/>
          </p:nvSpPr>
          <p:spPr>
            <a:xfrm>
              <a:off x="4407846" y="12633627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6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407846" y="12417073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553"/>
                  </a:moveTo>
                  <a:lnTo>
                    <a:pt x="5721" y="166899"/>
                  </a:lnTo>
                  <a:lnTo>
                    <a:pt x="22017" y="121317"/>
                  </a:lnTo>
                  <a:lnTo>
                    <a:pt x="47589" y="81109"/>
                  </a:lnTo>
                  <a:lnTo>
                    <a:pt x="81135" y="47573"/>
                  </a:lnTo>
                  <a:lnTo>
                    <a:pt x="121357" y="22010"/>
                  </a:lnTo>
                  <a:lnTo>
                    <a:pt x="166952" y="5719"/>
                  </a:lnTo>
                  <a:lnTo>
                    <a:pt x="216623" y="0"/>
                  </a:lnTo>
                  <a:lnTo>
                    <a:pt x="266293" y="5719"/>
                  </a:lnTo>
                  <a:lnTo>
                    <a:pt x="311889" y="22010"/>
                  </a:lnTo>
                  <a:lnTo>
                    <a:pt x="352110" y="47573"/>
                  </a:lnTo>
                  <a:lnTo>
                    <a:pt x="385657" y="81109"/>
                  </a:lnTo>
                  <a:lnTo>
                    <a:pt x="411228" y="121317"/>
                  </a:lnTo>
                  <a:lnTo>
                    <a:pt x="427525" y="166899"/>
                  </a:lnTo>
                  <a:lnTo>
                    <a:pt x="433246" y="216553"/>
                  </a:lnTo>
                  <a:lnTo>
                    <a:pt x="427525" y="266236"/>
                  </a:lnTo>
                  <a:lnTo>
                    <a:pt x="411228" y="311838"/>
                  </a:lnTo>
                  <a:lnTo>
                    <a:pt x="385657" y="352060"/>
                  </a:lnTo>
                  <a:lnTo>
                    <a:pt x="352110" y="385604"/>
                  </a:lnTo>
                  <a:lnTo>
                    <a:pt x="311889" y="411172"/>
                  </a:lnTo>
                  <a:lnTo>
                    <a:pt x="266293" y="427464"/>
                  </a:lnTo>
                  <a:lnTo>
                    <a:pt x="216623" y="433184"/>
                  </a:lnTo>
                  <a:lnTo>
                    <a:pt x="166952" y="427464"/>
                  </a:lnTo>
                  <a:lnTo>
                    <a:pt x="121357" y="411172"/>
                  </a:lnTo>
                  <a:lnTo>
                    <a:pt x="81135" y="385604"/>
                  </a:lnTo>
                  <a:lnTo>
                    <a:pt x="47589" y="352060"/>
                  </a:lnTo>
                  <a:lnTo>
                    <a:pt x="22017" y="311838"/>
                  </a:lnTo>
                  <a:lnTo>
                    <a:pt x="5721" y="266236"/>
                  </a:lnTo>
                  <a:lnTo>
                    <a:pt x="0" y="21655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39587" y="10285698"/>
              <a:ext cx="5271602" cy="191722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3244118" y="10441488"/>
              <a:ext cx="4736465" cy="1326515"/>
            </a:xfrm>
            <a:custGeom>
              <a:avLst/>
              <a:gdLst/>
              <a:ahLst/>
              <a:cxnLst/>
              <a:rect l="l" t="t" r="r" b="b"/>
              <a:pathLst>
                <a:path w="4736465" h="1326515">
                  <a:moveTo>
                    <a:pt x="714734" y="418835"/>
                  </a:moveTo>
                  <a:lnTo>
                    <a:pt x="4065418" y="418835"/>
                  </a:lnTo>
                </a:path>
                <a:path w="4736465" h="1326515">
                  <a:moveTo>
                    <a:pt x="714734" y="1326312"/>
                  </a:moveTo>
                  <a:lnTo>
                    <a:pt x="714734" y="418835"/>
                  </a:lnTo>
                  <a:lnTo>
                    <a:pt x="714734" y="0"/>
                  </a:lnTo>
                  <a:lnTo>
                    <a:pt x="4065418" y="0"/>
                  </a:lnTo>
                  <a:lnTo>
                    <a:pt x="4065418" y="418835"/>
                  </a:lnTo>
                  <a:lnTo>
                    <a:pt x="4065418" y="1326312"/>
                  </a:lnTo>
                </a:path>
                <a:path w="4736465" h="1326515">
                  <a:moveTo>
                    <a:pt x="4065418" y="1326312"/>
                  </a:moveTo>
                  <a:lnTo>
                    <a:pt x="714734" y="1326312"/>
                  </a:lnTo>
                </a:path>
                <a:path w="4736465" h="1326515">
                  <a:moveTo>
                    <a:pt x="4736020" y="233927"/>
                  </a:moveTo>
                  <a:lnTo>
                    <a:pt x="4065418" y="279223"/>
                  </a:lnTo>
                </a:path>
                <a:path w="4736465" h="1326515">
                  <a:moveTo>
                    <a:pt x="714734" y="505394"/>
                  </a:moveTo>
                  <a:lnTo>
                    <a:pt x="0" y="55363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026655" y="5672621"/>
              <a:ext cx="339725" cy="339725"/>
            </a:xfrm>
            <a:custGeom>
              <a:avLst/>
              <a:gdLst/>
              <a:ahLst/>
              <a:cxnLst/>
              <a:rect l="l" t="t" r="r" b="b"/>
              <a:pathLst>
                <a:path w="339725" h="339725">
                  <a:moveTo>
                    <a:pt x="226806" y="9415"/>
                  </a:moveTo>
                  <a:lnTo>
                    <a:pt x="267342" y="30298"/>
                  </a:lnTo>
                  <a:lnTo>
                    <a:pt x="299867" y="60092"/>
                  </a:lnTo>
                  <a:lnTo>
                    <a:pt x="323390" y="96716"/>
                  </a:lnTo>
                  <a:lnTo>
                    <a:pt x="336921" y="138091"/>
                  </a:lnTo>
                  <a:lnTo>
                    <a:pt x="339469" y="182135"/>
                  </a:lnTo>
                  <a:lnTo>
                    <a:pt x="330041" y="226768"/>
                  </a:lnTo>
                  <a:lnTo>
                    <a:pt x="309149" y="267315"/>
                  </a:lnTo>
                  <a:lnTo>
                    <a:pt x="279350" y="299846"/>
                  </a:lnTo>
                  <a:lnTo>
                    <a:pt x="242726" y="323372"/>
                  </a:lnTo>
                  <a:lnTo>
                    <a:pt x="201357" y="336904"/>
                  </a:lnTo>
                  <a:lnTo>
                    <a:pt x="157326" y="339451"/>
                  </a:lnTo>
                  <a:lnTo>
                    <a:pt x="112712" y="330026"/>
                  </a:lnTo>
                  <a:lnTo>
                    <a:pt x="72149" y="309150"/>
                  </a:lnTo>
                  <a:lnTo>
                    <a:pt x="39614" y="279359"/>
                  </a:lnTo>
                  <a:lnTo>
                    <a:pt x="16089" y="242736"/>
                  </a:lnTo>
                  <a:lnTo>
                    <a:pt x="2557" y="201362"/>
                  </a:lnTo>
                  <a:lnTo>
                    <a:pt x="0" y="157319"/>
                  </a:lnTo>
                  <a:lnTo>
                    <a:pt x="9400" y="112689"/>
                  </a:lnTo>
                  <a:lnTo>
                    <a:pt x="30292" y="72142"/>
                  </a:lnTo>
                  <a:lnTo>
                    <a:pt x="60094" y="39612"/>
                  </a:lnTo>
                  <a:lnTo>
                    <a:pt x="96725" y="16086"/>
                  </a:lnTo>
                  <a:lnTo>
                    <a:pt x="138107" y="2552"/>
                  </a:lnTo>
                  <a:lnTo>
                    <a:pt x="182160" y="0"/>
                  </a:lnTo>
                  <a:lnTo>
                    <a:pt x="226806" y="9415"/>
                  </a:lnTo>
                  <a:close/>
                </a:path>
                <a:path w="339725" h="339725">
                  <a:moveTo>
                    <a:pt x="9400" y="112689"/>
                  </a:moveTo>
                  <a:lnTo>
                    <a:pt x="330041" y="226768"/>
                  </a:lnTo>
                  <a:lnTo>
                    <a:pt x="204398" y="286464"/>
                  </a:lnTo>
                  <a:lnTo>
                    <a:pt x="139878" y="317119"/>
                  </a:lnTo>
                  <a:lnTo>
                    <a:pt x="116108" y="328413"/>
                  </a:lnTo>
                  <a:lnTo>
                    <a:pt x="112712" y="330026"/>
                  </a:lnTo>
                  <a:lnTo>
                    <a:pt x="178673" y="144673"/>
                  </a:lnTo>
                  <a:lnTo>
                    <a:pt x="212544" y="49492"/>
                  </a:lnTo>
                  <a:lnTo>
                    <a:pt x="225023" y="14425"/>
                  </a:lnTo>
                  <a:lnTo>
                    <a:pt x="226806" y="9415"/>
                  </a:lnTo>
                  <a:lnTo>
                    <a:pt x="330041" y="226768"/>
                  </a:lnTo>
                </a:path>
              </a:pathLst>
            </a:custGeom>
            <a:ln w="116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5824" y="464410"/>
              <a:ext cx="11476788" cy="482519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690102" y="1525243"/>
              <a:ext cx="3025140" cy="2839085"/>
            </a:xfrm>
            <a:custGeom>
              <a:avLst/>
              <a:gdLst/>
              <a:ahLst/>
              <a:cxnLst/>
              <a:rect l="l" t="t" r="r" b="b"/>
              <a:pathLst>
                <a:path w="3025140" h="2839085">
                  <a:moveTo>
                    <a:pt x="3024922" y="0"/>
                  </a:moveTo>
                  <a:lnTo>
                    <a:pt x="3024922" y="465372"/>
                  </a:lnTo>
                </a:path>
                <a:path w="3025140" h="2839085">
                  <a:moveTo>
                    <a:pt x="0" y="2838773"/>
                  </a:moveTo>
                  <a:lnTo>
                    <a:pt x="3024922" y="2838773"/>
                  </a:lnTo>
                </a:path>
                <a:path w="3025140" h="2839085">
                  <a:moveTo>
                    <a:pt x="3024922" y="465372"/>
                  </a:moveTo>
                  <a:lnTo>
                    <a:pt x="0" y="465372"/>
                  </a:lnTo>
                  <a:lnTo>
                    <a:pt x="0" y="0"/>
                  </a:lnTo>
                  <a:lnTo>
                    <a:pt x="3024922" y="0"/>
                  </a:lnTo>
                </a:path>
                <a:path w="3025140" h="2839085">
                  <a:moveTo>
                    <a:pt x="3024922" y="2838773"/>
                  </a:moveTo>
                  <a:lnTo>
                    <a:pt x="3024922" y="1721878"/>
                  </a:lnTo>
                  <a:lnTo>
                    <a:pt x="0" y="1721878"/>
                  </a:lnTo>
                  <a:lnTo>
                    <a:pt x="0" y="2838773"/>
                  </a:lnTo>
                </a:path>
                <a:path w="3025140" h="2839085">
                  <a:moveTo>
                    <a:pt x="0" y="1721878"/>
                  </a:moveTo>
                  <a:lnTo>
                    <a:pt x="0" y="465372"/>
                  </a:lnTo>
                </a:path>
                <a:path w="3025140" h="2839085">
                  <a:moveTo>
                    <a:pt x="3024922" y="465372"/>
                  </a:moveTo>
                  <a:lnTo>
                    <a:pt x="3024922" y="1721878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81238" y="2593661"/>
              <a:ext cx="96952" cy="9695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81238" y="4175928"/>
              <a:ext cx="96952" cy="9695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26936" y="2593661"/>
              <a:ext cx="96952" cy="9695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26936" y="4175928"/>
              <a:ext cx="96952" cy="9695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3748" y="1569841"/>
              <a:ext cx="96952" cy="9695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83748" y="3059034"/>
              <a:ext cx="96952" cy="9695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72941" y="1569841"/>
              <a:ext cx="96952" cy="9695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72941" y="3059034"/>
              <a:ext cx="96952" cy="9695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994248" y="1339094"/>
              <a:ext cx="4330065" cy="2387600"/>
            </a:xfrm>
            <a:custGeom>
              <a:avLst/>
              <a:gdLst/>
              <a:ahLst/>
              <a:cxnLst/>
              <a:rect l="l" t="t" r="r" b="b"/>
              <a:pathLst>
                <a:path w="4330065" h="2387600">
                  <a:moveTo>
                    <a:pt x="186149" y="2201212"/>
                  </a:moveTo>
                  <a:lnTo>
                    <a:pt x="186149" y="1333292"/>
                  </a:lnTo>
                </a:path>
                <a:path w="4330065" h="2387600">
                  <a:moveTo>
                    <a:pt x="186149" y="186149"/>
                  </a:moveTo>
                  <a:lnTo>
                    <a:pt x="2025294" y="186149"/>
                  </a:lnTo>
                </a:path>
                <a:path w="4330065" h="2387600">
                  <a:moveTo>
                    <a:pt x="4143670" y="186149"/>
                  </a:moveTo>
                  <a:lnTo>
                    <a:pt x="4143670" y="1054069"/>
                  </a:lnTo>
                </a:path>
                <a:path w="4330065" h="2387600">
                  <a:moveTo>
                    <a:pt x="4143670" y="2201212"/>
                  </a:moveTo>
                  <a:lnTo>
                    <a:pt x="2304517" y="2201212"/>
                  </a:lnTo>
                </a:path>
                <a:path w="4330065" h="2387600">
                  <a:moveTo>
                    <a:pt x="2304517" y="186149"/>
                  </a:moveTo>
                  <a:lnTo>
                    <a:pt x="2025294" y="186149"/>
                  </a:lnTo>
                  <a:lnTo>
                    <a:pt x="2025294" y="0"/>
                  </a:lnTo>
                  <a:lnTo>
                    <a:pt x="2304517" y="0"/>
                  </a:lnTo>
                  <a:lnTo>
                    <a:pt x="2304517" y="186149"/>
                  </a:lnTo>
                  <a:lnTo>
                    <a:pt x="4143670" y="186149"/>
                  </a:lnTo>
                </a:path>
                <a:path w="4330065" h="2387600">
                  <a:moveTo>
                    <a:pt x="2304517" y="2201212"/>
                  </a:moveTo>
                  <a:lnTo>
                    <a:pt x="2304517" y="2387361"/>
                  </a:lnTo>
                </a:path>
                <a:path w="4330065" h="2387600">
                  <a:moveTo>
                    <a:pt x="2304517" y="2387361"/>
                  </a:moveTo>
                  <a:lnTo>
                    <a:pt x="2025294" y="2387361"/>
                  </a:lnTo>
                  <a:lnTo>
                    <a:pt x="2025294" y="2201212"/>
                  </a:lnTo>
                  <a:lnTo>
                    <a:pt x="2304517" y="2201212"/>
                  </a:lnTo>
                </a:path>
                <a:path w="4330065" h="2387600">
                  <a:moveTo>
                    <a:pt x="2025294" y="2201212"/>
                  </a:moveTo>
                  <a:lnTo>
                    <a:pt x="186149" y="2201212"/>
                  </a:lnTo>
                </a:path>
                <a:path w="4330065" h="2387600">
                  <a:moveTo>
                    <a:pt x="4329819" y="1333292"/>
                  </a:moveTo>
                  <a:lnTo>
                    <a:pt x="4143670" y="1333292"/>
                  </a:lnTo>
                </a:path>
                <a:path w="4330065" h="2387600">
                  <a:moveTo>
                    <a:pt x="4143670" y="2201212"/>
                  </a:moveTo>
                  <a:lnTo>
                    <a:pt x="4143670" y="1333292"/>
                  </a:lnTo>
                  <a:lnTo>
                    <a:pt x="4143670" y="1054069"/>
                  </a:lnTo>
                  <a:lnTo>
                    <a:pt x="4329819" y="1054069"/>
                  </a:lnTo>
                  <a:lnTo>
                    <a:pt x="4329819" y="1333292"/>
                  </a:lnTo>
                </a:path>
                <a:path w="4330065" h="2387600">
                  <a:moveTo>
                    <a:pt x="0" y="1054069"/>
                  </a:moveTo>
                  <a:lnTo>
                    <a:pt x="186149" y="1054069"/>
                  </a:lnTo>
                </a:path>
                <a:path w="4330065" h="2387600">
                  <a:moveTo>
                    <a:pt x="186149" y="1333292"/>
                  </a:moveTo>
                  <a:lnTo>
                    <a:pt x="0" y="1333292"/>
                  </a:lnTo>
                  <a:lnTo>
                    <a:pt x="0" y="1054069"/>
                  </a:lnTo>
                </a:path>
                <a:path w="4330065" h="2387600">
                  <a:moveTo>
                    <a:pt x="186149" y="1333292"/>
                  </a:moveTo>
                  <a:lnTo>
                    <a:pt x="186149" y="1054069"/>
                  </a:lnTo>
                  <a:lnTo>
                    <a:pt x="186149" y="186149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182517" y="2471268"/>
              <a:ext cx="96952" cy="9695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10678" y="3571874"/>
              <a:ext cx="96952" cy="9695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10678" y="1370662"/>
              <a:ext cx="96952" cy="9695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38846" y="2471268"/>
              <a:ext cx="96952" cy="9695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549388" y="1525243"/>
              <a:ext cx="1675764" cy="1675764"/>
            </a:xfrm>
            <a:custGeom>
              <a:avLst/>
              <a:gdLst/>
              <a:ahLst/>
              <a:cxnLst/>
              <a:rect l="l" t="t" r="r" b="b"/>
              <a:pathLst>
                <a:path w="1675764" h="1675764">
                  <a:moveTo>
                    <a:pt x="1675341" y="1675341"/>
                  </a:moveTo>
                  <a:lnTo>
                    <a:pt x="0" y="1675341"/>
                  </a:lnTo>
                  <a:lnTo>
                    <a:pt x="0" y="0"/>
                  </a:lnTo>
                  <a:lnTo>
                    <a:pt x="1675341" y="0"/>
                  </a:lnTo>
                  <a:lnTo>
                    <a:pt x="1675341" y="1675341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975824" y="547960"/>
              <a:ext cx="11476990" cy="4142104"/>
            </a:xfrm>
            <a:custGeom>
              <a:avLst/>
              <a:gdLst/>
              <a:ahLst/>
              <a:cxnLst/>
              <a:rect l="l" t="t" r="r" b="b"/>
              <a:pathLst>
                <a:path w="11476990" h="4142104">
                  <a:moveTo>
                    <a:pt x="11232451" y="4141817"/>
                  </a:moveTo>
                  <a:lnTo>
                    <a:pt x="11232451" y="0"/>
                  </a:lnTo>
                  <a:lnTo>
                    <a:pt x="14162" y="0"/>
                  </a:lnTo>
                  <a:lnTo>
                    <a:pt x="14162" y="4141817"/>
                  </a:lnTo>
                </a:path>
                <a:path w="11476990" h="4142104">
                  <a:moveTo>
                    <a:pt x="7530644" y="517471"/>
                  </a:moveTo>
                  <a:lnTo>
                    <a:pt x="7251421" y="517471"/>
                  </a:lnTo>
                  <a:lnTo>
                    <a:pt x="7251421" y="238248"/>
                  </a:lnTo>
                  <a:lnTo>
                    <a:pt x="7530644" y="238248"/>
                  </a:lnTo>
                  <a:lnTo>
                    <a:pt x="7530644" y="517471"/>
                  </a:lnTo>
                </a:path>
                <a:path w="11476990" h="4142104">
                  <a:moveTo>
                    <a:pt x="11020939" y="3914692"/>
                  </a:moveTo>
                  <a:lnTo>
                    <a:pt x="10741716" y="3914692"/>
                  </a:lnTo>
                  <a:lnTo>
                    <a:pt x="10741716" y="3635468"/>
                  </a:lnTo>
                  <a:lnTo>
                    <a:pt x="11020939" y="3635468"/>
                  </a:lnTo>
                  <a:lnTo>
                    <a:pt x="11020939" y="3914692"/>
                  </a:lnTo>
                </a:path>
                <a:path w="11476990" h="4142104">
                  <a:moveTo>
                    <a:pt x="10276343" y="3914692"/>
                  </a:moveTo>
                  <a:lnTo>
                    <a:pt x="9997120" y="3914692"/>
                  </a:lnTo>
                  <a:lnTo>
                    <a:pt x="9997120" y="3635468"/>
                  </a:lnTo>
                  <a:lnTo>
                    <a:pt x="10276343" y="3635468"/>
                  </a:lnTo>
                  <a:lnTo>
                    <a:pt x="10276343" y="3914692"/>
                  </a:lnTo>
                </a:path>
                <a:path w="11476990" h="4142104">
                  <a:moveTo>
                    <a:pt x="550031" y="517471"/>
                  </a:moveTo>
                  <a:lnTo>
                    <a:pt x="270808" y="517471"/>
                  </a:lnTo>
                  <a:lnTo>
                    <a:pt x="270808" y="238248"/>
                  </a:lnTo>
                  <a:lnTo>
                    <a:pt x="550031" y="238248"/>
                  </a:lnTo>
                  <a:lnTo>
                    <a:pt x="550031" y="517471"/>
                  </a:lnTo>
                </a:path>
                <a:path w="11476990" h="4142104">
                  <a:moveTo>
                    <a:pt x="11020939" y="517471"/>
                  </a:moveTo>
                  <a:lnTo>
                    <a:pt x="10741716" y="517471"/>
                  </a:lnTo>
                  <a:lnTo>
                    <a:pt x="10741716" y="238248"/>
                  </a:lnTo>
                  <a:lnTo>
                    <a:pt x="11020939" y="238248"/>
                  </a:lnTo>
                  <a:lnTo>
                    <a:pt x="11020939" y="517471"/>
                  </a:lnTo>
                </a:path>
                <a:path w="11476990" h="4142104">
                  <a:moveTo>
                    <a:pt x="4040326" y="517471"/>
                  </a:moveTo>
                  <a:lnTo>
                    <a:pt x="3761103" y="517471"/>
                  </a:lnTo>
                  <a:lnTo>
                    <a:pt x="3761103" y="238248"/>
                  </a:lnTo>
                  <a:lnTo>
                    <a:pt x="4040326" y="238248"/>
                  </a:lnTo>
                  <a:lnTo>
                    <a:pt x="4040326" y="517471"/>
                  </a:lnTo>
                </a:path>
                <a:path w="11476990" h="4142104">
                  <a:moveTo>
                    <a:pt x="11476772" y="4141817"/>
                  </a:moveTo>
                  <a:lnTo>
                    <a:pt x="11232451" y="4141817"/>
                  </a:lnTo>
                  <a:lnTo>
                    <a:pt x="14162" y="4141817"/>
                  </a:lnTo>
                  <a:lnTo>
                    <a:pt x="0" y="414181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994547" y="5486301"/>
              <a:ext cx="2228850" cy="263525"/>
            </a:xfrm>
            <a:custGeom>
              <a:avLst/>
              <a:gdLst/>
              <a:ahLst/>
              <a:cxnLst/>
              <a:rect l="l" t="t" r="r" b="b"/>
              <a:pathLst>
                <a:path w="2228850" h="263525">
                  <a:moveTo>
                    <a:pt x="0" y="0"/>
                  </a:moveTo>
                  <a:lnTo>
                    <a:pt x="2228747" y="0"/>
                  </a:lnTo>
                  <a:lnTo>
                    <a:pt x="2228747" y="262935"/>
                  </a:lnTo>
                  <a:lnTo>
                    <a:pt x="0" y="26293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1067166" y="5473601"/>
            <a:ext cx="216154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(4) 3/4" SIMPSON STRONG-BOLT 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SS</a:t>
            </a:r>
            <a:endParaRPr sz="850">
              <a:latin typeface="Verdana"/>
              <a:cs typeface="Verdana"/>
            </a:endParaRPr>
          </a:p>
          <a:p>
            <a:pPr algn="r" marR="635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W/ 4"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EMBEDMENT </a:t>
            </a:r>
            <a:r>
              <a:rPr dirty="0" sz="850" spc="-10">
                <a:latin typeface="Verdana"/>
                <a:cs typeface="Verdana"/>
              </a:rPr>
              <a:t>(TYP.)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548118" y="1617047"/>
            <a:ext cx="9591675" cy="4070985"/>
            <a:chOff x="1548118" y="1617047"/>
            <a:chExt cx="9591675" cy="4070985"/>
          </a:xfrm>
        </p:grpSpPr>
        <p:sp>
          <p:nvSpPr>
            <p:cNvPr id="62" name="object 62"/>
            <p:cNvSpPr/>
            <p:nvPr/>
          </p:nvSpPr>
          <p:spPr>
            <a:xfrm>
              <a:off x="3227173" y="4335675"/>
              <a:ext cx="576580" cy="1348105"/>
            </a:xfrm>
            <a:custGeom>
              <a:avLst/>
              <a:gdLst/>
              <a:ahLst/>
              <a:cxnLst/>
              <a:rect l="l" t="t" r="r" b="b"/>
              <a:pathLst>
                <a:path w="576579" h="1348104">
                  <a:moveTo>
                    <a:pt x="576325" y="0"/>
                  </a:moveTo>
                  <a:lnTo>
                    <a:pt x="220741" y="1347827"/>
                  </a:lnTo>
                  <a:lnTo>
                    <a:pt x="0" y="1347827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788467" y="4245796"/>
              <a:ext cx="39370" cy="93980"/>
            </a:xfrm>
            <a:custGeom>
              <a:avLst/>
              <a:gdLst/>
              <a:ahLst/>
              <a:cxnLst/>
              <a:rect l="l" t="t" r="r" b="b"/>
              <a:pathLst>
                <a:path w="39370" h="93979">
                  <a:moveTo>
                    <a:pt x="30001" y="93950"/>
                  </a:moveTo>
                  <a:lnTo>
                    <a:pt x="0" y="86039"/>
                  </a:lnTo>
                  <a:lnTo>
                    <a:pt x="38742" y="0"/>
                  </a:lnTo>
                  <a:lnTo>
                    <a:pt x="30001" y="939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3788467" y="4245796"/>
              <a:ext cx="39370" cy="93980"/>
            </a:xfrm>
            <a:custGeom>
              <a:avLst/>
              <a:gdLst/>
              <a:ahLst/>
              <a:cxnLst/>
              <a:rect l="l" t="t" r="r" b="b"/>
              <a:pathLst>
                <a:path w="39370" h="93979">
                  <a:moveTo>
                    <a:pt x="38742" y="0"/>
                  </a:moveTo>
                  <a:lnTo>
                    <a:pt x="30001" y="93950"/>
                  </a:lnTo>
                  <a:lnTo>
                    <a:pt x="0" y="86039"/>
                  </a:lnTo>
                  <a:lnTo>
                    <a:pt x="38742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549388" y="1618317"/>
              <a:ext cx="9589135" cy="2839085"/>
            </a:xfrm>
            <a:custGeom>
              <a:avLst/>
              <a:gdLst/>
              <a:ahLst/>
              <a:cxnLst/>
              <a:rect l="l" t="t" r="r" b="b"/>
              <a:pathLst>
                <a:path w="9589135" h="2839085">
                  <a:moveTo>
                    <a:pt x="0" y="0"/>
                  </a:moveTo>
                  <a:lnTo>
                    <a:pt x="1675341" y="0"/>
                  </a:lnTo>
                  <a:lnTo>
                    <a:pt x="1675341" y="1675341"/>
                  </a:lnTo>
                  <a:lnTo>
                    <a:pt x="0" y="1675341"/>
                  </a:lnTo>
                  <a:lnTo>
                    <a:pt x="0" y="0"/>
                  </a:lnTo>
                  <a:close/>
                </a:path>
                <a:path w="9589135" h="2839085">
                  <a:moveTo>
                    <a:pt x="2140714" y="0"/>
                  </a:moveTo>
                  <a:lnTo>
                    <a:pt x="5165636" y="0"/>
                  </a:lnTo>
                  <a:lnTo>
                    <a:pt x="5165636" y="2838773"/>
                  </a:lnTo>
                  <a:lnTo>
                    <a:pt x="2140714" y="2838773"/>
                  </a:lnTo>
                  <a:lnTo>
                    <a:pt x="2140714" y="0"/>
                  </a:lnTo>
                  <a:close/>
                </a:path>
                <a:path w="9589135" h="2839085">
                  <a:moveTo>
                    <a:pt x="5631009" y="186149"/>
                  </a:moveTo>
                  <a:lnTo>
                    <a:pt x="9588530" y="186149"/>
                  </a:lnTo>
                  <a:lnTo>
                    <a:pt x="9588530" y="2201212"/>
                  </a:lnTo>
                  <a:lnTo>
                    <a:pt x="5631009" y="2201212"/>
                  </a:lnTo>
                  <a:lnTo>
                    <a:pt x="5631009" y="186149"/>
                  </a:lnTo>
                  <a:close/>
                </a:path>
              </a:pathLst>
            </a:custGeom>
            <a:ln w="3175">
              <a:solidFill>
                <a:srgbClr val="818181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10106596" y="1299154"/>
            <a:ext cx="958215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BATTERY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INVERTER FOOTPRINT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9810659" y="1363765"/>
            <a:ext cx="293370" cy="424815"/>
            <a:chOff x="9810659" y="1363765"/>
            <a:chExt cx="293370" cy="424815"/>
          </a:xfrm>
        </p:grpSpPr>
        <p:sp>
          <p:nvSpPr>
            <p:cNvPr id="68" name="object 68"/>
            <p:cNvSpPr/>
            <p:nvPr/>
          </p:nvSpPr>
          <p:spPr>
            <a:xfrm>
              <a:off x="9838210" y="1367893"/>
              <a:ext cx="262255" cy="376555"/>
            </a:xfrm>
            <a:custGeom>
              <a:avLst/>
              <a:gdLst/>
              <a:ahLst/>
              <a:cxnLst/>
              <a:rect l="l" t="t" r="r" b="b"/>
              <a:pathLst>
                <a:path w="262254" h="376555">
                  <a:moveTo>
                    <a:pt x="0" y="376075"/>
                  </a:moveTo>
                  <a:lnTo>
                    <a:pt x="219578" y="0"/>
                  </a:lnTo>
                  <a:lnTo>
                    <a:pt x="26169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9814786" y="1739997"/>
              <a:ext cx="30480" cy="44450"/>
            </a:xfrm>
            <a:custGeom>
              <a:avLst/>
              <a:gdLst/>
              <a:ahLst/>
              <a:cxnLst/>
              <a:rect l="l" t="t" r="r" b="b"/>
              <a:pathLst>
                <a:path w="30479" h="44450">
                  <a:moveTo>
                    <a:pt x="0" y="44101"/>
                  </a:moveTo>
                  <a:lnTo>
                    <a:pt x="16753" y="0"/>
                  </a:lnTo>
                  <a:lnTo>
                    <a:pt x="30171" y="7818"/>
                  </a:lnTo>
                  <a:lnTo>
                    <a:pt x="0" y="441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9814786" y="1739997"/>
              <a:ext cx="30480" cy="44450"/>
            </a:xfrm>
            <a:custGeom>
              <a:avLst/>
              <a:gdLst/>
              <a:ahLst/>
              <a:cxnLst/>
              <a:rect l="l" t="t" r="r" b="b"/>
              <a:pathLst>
                <a:path w="30479" h="44450">
                  <a:moveTo>
                    <a:pt x="0" y="44101"/>
                  </a:moveTo>
                  <a:lnTo>
                    <a:pt x="16753" y="0"/>
                  </a:lnTo>
                  <a:lnTo>
                    <a:pt x="30171" y="7818"/>
                  </a:lnTo>
                  <a:lnTo>
                    <a:pt x="0" y="4410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4733604" y="1303025"/>
            <a:ext cx="737870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90"/>
              </a:spcBef>
            </a:pPr>
            <a:r>
              <a:rPr dirty="0" sz="700" spc="-10">
                <a:latin typeface="Verdana"/>
                <a:cs typeface="Verdana"/>
              </a:rPr>
              <a:t>TRANSFORMER FOOTPRINT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4431494" y="1367635"/>
            <a:ext cx="299720" cy="237490"/>
            <a:chOff x="4431494" y="1367635"/>
            <a:chExt cx="299720" cy="237490"/>
          </a:xfrm>
        </p:grpSpPr>
        <p:sp>
          <p:nvSpPr>
            <p:cNvPr id="73" name="object 73"/>
            <p:cNvSpPr/>
            <p:nvPr/>
          </p:nvSpPr>
          <p:spPr>
            <a:xfrm>
              <a:off x="4466119" y="1371763"/>
              <a:ext cx="260985" cy="194310"/>
            </a:xfrm>
            <a:custGeom>
              <a:avLst/>
              <a:gdLst/>
              <a:ahLst/>
              <a:cxnLst/>
              <a:rect l="l" t="t" r="r" b="b"/>
              <a:pathLst>
                <a:path w="260985" h="194309">
                  <a:moveTo>
                    <a:pt x="0" y="193719"/>
                  </a:moveTo>
                  <a:lnTo>
                    <a:pt x="168604" y="0"/>
                  </a:lnTo>
                  <a:lnTo>
                    <a:pt x="260794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435622" y="1560324"/>
              <a:ext cx="36830" cy="40640"/>
            </a:xfrm>
            <a:custGeom>
              <a:avLst/>
              <a:gdLst/>
              <a:ahLst/>
              <a:cxnLst/>
              <a:rect l="l" t="t" r="r" b="b"/>
              <a:pathLst>
                <a:path w="36829" h="40640">
                  <a:moveTo>
                    <a:pt x="0" y="40200"/>
                  </a:moveTo>
                  <a:lnTo>
                    <a:pt x="24703" y="0"/>
                  </a:lnTo>
                  <a:lnTo>
                    <a:pt x="36399" y="10183"/>
                  </a:lnTo>
                  <a:lnTo>
                    <a:pt x="0" y="40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435622" y="1560324"/>
              <a:ext cx="36830" cy="40640"/>
            </a:xfrm>
            <a:custGeom>
              <a:avLst/>
              <a:gdLst/>
              <a:ahLst/>
              <a:cxnLst/>
              <a:rect l="l" t="t" r="r" b="b"/>
              <a:pathLst>
                <a:path w="36829" h="40640">
                  <a:moveTo>
                    <a:pt x="0" y="40200"/>
                  </a:moveTo>
                  <a:lnTo>
                    <a:pt x="24703" y="0"/>
                  </a:lnTo>
                  <a:lnTo>
                    <a:pt x="36399" y="10183"/>
                  </a:lnTo>
                  <a:lnTo>
                    <a:pt x="0" y="4020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2242139" y="1049629"/>
            <a:ext cx="820419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AC</a:t>
            </a:r>
            <a:r>
              <a:rPr dirty="0" sz="700" spc="5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DISCONNECT FOOTPRINT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972288" y="269818"/>
            <a:ext cx="1267460" cy="1330325"/>
            <a:chOff x="972288" y="269818"/>
            <a:chExt cx="1267460" cy="1330325"/>
          </a:xfrm>
        </p:grpSpPr>
        <p:sp>
          <p:nvSpPr>
            <p:cNvPr id="78" name="object 78"/>
            <p:cNvSpPr/>
            <p:nvPr/>
          </p:nvSpPr>
          <p:spPr>
            <a:xfrm>
              <a:off x="2017599" y="1118368"/>
              <a:ext cx="218440" cy="433070"/>
            </a:xfrm>
            <a:custGeom>
              <a:avLst/>
              <a:gdLst/>
              <a:ahLst/>
              <a:cxnLst/>
              <a:rect l="l" t="t" r="r" b="b"/>
              <a:pathLst>
                <a:path w="218439" h="433069">
                  <a:moveTo>
                    <a:pt x="0" y="432757"/>
                  </a:moveTo>
                  <a:lnTo>
                    <a:pt x="128807" y="0"/>
                  </a:lnTo>
                  <a:lnTo>
                    <a:pt x="21784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004336" y="1548892"/>
              <a:ext cx="20955" cy="46990"/>
            </a:xfrm>
            <a:custGeom>
              <a:avLst/>
              <a:gdLst/>
              <a:ahLst/>
              <a:cxnLst/>
              <a:rect l="l" t="t" r="r" b="b"/>
              <a:pathLst>
                <a:path w="20955" h="46990">
                  <a:moveTo>
                    <a:pt x="0" y="46816"/>
                  </a:moveTo>
                  <a:lnTo>
                    <a:pt x="5840" y="0"/>
                  </a:lnTo>
                  <a:lnTo>
                    <a:pt x="20709" y="4421"/>
                  </a:lnTo>
                  <a:lnTo>
                    <a:pt x="0" y="46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004336" y="1548892"/>
              <a:ext cx="20955" cy="46990"/>
            </a:xfrm>
            <a:custGeom>
              <a:avLst/>
              <a:gdLst/>
              <a:ahLst/>
              <a:cxnLst/>
              <a:rect l="l" t="t" r="r" b="b"/>
              <a:pathLst>
                <a:path w="20955" h="46990">
                  <a:moveTo>
                    <a:pt x="0" y="46816"/>
                  </a:moveTo>
                  <a:lnTo>
                    <a:pt x="5840" y="0"/>
                  </a:lnTo>
                  <a:lnTo>
                    <a:pt x="20709" y="4421"/>
                  </a:lnTo>
                  <a:lnTo>
                    <a:pt x="0" y="4681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989987" y="374486"/>
              <a:ext cx="645160" cy="1221740"/>
            </a:xfrm>
            <a:custGeom>
              <a:avLst/>
              <a:gdLst/>
              <a:ahLst/>
              <a:cxnLst/>
              <a:rect l="l" t="t" r="r" b="b"/>
              <a:pathLst>
                <a:path w="645160" h="1221740">
                  <a:moveTo>
                    <a:pt x="644564" y="1221370"/>
                  </a:moveTo>
                  <a:lnTo>
                    <a:pt x="644564" y="39556"/>
                  </a:lnTo>
                </a:path>
                <a:path w="645160" h="1221740">
                  <a:moveTo>
                    <a:pt x="644564" y="39556"/>
                  </a:moveTo>
                  <a:lnTo>
                    <a:pt x="644564" y="11537"/>
                  </a:lnTo>
                </a:path>
                <a:path w="645160" h="1221740">
                  <a:moveTo>
                    <a:pt x="644564" y="11537"/>
                  </a:moveTo>
                  <a:lnTo>
                    <a:pt x="644564" y="0"/>
                  </a:lnTo>
                </a:path>
                <a:path w="645160" h="1221740">
                  <a:moveTo>
                    <a:pt x="0" y="151013"/>
                  </a:moveTo>
                  <a:lnTo>
                    <a:pt x="0" y="39556"/>
                  </a:lnTo>
                </a:path>
                <a:path w="645160" h="1221740">
                  <a:moveTo>
                    <a:pt x="0" y="39556"/>
                  </a:moveTo>
                  <a:lnTo>
                    <a:pt x="0" y="0"/>
                  </a:lnTo>
                </a:path>
                <a:path w="645160" h="1221740">
                  <a:moveTo>
                    <a:pt x="644564" y="39556"/>
                  </a:moveTo>
                  <a:lnTo>
                    <a:pt x="0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626019" y="40551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634551" y="41404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981455" y="40551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972923" y="41404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148035" y="27394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148035" y="27394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1185363" y="261245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2"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576630" y="530262"/>
            <a:ext cx="1007744" cy="1106170"/>
            <a:chOff x="576630" y="530262"/>
            <a:chExt cx="1007744" cy="1106170"/>
          </a:xfrm>
        </p:grpSpPr>
        <p:sp>
          <p:nvSpPr>
            <p:cNvPr id="90" name="object 90"/>
            <p:cNvSpPr/>
            <p:nvPr/>
          </p:nvSpPr>
          <p:spPr>
            <a:xfrm>
              <a:off x="681297" y="547961"/>
              <a:ext cx="902335" cy="1070610"/>
            </a:xfrm>
            <a:custGeom>
              <a:avLst/>
              <a:gdLst/>
              <a:ahLst/>
              <a:cxnLst/>
              <a:rect l="l" t="t" r="r" b="b"/>
              <a:pathLst>
                <a:path w="902335" h="1070610">
                  <a:moveTo>
                    <a:pt x="902109" y="1070357"/>
                  </a:moveTo>
                  <a:lnTo>
                    <a:pt x="39556" y="1070357"/>
                  </a:lnTo>
                </a:path>
                <a:path w="902335" h="1070610">
                  <a:moveTo>
                    <a:pt x="39556" y="1070357"/>
                  </a:moveTo>
                  <a:lnTo>
                    <a:pt x="0" y="1070357"/>
                  </a:lnTo>
                </a:path>
                <a:path w="902335" h="1070610">
                  <a:moveTo>
                    <a:pt x="286227" y="0"/>
                  </a:moveTo>
                  <a:lnTo>
                    <a:pt x="39556" y="0"/>
                  </a:lnTo>
                </a:path>
                <a:path w="902335" h="1070610">
                  <a:moveTo>
                    <a:pt x="39556" y="0"/>
                  </a:moveTo>
                  <a:lnTo>
                    <a:pt x="0" y="0"/>
                  </a:lnTo>
                </a:path>
                <a:path w="902335" h="1070610">
                  <a:moveTo>
                    <a:pt x="39556" y="1070357"/>
                  </a:moveTo>
                  <a:lnTo>
                    <a:pt x="39556" y="728890"/>
                  </a:lnTo>
                </a:path>
                <a:path w="902335" h="1070610">
                  <a:moveTo>
                    <a:pt x="39556" y="341467"/>
                  </a:moveTo>
                  <a:lnTo>
                    <a:pt x="39556" y="0"/>
                  </a:lnTo>
                </a:path>
                <a:path w="902335" h="1070610">
                  <a:moveTo>
                    <a:pt x="39556" y="728890"/>
                  </a:moveTo>
                  <a:lnTo>
                    <a:pt x="39556" y="3414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712322" y="1609787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720854" y="161831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712322" y="53942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720854" y="5308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580757" y="889427"/>
              <a:ext cx="112395" cy="387985"/>
            </a:xfrm>
            <a:custGeom>
              <a:avLst/>
              <a:gdLst/>
              <a:ahLst/>
              <a:cxnLst/>
              <a:rect l="l" t="t" r="r" b="b"/>
              <a:pathLst>
                <a:path w="112395" h="387984">
                  <a:moveTo>
                    <a:pt x="0" y="38742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87422"/>
                  </a:lnTo>
                  <a:lnTo>
                    <a:pt x="0" y="38742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567558" y="926273"/>
            <a:ext cx="139065" cy="31305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11"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972288" y="3315487"/>
            <a:ext cx="594995" cy="1729739"/>
            <a:chOff x="972288" y="3315487"/>
            <a:chExt cx="594995" cy="1729739"/>
          </a:xfrm>
        </p:grpSpPr>
        <p:sp>
          <p:nvSpPr>
            <p:cNvPr id="98" name="object 98"/>
            <p:cNvSpPr/>
            <p:nvPr/>
          </p:nvSpPr>
          <p:spPr>
            <a:xfrm>
              <a:off x="989987" y="3316122"/>
              <a:ext cx="559435" cy="1728470"/>
            </a:xfrm>
            <a:custGeom>
              <a:avLst/>
              <a:gdLst/>
              <a:ahLst/>
              <a:cxnLst/>
              <a:rect l="l" t="t" r="r" b="b"/>
              <a:pathLst>
                <a:path w="559435" h="1728470">
                  <a:moveTo>
                    <a:pt x="559401" y="0"/>
                  </a:moveTo>
                  <a:lnTo>
                    <a:pt x="559401" y="1548481"/>
                  </a:lnTo>
                </a:path>
                <a:path w="559435" h="1728470">
                  <a:moveTo>
                    <a:pt x="559401" y="1660558"/>
                  </a:moveTo>
                  <a:lnTo>
                    <a:pt x="559401" y="1688573"/>
                  </a:lnTo>
                </a:path>
                <a:path w="559435" h="1728470">
                  <a:moveTo>
                    <a:pt x="559401" y="1548481"/>
                  </a:moveTo>
                  <a:lnTo>
                    <a:pt x="559401" y="1660558"/>
                  </a:lnTo>
                </a:path>
                <a:path w="559435" h="1728470">
                  <a:moveTo>
                    <a:pt x="559401" y="1688573"/>
                  </a:moveTo>
                  <a:lnTo>
                    <a:pt x="559401" y="1728130"/>
                  </a:lnTo>
                </a:path>
                <a:path w="559435" h="1728470">
                  <a:moveTo>
                    <a:pt x="0" y="1396117"/>
                  </a:moveTo>
                  <a:lnTo>
                    <a:pt x="0" y="1688573"/>
                  </a:lnTo>
                </a:path>
                <a:path w="559435" h="1728470">
                  <a:moveTo>
                    <a:pt x="0" y="1688573"/>
                  </a:moveTo>
                  <a:lnTo>
                    <a:pt x="0" y="1728130"/>
                  </a:lnTo>
                </a:path>
                <a:path w="559435" h="1728470">
                  <a:moveTo>
                    <a:pt x="559401" y="1688573"/>
                  </a:moveTo>
                  <a:lnTo>
                    <a:pt x="0" y="168857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540856" y="499616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549388" y="500469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981455" y="4996164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72923" y="500469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1105446" y="4864602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328475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28475" y="0"/>
                  </a:lnTo>
                  <a:lnTo>
                    <a:pt x="328475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105446" y="4864602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/>
          <p:cNvSpPr txBox="1"/>
          <p:nvPr/>
        </p:nvSpPr>
        <p:spPr>
          <a:xfrm>
            <a:off x="1143161" y="4851903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11213294" y="320188"/>
            <a:ext cx="1012825" cy="2459990"/>
            <a:chOff x="11213294" y="320188"/>
            <a:chExt cx="1012825" cy="2459990"/>
          </a:xfrm>
        </p:grpSpPr>
        <p:sp>
          <p:nvSpPr>
            <p:cNvPr id="107" name="object 107"/>
            <p:cNvSpPr/>
            <p:nvPr/>
          </p:nvSpPr>
          <p:spPr>
            <a:xfrm>
              <a:off x="11230993" y="424857"/>
              <a:ext cx="977900" cy="2354580"/>
            </a:xfrm>
            <a:custGeom>
              <a:avLst/>
              <a:gdLst/>
              <a:ahLst/>
              <a:cxnLst/>
              <a:rect l="l" t="t" r="r" b="b"/>
              <a:pathLst>
                <a:path w="977900" h="2354580">
                  <a:moveTo>
                    <a:pt x="0" y="2354248"/>
                  </a:moveTo>
                  <a:lnTo>
                    <a:pt x="0" y="39556"/>
                  </a:lnTo>
                </a:path>
                <a:path w="977900" h="2354580">
                  <a:moveTo>
                    <a:pt x="0" y="39556"/>
                  </a:moveTo>
                  <a:lnTo>
                    <a:pt x="0" y="0"/>
                  </a:lnTo>
                </a:path>
                <a:path w="977900" h="2354580">
                  <a:moveTo>
                    <a:pt x="977282" y="100642"/>
                  </a:moveTo>
                  <a:lnTo>
                    <a:pt x="977282" y="39556"/>
                  </a:lnTo>
                </a:path>
                <a:path w="977900" h="2354580">
                  <a:moveTo>
                    <a:pt x="977282" y="39556"/>
                  </a:moveTo>
                  <a:lnTo>
                    <a:pt x="977282" y="11537"/>
                  </a:lnTo>
                </a:path>
                <a:path w="977900" h="2354580">
                  <a:moveTo>
                    <a:pt x="977282" y="11537"/>
                  </a:moveTo>
                  <a:lnTo>
                    <a:pt x="977282" y="0"/>
                  </a:lnTo>
                </a:path>
                <a:path w="977900" h="2354580">
                  <a:moveTo>
                    <a:pt x="0" y="39556"/>
                  </a:moveTo>
                  <a:lnTo>
                    <a:pt x="977282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1222461" y="45588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1213929" y="4644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2199744" y="45588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2208275" y="4644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11555435" y="324315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/>
          <p:cNvSpPr txBox="1"/>
          <p:nvPr/>
        </p:nvSpPr>
        <p:spPr>
          <a:xfrm>
            <a:off x="11592763" y="311615"/>
            <a:ext cx="2540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9"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11252851" y="530262"/>
            <a:ext cx="1489710" cy="2299970"/>
            <a:chOff x="11252851" y="530262"/>
            <a:chExt cx="1489710" cy="2299970"/>
          </a:xfrm>
        </p:grpSpPr>
        <p:sp>
          <p:nvSpPr>
            <p:cNvPr id="115" name="object 115"/>
            <p:cNvSpPr/>
            <p:nvPr/>
          </p:nvSpPr>
          <p:spPr>
            <a:xfrm>
              <a:off x="11253486" y="547961"/>
              <a:ext cx="1488440" cy="2264410"/>
            </a:xfrm>
            <a:custGeom>
              <a:avLst/>
              <a:gdLst/>
              <a:ahLst/>
              <a:cxnLst/>
              <a:rect l="l" t="t" r="r" b="b"/>
              <a:pathLst>
                <a:path w="1488440" h="2264410">
                  <a:moveTo>
                    <a:pt x="0" y="2264038"/>
                  </a:moveTo>
                  <a:lnTo>
                    <a:pt x="1448394" y="2264038"/>
                  </a:lnTo>
                </a:path>
                <a:path w="1488440" h="2264410">
                  <a:moveTo>
                    <a:pt x="1448394" y="2264038"/>
                  </a:moveTo>
                  <a:lnTo>
                    <a:pt x="1487951" y="2264038"/>
                  </a:lnTo>
                </a:path>
                <a:path w="1488440" h="2264410">
                  <a:moveTo>
                    <a:pt x="977282" y="0"/>
                  </a:moveTo>
                  <a:lnTo>
                    <a:pt x="1448394" y="0"/>
                  </a:lnTo>
                </a:path>
                <a:path w="1488440" h="2264410">
                  <a:moveTo>
                    <a:pt x="1448394" y="0"/>
                  </a:moveTo>
                  <a:lnTo>
                    <a:pt x="1487951" y="0"/>
                  </a:lnTo>
                </a:path>
                <a:path w="1488440" h="2264410">
                  <a:moveTo>
                    <a:pt x="1448394" y="2264038"/>
                  </a:moveTo>
                  <a:lnTo>
                    <a:pt x="1448394" y="1296257"/>
                  </a:lnTo>
                </a:path>
                <a:path w="1488440" h="2264410">
                  <a:moveTo>
                    <a:pt x="1448394" y="967782"/>
                  </a:moveTo>
                  <a:lnTo>
                    <a:pt x="1448394" y="0"/>
                  </a:lnTo>
                </a:path>
                <a:path w="1488440" h="2264410">
                  <a:moveTo>
                    <a:pt x="1448394" y="1296257"/>
                  </a:moveTo>
                  <a:lnTo>
                    <a:pt x="1448394" y="9677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2693349" y="280346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12701881" y="281200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2693349" y="53942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12701881" y="5308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12561804" y="1515742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1" name="object 121"/>
          <p:cNvSpPr txBox="1"/>
          <p:nvPr/>
        </p:nvSpPr>
        <p:spPr>
          <a:xfrm>
            <a:off x="12548628" y="1553181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4'-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6697326" y="924546"/>
            <a:ext cx="501015" cy="858519"/>
            <a:chOff x="6697326" y="924546"/>
            <a:chExt cx="501015" cy="858519"/>
          </a:xfrm>
        </p:grpSpPr>
        <p:sp>
          <p:nvSpPr>
            <p:cNvPr id="123" name="object 123"/>
            <p:cNvSpPr/>
            <p:nvPr/>
          </p:nvSpPr>
          <p:spPr>
            <a:xfrm>
              <a:off x="6715024" y="1029211"/>
              <a:ext cx="465455" cy="753110"/>
            </a:xfrm>
            <a:custGeom>
              <a:avLst/>
              <a:gdLst/>
              <a:ahLst/>
              <a:cxnLst/>
              <a:rect l="l" t="t" r="r" b="b"/>
              <a:pathLst>
                <a:path w="465454" h="753110">
                  <a:moveTo>
                    <a:pt x="0" y="566645"/>
                  </a:moveTo>
                  <a:lnTo>
                    <a:pt x="0" y="39556"/>
                  </a:lnTo>
                </a:path>
                <a:path w="465454" h="753110">
                  <a:moveTo>
                    <a:pt x="0" y="39556"/>
                  </a:moveTo>
                  <a:lnTo>
                    <a:pt x="0" y="0"/>
                  </a:lnTo>
                </a:path>
                <a:path w="465454" h="753110">
                  <a:moveTo>
                    <a:pt x="465372" y="752794"/>
                  </a:moveTo>
                  <a:lnTo>
                    <a:pt x="465372" y="39556"/>
                  </a:lnTo>
                </a:path>
                <a:path w="465454" h="753110">
                  <a:moveTo>
                    <a:pt x="465372" y="39556"/>
                  </a:moveTo>
                  <a:lnTo>
                    <a:pt x="465372" y="11541"/>
                  </a:lnTo>
                </a:path>
                <a:path w="465454" h="753110">
                  <a:moveTo>
                    <a:pt x="465372" y="11541"/>
                  </a:moveTo>
                  <a:lnTo>
                    <a:pt x="465372" y="0"/>
                  </a:lnTo>
                </a:path>
                <a:path w="465454" h="753110">
                  <a:moveTo>
                    <a:pt x="0" y="39556"/>
                  </a:moveTo>
                  <a:lnTo>
                    <a:pt x="465372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6706492" y="106023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6697961" y="10687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7171865" y="106023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7180397" y="10687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6846492" y="928674"/>
              <a:ext cx="202565" cy="112395"/>
            </a:xfrm>
            <a:custGeom>
              <a:avLst/>
              <a:gdLst/>
              <a:ahLst/>
              <a:cxnLst/>
              <a:rect l="l" t="t" r="r" b="b"/>
              <a:pathLst>
                <a:path w="202565" h="112394">
                  <a:moveTo>
                    <a:pt x="202437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202437" y="0"/>
                  </a:lnTo>
                  <a:lnTo>
                    <a:pt x="202437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6846492" y="928674"/>
              <a:ext cx="202565" cy="112395"/>
            </a:xfrm>
            <a:custGeom>
              <a:avLst/>
              <a:gdLst/>
              <a:ahLst/>
              <a:cxnLst/>
              <a:rect l="l" t="t" r="r" b="b"/>
              <a:pathLst>
                <a:path w="202565" h="112394">
                  <a:moveTo>
                    <a:pt x="0" y="0"/>
                  </a:moveTo>
                  <a:lnTo>
                    <a:pt x="202437" y="0"/>
                  </a:lnTo>
                  <a:lnTo>
                    <a:pt x="202437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" name="object 130"/>
          <p:cNvSpPr txBox="1"/>
          <p:nvPr/>
        </p:nvSpPr>
        <p:spPr>
          <a:xfrm>
            <a:off x="6884208" y="915974"/>
            <a:ext cx="12763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3207031" y="924546"/>
            <a:ext cx="501015" cy="672465"/>
            <a:chOff x="3207031" y="924546"/>
            <a:chExt cx="501015" cy="672465"/>
          </a:xfrm>
        </p:grpSpPr>
        <p:sp>
          <p:nvSpPr>
            <p:cNvPr id="132" name="object 132"/>
            <p:cNvSpPr/>
            <p:nvPr/>
          </p:nvSpPr>
          <p:spPr>
            <a:xfrm>
              <a:off x="3224730" y="1029211"/>
              <a:ext cx="465455" cy="567055"/>
            </a:xfrm>
            <a:custGeom>
              <a:avLst/>
              <a:gdLst/>
              <a:ahLst/>
              <a:cxnLst/>
              <a:rect l="l" t="t" r="r" b="b"/>
              <a:pathLst>
                <a:path w="465454" h="567055">
                  <a:moveTo>
                    <a:pt x="0" y="473570"/>
                  </a:moveTo>
                  <a:lnTo>
                    <a:pt x="0" y="39556"/>
                  </a:lnTo>
                </a:path>
                <a:path w="465454" h="567055">
                  <a:moveTo>
                    <a:pt x="0" y="39556"/>
                  </a:moveTo>
                  <a:lnTo>
                    <a:pt x="0" y="0"/>
                  </a:lnTo>
                </a:path>
                <a:path w="465454" h="567055">
                  <a:moveTo>
                    <a:pt x="465372" y="566645"/>
                  </a:moveTo>
                  <a:lnTo>
                    <a:pt x="465372" y="39556"/>
                  </a:lnTo>
                </a:path>
                <a:path w="465454" h="567055">
                  <a:moveTo>
                    <a:pt x="465372" y="39556"/>
                  </a:moveTo>
                  <a:lnTo>
                    <a:pt x="465372" y="11541"/>
                  </a:lnTo>
                </a:path>
                <a:path w="465454" h="567055">
                  <a:moveTo>
                    <a:pt x="465372" y="11541"/>
                  </a:moveTo>
                  <a:lnTo>
                    <a:pt x="465372" y="0"/>
                  </a:lnTo>
                </a:path>
                <a:path w="465454" h="567055">
                  <a:moveTo>
                    <a:pt x="0" y="39556"/>
                  </a:moveTo>
                  <a:lnTo>
                    <a:pt x="465372" y="395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3216198" y="106023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4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3207666" y="10687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3681570" y="106023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3690102" y="106876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3326724" y="928674"/>
              <a:ext cx="261620" cy="112395"/>
            </a:xfrm>
            <a:custGeom>
              <a:avLst/>
              <a:gdLst/>
              <a:ahLst/>
              <a:cxnLst/>
              <a:rect l="l" t="t" r="r" b="b"/>
              <a:pathLst>
                <a:path w="261620" h="112394">
                  <a:moveTo>
                    <a:pt x="261384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261384" y="0"/>
                  </a:lnTo>
                  <a:lnTo>
                    <a:pt x="261384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3326724" y="928674"/>
              <a:ext cx="261620" cy="112395"/>
            </a:xfrm>
            <a:custGeom>
              <a:avLst/>
              <a:gdLst/>
              <a:ahLst/>
              <a:cxnLst/>
              <a:rect l="l" t="t" r="r" b="b"/>
              <a:pathLst>
                <a:path w="261620" h="112394">
                  <a:moveTo>
                    <a:pt x="0" y="0"/>
                  </a:moveTo>
                  <a:lnTo>
                    <a:pt x="261384" y="0"/>
                  </a:lnTo>
                  <a:lnTo>
                    <a:pt x="261384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9" name="object 139"/>
          <p:cNvSpPr txBox="1"/>
          <p:nvPr/>
        </p:nvSpPr>
        <p:spPr>
          <a:xfrm>
            <a:off x="3364439" y="915974"/>
            <a:ext cx="18669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latin typeface="Verdana"/>
                <a:cs typeface="Verdana"/>
              </a:rPr>
              <a:t>10"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0" name="object 140"/>
          <p:cNvGrpSpPr/>
          <p:nvPr/>
        </p:nvGrpSpPr>
        <p:grpSpPr>
          <a:xfrm>
            <a:off x="6571691" y="4217186"/>
            <a:ext cx="451484" cy="490855"/>
            <a:chOff x="6571691" y="4217186"/>
            <a:chExt cx="451484" cy="490855"/>
          </a:xfrm>
        </p:grpSpPr>
        <p:sp>
          <p:nvSpPr>
            <p:cNvPr id="141" name="object 141"/>
            <p:cNvSpPr/>
            <p:nvPr/>
          </p:nvSpPr>
          <p:spPr>
            <a:xfrm>
              <a:off x="6572326" y="4234885"/>
              <a:ext cx="450215" cy="455295"/>
            </a:xfrm>
            <a:custGeom>
              <a:avLst/>
              <a:gdLst/>
              <a:ahLst/>
              <a:cxnLst/>
              <a:rect l="l" t="t" r="r" b="b"/>
              <a:pathLst>
                <a:path w="450215" h="455295">
                  <a:moveTo>
                    <a:pt x="25897" y="0"/>
                  </a:moveTo>
                  <a:lnTo>
                    <a:pt x="410481" y="0"/>
                  </a:lnTo>
                </a:path>
                <a:path w="450215" h="455295">
                  <a:moveTo>
                    <a:pt x="410481" y="0"/>
                  </a:moveTo>
                  <a:lnTo>
                    <a:pt x="450038" y="0"/>
                  </a:lnTo>
                </a:path>
                <a:path w="450215" h="455295">
                  <a:moveTo>
                    <a:pt x="0" y="454894"/>
                  </a:moveTo>
                  <a:lnTo>
                    <a:pt x="410481" y="454901"/>
                  </a:lnTo>
                </a:path>
                <a:path w="450215" h="455295">
                  <a:moveTo>
                    <a:pt x="410481" y="454901"/>
                  </a:moveTo>
                  <a:lnTo>
                    <a:pt x="450038" y="454901"/>
                  </a:lnTo>
                </a:path>
                <a:path w="450215" h="455295">
                  <a:moveTo>
                    <a:pt x="410481" y="0"/>
                  </a:moveTo>
                  <a:lnTo>
                    <a:pt x="410481" y="96758"/>
                  </a:lnTo>
                </a:path>
                <a:path w="450215" h="455295">
                  <a:moveTo>
                    <a:pt x="410481" y="358143"/>
                  </a:moveTo>
                  <a:lnTo>
                    <a:pt x="410481" y="454901"/>
                  </a:lnTo>
                </a:path>
                <a:path w="450215" h="455295">
                  <a:moveTo>
                    <a:pt x="410481" y="96758"/>
                  </a:moveTo>
                  <a:lnTo>
                    <a:pt x="410481" y="35814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6974276" y="422635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6982808" y="4217821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6974276" y="4681255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6982808" y="4689786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6842707" y="4331642"/>
              <a:ext cx="112395" cy="261620"/>
            </a:xfrm>
            <a:custGeom>
              <a:avLst/>
              <a:gdLst/>
              <a:ahLst/>
              <a:cxnLst/>
              <a:rect l="l" t="t" r="r" b="b"/>
              <a:pathLst>
                <a:path w="112395" h="261620">
                  <a:moveTo>
                    <a:pt x="112077" y="261384"/>
                  </a:moveTo>
                  <a:lnTo>
                    <a:pt x="0" y="261384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2613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6842707" y="4331642"/>
              <a:ext cx="112395" cy="261620"/>
            </a:xfrm>
            <a:custGeom>
              <a:avLst/>
              <a:gdLst/>
              <a:ahLst/>
              <a:cxnLst/>
              <a:rect l="l" t="t" r="r" b="b"/>
              <a:pathLst>
                <a:path w="112395" h="261620">
                  <a:moveTo>
                    <a:pt x="0" y="261384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261384"/>
                  </a:lnTo>
                  <a:lnTo>
                    <a:pt x="0" y="261384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8" name="object 148"/>
          <p:cNvSpPr txBox="1"/>
          <p:nvPr/>
        </p:nvSpPr>
        <p:spPr>
          <a:xfrm>
            <a:off x="6829515" y="4368867"/>
            <a:ext cx="139065" cy="18669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25">
                <a:latin typeface="Verdana"/>
                <a:cs typeface="Verdana"/>
              </a:rPr>
              <a:t>10"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7632707" y="530262"/>
            <a:ext cx="1507490" cy="911225"/>
            <a:chOff x="7632707" y="530262"/>
            <a:chExt cx="1507490" cy="911225"/>
          </a:xfrm>
        </p:grpSpPr>
        <p:sp>
          <p:nvSpPr>
            <p:cNvPr id="150" name="object 150"/>
            <p:cNvSpPr/>
            <p:nvPr/>
          </p:nvSpPr>
          <p:spPr>
            <a:xfrm>
              <a:off x="7737371" y="547961"/>
              <a:ext cx="1402080" cy="875665"/>
            </a:xfrm>
            <a:custGeom>
              <a:avLst/>
              <a:gdLst/>
              <a:ahLst/>
              <a:cxnLst/>
              <a:rect l="l" t="t" r="r" b="b"/>
              <a:pathLst>
                <a:path w="1402079" h="875665">
                  <a:moveTo>
                    <a:pt x="1401849" y="875529"/>
                  </a:moveTo>
                  <a:lnTo>
                    <a:pt x="39548" y="875529"/>
                  </a:lnTo>
                </a:path>
                <a:path w="1402079" h="875665">
                  <a:moveTo>
                    <a:pt x="39548" y="875529"/>
                  </a:moveTo>
                  <a:lnTo>
                    <a:pt x="0" y="875529"/>
                  </a:lnTo>
                </a:path>
                <a:path w="1402079" h="875665">
                  <a:moveTo>
                    <a:pt x="1288143" y="0"/>
                  </a:moveTo>
                  <a:lnTo>
                    <a:pt x="39548" y="0"/>
                  </a:lnTo>
                </a:path>
                <a:path w="1402079" h="875665">
                  <a:moveTo>
                    <a:pt x="39548" y="0"/>
                  </a:moveTo>
                  <a:lnTo>
                    <a:pt x="0" y="0"/>
                  </a:lnTo>
                </a:path>
                <a:path w="1402079" h="875665">
                  <a:moveTo>
                    <a:pt x="39548" y="875529"/>
                  </a:moveTo>
                  <a:lnTo>
                    <a:pt x="39548" y="601999"/>
                  </a:lnTo>
                </a:path>
                <a:path w="1402079" h="875665">
                  <a:moveTo>
                    <a:pt x="39548" y="273523"/>
                  </a:moveTo>
                  <a:lnTo>
                    <a:pt x="39548" y="0"/>
                  </a:lnTo>
                </a:path>
                <a:path w="1402079" h="875665">
                  <a:moveTo>
                    <a:pt x="39548" y="601999"/>
                  </a:moveTo>
                  <a:lnTo>
                    <a:pt x="39548" y="27352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7768388" y="141495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4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7776920" y="1423491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4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7768388" y="53942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7776920" y="53089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7636835" y="82148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7636835" y="82148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30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7" name="object 157"/>
          <p:cNvSpPr txBox="1"/>
          <p:nvPr/>
        </p:nvSpPr>
        <p:spPr>
          <a:xfrm>
            <a:off x="7623627" y="858542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7"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58" name="object 158"/>
          <p:cNvGrpSpPr/>
          <p:nvPr/>
        </p:nvGrpSpPr>
        <p:grpSpPr>
          <a:xfrm>
            <a:off x="972288" y="4711605"/>
            <a:ext cx="11254105" cy="618490"/>
            <a:chOff x="972288" y="4711605"/>
            <a:chExt cx="11254105" cy="618490"/>
          </a:xfrm>
        </p:grpSpPr>
        <p:sp>
          <p:nvSpPr>
            <p:cNvPr id="159" name="object 159"/>
            <p:cNvSpPr/>
            <p:nvPr/>
          </p:nvSpPr>
          <p:spPr>
            <a:xfrm>
              <a:off x="989987" y="4712240"/>
              <a:ext cx="11218545" cy="617220"/>
            </a:xfrm>
            <a:custGeom>
              <a:avLst/>
              <a:gdLst/>
              <a:ahLst/>
              <a:cxnLst/>
              <a:rect l="l" t="t" r="r" b="b"/>
              <a:pathLst>
                <a:path w="11218545" h="617220">
                  <a:moveTo>
                    <a:pt x="0" y="0"/>
                  </a:moveTo>
                  <a:lnTo>
                    <a:pt x="0" y="577372"/>
                  </a:lnTo>
                </a:path>
                <a:path w="11218545" h="617220">
                  <a:moveTo>
                    <a:pt x="0" y="577372"/>
                  </a:moveTo>
                  <a:lnTo>
                    <a:pt x="0" y="616921"/>
                  </a:lnTo>
                </a:path>
                <a:path w="11218545" h="617220">
                  <a:moveTo>
                    <a:pt x="11218288" y="0"/>
                  </a:moveTo>
                  <a:lnTo>
                    <a:pt x="11218288" y="437271"/>
                  </a:lnTo>
                </a:path>
                <a:path w="11218545" h="617220">
                  <a:moveTo>
                    <a:pt x="11218288" y="549349"/>
                  </a:moveTo>
                  <a:lnTo>
                    <a:pt x="11218288" y="577372"/>
                  </a:lnTo>
                </a:path>
                <a:path w="11218545" h="617220">
                  <a:moveTo>
                    <a:pt x="11218288" y="437271"/>
                  </a:moveTo>
                  <a:lnTo>
                    <a:pt x="11218288" y="549349"/>
                  </a:lnTo>
                </a:path>
                <a:path w="11218545" h="617220">
                  <a:moveTo>
                    <a:pt x="11218288" y="577372"/>
                  </a:moveTo>
                  <a:lnTo>
                    <a:pt x="11218288" y="616921"/>
                  </a:lnTo>
                </a:path>
                <a:path w="11218545" h="617220">
                  <a:moveTo>
                    <a:pt x="0" y="577372"/>
                  </a:moveTo>
                  <a:lnTo>
                    <a:pt x="11218288" y="57737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981455" y="528108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972923" y="52896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2199744" y="528108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12208276" y="52896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6405420" y="5149511"/>
              <a:ext cx="387985" cy="112395"/>
            </a:xfrm>
            <a:custGeom>
              <a:avLst/>
              <a:gdLst/>
              <a:ahLst/>
              <a:cxnLst/>
              <a:rect l="l" t="t" r="r" b="b"/>
              <a:pathLst>
                <a:path w="387984" h="112395">
                  <a:moveTo>
                    <a:pt x="387422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87422" y="0"/>
                  </a:lnTo>
                  <a:lnTo>
                    <a:pt x="387422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6405420" y="5149511"/>
              <a:ext cx="387985" cy="112395"/>
            </a:xfrm>
            <a:custGeom>
              <a:avLst/>
              <a:gdLst/>
              <a:ahLst/>
              <a:cxnLst/>
              <a:rect l="l" t="t" r="r" b="b"/>
              <a:pathLst>
                <a:path w="387984" h="112395">
                  <a:moveTo>
                    <a:pt x="0" y="0"/>
                  </a:moveTo>
                  <a:lnTo>
                    <a:pt x="387422" y="0"/>
                  </a:lnTo>
                  <a:lnTo>
                    <a:pt x="387422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6" name="object 166"/>
          <p:cNvSpPr txBox="1"/>
          <p:nvPr/>
        </p:nvSpPr>
        <p:spPr>
          <a:xfrm>
            <a:off x="6443136" y="5136812"/>
            <a:ext cx="31305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20'-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67" name="object 167"/>
          <p:cNvGrpSpPr/>
          <p:nvPr/>
        </p:nvGrpSpPr>
        <p:grpSpPr>
          <a:xfrm>
            <a:off x="4552662" y="2858116"/>
            <a:ext cx="1253490" cy="461009"/>
            <a:chOff x="4552662" y="2858116"/>
            <a:chExt cx="1253490" cy="461009"/>
          </a:xfrm>
        </p:grpSpPr>
        <p:sp>
          <p:nvSpPr>
            <p:cNvPr id="168" name="object 168"/>
            <p:cNvSpPr/>
            <p:nvPr/>
          </p:nvSpPr>
          <p:spPr>
            <a:xfrm>
              <a:off x="4556789" y="2862243"/>
              <a:ext cx="1245235" cy="452755"/>
            </a:xfrm>
            <a:custGeom>
              <a:avLst/>
              <a:gdLst/>
              <a:ahLst/>
              <a:cxnLst/>
              <a:rect l="l" t="t" r="r" b="b"/>
              <a:pathLst>
                <a:path w="1245235" h="452754">
                  <a:moveTo>
                    <a:pt x="1245011" y="452404"/>
                  </a:moveTo>
                  <a:lnTo>
                    <a:pt x="0" y="452404"/>
                  </a:lnTo>
                  <a:lnTo>
                    <a:pt x="0" y="0"/>
                  </a:lnTo>
                  <a:lnTo>
                    <a:pt x="1245011" y="0"/>
                  </a:lnTo>
                  <a:lnTo>
                    <a:pt x="1245011" y="4524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4556789" y="2862243"/>
              <a:ext cx="1245235" cy="452755"/>
            </a:xfrm>
            <a:custGeom>
              <a:avLst/>
              <a:gdLst/>
              <a:ahLst/>
              <a:cxnLst/>
              <a:rect l="l" t="t" r="r" b="b"/>
              <a:pathLst>
                <a:path w="1245235" h="452754">
                  <a:moveTo>
                    <a:pt x="0" y="0"/>
                  </a:moveTo>
                  <a:lnTo>
                    <a:pt x="1245011" y="0"/>
                  </a:lnTo>
                  <a:lnTo>
                    <a:pt x="1245011" y="452404"/>
                  </a:lnTo>
                  <a:lnTo>
                    <a:pt x="0" y="45240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0" name="object 170"/>
          <p:cNvSpPr txBox="1"/>
          <p:nvPr/>
        </p:nvSpPr>
        <p:spPr>
          <a:xfrm>
            <a:off x="4615834" y="2907630"/>
            <a:ext cx="113284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Maddox</a:t>
            </a:r>
            <a:r>
              <a:rPr dirty="0" u="sng" sz="700" spc="13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1000kVA</a:t>
            </a:r>
            <a:r>
              <a:rPr dirty="0" u="sng" sz="700" spc="13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4721319" y="3131784"/>
            <a:ext cx="92011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Max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Wt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=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8530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lbs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8469239" y="2526508"/>
            <a:ext cx="1318260" cy="57594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2230" rIns="0" bIns="0" rtlCol="0" vert="horz">
            <a:spAutoFit/>
          </a:bodyPr>
          <a:lstStyle/>
          <a:p>
            <a:pPr algn="ctr" marL="117475" marR="137160">
              <a:lnSpc>
                <a:spcPct val="105100"/>
              </a:lnSpc>
              <a:spcBef>
                <a:spcPts val="490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Dyna</a:t>
            </a:r>
            <a:r>
              <a:rPr dirty="0" u="sng" sz="700" spc="1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Power</a:t>
            </a:r>
            <a:r>
              <a:rPr dirty="0" u="sng" sz="700" spc="13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CPS-</a:t>
            </a:r>
            <a:r>
              <a:rPr dirty="0" u="sng" sz="700" spc="-2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1250</a:t>
            </a:r>
            <a:r>
              <a:rPr dirty="0" u="none" sz="700" spc="-20"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Battery</a:t>
            </a:r>
            <a:r>
              <a:rPr dirty="0" u="sng" sz="700" spc="114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Inverter</a:t>
            </a:r>
            <a:endParaRPr sz="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Verdana"/>
              <a:cs typeface="Verdana"/>
            </a:endParaRPr>
          </a:p>
          <a:p>
            <a:pPr algn="ctr" marL="3175">
              <a:lnSpc>
                <a:spcPct val="100000"/>
              </a:lnSpc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Max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Wt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=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1980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lbs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851454" y="2245221"/>
            <a:ext cx="1057910" cy="4838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610"/>
              </a:spcBef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1200A</a:t>
            </a:r>
            <a:r>
              <a:rPr dirty="0" u="sng" sz="700" spc="8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Disconnect</a:t>
            </a:r>
            <a:endParaRPr sz="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Verdana"/>
              <a:cs typeface="Verdana"/>
            </a:endParaRPr>
          </a:p>
          <a:p>
            <a:pPr marL="112395">
              <a:lnSpc>
                <a:spcPct val="100000"/>
              </a:lnSpc>
            </a:pP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Max</a:t>
            </a:r>
            <a:r>
              <a:rPr dirty="0" u="sng" sz="700" spc="5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Wt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=</a:t>
            </a:r>
            <a:r>
              <a:rPr dirty="0" u="sng" sz="700" spc="5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710</a:t>
            </a:r>
            <a:r>
              <a:rPr dirty="0" u="sng" sz="700" spc="5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700" spc="-25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lbs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519143" y="6399060"/>
            <a:ext cx="11547475" cy="6644005"/>
            <a:chOff x="519143" y="6399060"/>
            <a:chExt cx="11547475" cy="6644005"/>
          </a:xfrm>
        </p:grpSpPr>
        <p:pic>
          <p:nvPicPr>
            <p:cNvPr id="175" name="object 17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55159" y="10868856"/>
              <a:ext cx="9493563" cy="898944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1365" y="6399060"/>
              <a:ext cx="11542948" cy="6643474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996711" y="10441489"/>
              <a:ext cx="10610850" cy="1326515"/>
            </a:xfrm>
            <a:custGeom>
              <a:avLst/>
              <a:gdLst/>
              <a:ahLst/>
              <a:cxnLst/>
              <a:rect l="l" t="t" r="r" b="b"/>
              <a:pathLst>
                <a:path w="10610850" h="1326515">
                  <a:moveTo>
                    <a:pt x="558447" y="418835"/>
                  </a:moveTo>
                  <a:lnTo>
                    <a:pt x="264921" y="418835"/>
                  </a:lnTo>
                </a:path>
                <a:path w="10610850" h="1326515">
                  <a:moveTo>
                    <a:pt x="235819" y="418835"/>
                  </a:moveTo>
                  <a:lnTo>
                    <a:pt x="0" y="418835"/>
                  </a:lnTo>
                </a:path>
                <a:path w="10610850" h="1326515">
                  <a:moveTo>
                    <a:pt x="10610535" y="418835"/>
                  </a:moveTo>
                  <a:lnTo>
                    <a:pt x="10374901" y="418835"/>
                  </a:lnTo>
                </a:path>
                <a:path w="10610850" h="1326515">
                  <a:moveTo>
                    <a:pt x="10345816" y="418835"/>
                  </a:moveTo>
                  <a:lnTo>
                    <a:pt x="10052088" y="418835"/>
                  </a:lnTo>
                </a:path>
                <a:path w="10610850" h="1326515">
                  <a:moveTo>
                    <a:pt x="286498" y="1059653"/>
                  </a:moveTo>
                  <a:lnTo>
                    <a:pt x="282985" y="1061127"/>
                  </a:lnTo>
                </a:path>
                <a:path w="10610850" h="1326515">
                  <a:moveTo>
                    <a:pt x="293270" y="1043287"/>
                  </a:moveTo>
                  <a:lnTo>
                    <a:pt x="293766" y="1047088"/>
                  </a:lnTo>
                  <a:lnTo>
                    <a:pt x="293270" y="1050889"/>
                  </a:lnTo>
                  <a:lnTo>
                    <a:pt x="291819" y="1054379"/>
                  </a:lnTo>
                  <a:lnTo>
                    <a:pt x="289508" y="1057404"/>
                  </a:lnTo>
                </a:path>
                <a:path w="10610850" h="1326515">
                  <a:moveTo>
                    <a:pt x="279223" y="1032584"/>
                  </a:moveTo>
                  <a:lnTo>
                    <a:pt x="282985" y="1033049"/>
                  </a:lnTo>
                  <a:lnTo>
                    <a:pt x="286498" y="1034523"/>
                  </a:lnTo>
                  <a:lnTo>
                    <a:pt x="289508" y="1036772"/>
                  </a:lnTo>
                </a:path>
                <a:path w="10610850" h="1326515">
                  <a:moveTo>
                    <a:pt x="289508" y="1036772"/>
                  </a:moveTo>
                  <a:lnTo>
                    <a:pt x="291819" y="1039797"/>
                  </a:lnTo>
                  <a:lnTo>
                    <a:pt x="293270" y="1043287"/>
                  </a:lnTo>
                </a:path>
                <a:path w="10610850" h="1326515">
                  <a:moveTo>
                    <a:pt x="268938" y="1036772"/>
                  </a:moveTo>
                  <a:lnTo>
                    <a:pt x="271956" y="1034523"/>
                  </a:lnTo>
                  <a:lnTo>
                    <a:pt x="275461" y="1033049"/>
                  </a:lnTo>
                </a:path>
                <a:path w="10610850" h="1326515">
                  <a:moveTo>
                    <a:pt x="264921" y="1045304"/>
                  </a:moveTo>
                  <a:lnTo>
                    <a:pt x="265177" y="1043287"/>
                  </a:lnTo>
                </a:path>
                <a:path w="10610850" h="1326515">
                  <a:moveTo>
                    <a:pt x="279223" y="1061670"/>
                  </a:moveTo>
                  <a:lnTo>
                    <a:pt x="275461" y="1061127"/>
                  </a:lnTo>
                  <a:lnTo>
                    <a:pt x="271956" y="1059653"/>
                  </a:lnTo>
                </a:path>
                <a:path w="10610850" h="1326515">
                  <a:moveTo>
                    <a:pt x="266627" y="1039797"/>
                  </a:moveTo>
                  <a:lnTo>
                    <a:pt x="268938" y="1036772"/>
                  </a:lnTo>
                </a:path>
                <a:path w="10610850" h="1326515">
                  <a:moveTo>
                    <a:pt x="289508" y="1057404"/>
                  </a:moveTo>
                  <a:lnTo>
                    <a:pt x="286498" y="1059653"/>
                  </a:lnTo>
                </a:path>
                <a:path w="10610850" h="1326515">
                  <a:moveTo>
                    <a:pt x="275461" y="1033049"/>
                  </a:moveTo>
                  <a:lnTo>
                    <a:pt x="279223" y="1032584"/>
                  </a:lnTo>
                </a:path>
                <a:path w="10610850" h="1326515">
                  <a:moveTo>
                    <a:pt x="271956" y="1059653"/>
                  </a:moveTo>
                  <a:lnTo>
                    <a:pt x="268938" y="1057404"/>
                  </a:lnTo>
                  <a:lnTo>
                    <a:pt x="266627" y="1054379"/>
                  </a:lnTo>
                </a:path>
                <a:path w="10610850" h="1326515">
                  <a:moveTo>
                    <a:pt x="265177" y="1043287"/>
                  </a:moveTo>
                  <a:lnTo>
                    <a:pt x="266627" y="1039797"/>
                  </a:lnTo>
                </a:path>
                <a:path w="10610850" h="1326515">
                  <a:moveTo>
                    <a:pt x="266627" y="1054379"/>
                  </a:moveTo>
                  <a:lnTo>
                    <a:pt x="265177" y="1050889"/>
                  </a:lnTo>
                  <a:lnTo>
                    <a:pt x="264921" y="1048872"/>
                  </a:lnTo>
                </a:path>
                <a:path w="10610850" h="1326515">
                  <a:moveTo>
                    <a:pt x="282985" y="1061127"/>
                  </a:moveTo>
                  <a:lnTo>
                    <a:pt x="279223" y="1061670"/>
                  </a:lnTo>
                </a:path>
                <a:path w="10610850" h="1326515">
                  <a:moveTo>
                    <a:pt x="10318669" y="1039797"/>
                  </a:moveTo>
                  <a:lnTo>
                    <a:pt x="10320996" y="1036772"/>
                  </a:lnTo>
                </a:path>
                <a:path w="10610850" h="1326515">
                  <a:moveTo>
                    <a:pt x="10345816" y="1047166"/>
                  </a:moveTo>
                  <a:lnTo>
                    <a:pt x="10331311" y="1061670"/>
                  </a:lnTo>
                  <a:lnTo>
                    <a:pt x="10327511" y="1061127"/>
                  </a:lnTo>
                  <a:lnTo>
                    <a:pt x="10316730" y="1047088"/>
                  </a:lnTo>
                  <a:lnTo>
                    <a:pt x="10317195" y="1043287"/>
                  </a:lnTo>
                  <a:lnTo>
                    <a:pt x="10318669" y="1039797"/>
                  </a:lnTo>
                </a:path>
                <a:path w="10610850" h="1326515">
                  <a:moveTo>
                    <a:pt x="10320996" y="1036772"/>
                  </a:moveTo>
                  <a:lnTo>
                    <a:pt x="10324021" y="1034523"/>
                  </a:lnTo>
                  <a:lnTo>
                    <a:pt x="10327511" y="1033049"/>
                  </a:lnTo>
                  <a:lnTo>
                    <a:pt x="10331311" y="1032584"/>
                  </a:lnTo>
                  <a:lnTo>
                    <a:pt x="10335034" y="1033049"/>
                  </a:lnTo>
                  <a:lnTo>
                    <a:pt x="10338525" y="1034523"/>
                  </a:lnTo>
                  <a:lnTo>
                    <a:pt x="10341550" y="1036772"/>
                  </a:lnTo>
                  <a:lnTo>
                    <a:pt x="10343877" y="1039797"/>
                  </a:lnTo>
                  <a:lnTo>
                    <a:pt x="10345350" y="1043287"/>
                  </a:lnTo>
                  <a:lnTo>
                    <a:pt x="10345816" y="1047010"/>
                  </a:lnTo>
                </a:path>
                <a:path w="10610850" h="1326515">
                  <a:moveTo>
                    <a:pt x="9479524" y="254403"/>
                  </a:moveTo>
                  <a:lnTo>
                    <a:pt x="9479524" y="254403"/>
                  </a:lnTo>
                  <a:lnTo>
                    <a:pt x="9479524" y="279611"/>
                  </a:lnTo>
                  <a:lnTo>
                    <a:pt x="9479524" y="279921"/>
                  </a:lnTo>
                </a:path>
                <a:path w="10610850" h="1326515">
                  <a:moveTo>
                    <a:pt x="10344962" y="279921"/>
                  </a:moveTo>
                  <a:lnTo>
                    <a:pt x="10344962" y="279611"/>
                  </a:lnTo>
                </a:path>
                <a:path w="10610850" h="1326515">
                  <a:moveTo>
                    <a:pt x="9479524" y="281550"/>
                  </a:moveTo>
                  <a:lnTo>
                    <a:pt x="10344885" y="281550"/>
                  </a:lnTo>
                </a:path>
                <a:path w="10610850" h="1326515">
                  <a:moveTo>
                    <a:pt x="9479524" y="252464"/>
                  </a:moveTo>
                  <a:lnTo>
                    <a:pt x="10346746" y="252464"/>
                  </a:lnTo>
                </a:path>
                <a:path w="10610850" h="1326515">
                  <a:moveTo>
                    <a:pt x="10344962" y="279611"/>
                  </a:moveTo>
                  <a:lnTo>
                    <a:pt x="10346281" y="279766"/>
                  </a:lnTo>
                </a:path>
                <a:path w="10610850" h="1326515">
                  <a:moveTo>
                    <a:pt x="10344885" y="281007"/>
                  </a:moveTo>
                  <a:lnTo>
                    <a:pt x="10345893" y="281162"/>
                  </a:lnTo>
                  <a:lnTo>
                    <a:pt x="10346203" y="280076"/>
                  </a:lnTo>
                  <a:lnTo>
                    <a:pt x="10344962" y="279921"/>
                  </a:lnTo>
                </a:path>
                <a:path w="10610850" h="1326515">
                  <a:moveTo>
                    <a:pt x="10346281" y="279766"/>
                  </a:moveTo>
                  <a:lnTo>
                    <a:pt x="10346203" y="280076"/>
                  </a:lnTo>
                </a:path>
                <a:path w="10610850" h="1326515">
                  <a:moveTo>
                    <a:pt x="10346746" y="252464"/>
                  </a:moveTo>
                  <a:lnTo>
                    <a:pt x="10353417" y="253317"/>
                  </a:lnTo>
                </a:path>
                <a:path w="10610850" h="1326515">
                  <a:moveTo>
                    <a:pt x="10346281" y="279766"/>
                  </a:moveTo>
                  <a:lnTo>
                    <a:pt x="10346746" y="279921"/>
                  </a:lnTo>
                </a:path>
                <a:path w="10610850" h="1326515">
                  <a:moveTo>
                    <a:pt x="10353417" y="253317"/>
                  </a:moveTo>
                  <a:lnTo>
                    <a:pt x="10360397" y="256265"/>
                  </a:lnTo>
                </a:path>
                <a:path w="10610850" h="1326515">
                  <a:moveTo>
                    <a:pt x="10346746" y="279921"/>
                  </a:moveTo>
                  <a:lnTo>
                    <a:pt x="10347134" y="280231"/>
                  </a:lnTo>
                </a:path>
                <a:path w="10610850" h="1326515">
                  <a:moveTo>
                    <a:pt x="10360397" y="256265"/>
                  </a:moveTo>
                  <a:lnTo>
                    <a:pt x="10366447" y="260841"/>
                  </a:lnTo>
                </a:path>
                <a:path w="10610850" h="1326515">
                  <a:moveTo>
                    <a:pt x="10347134" y="280231"/>
                  </a:moveTo>
                  <a:lnTo>
                    <a:pt x="10347367" y="280619"/>
                  </a:lnTo>
                </a:path>
                <a:path w="10610850" h="1326515">
                  <a:moveTo>
                    <a:pt x="10366447" y="260841"/>
                  </a:moveTo>
                  <a:lnTo>
                    <a:pt x="10371101" y="266891"/>
                  </a:lnTo>
                </a:path>
                <a:path w="10610850" h="1326515">
                  <a:moveTo>
                    <a:pt x="10347367" y="280619"/>
                  </a:moveTo>
                  <a:lnTo>
                    <a:pt x="10347600" y="281085"/>
                  </a:lnTo>
                </a:path>
                <a:path w="10610850" h="1326515">
                  <a:moveTo>
                    <a:pt x="10371101" y="266891"/>
                  </a:moveTo>
                  <a:lnTo>
                    <a:pt x="10374048" y="273949"/>
                  </a:lnTo>
                </a:path>
                <a:path w="10610850" h="1326515">
                  <a:moveTo>
                    <a:pt x="10347600" y="281085"/>
                  </a:moveTo>
                  <a:lnTo>
                    <a:pt x="10347755" y="282326"/>
                  </a:lnTo>
                </a:path>
                <a:path w="10610850" h="1326515">
                  <a:moveTo>
                    <a:pt x="10347444" y="282403"/>
                  </a:moveTo>
                  <a:lnTo>
                    <a:pt x="10347289" y="281162"/>
                  </a:lnTo>
                  <a:lnTo>
                    <a:pt x="10346203" y="281472"/>
                  </a:lnTo>
                  <a:lnTo>
                    <a:pt x="10346281" y="282481"/>
                  </a:lnTo>
                </a:path>
                <a:path w="10610850" h="1326515">
                  <a:moveTo>
                    <a:pt x="10347289" y="281162"/>
                  </a:moveTo>
                  <a:lnTo>
                    <a:pt x="10347600" y="281085"/>
                  </a:lnTo>
                </a:path>
                <a:path w="10610850" h="1326515">
                  <a:moveTo>
                    <a:pt x="10347755" y="282326"/>
                  </a:moveTo>
                  <a:lnTo>
                    <a:pt x="10347444" y="282403"/>
                  </a:lnTo>
                </a:path>
                <a:path w="10610850" h="1326515">
                  <a:moveTo>
                    <a:pt x="10374048" y="273949"/>
                  </a:moveTo>
                  <a:lnTo>
                    <a:pt x="10374901" y="280619"/>
                  </a:lnTo>
                </a:path>
                <a:path w="10610850" h="1326515">
                  <a:moveTo>
                    <a:pt x="10347444" y="1060816"/>
                  </a:moveTo>
                  <a:lnTo>
                    <a:pt x="10347755" y="1060816"/>
                  </a:lnTo>
                </a:path>
                <a:path w="10610850" h="1326515">
                  <a:moveTo>
                    <a:pt x="10346281" y="282481"/>
                  </a:moveTo>
                  <a:lnTo>
                    <a:pt x="10346048" y="282481"/>
                  </a:lnTo>
                </a:path>
                <a:path w="10610850" h="1326515">
                  <a:moveTo>
                    <a:pt x="10346048" y="1060661"/>
                  </a:moveTo>
                  <a:lnTo>
                    <a:pt x="10346281" y="1060739"/>
                  </a:lnTo>
                </a:path>
                <a:path w="10610850" h="1326515">
                  <a:moveTo>
                    <a:pt x="10346048" y="282481"/>
                  </a:moveTo>
                  <a:lnTo>
                    <a:pt x="10345816" y="282481"/>
                  </a:lnTo>
                </a:path>
                <a:path w="10610850" h="1326515">
                  <a:moveTo>
                    <a:pt x="10345816" y="1060661"/>
                  </a:moveTo>
                  <a:lnTo>
                    <a:pt x="10346048" y="1060661"/>
                  </a:lnTo>
                </a:path>
                <a:path w="10610850" h="1326515">
                  <a:moveTo>
                    <a:pt x="10347755" y="1060816"/>
                  </a:moveTo>
                  <a:lnTo>
                    <a:pt x="10347600" y="1062135"/>
                  </a:lnTo>
                </a:path>
                <a:path w="10610850" h="1326515">
                  <a:moveTo>
                    <a:pt x="10346281" y="1060739"/>
                  </a:moveTo>
                  <a:lnTo>
                    <a:pt x="10346203" y="1061747"/>
                  </a:lnTo>
                  <a:lnTo>
                    <a:pt x="10347289" y="1062057"/>
                  </a:lnTo>
                  <a:lnTo>
                    <a:pt x="10347444" y="1060816"/>
                  </a:lnTo>
                </a:path>
                <a:path w="10610850" h="1326515">
                  <a:moveTo>
                    <a:pt x="10347600" y="1062135"/>
                  </a:moveTo>
                  <a:lnTo>
                    <a:pt x="10347289" y="1062057"/>
                  </a:lnTo>
                </a:path>
                <a:path w="10610850" h="1326515">
                  <a:moveTo>
                    <a:pt x="10374901" y="1062600"/>
                  </a:moveTo>
                  <a:lnTo>
                    <a:pt x="10374048" y="1069193"/>
                  </a:lnTo>
                </a:path>
                <a:path w="10610850" h="1326515">
                  <a:moveTo>
                    <a:pt x="10347600" y="1062135"/>
                  </a:moveTo>
                  <a:lnTo>
                    <a:pt x="10347367" y="1062523"/>
                  </a:lnTo>
                </a:path>
                <a:path w="10610850" h="1326515">
                  <a:moveTo>
                    <a:pt x="10374048" y="1069193"/>
                  </a:moveTo>
                  <a:lnTo>
                    <a:pt x="10371101" y="1076251"/>
                  </a:lnTo>
                </a:path>
                <a:path w="10610850" h="1326515">
                  <a:moveTo>
                    <a:pt x="10347367" y="1062523"/>
                  </a:moveTo>
                  <a:lnTo>
                    <a:pt x="10347134" y="1062911"/>
                  </a:lnTo>
                </a:path>
                <a:path w="10610850" h="1326515">
                  <a:moveTo>
                    <a:pt x="10371101" y="1076251"/>
                  </a:moveTo>
                  <a:lnTo>
                    <a:pt x="10366447" y="1082301"/>
                  </a:lnTo>
                </a:path>
                <a:path w="10610850" h="1326515">
                  <a:moveTo>
                    <a:pt x="10347134" y="1062911"/>
                  </a:moveTo>
                  <a:lnTo>
                    <a:pt x="10346746" y="1063221"/>
                  </a:lnTo>
                </a:path>
                <a:path w="10610850" h="1326515">
                  <a:moveTo>
                    <a:pt x="10366447" y="1082301"/>
                  </a:moveTo>
                  <a:lnTo>
                    <a:pt x="10360397" y="1086955"/>
                  </a:lnTo>
                </a:path>
                <a:path w="10610850" h="1326515">
                  <a:moveTo>
                    <a:pt x="10346746" y="1063221"/>
                  </a:moveTo>
                  <a:lnTo>
                    <a:pt x="10346281" y="1063376"/>
                  </a:lnTo>
                </a:path>
                <a:path w="10610850" h="1326515">
                  <a:moveTo>
                    <a:pt x="10360397" y="1086955"/>
                  </a:moveTo>
                  <a:lnTo>
                    <a:pt x="10353417" y="1089825"/>
                  </a:lnTo>
                </a:path>
                <a:path w="10610850" h="1326515">
                  <a:moveTo>
                    <a:pt x="10346281" y="1063376"/>
                  </a:moveTo>
                  <a:lnTo>
                    <a:pt x="10344962" y="1063609"/>
                  </a:lnTo>
                </a:path>
                <a:path w="10610850" h="1326515">
                  <a:moveTo>
                    <a:pt x="10344962" y="1063298"/>
                  </a:moveTo>
                  <a:lnTo>
                    <a:pt x="10346203" y="1063143"/>
                  </a:lnTo>
                  <a:lnTo>
                    <a:pt x="10345893" y="1061980"/>
                  </a:lnTo>
                  <a:lnTo>
                    <a:pt x="10344885" y="1062135"/>
                  </a:lnTo>
                </a:path>
                <a:path w="10610850" h="1326515">
                  <a:moveTo>
                    <a:pt x="10346203" y="1063143"/>
                  </a:moveTo>
                  <a:lnTo>
                    <a:pt x="10346281" y="1063376"/>
                  </a:lnTo>
                </a:path>
                <a:path w="10610850" h="1326515">
                  <a:moveTo>
                    <a:pt x="10353417" y="1089825"/>
                  </a:moveTo>
                  <a:lnTo>
                    <a:pt x="10346746" y="1090755"/>
                  </a:lnTo>
                </a:path>
                <a:path w="10610850" h="1326515">
                  <a:moveTo>
                    <a:pt x="10267323" y="1063609"/>
                  </a:moveTo>
                  <a:lnTo>
                    <a:pt x="10267323" y="1063609"/>
                  </a:lnTo>
                  <a:lnTo>
                    <a:pt x="10267323" y="1086490"/>
                  </a:lnTo>
                  <a:lnTo>
                    <a:pt x="10267323" y="1088739"/>
                  </a:lnTo>
                </a:path>
                <a:path w="10610850" h="1326515">
                  <a:moveTo>
                    <a:pt x="10344962" y="1063609"/>
                  </a:moveTo>
                  <a:lnTo>
                    <a:pt x="10344962" y="1063298"/>
                  </a:lnTo>
                </a:path>
                <a:path w="10610850" h="1326515">
                  <a:moveTo>
                    <a:pt x="10267323" y="1063298"/>
                  </a:moveTo>
                  <a:lnTo>
                    <a:pt x="10267323" y="1063609"/>
                  </a:lnTo>
                </a:path>
                <a:path w="10610850" h="1326515">
                  <a:moveTo>
                    <a:pt x="10346746" y="1090755"/>
                  </a:moveTo>
                  <a:lnTo>
                    <a:pt x="10267323" y="1090755"/>
                  </a:lnTo>
                </a:path>
                <a:path w="10610850" h="1326515">
                  <a:moveTo>
                    <a:pt x="286498" y="640818"/>
                  </a:moveTo>
                  <a:lnTo>
                    <a:pt x="282985" y="642291"/>
                  </a:lnTo>
                </a:path>
                <a:path w="10610850" h="1326515">
                  <a:moveTo>
                    <a:pt x="293270" y="624452"/>
                  </a:moveTo>
                  <a:lnTo>
                    <a:pt x="293766" y="628253"/>
                  </a:lnTo>
                  <a:lnTo>
                    <a:pt x="293270" y="632053"/>
                  </a:lnTo>
                  <a:lnTo>
                    <a:pt x="291819" y="635543"/>
                  </a:lnTo>
                  <a:lnTo>
                    <a:pt x="289508" y="638568"/>
                  </a:lnTo>
                </a:path>
                <a:path w="10610850" h="1326515">
                  <a:moveTo>
                    <a:pt x="279223" y="613748"/>
                  </a:moveTo>
                  <a:lnTo>
                    <a:pt x="282985" y="614214"/>
                  </a:lnTo>
                  <a:lnTo>
                    <a:pt x="286498" y="615688"/>
                  </a:lnTo>
                  <a:lnTo>
                    <a:pt x="289508" y="617937"/>
                  </a:lnTo>
                </a:path>
                <a:path w="10610850" h="1326515">
                  <a:moveTo>
                    <a:pt x="289508" y="617937"/>
                  </a:moveTo>
                  <a:lnTo>
                    <a:pt x="291819" y="620962"/>
                  </a:lnTo>
                  <a:lnTo>
                    <a:pt x="293270" y="624452"/>
                  </a:lnTo>
                </a:path>
                <a:path w="10610850" h="1326515">
                  <a:moveTo>
                    <a:pt x="268938" y="617937"/>
                  </a:moveTo>
                  <a:lnTo>
                    <a:pt x="271956" y="615688"/>
                  </a:lnTo>
                  <a:lnTo>
                    <a:pt x="275461" y="614214"/>
                  </a:lnTo>
                </a:path>
                <a:path w="10610850" h="1326515">
                  <a:moveTo>
                    <a:pt x="264921" y="626469"/>
                  </a:moveTo>
                  <a:lnTo>
                    <a:pt x="265177" y="624452"/>
                  </a:lnTo>
                </a:path>
                <a:path w="10610850" h="1326515">
                  <a:moveTo>
                    <a:pt x="279223" y="642834"/>
                  </a:moveTo>
                  <a:lnTo>
                    <a:pt x="275461" y="642291"/>
                  </a:lnTo>
                  <a:lnTo>
                    <a:pt x="271956" y="640818"/>
                  </a:lnTo>
                </a:path>
                <a:path w="10610850" h="1326515">
                  <a:moveTo>
                    <a:pt x="266627" y="620962"/>
                  </a:moveTo>
                  <a:lnTo>
                    <a:pt x="268938" y="617937"/>
                  </a:lnTo>
                </a:path>
                <a:path w="10610850" h="1326515">
                  <a:moveTo>
                    <a:pt x="289508" y="638568"/>
                  </a:moveTo>
                  <a:lnTo>
                    <a:pt x="286498" y="640818"/>
                  </a:lnTo>
                </a:path>
                <a:path w="10610850" h="1326515">
                  <a:moveTo>
                    <a:pt x="275461" y="614214"/>
                  </a:moveTo>
                  <a:lnTo>
                    <a:pt x="279223" y="613748"/>
                  </a:lnTo>
                </a:path>
                <a:path w="10610850" h="1326515">
                  <a:moveTo>
                    <a:pt x="271956" y="640818"/>
                  </a:moveTo>
                  <a:lnTo>
                    <a:pt x="268938" y="638568"/>
                  </a:lnTo>
                  <a:lnTo>
                    <a:pt x="266627" y="635543"/>
                  </a:lnTo>
                </a:path>
                <a:path w="10610850" h="1326515">
                  <a:moveTo>
                    <a:pt x="265177" y="624452"/>
                  </a:moveTo>
                  <a:lnTo>
                    <a:pt x="266627" y="620962"/>
                  </a:lnTo>
                </a:path>
                <a:path w="10610850" h="1326515">
                  <a:moveTo>
                    <a:pt x="266627" y="635543"/>
                  </a:moveTo>
                  <a:lnTo>
                    <a:pt x="265177" y="632053"/>
                  </a:lnTo>
                  <a:lnTo>
                    <a:pt x="264921" y="630037"/>
                  </a:lnTo>
                </a:path>
                <a:path w="10610850" h="1326515">
                  <a:moveTo>
                    <a:pt x="282985" y="642291"/>
                  </a:moveTo>
                  <a:lnTo>
                    <a:pt x="279223" y="642834"/>
                  </a:lnTo>
                </a:path>
                <a:path w="10610850" h="1326515">
                  <a:moveTo>
                    <a:pt x="10318669" y="620962"/>
                  </a:moveTo>
                  <a:lnTo>
                    <a:pt x="10320996" y="617937"/>
                  </a:lnTo>
                </a:path>
                <a:path w="10610850" h="1326515">
                  <a:moveTo>
                    <a:pt x="10345816" y="628330"/>
                  </a:moveTo>
                  <a:lnTo>
                    <a:pt x="10331311" y="642834"/>
                  </a:lnTo>
                  <a:lnTo>
                    <a:pt x="10327511" y="642291"/>
                  </a:lnTo>
                  <a:lnTo>
                    <a:pt x="10316730" y="628253"/>
                  </a:lnTo>
                  <a:lnTo>
                    <a:pt x="10317195" y="624452"/>
                  </a:lnTo>
                  <a:lnTo>
                    <a:pt x="10318669" y="620962"/>
                  </a:lnTo>
                </a:path>
                <a:path w="10610850" h="1326515">
                  <a:moveTo>
                    <a:pt x="10320996" y="617937"/>
                  </a:moveTo>
                  <a:lnTo>
                    <a:pt x="10324021" y="615688"/>
                  </a:lnTo>
                  <a:lnTo>
                    <a:pt x="10327511" y="614214"/>
                  </a:lnTo>
                  <a:lnTo>
                    <a:pt x="10331311" y="613748"/>
                  </a:lnTo>
                  <a:lnTo>
                    <a:pt x="10335034" y="614214"/>
                  </a:lnTo>
                  <a:lnTo>
                    <a:pt x="10338525" y="615688"/>
                  </a:lnTo>
                  <a:lnTo>
                    <a:pt x="10341550" y="617937"/>
                  </a:lnTo>
                  <a:lnTo>
                    <a:pt x="10343877" y="620962"/>
                  </a:lnTo>
                  <a:lnTo>
                    <a:pt x="10345350" y="624452"/>
                  </a:lnTo>
                  <a:lnTo>
                    <a:pt x="10345816" y="628175"/>
                  </a:lnTo>
                </a:path>
                <a:path w="10610850" h="1326515">
                  <a:moveTo>
                    <a:pt x="207385" y="209417"/>
                  </a:moveTo>
                  <a:lnTo>
                    <a:pt x="207385" y="209417"/>
                  </a:lnTo>
                  <a:lnTo>
                    <a:pt x="207385" y="238038"/>
                  </a:lnTo>
                  <a:lnTo>
                    <a:pt x="207385" y="238503"/>
                  </a:lnTo>
                </a:path>
                <a:path w="10610850" h="1326515">
                  <a:moveTo>
                    <a:pt x="207385" y="238503"/>
                  </a:moveTo>
                  <a:lnTo>
                    <a:pt x="10476585" y="238503"/>
                  </a:lnTo>
                  <a:lnTo>
                    <a:pt x="10476585" y="238038"/>
                  </a:lnTo>
                  <a:lnTo>
                    <a:pt x="10476585" y="236564"/>
                  </a:lnTo>
                  <a:lnTo>
                    <a:pt x="10476585" y="209883"/>
                  </a:lnTo>
                  <a:lnTo>
                    <a:pt x="10476585" y="209417"/>
                  </a:lnTo>
                </a:path>
                <a:path w="10610850" h="1326515">
                  <a:moveTo>
                    <a:pt x="10318669" y="202126"/>
                  </a:moveTo>
                  <a:lnTo>
                    <a:pt x="10317195" y="198636"/>
                  </a:lnTo>
                </a:path>
                <a:path w="10610850" h="1326515">
                  <a:moveTo>
                    <a:pt x="10345816" y="194913"/>
                  </a:moveTo>
                  <a:lnTo>
                    <a:pt x="10331311" y="209417"/>
                  </a:lnTo>
                  <a:lnTo>
                    <a:pt x="10327511" y="208952"/>
                  </a:lnTo>
                  <a:lnTo>
                    <a:pt x="10324021" y="207478"/>
                  </a:lnTo>
                  <a:lnTo>
                    <a:pt x="10320996" y="205151"/>
                  </a:lnTo>
                  <a:lnTo>
                    <a:pt x="10318669" y="202126"/>
                  </a:lnTo>
                </a:path>
                <a:path w="10610850" h="1326515">
                  <a:moveTo>
                    <a:pt x="10317195" y="198636"/>
                  </a:moveTo>
                  <a:lnTo>
                    <a:pt x="10316730" y="194913"/>
                  </a:lnTo>
                  <a:lnTo>
                    <a:pt x="10317195" y="191113"/>
                  </a:lnTo>
                  <a:lnTo>
                    <a:pt x="10318669" y="187622"/>
                  </a:lnTo>
                  <a:lnTo>
                    <a:pt x="10320996" y="184597"/>
                  </a:lnTo>
                  <a:lnTo>
                    <a:pt x="10324021" y="182270"/>
                  </a:lnTo>
                  <a:lnTo>
                    <a:pt x="10327511" y="180797"/>
                  </a:lnTo>
                  <a:lnTo>
                    <a:pt x="10331311" y="180331"/>
                  </a:lnTo>
                  <a:lnTo>
                    <a:pt x="10335034" y="180797"/>
                  </a:lnTo>
                  <a:lnTo>
                    <a:pt x="10338525" y="182270"/>
                  </a:lnTo>
                  <a:lnTo>
                    <a:pt x="10341550" y="184597"/>
                  </a:lnTo>
                  <a:lnTo>
                    <a:pt x="10343877" y="187622"/>
                  </a:lnTo>
                  <a:lnTo>
                    <a:pt x="10345350" y="191113"/>
                  </a:lnTo>
                  <a:lnTo>
                    <a:pt x="10345816" y="194913"/>
                  </a:lnTo>
                </a:path>
                <a:path w="10610850" h="1326515">
                  <a:moveTo>
                    <a:pt x="9760222" y="202126"/>
                  </a:moveTo>
                  <a:lnTo>
                    <a:pt x="9758748" y="198636"/>
                  </a:lnTo>
                </a:path>
                <a:path w="10610850" h="1326515">
                  <a:moveTo>
                    <a:pt x="9787368" y="194913"/>
                  </a:moveTo>
                  <a:lnTo>
                    <a:pt x="9772864" y="209417"/>
                  </a:lnTo>
                  <a:lnTo>
                    <a:pt x="9769064" y="208952"/>
                  </a:lnTo>
                  <a:lnTo>
                    <a:pt x="9765573" y="207478"/>
                  </a:lnTo>
                  <a:lnTo>
                    <a:pt x="9762549" y="205151"/>
                  </a:lnTo>
                  <a:lnTo>
                    <a:pt x="9760222" y="202126"/>
                  </a:lnTo>
                </a:path>
                <a:path w="10610850" h="1326515">
                  <a:moveTo>
                    <a:pt x="9758748" y="198636"/>
                  </a:moveTo>
                  <a:lnTo>
                    <a:pt x="9758283" y="194913"/>
                  </a:lnTo>
                  <a:lnTo>
                    <a:pt x="9758748" y="191113"/>
                  </a:lnTo>
                  <a:lnTo>
                    <a:pt x="9760222" y="187622"/>
                  </a:lnTo>
                  <a:lnTo>
                    <a:pt x="9762549" y="184597"/>
                  </a:lnTo>
                  <a:lnTo>
                    <a:pt x="9765573" y="182270"/>
                  </a:lnTo>
                  <a:lnTo>
                    <a:pt x="9769064" y="180797"/>
                  </a:lnTo>
                  <a:lnTo>
                    <a:pt x="9772864" y="180331"/>
                  </a:lnTo>
                  <a:lnTo>
                    <a:pt x="9776587" y="180797"/>
                  </a:lnTo>
                  <a:lnTo>
                    <a:pt x="9780078" y="182270"/>
                  </a:lnTo>
                  <a:lnTo>
                    <a:pt x="9783102" y="184597"/>
                  </a:lnTo>
                  <a:lnTo>
                    <a:pt x="9785429" y="187622"/>
                  </a:lnTo>
                  <a:lnTo>
                    <a:pt x="9786903" y="191113"/>
                  </a:lnTo>
                  <a:lnTo>
                    <a:pt x="9787368" y="194913"/>
                  </a:lnTo>
                </a:path>
                <a:path w="10610850" h="1326515">
                  <a:moveTo>
                    <a:pt x="9201774" y="202126"/>
                  </a:moveTo>
                  <a:lnTo>
                    <a:pt x="9200301" y="198636"/>
                  </a:lnTo>
                </a:path>
                <a:path w="10610850" h="1326515">
                  <a:moveTo>
                    <a:pt x="9228921" y="194913"/>
                  </a:moveTo>
                  <a:lnTo>
                    <a:pt x="9214417" y="209417"/>
                  </a:lnTo>
                  <a:lnTo>
                    <a:pt x="9210617" y="208952"/>
                  </a:lnTo>
                  <a:lnTo>
                    <a:pt x="9207126" y="207478"/>
                  </a:lnTo>
                  <a:lnTo>
                    <a:pt x="9204101" y="205151"/>
                  </a:lnTo>
                  <a:lnTo>
                    <a:pt x="9201774" y="202126"/>
                  </a:lnTo>
                </a:path>
                <a:path w="10610850" h="1326515">
                  <a:moveTo>
                    <a:pt x="9200301" y="198636"/>
                  </a:moveTo>
                  <a:lnTo>
                    <a:pt x="9199835" y="194913"/>
                  </a:lnTo>
                  <a:lnTo>
                    <a:pt x="9200301" y="191113"/>
                  </a:lnTo>
                  <a:lnTo>
                    <a:pt x="9201774" y="187622"/>
                  </a:lnTo>
                  <a:lnTo>
                    <a:pt x="9204101" y="184597"/>
                  </a:lnTo>
                  <a:lnTo>
                    <a:pt x="9207126" y="182270"/>
                  </a:lnTo>
                  <a:lnTo>
                    <a:pt x="9210617" y="180797"/>
                  </a:lnTo>
                  <a:lnTo>
                    <a:pt x="9214417" y="180331"/>
                  </a:lnTo>
                  <a:lnTo>
                    <a:pt x="9218140" y="180797"/>
                  </a:lnTo>
                  <a:lnTo>
                    <a:pt x="9221630" y="182270"/>
                  </a:lnTo>
                  <a:lnTo>
                    <a:pt x="9224655" y="184597"/>
                  </a:lnTo>
                  <a:lnTo>
                    <a:pt x="9226982" y="187622"/>
                  </a:lnTo>
                  <a:lnTo>
                    <a:pt x="9228456" y="191113"/>
                  </a:lnTo>
                  <a:lnTo>
                    <a:pt x="9228921" y="194913"/>
                  </a:lnTo>
                </a:path>
                <a:path w="10610850" h="1326515">
                  <a:moveTo>
                    <a:pt x="8643327" y="202126"/>
                  </a:moveTo>
                  <a:lnTo>
                    <a:pt x="8641854" y="198636"/>
                  </a:lnTo>
                </a:path>
                <a:path w="10610850" h="1326515">
                  <a:moveTo>
                    <a:pt x="8670474" y="194913"/>
                  </a:moveTo>
                  <a:lnTo>
                    <a:pt x="8655970" y="209417"/>
                  </a:lnTo>
                  <a:lnTo>
                    <a:pt x="8652169" y="208952"/>
                  </a:lnTo>
                  <a:lnTo>
                    <a:pt x="8648679" y="207478"/>
                  </a:lnTo>
                  <a:lnTo>
                    <a:pt x="8645654" y="205151"/>
                  </a:lnTo>
                  <a:lnTo>
                    <a:pt x="8643327" y="202126"/>
                  </a:lnTo>
                </a:path>
                <a:path w="10610850" h="1326515">
                  <a:moveTo>
                    <a:pt x="8641854" y="198636"/>
                  </a:moveTo>
                  <a:lnTo>
                    <a:pt x="8641388" y="194913"/>
                  </a:lnTo>
                  <a:lnTo>
                    <a:pt x="8641854" y="191113"/>
                  </a:lnTo>
                  <a:lnTo>
                    <a:pt x="8643327" y="187622"/>
                  </a:lnTo>
                  <a:lnTo>
                    <a:pt x="8645654" y="184597"/>
                  </a:lnTo>
                  <a:lnTo>
                    <a:pt x="8648679" y="182270"/>
                  </a:lnTo>
                  <a:lnTo>
                    <a:pt x="8652169" y="180797"/>
                  </a:lnTo>
                  <a:lnTo>
                    <a:pt x="8655970" y="180331"/>
                  </a:lnTo>
                  <a:lnTo>
                    <a:pt x="8659693" y="180797"/>
                  </a:lnTo>
                  <a:lnTo>
                    <a:pt x="8663183" y="182270"/>
                  </a:lnTo>
                  <a:lnTo>
                    <a:pt x="8666208" y="184597"/>
                  </a:lnTo>
                  <a:lnTo>
                    <a:pt x="8668535" y="187622"/>
                  </a:lnTo>
                  <a:lnTo>
                    <a:pt x="8670009" y="191113"/>
                  </a:lnTo>
                  <a:lnTo>
                    <a:pt x="8670474" y="194913"/>
                  </a:lnTo>
                </a:path>
                <a:path w="10610850" h="1326515">
                  <a:moveTo>
                    <a:pt x="8084880" y="202126"/>
                  </a:moveTo>
                  <a:lnTo>
                    <a:pt x="8083406" y="198636"/>
                  </a:lnTo>
                </a:path>
                <a:path w="10610850" h="1326515">
                  <a:moveTo>
                    <a:pt x="8112027" y="194913"/>
                  </a:moveTo>
                  <a:lnTo>
                    <a:pt x="8097523" y="209417"/>
                  </a:lnTo>
                  <a:lnTo>
                    <a:pt x="8093722" y="208952"/>
                  </a:lnTo>
                  <a:lnTo>
                    <a:pt x="8090232" y="207478"/>
                  </a:lnTo>
                  <a:lnTo>
                    <a:pt x="8087207" y="205151"/>
                  </a:lnTo>
                  <a:lnTo>
                    <a:pt x="8084880" y="202126"/>
                  </a:lnTo>
                </a:path>
                <a:path w="10610850" h="1326515">
                  <a:moveTo>
                    <a:pt x="8083406" y="198636"/>
                  </a:moveTo>
                  <a:lnTo>
                    <a:pt x="8082941" y="194913"/>
                  </a:lnTo>
                  <a:lnTo>
                    <a:pt x="8083406" y="191113"/>
                  </a:lnTo>
                  <a:lnTo>
                    <a:pt x="8084880" y="187622"/>
                  </a:lnTo>
                  <a:lnTo>
                    <a:pt x="8087207" y="184597"/>
                  </a:lnTo>
                  <a:lnTo>
                    <a:pt x="8090232" y="182270"/>
                  </a:lnTo>
                  <a:lnTo>
                    <a:pt x="8093722" y="180797"/>
                  </a:lnTo>
                  <a:lnTo>
                    <a:pt x="8097523" y="180331"/>
                  </a:lnTo>
                  <a:lnTo>
                    <a:pt x="8101246" y="180797"/>
                  </a:lnTo>
                  <a:lnTo>
                    <a:pt x="8104736" y="182270"/>
                  </a:lnTo>
                  <a:lnTo>
                    <a:pt x="8107761" y="184597"/>
                  </a:lnTo>
                  <a:lnTo>
                    <a:pt x="8110088" y="187622"/>
                  </a:lnTo>
                  <a:lnTo>
                    <a:pt x="8111561" y="191113"/>
                  </a:lnTo>
                  <a:lnTo>
                    <a:pt x="8112027" y="194913"/>
                  </a:lnTo>
                </a:path>
                <a:path w="10610850" h="1326515">
                  <a:moveTo>
                    <a:pt x="7526433" y="202126"/>
                  </a:moveTo>
                  <a:lnTo>
                    <a:pt x="7524959" y="198636"/>
                  </a:lnTo>
                </a:path>
                <a:path w="10610850" h="1326515">
                  <a:moveTo>
                    <a:pt x="7553580" y="194913"/>
                  </a:moveTo>
                  <a:lnTo>
                    <a:pt x="7539075" y="209417"/>
                  </a:lnTo>
                  <a:lnTo>
                    <a:pt x="7535275" y="208952"/>
                  </a:lnTo>
                  <a:lnTo>
                    <a:pt x="7531785" y="207478"/>
                  </a:lnTo>
                  <a:lnTo>
                    <a:pt x="7528760" y="205151"/>
                  </a:lnTo>
                  <a:lnTo>
                    <a:pt x="7526433" y="202126"/>
                  </a:lnTo>
                </a:path>
                <a:path w="10610850" h="1326515">
                  <a:moveTo>
                    <a:pt x="7524959" y="198636"/>
                  </a:moveTo>
                  <a:lnTo>
                    <a:pt x="7524494" y="194913"/>
                  </a:lnTo>
                  <a:lnTo>
                    <a:pt x="7524959" y="191113"/>
                  </a:lnTo>
                  <a:lnTo>
                    <a:pt x="7526433" y="187622"/>
                  </a:lnTo>
                  <a:lnTo>
                    <a:pt x="7528760" y="184597"/>
                  </a:lnTo>
                  <a:lnTo>
                    <a:pt x="7531785" y="182270"/>
                  </a:lnTo>
                  <a:lnTo>
                    <a:pt x="7535275" y="180797"/>
                  </a:lnTo>
                  <a:lnTo>
                    <a:pt x="7539075" y="180331"/>
                  </a:lnTo>
                  <a:lnTo>
                    <a:pt x="7542798" y="180797"/>
                  </a:lnTo>
                  <a:lnTo>
                    <a:pt x="7546289" y="182270"/>
                  </a:lnTo>
                  <a:lnTo>
                    <a:pt x="7549314" y="184597"/>
                  </a:lnTo>
                  <a:lnTo>
                    <a:pt x="7551641" y="187622"/>
                  </a:lnTo>
                  <a:lnTo>
                    <a:pt x="7553114" y="191113"/>
                  </a:lnTo>
                  <a:lnTo>
                    <a:pt x="7553580" y="194913"/>
                  </a:lnTo>
                </a:path>
                <a:path w="10610850" h="1326515">
                  <a:moveTo>
                    <a:pt x="6967986" y="202126"/>
                  </a:moveTo>
                  <a:lnTo>
                    <a:pt x="6966512" y="198636"/>
                  </a:lnTo>
                </a:path>
                <a:path w="10610850" h="1326515">
                  <a:moveTo>
                    <a:pt x="6995132" y="194913"/>
                  </a:moveTo>
                  <a:lnTo>
                    <a:pt x="6980628" y="209417"/>
                  </a:lnTo>
                  <a:lnTo>
                    <a:pt x="6976828" y="208952"/>
                  </a:lnTo>
                  <a:lnTo>
                    <a:pt x="6973337" y="207478"/>
                  </a:lnTo>
                  <a:lnTo>
                    <a:pt x="6970313" y="205151"/>
                  </a:lnTo>
                  <a:lnTo>
                    <a:pt x="6967986" y="202126"/>
                  </a:lnTo>
                </a:path>
                <a:path w="10610850" h="1326515">
                  <a:moveTo>
                    <a:pt x="6966512" y="198636"/>
                  </a:moveTo>
                  <a:lnTo>
                    <a:pt x="6966047" y="194913"/>
                  </a:lnTo>
                  <a:lnTo>
                    <a:pt x="6966512" y="191113"/>
                  </a:lnTo>
                  <a:lnTo>
                    <a:pt x="6967986" y="187622"/>
                  </a:lnTo>
                  <a:lnTo>
                    <a:pt x="6970313" y="184597"/>
                  </a:lnTo>
                  <a:lnTo>
                    <a:pt x="6973337" y="182270"/>
                  </a:lnTo>
                  <a:lnTo>
                    <a:pt x="6976828" y="180797"/>
                  </a:lnTo>
                  <a:lnTo>
                    <a:pt x="6980628" y="180331"/>
                  </a:lnTo>
                  <a:lnTo>
                    <a:pt x="6984351" y="180797"/>
                  </a:lnTo>
                  <a:lnTo>
                    <a:pt x="6987842" y="182270"/>
                  </a:lnTo>
                  <a:lnTo>
                    <a:pt x="6990866" y="184597"/>
                  </a:lnTo>
                  <a:lnTo>
                    <a:pt x="6993193" y="187622"/>
                  </a:lnTo>
                  <a:lnTo>
                    <a:pt x="6994667" y="191113"/>
                  </a:lnTo>
                  <a:lnTo>
                    <a:pt x="6995132" y="194913"/>
                  </a:lnTo>
                </a:path>
                <a:path w="10610850" h="1326515">
                  <a:moveTo>
                    <a:pt x="6409546" y="202126"/>
                  </a:moveTo>
                  <a:lnTo>
                    <a:pt x="6408096" y="198636"/>
                  </a:lnTo>
                </a:path>
                <a:path w="10610850" h="1326515">
                  <a:moveTo>
                    <a:pt x="6436685" y="194913"/>
                  </a:moveTo>
                  <a:lnTo>
                    <a:pt x="6422142" y="209417"/>
                  </a:lnTo>
                  <a:lnTo>
                    <a:pt x="6418381" y="208952"/>
                  </a:lnTo>
                  <a:lnTo>
                    <a:pt x="6414875" y="207478"/>
                  </a:lnTo>
                  <a:lnTo>
                    <a:pt x="6411858" y="205151"/>
                  </a:lnTo>
                  <a:lnTo>
                    <a:pt x="6409546" y="202126"/>
                  </a:lnTo>
                </a:path>
                <a:path w="10610850" h="1326515">
                  <a:moveTo>
                    <a:pt x="6408096" y="198636"/>
                  </a:moveTo>
                  <a:lnTo>
                    <a:pt x="6407599" y="194913"/>
                  </a:lnTo>
                  <a:lnTo>
                    <a:pt x="6408096" y="191113"/>
                  </a:lnTo>
                  <a:lnTo>
                    <a:pt x="6409546" y="187622"/>
                  </a:lnTo>
                  <a:lnTo>
                    <a:pt x="6411858" y="184597"/>
                  </a:lnTo>
                  <a:lnTo>
                    <a:pt x="6414875" y="182270"/>
                  </a:lnTo>
                  <a:lnTo>
                    <a:pt x="6418381" y="180797"/>
                  </a:lnTo>
                  <a:lnTo>
                    <a:pt x="6422142" y="180331"/>
                  </a:lnTo>
                  <a:lnTo>
                    <a:pt x="6425904" y="180797"/>
                  </a:lnTo>
                  <a:lnTo>
                    <a:pt x="6429418" y="182270"/>
                  </a:lnTo>
                  <a:lnTo>
                    <a:pt x="6432427" y="184597"/>
                  </a:lnTo>
                  <a:lnTo>
                    <a:pt x="6434738" y="187622"/>
                  </a:lnTo>
                  <a:lnTo>
                    <a:pt x="6436189" y="191113"/>
                  </a:lnTo>
                  <a:lnTo>
                    <a:pt x="6436685" y="194913"/>
                  </a:lnTo>
                </a:path>
                <a:path w="10610850" h="1326515">
                  <a:moveTo>
                    <a:pt x="5851099" y="202126"/>
                  </a:moveTo>
                  <a:lnTo>
                    <a:pt x="5849649" y="198636"/>
                  </a:lnTo>
                </a:path>
                <a:path w="10610850" h="1326515">
                  <a:moveTo>
                    <a:pt x="5878238" y="194913"/>
                  </a:moveTo>
                  <a:lnTo>
                    <a:pt x="5863695" y="209417"/>
                  </a:lnTo>
                  <a:lnTo>
                    <a:pt x="5859933" y="208952"/>
                  </a:lnTo>
                  <a:lnTo>
                    <a:pt x="5856428" y="207478"/>
                  </a:lnTo>
                  <a:lnTo>
                    <a:pt x="5853410" y="205151"/>
                  </a:lnTo>
                  <a:lnTo>
                    <a:pt x="5851099" y="202126"/>
                  </a:lnTo>
                </a:path>
                <a:path w="10610850" h="1326515">
                  <a:moveTo>
                    <a:pt x="5849649" y="198636"/>
                  </a:moveTo>
                  <a:lnTo>
                    <a:pt x="5849152" y="194913"/>
                  </a:lnTo>
                  <a:lnTo>
                    <a:pt x="5849649" y="191113"/>
                  </a:lnTo>
                  <a:lnTo>
                    <a:pt x="5851099" y="187622"/>
                  </a:lnTo>
                  <a:lnTo>
                    <a:pt x="5853410" y="184597"/>
                  </a:lnTo>
                  <a:lnTo>
                    <a:pt x="5856428" y="182270"/>
                  </a:lnTo>
                  <a:lnTo>
                    <a:pt x="5859933" y="180797"/>
                  </a:lnTo>
                  <a:lnTo>
                    <a:pt x="5863695" y="180331"/>
                  </a:lnTo>
                  <a:lnTo>
                    <a:pt x="5867457" y="180797"/>
                  </a:lnTo>
                  <a:lnTo>
                    <a:pt x="5870970" y="182270"/>
                  </a:lnTo>
                  <a:lnTo>
                    <a:pt x="5873980" y="184597"/>
                  </a:lnTo>
                  <a:lnTo>
                    <a:pt x="5876291" y="187622"/>
                  </a:lnTo>
                  <a:lnTo>
                    <a:pt x="5877742" y="191113"/>
                  </a:lnTo>
                  <a:lnTo>
                    <a:pt x="5878238" y="194913"/>
                  </a:lnTo>
                </a:path>
                <a:path w="10610850" h="1326515">
                  <a:moveTo>
                    <a:pt x="5292652" y="202126"/>
                  </a:moveTo>
                  <a:lnTo>
                    <a:pt x="5291201" y="198636"/>
                  </a:lnTo>
                </a:path>
                <a:path w="10610850" h="1326515">
                  <a:moveTo>
                    <a:pt x="5319791" y="194913"/>
                  </a:moveTo>
                  <a:lnTo>
                    <a:pt x="5305248" y="209417"/>
                  </a:lnTo>
                  <a:lnTo>
                    <a:pt x="5301486" y="208952"/>
                  </a:lnTo>
                  <a:lnTo>
                    <a:pt x="5297980" y="207478"/>
                  </a:lnTo>
                  <a:lnTo>
                    <a:pt x="5294963" y="205151"/>
                  </a:lnTo>
                  <a:lnTo>
                    <a:pt x="5292652" y="202126"/>
                  </a:lnTo>
                </a:path>
                <a:path w="10610850" h="1326515">
                  <a:moveTo>
                    <a:pt x="5291201" y="198636"/>
                  </a:moveTo>
                  <a:lnTo>
                    <a:pt x="5290705" y="194913"/>
                  </a:lnTo>
                  <a:lnTo>
                    <a:pt x="5291201" y="191113"/>
                  </a:lnTo>
                  <a:lnTo>
                    <a:pt x="5292652" y="187622"/>
                  </a:lnTo>
                  <a:lnTo>
                    <a:pt x="5294963" y="184597"/>
                  </a:lnTo>
                  <a:lnTo>
                    <a:pt x="5297980" y="182270"/>
                  </a:lnTo>
                  <a:lnTo>
                    <a:pt x="5301486" y="180797"/>
                  </a:lnTo>
                  <a:lnTo>
                    <a:pt x="5305248" y="180331"/>
                  </a:lnTo>
                  <a:lnTo>
                    <a:pt x="5309010" y="180797"/>
                  </a:lnTo>
                  <a:lnTo>
                    <a:pt x="5312523" y="182270"/>
                  </a:lnTo>
                  <a:lnTo>
                    <a:pt x="5315533" y="184597"/>
                  </a:lnTo>
                  <a:lnTo>
                    <a:pt x="5317844" y="187622"/>
                  </a:lnTo>
                  <a:lnTo>
                    <a:pt x="5319294" y="191113"/>
                  </a:lnTo>
                  <a:lnTo>
                    <a:pt x="5319791" y="194913"/>
                  </a:lnTo>
                </a:path>
                <a:path w="10610850" h="1326515">
                  <a:moveTo>
                    <a:pt x="4734205" y="202126"/>
                  </a:moveTo>
                  <a:lnTo>
                    <a:pt x="4732754" y="198636"/>
                  </a:lnTo>
                </a:path>
                <a:path w="10610850" h="1326515">
                  <a:moveTo>
                    <a:pt x="4761344" y="194913"/>
                  </a:moveTo>
                  <a:lnTo>
                    <a:pt x="4746801" y="209417"/>
                  </a:lnTo>
                  <a:lnTo>
                    <a:pt x="4743039" y="208952"/>
                  </a:lnTo>
                  <a:lnTo>
                    <a:pt x="4739533" y="207478"/>
                  </a:lnTo>
                  <a:lnTo>
                    <a:pt x="4736516" y="205151"/>
                  </a:lnTo>
                  <a:lnTo>
                    <a:pt x="4734205" y="202126"/>
                  </a:lnTo>
                </a:path>
                <a:path w="10610850" h="1326515">
                  <a:moveTo>
                    <a:pt x="4732754" y="198636"/>
                  </a:moveTo>
                  <a:lnTo>
                    <a:pt x="4732258" y="194913"/>
                  </a:lnTo>
                  <a:lnTo>
                    <a:pt x="4732754" y="191113"/>
                  </a:lnTo>
                  <a:lnTo>
                    <a:pt x="4734205" y="187622"/>
                  </a:lnTo>
                  <a:lnTo>
                    <a:pt x="4736516" y="184597"/>
                  </a:lnTo>
                  <a:lnTo>
                    <a:pt x="4739533" y="182270"/>
                  </a:lnTo>
                  <a:lnTo>
                    <a:pt x="4743039" y="180797"/>
                  </a:lnTo>
                  <a:lnTo>
                    <a:pt x="4746801" y="180331"/>
                  </a:lnTo>
                  <a:lnTo>
                    <a:pt x="4750562" y="180797"/>
                  </a:lnTo>
                  <a:lnTo>
                    <a:pt x="4754076" y="182270"/>
                  </a:lnTo>
                  <a:lnTo>
                    <a:pt x="4757085" y="184597"/>
                  </a:lnTo>
                  <a:lnTo>
                    <a:pt x="4759397" y="187622"/>
                  </a:lnTo>
                  <a:lnTo>
                    <a:pt x="4760847" y="191113"/>
                  </a:lnTo>
                  <a:lnTo>
                    <a:pt x="4761344" y="194913"/>
                  </a:lnTo>
                </a:path>
                <a:path w="10610850" h="1326515">
                  <a:moveTo>
                    <a:pt x="4175757" y="202126"/>
                  </a:moveTo>
                  <a:lnTo>
                    <a:pt x="4174307" y="198636"/>
                  </a:lnTo>
                </a:path>
                <a:path w="10610850" h="1326515">
                  <a:moveTo>
                    <a:pt x="4202896" y="194913"/>
                  </a:moveTo>
                  <a:lnTo>
                    <a:pt x="4188353" y="209417"/>
                  </a:lnTo>
                  <a:lnTo>
                    <a:pt x="4184592" y="208952"/>
                  </a:lnTo>
                  <a:lnTo>
                    <a:pt x="4181086" y="207478"/>
                  </a:lnTo>
                  <a:lnTo>
                    <a:pt x="4178069" y="205151"/>
                  </a:lnTo>
                  <a:lnTo>
                    <a:pt x="4175757" y="202126"/>
                  </a:lnTo>
                </a:path>
                <a:path w="10610850" h="1326515">
                  <a:moveTo>
                    <a:pt x="4174307" y="198636"/>
                  </a:moveTo>
                  <a:lnTo>
                    <a:pt x="4173811" y="194913"/>
                  </a:lnTo>
                  <a:lnTo>
                    <a:pt x="4174307" y="191113"/>
                  </a:lnTo>
                  <a:lnTo>
                    <a:pt x="4175757" y="187622"/>
                  </a:lnTo>
                  <a:lnTo>
                    <a:pt x="4178069" y="184597"/>
                  </a:lnTo>
                  <a:lnTo>
                    <a:pt x="4181086" y="182270"/>
                  </a:lnTo>
                  <a:lnTo>
                    <a:pt x="4184592" y="180797"/>
                  </a:lnTo>
                  <a:lnTo>
                    <a:pt x="4188353" y="180331"/>
                  </a:lnTo>
                  <a:lnTo>
                    <a:pt x="4192115" y="180797"/>
                  </a:lnTo>
                  <a:lnTo>
                    <a:pt x="4195629" y="182270"/>
                  </a:lnTo>
                  <a:lnTo>
                    <a:pt x="4198638" y="184597"/>
                  </a:lnTo>
                  <a:lnTo>
                    <a:pt x="4200950" y="187622"/>
                  </a:lnTo>
                  <a:lnTo>
                    <a:pt x="4202400" y="191113"/>
                  </a:lnTo>
                  <a:lnTo>
                    <a:pt x="4202896" y="194913"/>
                  </a:lnTo>
                </a:path>
                <a:path w="10610850" h="1326515">
                  <a:moveTo>
                    <a:pt x="3617310" y="202126"/>
                  </a:moveTo>
                  <a:lnTo>
                    <a:pt x="3615860" y="198636"/>
                  </a:lnTo>
                </a:path>
                <a:path w="10610850" h="1326515">
                  <a:moveTo>
                    <a:pt x="3644449" y="194913"/>
                  </a:moveTo>
                  <a:lnTo>
                    <a:pt x="3629906" y="209417"/>
                  </a:lnTo>
                  <a:lnTo>
                    <a:pt x="3626145" y="208952"/>
                  </a:lnTo>
                  <a:lnTo>
                    <a:pt x="3622639" y="207478"/>
                  </a:lnTo>
                  <a:lnTo>
                    <a:pt x="3619622" y="205151"/>
                  </a:lnTo>
                  <a:lnTo>
                    <a:pt x="3617310" y="202126"/>
                  </a:lnTo>
                </a:path>
                <a:path w="10610850" h="1326515">
                  <a:moveTo>
                    <a:pt x="3615860" y="198636"/>
                  </a:moveTo>
                  <a:lnTo>
                    <a:pt x="3615363" y="194913"/>
                  </a:lnTo>
                  <a:lnTo>
                    <a:pt x="3615860" y="191113"/>
                  </a:lnTo>
                  <a:lnTo>
                    <a:pt x="3617310" y="187622"/>
                  </a:lnTo>
                  <a:lnTo>
                    <a:pt x="3619622" y="184597"/>
                  </a:lnTo>
                  <a:lnTo>
                    <a:pt x="3622639" y="182270"/>
                  </a:lnTo>
                  <a:lnTo>
                    <a:pt x="3626145" y="180797"/>
                  </a:lnTo>
                  <a:lnTo>
                    <a:pt x="3629906" y="180331"/>
                  </a:lnTo>
                  <a:lnTo>
                    <a:pt x="3633668" y="180797"/>
                  </a:lnTo>
                  <a:lnTo>
                    <a:pt x="3637182" y="182270"/>
                  </a:lnTo>
                  <a:lnTo>
                    <a:pt x="3640191" y="184597"/>
                  </a:lnTo>
                  <a:lnTo>
                    <a:pt x="3642502" y="187622"/>
                  </a:lnTo>
                  <a:lnTo>
                    <a:pt x="3643953" y="191113"/>
                  </a:lnTo>
                  <a:lnTo>
                    <a:pt x="3644449" y="194913"/>
                  </a:lnTo>
                </a:path>
                <a:path w="10610850" h="1326515">
                  <a:moveTo>
                    <a:pt x="3058863" y="202126"/>
                  </a:moveTo>
                  <a:lnTo>
                    <a:pt x="3057413" y="198636"/>
                  </a:lnTo>
                </a:path>
                <a:path w="10610850" h="1326515">
                  <a:moveTo>
                    <a:pt x="3086002" y="194913"/>
                  </a:moveTo>
                  <a:lnTo>
                    <a:pt x="3071459" y="209417"/>
                  </a:lnTo>
                  <a:lnTo>
                    <a:pt x="3067697" y="208952"/>
                  </a:lnTo>
                  <a:lnTo>
                    <a:pt x="3064192" y="207478"/>
                  </a:lnTo>
                  <a:lnTo>
                    <a:pt x="3061174" y="205151"/>
                  </a:lnTo>
                  <a:lnTo>
                    <a:pt x="3058863" y="202126"/>
                  </a:lnTo>
                </a:path>
                <a:path w="10610850" h="1326515">
                  <a:moveTo>
                    <a:pt x="3057413" y="198636"/>
                  </a:moveTo>
                  <a:lnTo>
                    <a:pt x="3056916" y="194913"/>
                  </a:lnTo>
                  <a:lnTo>
                    <a:pt x="3057413" y="191113"/>
                  </a:lnTo>
                  <a:lnTo>
                    <a:pt x="3058863" y="187622"/>
                  </a:lnTo>
                  <a:lnTo>
                    <a:pt x="3061174" y="184597"/>
                  </a:lnTo>
                  <a:lnTo>
                    <a:pt x="3064192" y="182270"/>
                  </a:lnTo>
                  <a:lnTo>
                    <a:pt x="3067697" y="180797"/>
                  </a:lnTo>
                  <a:lnTo>
                    <a:pt x="3071459" y="180331"/>
                  </a:lnTo>
                  <a:lnTo>
                    <a:pt x="3075221" y="180797"/>
                  </a:lnTo>
                  <a:lnTo>
                    <a:pt x="3078734" y="182270"/>
                  </a:lnTo>
                  <a:lnTo>
                    <a:pt x="3081744" y="184597"/>
                  </a:lnTo>
                  <a:lnTo>
                    <a:pt x="3084055" y="187622"/>
                  </a:lnTo>
                  <a:lnTo>
                    <a:pt x="3085506" y="191113"/>
                  </a:lnTo>
                  <a:lnTo>
                    <a:pt x="3086002" y="194913"/>
                  </a:lnTo>
                </a:path>
                <a:path w="10610850" h="1326515">
                  <a:moveTo>
                    <a:pt x="2500416" y="202126"/>
                  </a:moveTo>
                  <a:lnTo>
                    <a:pt x="2498965" y="198636"/>
                  </a:lnTo>
                </a:path>
                <a:path w="10610850" h="1326515">
                  <a:moveTo>
                    <a:pt x="2527555" y="194913"/>
                  </a:moveTo>
                  <a:lnTo>
                    <a:pt x="2513012" y="209417"/>
                  </a:lnTo>
                  <a:lnTo>
                    <a:pt x="2509250" y="208952"/>
                  </a:lnTo>
                  <a:lnTo>
                    <a:pt x="2505744" y="207478"/>
                  </a:lnTo>
                  <a:lnTo>
                    <a:pt x="2502727" y="205151"/>
                  </a:lnTo>
                  <a:lnTo>
                    <a:pt x="2500416" y="202126"/>
                  </a:lnTo>
                </a:path>
                <a:path w="10610850" h="1326515">
                  <a:moveTo>
                    <a:pt x="2498965" y="198636"/>
                  </a:moveTo>
                  <a:lnTo>
                    <a:pt x="2498469" y="194913"/>
                  </a:lnTo>
                  <a:lnTo>
                    <a:pt x="2498965" y="191113"/>
                  </a:lnTo>
                  <a:lnTo>
                    <a:pt x="2500416" y="187622"/>
                  </a:lnTo>
                  <a:lnTo>
                    <a:pt x="2502727" y="184597"/>
                  </a:lnTo>
                  <a:lnTo>
                    <a:pt x="2505744" y="182270"/>
                  </a:lnTo>
                  <a:lnTo>
                    <a:pt x="2509250" y="180797"/>
                  </a:lnTo>
                  <a:lnTo>
                    <a:pt x="2513012" y="180331"/>
                  </a:lnTo>
                  <a:lnTo>
                    <a:pt x="2516774" y="180797"/>
                  </a:lnTo>
                  <a:lnTo>
                    <a:pt x="2520287" y="182270"/>
                  </a:lnTo>
                  <a:lnTo>
                    <a:pt x="2523297" y="184597"/>
                  </a:lnTo>
                  <a:lnTo>
                    <a:pt x="2525608" y="187622"/>
                  </a:lnTo>
                  <a:lnTo>
                    <a:pt x="2527058" y="191113"/>
                  </a:lnTo>
                  <a:lnTo>
                    <a:pt x="2527555" y="194913"/>
                  </a:lnTo>
                </a:path>
                <a:path w="10610850" h="1326515">
                  <a:moveTo>
                    <a:pt x="1941969" y="202126"/>
                  </a:moveTo>
                  <a:lnTo>
                    <a:pt x="1940518" y="198636"/>
                  </a:lnTo>
                </a:path>
                <a:path w="10610850" h="1326515">
                  <a:moveTo>
                    <a:pt x="1969108" y="194913"/>
                  </a:moveTo>
                  <a:lnTo>
                    <a:pt x="1954565" y="209417"/>
                  </a:lnTo>
                  <a:lnTo>
                    <a:pt x="1950803" y="208952"/>
                  </a:lnTo>
                  <a:lnTo>
                    <a:pt x="1947297" y="207478"/>
                  </a:lnTo>
                  <a:lnTo>
                    <a:pt x="1944280" y="205151"/>
                  </a:lnTo>
                  <a:lnTo>
                    <a:pt x="1941969" y="202126"/>
                  </a:lnTo>
                </a:path>
                <a:path w="10610850" h="1326515">
                  <a:moveTo>
                    <a:pt x="1940518" y="198636"/>
                  </a:moveTo>
                  <a:lnTo>
                    <a:pt x="1940022" y="194913"/>
                  </a:lnTo>
                  <a:lnTo>
                    <a:pt x="1940518" y="191113"/>
                  </a:lnTo>
                  <a:lnTo>
                    <a:pt x="1941969" y="187622"/>
                  </a:lnTo>
                  <a:lnTo>
                    <a:pt x="1944280" y="184597"/>
                  </a:lnTo>
                  <a:lnTo>
                    <a:pt x="1947297" y="182270"/>
                  </a:lnTo>
                  <a:lnTo>
                    <a:pt x="1950803" y="180797"/>
                  </a:lnTo>
                  <a:lnTo>
                    <a:pt x="1954565" y="180331"/>
                  </a:lnTo>
                  <a:lnTo>
                    <a:pt x="1958326" y="180797"/>
                  </a:lnTo>
                  <a:lnTo>
                    <a:pt x="1961840" y="182270"/>
                  </a:lnTo>
                  <a:lnTo>
                    <a:pt x="1964849" y="184597"/>
                  </a:lnTo>
                  <a:lnTo>
                    <a:pt x="1967161" y="187622"/>
                  </a:lnTo>
                  <a:lnTo>
                    <a:pt x="1968611" y="191113"/>
                  </a:lnTo>
                  <a:lnTo>
                    <a:pt x="1969108" y="194913"/>
                  </a:lnTo>
                </a:path>
                <a:path w="10610850" h="1326515">
                  <a:moveTo>
                    <a:pt x="1383521" y="202126"/>
                  </a:moveTo>
                  <a:lnTo>
                    <a:pt x="1382071" y="198636"/>
                  </a:lnTo>
                </a:path>
                <a:path w="10610850" h="1326515">
                  <a:moveTo>
                    <a:pt x="1410660" y="194913"/>
                  </a:moveTo>
                  <a:lnTo>
                    <a:pt x="1396117" y="209417"/>
                  </a:lnTo>
                  <a:lnTo>
                    <a:pt x="1392356" y="208952"/>
                  </a:lnTo>
                  <a:lnTo>
                    <a:pt x="1388850" y="207478"/>
                  </a:lnTo>
                  <a:lnTo>
                    <a:pt x="1385833" y="205151"/>
                  </a:lnTo>
                  <a:lnTo>
                    <a:pt x="1383521" y="202126"/>
                  </a:lnTo>
                </a:path>
                <a:path w="10610850" h="1326515">
                  <a:moveTo>
                    <a:pt x="1382071" y="198636"/>
                  </a:moveTo>
                  <a:lnTo>
                    <a:pt x="1381575" y="194913"/>
                  </a:lnTo>
                  <a:lnTo>
                    <a:pt x="1382071" y="191113"/>
                  </a:lnTo>
                  <a:lnTo>
                    <a:pt x="1383521" y="187622"/>
                  </a:lnTo>
                  <a:lnTo>
                    <a:pt x="1385833" y="184597"/>
                  </a:lnTo>
                  <a:lnTo>
                    <a:pt x="1388850" y="182270"/>
                  </a:lnTo>
                  <a:lnTo>
                    <a:pt x="1392356" y="180797"/>
                  </a:lnTo>
                  <a:lnTo>
                    <a:pt x="1396117" y="180331"/>
                  </a:lnTo>
                  <a:lnTo>
                    <a:pt x="1399879" y="180797"/>
                  </a:lnTo>
                  <a:lnTo>
                    <a:pt x="1403393" y="182270"/>
                  </a:lnTo>
                  <a:lnTo>
                    <a:pt x="1406402" y="184597"/>
                  </a:lnTo>
                  <a:lnTo>
                    <a:pt x="1408714" y="187622"/>
                  </a:lnTo>
                  <a:lnTo>
                    <a:pt x="1410164" y="191113"/>
                  </a:lnTo>
                  <a:lnTo>
                    <a:pt x="1410660" y="194913"/>
                  </a:lnTo>
                </a:path>
                <a:path w="10610850" h="1326515">
                  <a:moveTo>
                    <a:pt x="825074" y="202126"/>
                  </a:moveTo>
                  <a:lnTo>
                    <a:pt x="823624" y="198636"/>
                  </a:lnTo>
                </a:path>
                <a:path w="10610850" h="1326515">
                  <a:moveTo>
                    <a:pt x="852213" y="194913"/>
                  </a:moveTo>
                  <a:lnTo>
                    <a:pt x="837670" y="209417"/>
                  </a:lnTo>
                  <a:lnTo>
                    <a:pt x="833909" y="208952"/>
                  </a:lnTo>
                  <a:lnTo>
                    <a:pt x="830403" y="207478"/>
                  </a:lnTo>
                  <a:lnTo>
                    <a:pt x="827386" y="205151"/>
                  </a:lnTo>
                  <a:lnTo>
                    <a:pt x="825074" y="202126"/>
                  </a:lnTo>
                </a:path>
                <a:path w="10610850" h="1326515">
                  <a:moveTo>
                    <a:pt x="823624" y="198636"/>
                  </a:moveTo>
                  <a:lnTo>
                    <a:pt x="823127" y="194913"/>
                  </a:lnTo>
                  <a:lnTo>
                    <a:pt x="823624" y="191113"/>
                  </a:lnTo>
                  <a:lnTo>
                    <a:pt x="825074" y="187622"/>
                  </a:lnTo>
                  <a:lnTo>
                    <a:pt x="827386" y="184597"/>
                  </a:lnTo>
                  <a:lnTo>
                    <a:pt x="830403" y="182270"/>
                  </a:lnTo>
                  <a:lnTo>
                    <a:pt x="833909" y="180797"/>
                  </a:lnTo>
                  <a:lnTo>
                    <a:pt x="837670" y="180331"/>
                  </a:lnTo>
                  <a:lnTo>
                    <a:pt x="841432" y="180797"/>
                  </a:lnTo>
                  <a:lnTo>
                    <a:pt x="844946" y="182270"/>
                  </a:lnTo>
                  <a:lnTo>
                    <a:pt x="847955" y="184597"/>
                  </a:lnTo>
                  <a:lnTo>
                    <a:pt x="850266" y="187622"/>
                  </a:lnTo>
                  <a:lnTo>
                    <a:pt x="851717" y="191113"/>
                  </a:lnTo>
                  <a:lnTo>
                    <a:pt x="852213" y="194913"/>
                  </a:lnTo>
                </a:path>
                <a:path w="10610850" h="1326515">
                  <a:moveTo>
                    <a:pt x="291819" y="202126"/>
                  </a:moveTo>
                  <a:lnTo>
                    <a:pt x="289508" y="205151"/>
                  </a:lnTo>
                </a:path>
                <a:path w="10610850" h="1326515">
                  <a:moveTo>
                    <a:pt x="293766" y="194913"/>
                  </a:moveTo>
                  <a:lnTo>
                    <a:pt x="293270" y="198636"/>
                  </a:lnTo>
                  <a:lnTo>
                    <a:pt x="291819" y="202126"/>
                  </a:lnTo>
                </a:path>
                <a:path w="10610850" h="1326515">
                  <a:moveTo>
                    <a:pt x="289508" y="205151"/>
                  </a:moveTo>
                  <a:lnTo>
                    <a:pt x="286498" y="207478"/>
                  </a:lnTo>
                  <a:lnTo>
                    <a:pt x="282985" y="208952"/>
                  </a:lnTo>
                  <a:lnTo>
                    <a:pt x="279223" y="209417"/>
                  </a:lnTo>
                  <a:lnTo>
                    <a:pt x="275461" y="208952"/>
                  </a:lnTo>
                  <a:lnTo>
                    <a:pt x="264680" y="194913"/>
                  </a:lnTo>
                  <a:lnTo>
                    <a:pt x="265177" y="191113"/>
                  </a:lnTo>
                  <a:lnTo>
                    <a:pt x="279223" y="180331"/>
                  </a:lnTo>
                  <a:lnTo>
                    <a:pt x="282985" y="180797"/>
                  </a:lnTo>
                  <a:lnTo>
                    <a:pt x="286498" y="182270"/>
                  </a:lnTo>
                  <a:lnTo>
                    <a:pt x="289508" y="184597"/>
                  </a:lnTo>
                  <a:lnTo>
                    <a:pt x="291819" y="187622"/>
                  </a:lnTo>
                  <a:lnTo>
                    <a:pt x="293270" y="191113"/>
                  </a:lnTo>
                  <a:lnTo>
                    <a:pt x="293766" y="194913"/>
                  </a:lnTo>
                </a:path>
                <a:path w="10610850" h="1326515">
                  <a:moveTo>
                    <a:pt x="10052088" y="1326312"/>
                  </a:moveTo>
                  <a:lnTo>
                    <a:pt x="10052088" y="418835"/>
                  </a:lnTo>
                  <a:lnTo>
                    <a:pt x="558447" y="418835"/>
                  </a:lnTo>
                  <a:lnTo>
                    <a:pt x="558447" y="1326312"/>
                  </a:lnTo>
                </a:path>
                <a:path w="10610850" h="1326515">
                  <a:moveTo>
                    <a:pt x="0" y="1326312"/>
                  </a:moveTo>
                  <a:lnTo>
                    <a:pt x="0" y="418835"/>
                  </a:lnTo>
                </a:path>
                <a:path w="10610850" h="1326515">
                  <a:moveTo>
                    <a:pt x="10610535" y="0"/>
                  </a:moveTo>
                  <a:lnTo>
                    <a:pt x="10610535" y="418835"/>
                  </a:lnTo>
                </a:path>
                <a:path w="10610850" h="1326515">
                  <a:moveTo>
                    <a:pt x="10610535" y="418835"/>
                  </a:moveTo>
                  <a:lnTo>
                    <a:pt x="10610535" y="1326312"/>
                  </a:lnTo>
                  <a:lnTo>
                    <a:pt x="10052088" y="1326312"/>
                  </a:lnTo>
                </a:path>
                <a:path w="10610850" h="1326515">
                  <a:moveTo>
                    <a:pt x="10610535" y="0"/>
                  </a:moveTo>
                  <a:lnTo>
                    <a:pt x="10147955" y="0"/>
                  </a:lnTo>
                </a:path>
                <a:path w="10610850" h="1326515">
                  <a:moveTo>
                    <a:pt x="6190410" y="0"/>
                  </a:moveTo>
                  <a:lnTo>
                    <a:pt x="5725037" y="0"/>
                  </a:lnTo>
                </a:path>
                <a:path w="10610850" h="1326515">
                  <a:moveTo>
                    <a:pt x="2700115" y="0"/>
                  </a:moveTo>
                  <a:lnTo>
                    <a:pt x="2234742" y="0"/>
                  </a:lnTo>
                </a:path>
                <a:path w="10610850" h="1326515">
                  <a:moveTo>
                    <a:pt x="559401" y="0"/>
                  </a:moveTo>
                  <a:lnTo>
                    <a:pt x="0" y="0"/>
                  </a:lnTo>
                  <a:lnTo>
                    <a:pt x="0" y="418835"/>
                  </a:lnTo>
                </a:path>
                <a:path w="10610850" h="1326515">
                  <a:moveTo>
                    <a:pt x="558447" y="1326312"/>
                  </a:moveTo>
                  <a:lnTo>
                    <a:pt x="0" y="132631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1556113" y="6555627"/>
              <a:ext cx="9589135" cy="3886200"/>
            </a:xfrm>
            <a:custGeom>
              <a:avLst/>
              <a:gdLst/>
              <a:ahLst/>
              <a:cxnLst/>
              <a:rect l="l" t="t" r="r" b="b"/>
              <a:pathLst>
                <a:path w="9589135" h="3886200">
                  <a:moveTo>
                    <a:pt x="9588553" y="3885861"/>
                  </a:moveTo>
                  <a:lnTo>
                    <a:pt x="9588553" y="478403"/>
                  </a:lnTo>
                  <a:lnTo>
                    <a:pt x="5631009" y="478403"/>
                  </a:lnTo>
                  <a:lnTo>
                    <a:pt x="5631009" y="3885861"/>
                  </a:lnTo>
                </a:path>
                <a:path w="9589135" h="3886200">
                  <a:moveTo>
                    <a:pt x="5165636" y="791133"/>
                  </a:moveTo>
                  <a:lnTo>
                    <a:pt x="2140714" y="791133"/>
                  </a:lnTo>
                </a:path>
                <a:path w="9589135" h="3886200">
                  <a:moveTo>
                    <a:pt x="1675341" y="3885861"/>
                  </a:moveTo>
                  <a:lnTo>
                    <a:pt x="1675341" y="0"/>
                  </a:lnTo>
                  <a:lnTo>
                    <a:pt x="0" y="0"/>
                  </a:lnTo>
                  <a:lnTo>
                    <a:pt x="0" y="3885861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1204097" y="10441489"/>
              <a:ext cx="10269220" cy="1090930"/>
            </a:xfrm>
            <a:custGeom>
              <a:avLst/>
              <a:gdLst/>
              <a:ahLst/>
              <a:cxnLst/>
              <a:rect l="l" t="t" r="r" b="b"/>
              <a:pathLst>
                <a:path w="10269220" h="1090929">
                  <a:moveTo>
                    <a:pt x="923788" y="252930"/>
                  </a:moveTo>
                  <a:lnTo>
                    <a:pt x="923788" y="252930"/>
                  </a:lnTo>
                  <a:lnTo>
                    <a:pt x="923788" y="277284"/>
                  </a:lnTo>
                  <a:lnTo>
                    <a:pt x="923788" y="279611"/>
                  </a:lnTo>
                </a:path>
                <a:path w="10269220" h="1090929">
                  <a:moveTo>
                    <a:pt x="58450" y="281007"/>
                  </a:moveTo>
                  <a:lnTo>
                    <a:pt x="58419" y="280619"/>
                  </a:lnTo>
                </a:path>
                <a:path w="10269220" h="1090929">
                  <a:moveTo>
                    <a:pt x="923788" y="281550"/>
                  </a:moveTo>
                  <a:lnTo>
                    <a:pt x="58481" y="281550"/>
                  </a:lnTo>
                </a:path>
                <a:path w="10269220" h="1090929">
                  <a:moveTo>
                    <a:pt x="923788" y="252464"/>
                  </a:moveTo>
                  <a:lnTo>
                    <a:pt x="56573" y="252464"/>
                  </a:lnTo>
                </a:path>
                <a:path w="10269220" h="1090929">
                  <a:moveTo>
                    <a:pt x="58450" y="281007"/>
                  </a:moveTo>
                  <a:lnTo>
                    <a:pt x="57434" y="281162"/>
                  </a:lnTo>
                  <a:lnTo>
                    <a:pt x="57326" y="280774"/>
                  </a:lnTo>
                  <a:lnTo>
                    <a:pt x="57046" y="279766"/>
                  </a:lnTo>
                </a:path>
                <a:path w="10269220" h="1090929">
                  <a:moveTo>
                    <a:pt x="57326" y="280774"/>
                  </a:moveTo>
                  <a:lnTo>
                    <a:pt x="58419" y="280619"/>
                  </a:lnTo>
                </a:path>
                <a:path w="10269220" h="1090929">
                  <a:moveTo>
                    <a:pt x="56573" y="252464"/>
                  </a:moveTo>
                  <a:lnTo>
                    <a:pt x="49957" y="253317"/>
                  </a:lnTo>
                </a:path>
                <a:path w="10269220" h="1090929">
                  <a:moveTo>
                    <a:pt x="57046" y="279766"/>
                  </a:moveTo>
                  <a:lnTo>
                    <a:pt x="56612" y="279921"/>
                  </a:lnTo>
                </a:path>
                <a:path w="10269220" h="1090929">
                  <a:moveTo>
                    <a:pt x="49957" y="253317"/>
                  </a:moveTo>
                  <a:lnTo>
                    <a:pt x="42915" y="256265"/>
                  </a:lnTo>
                </a:path>
                <a:path w="10269220" h="1090929">
                  <a:moveTo>
                    <a:pt x="56612" y="279921"/>
                  </a:moveTo>
                  <a:lnTo>
                    <a:pt x="56240" y="280231"/>
                  </a:lnTo>
                </a:path>
                <a:path w="10269220" h="1090929">
                  <a:moveTo>
                    <a:pt x="42915" y="256265"/>
                  </a:moveTo>
                  <a:lnTo>
                    <a:pt x="36865" y="260841"/>
                  </a:lnTo>
                </a:path>
                <a:path w="10269220" h="1090929">
                  <a:moveTo>
                    <a:pt x="56240" y="280231"/>
                  </a:moveTo>
                  <a:lnTo>
                    <a:pt x="55945" y="280619"/>
                  </a:lnTo>
                </a:path>
                <a:path w="10269220" h="1090929">
                  <a:moveTo>
                    <a:pt x="36865" y="260841"/>
                  </a:moveTo>
                  <a:lnTo>
                    <a:pt x="32219" y="266891"/>
                  </a:lnTo>
                </a:path>
                <a:path w="10269220" h="1090929">
                  <a:moveTo>
                    <a:pt x="55945" y="280619"/>
                  </a:moveTo>
                  <a:lnTo>
                    <a:pt x="55759" y="281085"/>
                  </a:lnTo>
                </a:path>
                <a:path w="10269220" h="1090929">
                  <a:moveTo>
                    <a:pt x="32219" y="266891"/>
                  </a:moveTo>
                  <a:lnTo>
                    <a:pt x="29302" y="273949"/>
                  </a:lnTo>
                </a:path>
                <a:path w="10269220" h="1090929">
                  <a:moveTo>
                    <a:pt x="55759" y="281085"/>
                  </a:moveTo>
                  <a:lnTo>
                    <a:pt x="56759" y="281317"/>
                  </a:lnTo>
                  <a:lnTo>
                    <a:pt x="57178" y="281472"/>
                  </a:lnTo>
                  <a:lnTo>
                    <a:pt x="57039" y="282481"/>
                  </a:lnTo>
                  <a:lnTo>
                    <a:pt x="56620" y="282403"/>
                  </a:lnTo>
                  <a:lnTo>
                    <a:pt x="56759" y="281317"/>
                  </a:lnTo>
                </a:path>
                <a:path w="10269220" h="1090929">
                  <a:moveTo>
                    <a:pt x="29302" y="273949"/>
                  </a:moveTo>
                  <a:lnTo>
                    <a:pt x="28434" y="280619"/>
                  </a:lnTo>
                </a:path>
                <a:path w="10269220" h="1090929">
                  <a:moveTo>
                    <a:pt x="57535" y="282481"/>
                  </a:moveTo>
                  <a:lnTo>
                    <a:pt x="57295" y="282481"/>
                  </a:lnTo>
                </a:path>
                <a:path w="10269220" h="1090929">
                  <a:moveTo>
                    <a:pt x="57295" y="1060661"/>
                  </a:moveTo>
                  <a:lnTo>
                    <a:pt x="57535" y="1060661"/>
                  </a:lnTo>
                </a:path>
                <a:path w="10269220" h="1090929">
                  <a:moveTo>
                    <a:pt x="57295" y="282481"/>
                  </a:moveTo>
                  <a:lnTo>
                    <a:pt x="57039" y="282481"/>
                  </a:lnTo>
                </a:path>
                <a:path w="10269220" h="1090929">
                  <a:moveTo>
                    <a:pt x="56620" y="1060739"/>
                  </a:moveTo>
                  <a:lnTo>
                    <a:pt x="57031" y="1060739"/>
                  </a:lnTo>
                  <a:lnTo>
                    <a:pt x="57295" y="1060661"/>
                  </a:lnTo>
                </a:path>
                <a:path w="10269220" h="1090929">
                  <a:moveTo>
                    <a:pt x="57031" y="1060739"/>
                  </a:moveTo>
                  <a:lnTo>
                    <a:pt x="57178" y="1061747"/>
                  </a:lnTo>
                  <a:lnTo>
                    <a:pt x="56759" y="1061825"/>
                  </a:lnTo>
                  <a:lnTo>
                    <a:pt x="55743" y="1062135"/>
                  </a:lnTo>
                </a:path>
                <a:path w="10269220" h="1090929">
                  <a:moveTo>
                    <a:pt x="56759" y="1061825"/>
                  </a:moveTo>
                  <a:lnTo>
                    <a:pt x="56620" y="1060739"/>
                  </a:lnTo>
                </a:path>
                <a:path w="10269220" h="1090929">
                  <a:moveTo>
                    <a:pt x="28434" y="1062600"/>
                  </a:moveTo>
                  <a:lnTo>
                    <a:pt x="29302" y="1069193"/>
                  </a:lnTo>
                </a:path>
                <a:path w="10269220" h="1090929">
                  <a:moveTo>
                    <a:pt x="55743" y="1062135"/>
                  </a:moveTo>
                  <a:lnTo>
                    <a:pt x="55945" y="1062523"/>
                  </a:lnTo>
                </a:path>
                <a:path w="10269220" h="1090929">
                  <a:moveTo>
                    <a:pt x="29302" y="1069193"/>
                  </a:moveTo>
                  <a:lnTo>
                    <a:pt x="32219" y="1076251"/>
                  </a:lnTo>
                </a:path>
                <a:path w="10269220" h="1090929">
                  <a:moveTo>
                    <a:pt x="55945" y="1062523"/>
                  </a:moveTo>
                  <a:lnTo>
                    <a:pt x="56240" y="1062911"/>
                  </a:lnTo>
                </a:path>
                <a:path w="10269220" h="1090929">
                  <a:moveTo>
                    <a:pt x="32219" y="1076251"/>
                  </a:moveTo>
                  <a:lnTo>
                    <a:pt x="36865" y="1082301"/>
                  </a:lnTo>
                </a:path>
                <a:path w="10269220" h="1090929">
                  <a:moveTo>
                    <a:pt x="56240" y="1062911"/>
                  </a:moveTo>
                  <a:lnTo>
                    <a:pt x="56612" y="1063221"/>
                  </a:lnTo>
                </a:path>
                <a:path w="10269220" h="1090929">
                  <a:moveTo>
                    <a:pt x="36865" y="1082301"/>
                  </a:moveTo>
                  <a:lnTo>
                    <a:pt x="42915" y="1086955"/>
                  </a:lnTo>
                </a:path>
                <a:path w="10269220" h="1090929">
                  <a:moveTo>
                    <a:pt x="56612" y="1063221"/>
                  </a:moveTo>
                  <a:lnTo>
                    <a:pt x="57054" y="1063376"/>
                  </a:lnTo>
                </a:path>
                <a:path w="10269220" h="1090929">
                  <a:moveTo>
                    <a:pt x="42915" y="1086955"/>
                  </a:moveTo>
                  <a:lnTo>
                    <a:pt x="49957" y="1089825"/>
                  </a:lnTo>
                </a:path>
                <a:path w="10269220" h="1090929">
                  <a:moveTo>
                    <a:pt x="57054" y="1063376"/>
                  </a:moveTo>
                  <a:lnTo>
                    <a:pt x="57326" y="1062368"/>
                  </a:lnTo>
                  <a:lnTo>
                    <a:pt x="57434" y="1061980"/>
                  </a:lnTo>
                  <a:lnTo>
                    <a:pt x="58450" y="1062135"/>
                  </a:lnTo>
                  <a:lnTo>
                    <a:pt x="58419" y="1062523"/>
                  </a:lnTo>
                  <a:lnTo>
                    <a:pt x="57326" y="1062368"/>
                  </a:lnTo>
                </a:path>
                <a:path w="10269220" h="1090929">
                  <a:moveTo>
                    <a:pt x="49957" y="1089825"/>
                  </a:moveTo>
                  <a:lnTo>
                    <a:pt x="56573" y="1090755"/>
                  </a:lnTo>
                </a:path>
                <a:path w="10269220" h="1090929">
                  <a:moveTo>
                    <a:pt x="136059" y="1090213"/>
                  </a:moveTo>
                  <a:lnTo>
                    <a:pt x="136059" y="1090213"/>
                  </a:lnTo>
                  <a:lnTo>
                    <a:pt x="136059" y="1065936"/>
                  </a:lnTo>
                  <a:lnTo>
                    <a:pt x="136059" y="1063609"/>
                  </a:lnTo>
                </a:path>
                <a:path w="10269220" h="1090929">
                  <a:moveTo>
                    <a:pt x="56573" y="1090755"/>
                  </a:moveTo>
                  <a:lnTo>
                    <a:pt x="136059" y="1090755"/>
                  </a:lnTo>
                </a:path>
                <a:path w="10269220" h="1090929">
                  <a:moveTo>
                    <a:pt x="10059937" y="1062523"/>
                  </a:moveTo>
                  <a:lnTo>
                    <a:pt x="10059937" y="1062290"/>
                  </a:lnTo>
                </a:path>
                <a:path w="10269220" h="1090929">
                  <a:moveTo>
                    <a:pt x="10059937" y="1062057"/>
                  </a:moveTo>
                  <a:lnTo>
                    <a:pt x="10059937" y="1061902"/>
                  </a:lnTo>
                  <a:lnTo>
                    <a:pt x="10059937" y="1061747"/>
                  </a:lnTo>
                </a:path>
                <a:path w="10269220" h="1090929">
                  <a:moveTo>
                    <a:pt x="10138430" y="1047166"/>
                  </a:moveTo>
                  <a:lnTo>
                    <a:pt x="10138430" y="1060661"/>
                  </a:lnTo>
                </a:path>
                <a:path w="10269220" h="1090929">
                  <a:moveTo>
                    <a:pt x="10167516" y="280619"/>
                  </a:moveTo>
                  <a:lnTo>
                    <a:pt x="10167516" y="418835"/>
                  </a:lnTo>
                  <a:lnTo>
                    <a:pt x="10167516" y="1062600"/>
                  </a:lnTo>
                </a:path>
                <a:path w="10269220" h="1090929">
                  <a:moveTo>
                    <a:pt x="10059937" y="1062057"/>
                  </a:moveTo>
                  <a:lnTo>
                    <a:pt x="10059937" y="1062135"/>
                  </a:lnTo>
                  <a:lnTo>
                    <a:pt x="10059937" y="1062290"/>
                  </a:lnTo>
                </a:path>
                <a:path w="10269220" h="1090929">
                  <a:moveTo>
                    <a:pt x="10137499" y="1061670"/>
                  </a:moveTo>
                  <a:lnTo>
                    <a:pt x="10123926" y="1061670"/>
                  </a:lnTo>
                  <a:lnTo>
                    <a:pt x="10059937" y="1061670"/>
                  </a:lnTo>
                </a:path>
                <a:path w="10269220" h="1090929">
                  <a:moveTo>
                    <a:pt x="10059937" y="1090213"/>
                  </a:moveTo>
                  <a:lnTo>
                    <a:pt x="10059937" y="1090057"/>
                  </a:lnTo>
                </a:path>
                <a:path w="10269220" h="1090929">
                  <a:moveTo>
                    <a:pt x="0" y="209417"/>
                  </a:moveTo>
                  <a:lnTo>
                    <a:pt x="71838" y="209417"/>
                  </a:lnTo>
                </a:path>
                <a:path w="10269220" h="1090929">
                  <a:moveTo>
                    <a:pt x="28434" y="280619"/>
                  </a:moveTo>
                  <a:lnTo>
                    <a:pt x="28434" y="418835"/>
                  </a:lnTo>
                  <a:lnTo>
                    <a:pt x="28434" y="1062600"/>
                  </a:lnTo>
                </a:path>
                <a:path w="10269220" h="1090929">
                  <a:moveTo>
                    <a:pt x="58481" y="1061670"/>
                  </a:moveTo>
                  <a:lnTo>
                    <a:pt x="71838" y="1061670"/>
                  </a:lnTo>
                  <a:lnTo>
                    <a:pt x="136059" y="1061670"/>
                  </a:lnTo>
                </a:path>
                <a:path w="10269220" h="1090929">
                  <a:moveTo>
                    <a:pt x="10059937" y="1063298"/>
                  </a:moveTo>
                  <a:lnTo>
                    <a:pt x="10059937" y="1062756"/>
                  </a:lnTo>
                  <a:lnTo>
                    <a:pt x="10059937" y="1062523"/>
                  </a:lnTo>
                </a:path>
                <a:path w="10269220" h="1090929">
                  <a:moveTo>
                    <a:pt x="10138430" y="1047010"/>
                  </a:moveTo>
                  <a:lnTo>
                    <a:pt x="10138430" y="1047166"/>
                  </a:lnTo>
                </a:path>
                <a:path w="10269220" h="1090929">
                  <a:moveTo>
                    <a:pt x="352015" y="0"/>
                  </a:moveTo>
                  <a:lnTo>
                    <a:pt x="2027357" y="0"/>
                  </a:lnTo>
                </a:path>
                <a:path w="10269220" h="1090929">
                  <a:moveTo>
                    <a:pt x="57535" y="1045304"/>
                  </a:moveTo>
                  <a:lnTo>
                    <a:pt x="57535" y="1048872"/>
                  </a:lnTo>
                  <a:lnTo>
                    <a:pt x="57535" y="1060661"/>
                  </a:lnTo>
                </a:path>
                <a:path w="10269220" h="1090929">
                  <a:moveTo>
                    <a:pt x="10138430" y="628330"/>
                  </a:moveTo>
                  <a:lnTo>
                    <a:pt x="10138430" y="1047010"/>
                  </a:lnTo>
                </a:path>
                <a:path w="10269220" h="1090929">
                  <a:moveTo>
                    <a:pt x="7890137" y="209417"/>
                  </a:moveTo>
                  <a:lnTo>
                    <a:pt x="8448584" y="209417"/>
                  </a:lnTo>
                  <a:lnTo>
                    <a:pt x="9007031" y="209417"/>
                  </a:lnTo>
                </a:path>
                <a:path w="10269220" h="1090929">
                  <a:moveTo>
                    <a:pt x="57535" y="282481"/>
                  </a:moveTo>
                  <a:lnTo>
                    <a:pt x="57535" y="418835"/>
                  </a:lnTo>
                  <a:lnTo>
                    <a:pt x="57535" y="626469"/>
                  </a:lnTo>
                  <a:lnTo>
                    <a:pt x="57535" y="630037"/>
                  </a:lnTo>
                  <a:lnTo>
                    <a:pt x="57535" y="1045304"/>
                  </a:lnTo>
                </a:path>
                <a:path w="10269220" h="1090929">
                  <a:moveTo>
                    <a:pt x="10138430" y="282481"/>
                  </a:moveTo>
                  <a:lnTo>
                    <a:pt x="10138430" y="418835"/>
                  </a:lnTo>
                </a:path>
                <a:path w="10269220" h="1090929">
                  <a:moveTo>
                    <a:pt x="9007031" y="209417"/>
                  </a:moveTo>
                  <a:lnTo>
                    <a:pt x="9565479" y="209417"/>
                  </a:lnTo>
                </a:path>
                <a:path w="10269220" h="1090929">
                  <a:moveTo>
                    <a:pt x="2492729" y="0"/>
                  </a:moveTo>
                  <a:lnTo>
                    <a:pt x="5517652" y="0"/>
                  </a:lnTo>
                </a:path>
                <a:path w="10269220" h="1090929">
                  <a:moveTo>
                    <a:pt x="10138430" y="418835"/>
                  </a:moveTo>
                  <a:lnTo>
                    <a:pt x="10138430" y="628175"/>
                  </a:lnTo>
                  <a:lnTo>
                    <a:pt x="10138430" y="628330"/>
                  </a:lnTo>
                </a:path>
                <a:path w="10269220" h="1090929">
                  <a:moveTo>
                    <a:pt x="6773243" y="209417"/>
                  </a:moveTo>
                  <a:lnTo>
                    <a:pt x="7331690" y="209417"/>
                  </a:lnTo>
                  <a:lnTo>
                    <a:pt x="7890137" y="209417"/>
                  </a:lnTo>
                </a:path>
                <a:path w="10269220" h="1090929">
                  <a:moveTo>
                    <a:pt x="9565479" y="209417"/>
                  </a:moveTo>
                  <a:lnTo>
                    <a:pt x="10123926" y="209417"/>
                  </a:lnTo>
                  <a:lnTo>
                    <a:pt x="10269200" y="209417"/>
                  </a:lnTo>
                </a:path>
                <a:path w="10269220" h="1090929">
                  <a:moveTo>
                    <a:pt x="6214757" y="209417"/>
                  </a:moveTo>
                  <a:lnTo>
                    <a:pt x="6773243" y="209417"/>
                  </a:lnTo>
                </a:path>
                <a:path w="10269220" h="1090929">
                  <a:moveTo>
                    <a:pt x="5983024" y="0"/>
                  </a:moveTo>
                  <a:lnTo>
                    <a:pt x="9940569" y="0"/>
                  </a:lnTo>
                </a:path>
                <a:path w="10269220" h="1090929">
                  <a:moveTo>
                    <a:pt x="3980968" y="209417"/>
                  </a:moveTo>
                  <a:lnTo>
                    <a:pt x="4539415" y="209417"/>
                  </a:lnTo>
                  <a:lnTo>
                    <a:pt x="5097862" y="209417"/>
                  </a:lnTo>
                  <a:lnTo>
                    <a:pt x="5656310" y="209417"/>
                  </a:lnTo>
                  <a:lnTo>
                    <a:pt x="6214757" y="209417"/>
                  </a:lnTo>
                </a:path>
                <a:path w="10269220" h="1090929">
                  <a:moveTo>
                    <a:pt x="71838" y="209417"/>
                  </a:moveTo>
                  <a:lnTo>
                    <a:pt x="630285" y="209417"/>
                  </a:lnTo>
                </a:path>
                <a:path w="10269220" h="1090929">
                  <a:moveTo>
                    <a:pt x="3422521" y="209417"/>
                  </a:moveTo>
                  <a:lnTo>
                    <a:pt x="3980968" y="209417"/>
                  </a:lnTo>
                </a:path>
                <a:path w="10269220" h="1090929">
                  <a:moveTo>
                    <a:pt x="1747179" y="209417"/>
                  </a:moveTo>
                  <a:lnTo>
                    <a:pt x="2305626" y="209417"/>
                  </a:lnTo>
                  <a:lnTo>
                    <a:pt x="2864074" y="209417"/>
                  </a:lnTo>
                  <a:lnTo>
                    <a:pt x="3422521" y="209417"/>
                  </a:lnTo>
                </a:path>
                <a:path w="10269220" h="1090929">
                  <a:moveTo>
                    <a:pt x="630285" y="209417"/>
                  </a:moveTo>
                  <a:lnTo>
                    <a:pt x="1188732" y="209417"/>
                  </a:lnTo>
                  <a:lnTo>
                    <a:pt x="1747179" y="209417"/>
                  </a:lnTo>
                </a:path>
                <a:path w="10269220" h="1090929">
                  <a:moveTo>
                    <a:pt x="9272139" y="254403"/>
                  </a:moveTo>
                  <a:lnTo>
                    <a:pt x="9272139" y="252930"/>
                  </a:lnTo>
                  <a:lnTo>
                    <a:pt x="9272139" y="252464"/>
                  </a:lnTo>
                </a:path>
                <a:path w="10269220" h="1090929">
                  <a:moveTo>
                    <a:pt x="9272139" y="281550"/>
                  </a:moveTo>
                  <a:lnTo>
                    <a:pt x="9272139" y="281007"/>
                  </a:lnTo>
                  <a:lnTo>
                    <a:pt x="9272139" y="279921"/>
                  </a:lnTo>
                </a:path>
                <a:path w="10269220" h="1090929">
                  <a:moveTo>
                    <a:pt x="10137499" y="281007"/>
                  </a:moveTo>
                  <a:lnTo>
                    <a:pt x="10137499" y="281550"/>
                  </a:lnTo>
                </a:path>
                <a:path w="10269220" h="1090929">
                  <a:moveTo>
                    <a:pt x="10059937" y="1090057"/>
                  </a:moveTo>
                  <a:lnTo>
                    <a:pt x="10059937" y="1088739"/>
                  </a:lnTo>
                </a:path>
                <a:path w="10269220" h="1090929">
                  <a:moveTo>
                    <a:pt x="10137499" y="1062135"/>
                  </a:moveTo>
                  <a:lnTo>
                    <a:pt x="10137499" y="1061670"/>
                  </a:lnTo>
                </a:path>
                <a:path w="10269220" h="1090929">
                  <a:moveTo>
                    <a:pt x="10059937" y="1090755"/>
                  </a:moveTo>
                  <a:lnTo>
                    <a:pt x="10059937" y="109021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3696827" y="7346760"/>
              <a:ext cx="3025140" cy="3094990"/>
            </a:xfrm>
            <a:custGeom>
              <a:avLst/>
              <a:gdLst/>
              <a:ahLst/>
              <a:cxnLst/>
              <a:rect l="l" t="t" r="r" b="b"/>
              <a:pathLst>
                <a:path w="3025140" h="3094990">
                  <a:moveTo>
                    <a:pt x="0" y="3094728"/>
                  </a:moveTo>
                  <a:lnTo>
                    <a:pt x="0" y="0"/>
                  </a:lnTo>
                </a:path>
                <a:path w="3025140" h="3094990">
                  <a:moveTo>
                    <a:pt x="3024922" y="3094728"/>
                  </a:moveTo>
                  <a:lnTo>
                    <a:pt x="3024922" y="0"/>
                  </a:lnTo>
                </a:path>
              </a:pathLst>
            </a:custGeom>
            <a:ln w="3878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521365" y="10693953"/>
              <a:ext cx="11543030" cy="838835"/>
            </a:xfrm>
            <a:custGeom>
              <a:avLst/>
              <a:gdLst/>
              <a:ahLst/>
              <a:cxnLst/>
              <a:rect l="l" t="t" r="r" b="b"/>
              <a:pathLst>
                <a:path w="11543030" h="838834">
                  <a:moveTo>
                    <a:pt x="1606519" y="0"/>
                  </a:moveTo>
                  <a:lnTo>
                    <a:pt x="1606519" y="465"/>
                  </a:lnTo>
                </a:path>
                <a:path w="11543030" h="838834">
                  <a:moveTo>
                    <a:pt x="1606519" y="27146"/>
                  </a:moveTo>
                  <a:lnTo>
                    <a:pt x="1606519" y="28542"/>
                  </a:lnTo>
                  <a:lnTo>
                    <a:pt x="1606519" y="29085"/>
                  </a:lnTo>
                </a:path>
                <a:path w="11543030" h="838834">
                  <a:moveTo>
                    <a:pt x="741182" y="28542"/>
                  </a:moveTo>
                  <a:lnTo>
                    <a:pt x="741213" y="29085"/>
                  </a:lnTo>
                </a:path>
                <a:path w="11543030" h="838834">
                  <a:moveTo>
                    <a:pt x="741182" y="809670"/>
                  </a:moveTo>
                  <a:lnTo>
                    <a:pt x="741213" y="809205"/>
                  </a:lnTo>
                </a:path>
                <a:path w="11543030" h="838834">
                  <a:moveTo>
                    <a:pt x="818791" y="811144"/>
                  </a:moveTo>
                  <a:lnTo>
                    <a:pt x="818791" y="809670"/>
                  </a:lnTo>
                  <a:lnTo>
                    <a:pt x="818791" y="809205"/>
                  </a:lnTo>
                </a:path>
                <a:path w="11543030" h="838834">
                  <a:moveTo>
                    <a:pt x="818791" y="838291"/>
                  </a:moveTo>
                  <a:lnTo>
                    <a:pt x="818791" y="837748"/>
                  </a:lnTo>
                </a:path>
                <a:path w="11543030" h="838834">
                  <a:moveTo>
                    <a:pt x="11085881" y="26758"/>
                  </a:moveTo>
                  <a:lnTo>
                    <a:pt x="11542955" y="26758"/>
                  </a:lnTo>
                </a:path>
                <a:path w="11543030" h="838834">
                  <a:moveTo>
                    <a:pt x="0" y="26758"/>
                  </a:moveTo>
                  <a:lnTo>
                    <a:pt x="475346" y="267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1246880" y="10709078"/>
              <a:ext cx="10110470" cy="808990"/>
            </a:xfrm>
            <a:custGeom>
              <a:avLst/>
              <a:gdLst/>
              <a:ahLst/>
              <a:cxnLst/>
              <a:rect l="l" t="t" r="r" b="b"/>
              <a:pathLst>
                <a:path w="10110470" h="808990">
                  <a:moveTo>
                    <a:pt x="10017154" y="808585"/>
                  </a:moveTo>
                  <a:lnTo>
                    <a:pt x="10095647" y="808585"/>
                  </a:lnTo>
                  <a:lnTo>
                    <a:pt x="10099447" y="808662"/>
                  </a:lnTo>
                  <a:lnTo>
                    <a:pt x="10103170" y="807111"/>
                  </a:lnTo>
                  <a:lnTo>
                    <a:pt x="10105885" y="804396"/>
                  </a:lnTo>
                  <a:lnTo>
                    <a:pt x="10108600" y="801759"/>
                  </a:lnTo>
                  <a:lnTo>
                    <a:pt x="10110151" y="798036"/>
                  </a:lnTo>
                  <a:lnTo>
                    <a:pt x="10110151" y="794158"/>
                  </a:lnTo>
                  <a:lnTo>
                    <a:pt x="10110151" y="14581"/>
                  </a:lnTo>
                  <a:lnTo>
                    <a:pt x="10110151" y="6592"/>
                  </a:lnTo>
                  <a:lnTo>
                    <a:pt x="10103636" y="77"/>
                  </a:lnTo>
                  <a:lnTo>
                    <a:pt x="10095647" y="77"/>
                  </a:lnTo>
                  <a:lnTo>
                    <a:pt x="9229356" y="77"/>
                  </a:lnTo>
                </a:path>
                <a:path w="10110470" h="808990">
                  <a:moveTo>
                    <a:pt x="93043" y="808585"/>
                  </a:moveTo>
                  <a:lnTo>
                    <a:pt x="14527" y="808585"/>
                  </a:lnTo>
                  <a:lnTo>
                    <a:pt x="10680" y="808662"/>
                  </a:lnTo>
                  <a:lnTo>
                    <a:pt x="6988" y="807111"/>
                  </a:lnTo>
                  <a:lnTo>
                    <a:pt x="4258" y="804474"/>
                  </a:lnTo>
                  <a:lnTo>
                    <a:pt x="1535" y="801759"/>
                  </a:lnTo>
                  <a:lnTo>
                    <a:pt x="0" y="798036"/>
                  </a:lnTo>
                  <a:lnTo>
                    <a:pt x="0" y="794236"/>
                  </a:lnTo>
                  <a:lnTo>
                    <a:pt x="0" y="14504"/>
                  </a:lnTo>
                  <a:lnTo>
                    <a:pt x="0" y="6515"/>
                  </a:lnTo>
                  <a:lnTo>
                    <a:pt x="6499" y="0"/>
                  </a:lnTo>
                  <a:lnTo>
                    <a:pt x="14527" y="0"/>
                  </a:lnTo>
                  <a:lnTo>
                    <a:pt x="880772" y="0"/>
                  </a:lnTo>
                </a:path>
              </a:pathLst>
            </a:custGeom>
            <a:ln w="232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3" name="object 183"/>
          <p:cNvSpPr txBox="1"/>
          <p:nvPr/>
        </p:nvSpPr>
        <p:spPr>
          <a:xfrm>
            <a:off x="8674468" y="9500582"/>
            <a:ext cx="1260475" cy="52641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9" THICK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SLAB </a:t>
            </a:r>
            <a:r>
              <a:rPr dirty="0" sz="850" spc="-20">
                <a:latin typeface="Verdana"/>
                <a:cs typeface="Verdana"/>
              </a:rPr>
              <a:t>WITH </a:t>
            </a:r>
            <a:r>
              <a:rPr dirty="0" sz="850">
                <a:latin typeface="Verdana"/>
                <a:cs typeface="Verdana"/>
              </a:rPr>
              <a:t>#4 BAR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12" </a:t>
            </a:r>
            <a:r>
              <a:rPr dirty="0" sz="850" spc="-20">
                <a:latin typeface="Verdana"/>
                <a:cs typeface="Verdana"/>
              </a:rPr>
              <a:t>O.C. </a:t>
            </a:r>
            <a:r>
              <a:rPr dirty="0" sz="850">
                <a:latin typeface="Verdana"/>
                <a:cs typeface="Verdana"/>
              </a:rPr>
              <a:t>EACH WAY AT </a:t>
            </a:r>
            <a:r>
              <a:rPr dirty="0" sz="850" spc="-20">
                <a:latin typeface="Verdana"/>
                <a:cs typeface="Verdana"/>
              </a:rPr>
              <a:t>MID-</a:t>
            </a:r>
            <a:r>
              <a:rPr dirty="0" sz="850" spc="-10">
                <a:latin typeface="Verdana"/>
                <a:cs typeface="Verdana"/>
              </a:rPr>
              <a:t>DEPTH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979013" y="9562227"/>
            <a:ext cx="7696200" cy="2703195"/>
            <a:chOff x="979013" y="9562227"/>
            <a:chExt cx="7696200" cy="2703195"/>
          </a:xfrm>
        </p:grpSpPr>
        <p:sp>
          <p:nvSpPr>
            <p:cNvPr id="185" name="object 185"/>
            <p:cNvSpPr/>
            <p:nvPr/>
          </p:nvSpPr>
          <p:spPr>
            <a:xfrm>
              <a:off x="8274171" y="9566355"/>
              <a:ext cx="396875" cy="741045"/>
            </a:xfrm>
            <a:custGeom>
              <a:avLst/>
              <a:gdLst/>
              <a:ahLst/>
              <a:cxnLst/>
              <a:rect l="l" t="t" r="r" b="b"/>
              <a:pathLst>
                <a:path w="396875" h="741045">
                  <a:moveTo>
                    <a:pt x="0" y="740795"/>
                  </a:moveTo>
                  <a:lnTo>
                    <a:pt x="215079" y="0"/>
                  </a:lnTo>
                  <a:lnTo>
                    <a:pt x="39641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8241749" y="10301721"/>
              <a:ext cx="51435" cy="117475"/>
            </a:xfrm>
            <a:custGeom>
              <a:avLst/>
              <a:gdLst/>
              <a:ahLst/>
              <a:cxnLst/>
              <a:rect l="l" t="t" r="r" b="b"/>
              <a:pathLst>
                <a:path w="51434" h="117475">
                  <a:moveTo>
                    <a:pt x="0" y="117118"/>
                  </a:moveTo>
                  <a:lnTo>
                    <a:pt x="13806" y="0"/>
                  </a:lnTo>
                  <a:lnTo>
                    <a:pt x="51113" y="10781"/>
                  </a:lnTo>
                  <a:lnTo>
                    <a:pt x="0" y="1171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8241749" y="10301721"/>
              <a:ext cx="51435" cy="117475"/>
            </a:xfrm>
            <a:custGeom>
              <a:avLst/>
              <a:gdLst/>
              <a:ahLst/>
              <a:cxnLst/>
              <a:rect l="l" t="t" r="r" b="b"/>
              <a:pathLst>
                <a:path w="51434" h="117475">
                  <a:moveTo>
                    <a:pt x="0" y="117118"/>
                  </a:moveTo>
                  <a:lnTo>
                    <a:pt x="13806" y="0"/>
                  </a:lnTo>
                  <a:lnTo>
                    <a:pt x="51113" y="10781"/>
                  </a:lnTo>
                  <a:lnTo>
                    <a:pt x="0" y="1171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996711" y="11790295"/>
              <a:ext cx="558800" cy="370205"/>
            </a:xfrm>
            <a:custGeom>
              <a:avLst/>
              <a:gdLst/>
              <a:ahLst/>
              <a:cxnLst/>
              <a:rect l="l" t="t" r="r" b="b"/>
              <a:pathLst>
                <a:path w="558800" h="370204">
                  <a:moveTo>
                    <a:pt x="0" y="0"/>
                  </a:moveTo>
                  <a:lnTo>
                    <a:pt x="0" y="330569"/>
                  </a:lnTo>
                </a:path>
                <a:path w="558800" h="370204">
                  <a:moveTo>
                    <a:pt x="0" y="330569"/>
                  </a:moveTo>
                  <a:lnTo>
                    <a:pt x="0" y="370126"/>
                  </a:lnTo>
                </a:path>
                <a:path w="558800" h="370204">
                  <a:moveTo>
                    <a:pt x="558447" y="0"/>
                  </a:moveTo>
                  <a:lnTo>
                    <a:pt x="558447" y="330569"/>
                  </a:lnTo>
                </a:path>
                <a:path w="558800" h="370204">
                  <a:moveTo>
                    <a:pt x="558447" y="330569"/>
                  </a:moveTo>
                  <a:lnTo>
                    <a:pt x="558447" y="358569"/>
                  </a:lnTo>
                </a:path>
                <a:path w="558800" h="370204">
                  <a:moveTo>
                    <a:pt x="558447" y="358569"/>
                  </a:moveTo>
                  <a:lnTo>
                    <a:pt x="558447" y="370126"/>
                  </a:lnTo>
                </a:path>
                <a:path w="558800" h="370204">
                  <a:moveTo>
                    <a:pt x="0" y="330569"/>
                  </a:moveTo>
                  <a:lnTo>
                    <a:pt x="558447" y="3305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988180" y="1211233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979648" y="1212086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1546627" y="1211233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555159" y="1212086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1111697" y="12148863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30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4" name="object 194"/>
          <p:cNvSpPr txBox="1"/>
          <p:nvPr/>
        </p:nvSpPr>
        <p:spPr>
          <a:xfrm>
            <a:off x="1111697" y="12148863"/>
            <a:ext cx="32893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2721026" y="11827446"/>
            <a:ext cx="1132205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302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#4 BAR AT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9" </a:t>
            </a:r>
            <a:r>
              <a:rPr dirty="0" sz="850" spc="-20">
                <a:latin typeface="Verdana"/>
                <a:cs typeface="Verdana"/>
              </a:rPr>
              <a:t>O.C. </a:t>
            </a:r>
            <a:r>
              <a:rPr dirty="0" sz="850">
                <a:latin typeface="Verdana"/>
                <a:cs typeface="Verdana"/>
              </a:rPr>
              <a:t>VERTICAL </a:t>
            </a:r>
            <a:r>
              <a:rPr dirty="0" sz="850" spc="-25">
                <a:latin typeface="Verdana"/>
                <a:cs typeface="Verdana"/>
              </a:rPr>
              <a:t>AND </a:t>
            </a:r>
            <a:r>
              <a:rPr dirty="0" sz="850" spc="-10">
                <a:latin typeface="Verdana"/>
                <a:cs typeface="Verdana"/>
              </a:rPr>
              <a:t>HORIZONTAL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1302205" y="11074861"/>
            <a:ext cx="1419225" cy="822960"/>
            <a:chOff x="1302205" y="11074861"/>
            <a:chExt cx="1419225" cy="822960"/>
          </a:xfrm>
        </p:grpSpPr>
        <p:sp>
          <p:nvSpPr>
            <p:cNvPr id="197" name="object 197"/>
            <p:cNvSpPr/>
            <p:nvPr/>
          </p:nvSpPr>
          <p:spPr>
            <a:xfrm>
              <a:off x="1403936" y="11141409"/>
              <a:ext cx="1313815" cy="751840"/>
            </a:xfrm>
            <a:custGeom>
              <a:avLst/>
              <a:gdLst/>
              <a:ahLst/>
              <a:cxnLst/>
              <a:rect l="l" t="t" r="r" b="b"/>
              <a:pathLst>
                <a:path w="1313814" h="751840">
                  <a:moveTo>
                    <a:pt x="0" y="0"/>
                  </a:moveTo>
                  <a:lnTo>
                    <a:pt x="1173654" y="751809"/>
                  </a:lnTo>
                  <a:lnTo>
                    <a:pt x="1313211" y="751809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8" name="object 19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02205" y="11074861"/>
              <a:ext cx="116180" cy="86792"/>
            </a:xfrm>
            <a:prstGeom prst="rect">
              <a:avLst/>
            </a:prstGeom>
          </p:spPr>
        </p:pic>
      </p:grpSp>
      <p:sp>
        <p:nvSpPr>
          <p:cNvPr id="199" name="object 199"/>
          <p:cNvSpPr txBox="1"/>
          <p:nvPr/>
        </p:nvSpPr>
        <p:spPr>
          <a:xfrm>
            <a:off x="2688946" y="12282735"/>
            <a:ext cx="1116330" cy="26352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11303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STANDARD</a:t>
            </a:r>
            <a:r>
              <a:rPr dirty="0" sz="850" spc="45">
                <a:latin typeface="Verdana"/>
                <a:cs typeface="Verdana"/>
              </a:rPr>
              <a:t> </a:t>
            </a:r>
            <a:r>
              <a:rPr dirty="0" sz="850" spc="-20">
                <a:latin typeface="Verdana"/>
                <a:cs typeface="Verdana"/>
              </a:rPr>
              <a:t>HOOK </a:t>
            </a:r>
            <a:r>
              <a:rPr dirty="0" sz="850">
                <a:latin typeface="Verdana"/>
                <a:cs typeface="Verdana"/>
              </a:rPr>
              <a:t>AT </a:t>
            </a:r>
            <a:r>
              <a:rPr dirty="0" sz="850" spc="-10">
                <a:latin typeface="Verdana"/>
                <a:cs typeface="Verdana"/>
              </a:rPr>
              <a:t>BOTTOM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00" name="object 200"/>
          <p:cNvGrpSpPr/>
          <p:nvPr/>
        </p:nvGrpSpPr>
        <p:grpSpPr>
          <a:xfrm>
            <a:off x="1316345" y="10439551"/>
            <a:ext cx="15525115" cy="1913255"/>
            <a:chOff x="1316345" y="10439551"/>
            <a:chExt cx="15525115" cy="1913255"/>
          </a:xfrm>
        </p:grpSpPr>
        <p:sp>
          <p:nvSpPr>
            <p:cNvPr id="201" name="object 201"/>
            <p:cNvSpPr/>
            <p:nvPr/>
          </p:nvSpPr>
          <p:spPr>
            <a:xfrm>
              <a:off x="1416679" y="11587624"/>
              <a:ext cx="1268730" cy="761365"/>
            </a:xfrm>
            <a:custGeom>
              <a:avLst/>
              <a:gdLst/>
              <a:ahLst/>
              <a:cxnLst/>
              <a:rect l="l" t="t" r="r" b="b"/>
              <a:pathLst>
                <a:path w="1268730" h="761365">
                  <a:moveTo>
                    <a:pt x="0" y="0"/>
                  </a:moveTo>
                  <a:lnTo>
                    <a:pt x="1128831" y="760806"/>
                  </a:lnTo>
                  <a:lnTo>
                    <a:pt x="1268388" y="76080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16345" y="11518749"/>
              <a:ext cx="115071" cy="88886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16408958" y="10439556"/>
              <a:ext cx="396240" cy="4445"/>
            </a:xfrm>
            <a:custGeom>
              <a:avLst/>
              <a:gdLst/>
              <a:ahLst/>
              <a:cxnLst/>
              <a:rect l="l" t="t" r="r" b="b"/>
              <a:pathLst>
                <a:path w="396240" h="4445">
                  <a:moveTo>
                    <a:pt x="396113" y="0"/>
                  </a:moveTo>
                  <a:lnTo>
                    <a:pt x="81432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81432" y="3873"/>
                  </a:lnTo>
                  <a:lnTo>
                    <a:pt x="396113" y="3873"/>
                  </a:lnTo>
                  <a:lnTo>
                    <a:pt x="3961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16501494" y="10752746"/>
              <a:ext cx="337820" cy="22860"/>
            </a:xfrm>
            <a:custGeom>
              <a:avLst/>
              <a:gdLst/>
              <a:ahLst/>
              <a:cxnLst/>
              <a:rect l="l" t="t" r="r" b="b"/>
              <a:pathLst>
                <a:path w="337819" h="22859">
                  <a:moveTo>
                    <a:pt x="337472" y="0"/>
                  </a:moveTo>
                  <a:lnTo>
                    <a:pt x="0" y="224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5" name="object 20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418270" y="10451340"/>
              <a:ext cx="90747" cy="331267"/>
            </a:xfrm>
            <a:prstGeom prst="rect">
              <a:avLst/>
            </a:prstGeom>
          </p:spPr>
        </p:pic>
      </p:grpSp>
      <p:sp>
        <p:nvSpPr>
          <p:cNvPr id="206" name="object 206"/>
          <p:cNvSpPr txBox="1"/>
          <p:nvPr/>
        </p:nvSpPr>
        <p:spPr>
          <a:xfrm rot="5280000">
            <a:off x="16324053" y="10557538"/>
            <a:ext cx="150452" cy="1085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5"/>
              </a:lnSpc>
            </a:pPr>
            <a:r>
              <a:rPr dirty="0" sz="850" spc="-25">
                <a:latin typeface="Arial"/>
                <a:cs typeface="Arial"/>
              </a:rPr>
              <a:t>4°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07" name="object 207"/>
          <p:cNvGrpSpPr/>
          <p:nvPr/>
        </p:nvGrpSpPr>
        <p:grpSpPr>
          <a:xfrm>
            <a:off x="11031101" y="11789660"/>
            <a:ext cx="594360" cy="475615"/>
            <a:chOff x="11031101" y="11789660"/>
            <a:chExt cx="594360" cy="475615"/>
          </a:xfrm>
        </p:grpSpPr>
        <p:sp>
          <p:nvSpPr>
            <p:cNvPr id="208" name="object 208"/>
            <p:cNvSpPr/>
            <p:nvPr/>
          </p:nvSpPr>
          <p:spPr>
            <a:xfrm>
              <a:off x="11048800" y="11790295"/>
              <a:ext cx="558800" cy="370205"/>
            </a:xfrm>
            <a:custGeom>
              <a:avLst/>
              <a:gdLst/>
              <a:ahLst/>
              <a:cxnLst/>
              <a:rect l="l" t="t" r="r" b="b"/>
              <a:pathLst>
                <a:path w="558800" h="370204">
                  <a:moveTo>
                    <a:pt x="0" y="0"/>
                  </a:moveTo>
                  <a:lnTo>
                    <a:pt x="0" y="330569"/>
                  </a:lnTo>
                </a:path>
                <a:path w="558800" h="370204">
                  <a:moveTo>
                    <a:pt x="0" y="330569"/>
                  </a:moveTo>
                  <a:lnTo>
                    <a:pt x="0" y="370126"/>
                  </a:lnTo>
                </a:path>
                <a:path w="558800" h="370204">
                  <a:moveTo>
                    <a:pt x="558447" y="0"/>
                  </a:moveTo>
                  <a:lnTo>
                    <a:pt x="558447" y="330569"/>
                  </a:lnTo>
                </a:path>
                <a:path w="558800" h="370204">
                  <a:moveTo>
                    <a:pt x="558447" y="330569"/>
                  </a:moveTo>
                  <a:lnTo>
                    <a:pt x="558447" y="358569"/>
                  </a:lnTo>
                </a:path>
                <a:path w="558800" h="370204">
                  <a:moveTo>
                    <a:pt x="558447" y="358569"/>
                  </a:moveTo>
                  <a:lnTo>
                    <a:pt x="558447" y="370126"/>
                  </a:lnTo>
                </a:path>
                <a:path w="558800" h="370204">
                  <a:moveTo>
                    <a:pt x="0" y="330569"/>
                  </a:moveTo>
                  <a:lnTo>
                    <a:pt x="558447" y="3305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1040268" y="1211233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1031736" y="121208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17063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11598715" y="1211233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17063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11607247" y="121208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 h="0">
                  <a:moveTo>
                    <a:pt x="0" y="0"/>
                  </a:moveTo>
                  <a:lnTo>
                    <a:pt x="1706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11163747" y="12148863"/>
              <a:ext cx="328930" cy="112395"/>
            </a:xfrm>
            <a:custGeom>
              <a:avLst/>
              <a:gdLst/>
              <a:ahLst/>
              <a:cxnLst/>
              <a:rect l="l" t="t" r="r" b="b"/>
              <a:pathLst>
                <a:path w="328929" h="112395">
                  <a:moveTo>
                    <a:pt x="0" y="0"/>
                  </a:moveTo>
                  <a:lnTo>
                    <a:pt x="328475" y="0"/>
                  </a:lnTo>
                  <a:lnTo>
                    <a:pt x="328475" y="112077"/>
                  </a:lnTo>
                  <a:lnTo>
                    <a:pt x="0" y="11207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4" name="object 214"/>
          <p:cNvSpPr txBox="1"/>
          <p:nvPr/>
        </p:nvSpPr>
        <p:spPr>
          <a:xfrm>
            <a:off x="11163747" y="12148863"/>
            <a:ext cx="32893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15" name="object 215"/>
          <p:cNvGrpSpPr/>
          <p:nvPr/>
        </p:nvGrpSpPr>
        <p:grpSpPr>
          <a:xfrm>
            <a:off x="632974" y="10410465"/>
            <a:ext cx="341630" cy="1388745"/>
            <a:chOff x="632974" y="10410465"/>
            <a:chExt cx="341630" cy="1388745"/>
          </a:xfrm>
        </p:grpSpPr>
        <p:sp>
          <p:nvSpPr>
            <p:cNvPr id="216" name="object 216"/>
            <p:cNvSpPr/>
            <p:nvPr/>
          </p:nvSpPr>
          <p:spPr>
            <a:xfrm>
              <a:off x="632968" y="10437613"/>
              <a:ext cx="341630" cy="1334135"/>
            </a:xfrm>
            <a:custGeom>
              <a:avLst/>
              <a:gdLst/>
              <a:ahLst/>
              <a:cxnLst/>
              <a:rect l="l" t="t" r="r" b="b"/>
              <a:pathLst>
                <a:path w="341630" h="1334134">
                  <a:moveTo>
                    <a:pt x="341274" y="1326311"/>
                  </a:moveTo>
                  <a:lnTo>
                    <a:pt x="50419" y="1326311"/>
                  </a:lnTo>
                  <a:lnTo>
                    <a:pt x="50419" y="723112"/>
                  </a:lnTo>
                  <a:lnTo>
                    <a:pt x="42659" y="723112"/>
                  </a:lnTo>
                  <a:lnTo>
                    <a:pt x="42659" y="1326311"/>
                  </a:lnTo>
                  <a:lnTo>
                    <a:pt x="0" y="1326311"/>
                  </a:lnTo>
                  <a:lnTo>
                    <a:pt x="0" y="1334071"/>
                  </a:lnTo>
                  <a:lnTo>
                    <a:pt x="46532" y="1334071"/>
                  </a:lnTo>
                  <a:lnTo>
                    <a:pt x="341274" y="1334071"/>
                  </a:lnTo>
                  <a:lnTo>
                    <a:pt x="341274" y="1326311"/>
                  </a:lnTo>
                  <a:close/>
                </a:path>
                <a:path w="341630" h="1334134">
                  <a:moveTo>
                    <a:pt x="341287" y="0"/>
                  </a:moveTo>
                  <a:lnTo>
                    <a:pt x="46532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610958"/>
                  </a:lnTo>
                  <a:lnTo>
                    <a:pt x="50419" y="610958"/>
                  </a:lnTo>
                  <a:lnTo>
                    <a:pt x="50419" y="7759"/>
                  </a:lnTo>
                  <a:lnTo>
                    <a:pt x="341287" y="7759"/>
                  </a:lnTo>
                  <a:lnTo>
                    <a:pt x="3412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663999" y="11752289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675633" y="11767802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663999" y="10425977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675633" y="10410465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4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1" name="object 221"/>
          <p:cNvSpPr txBox="1"/>
          <p:nvPr/>
        </p:nvSpPr>
        <p:spPr>
          <a:xfrm>
            <a:off x="529207" y="11048567"/>
            <a:ext cx="328930" cy="11239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2'-</a:t>
            </a:r>
            <a:r>
              <a:rPr dirty="0" sz="700" spc="-25">
                <a:latin typeface="Verdana"/>
                <a:cs typeface="Verdana"/>
              </a:rPr>
              <a:t>4"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22" name="object 222"/>
          <p:cNvGrpSpPr/>
          <p:nvPr/>
        </p:nvGrpSpPr>
        <p:grpSpPr>
          <a:xfrm>
            <a:off x="13927828" y="9554489"/>
            <a:ext cx="3413125" cy="864869"/>
            <a:chOff x="13927828" y="9554489"/>
            <a:chExt cx="3413125" cy="864869"/>
          </a:xfrm>
        </p:grpSpPr>
        <p:sp>
          <p:nvSpPr>
            <p:cNvPr id="223" name="object 223"/>
            <p:cNvSpPr/>
            <p:nvPr/>
          </p:nvSpPr>
          <p:spPr>
            <a:xfrm>
              <a:off x="13954964" y="9554493"/>
              <a:ext cx="3358515" cy="864869"/>
            </a:xfrm>
            <a:custGeom>
              <a:avLst/>
              <a:gdLst/>
              <a:ahLst/>
              <a:cxnLst/>
              <a:rect l="l" t="t" r="r" b="b"/>
              <a:pathLst>
                <a:path w="3358515" h="864870">
                  <a:moveTo>
                    <a:pt x="3358438" y="0"/>
                  </a:moveTo>
                  <a:lnTo>
                    <a:pt x="3350691" y="0"/>
                  </a:lnTo>
                  <a:lnTo>
                    <a:pt x="3350691" y="42659"/>
                  </a:lnTo>
                  <a:lnTo>
                    <a:pt x="7759" y="42659"/>
                  </a:lnTo>
                  <a:lnTo>
                    <a:pt x="7759" y="0"/>
                  </a:lnTo>
                  <a:lnTo>
                    <a:pt x="0" y="0"/>
                  </a:lnTo>
                  <a:lnTo>
                    <a:pt x="0" y="46545"/>
                  </a:lnTo>
                  <a:lnTo>
                    <a:pt x="0" y="864514"/>
                  </a:lnTo>
                  <a:lnTo>
                    <a:pt x="7759" y="864514"/>
                  </a:lnTo>
                  <a:lnTo>
                    <a:pt x="7759" y="50419"/>
                  </a:lnTo>
                  <a:lnTo>
                    <a:pt x="3350691" y="50419"/>
                  </a:lnTo>
                  <a:lnTo>
                    <a:pt x="3350691" y="864514"/>
                  </a:lnTo>
                  <a:lnTo>
                    <a:pt x="3358438" y="864514"/>
                  </a:lnTo>
                  <a:lnTo>
                    <a:pt x="3358438" y="46545"/>
                  </a:lnTo>
                  <a:lnTo>
                    <a:pt x="33584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13943341" y="958551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0"/>
                  </a:moveTo>
                  <a:lnTo>
                    <a:pt x="0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13927828" y="9597148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5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7294024" y="9585514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31024"/>
                  </a:moveTo>
                  <a:lnTo>
                    <a:pt x="31024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17309536" y="9597148"/>
              <a:ext cx="31115" cy="8255"/>
            </a:xfrm>
            <a:custGeom>
              <a:avLst/>
              <a:gdLst/>
              <a:ahLst/>
              <a:cxnLst/>
              <a:rect l="l" t="t" r="r" b="b"/>
              <a:pathLst>
                <a:path w="31115" h="8254">
                  <a:moveTo>
                    <a:pt x="31024" y="7756"/>
                  </a:moveTo>
                  <a:lnTo>
                    <a:pt x="0" y="7756"/>
                  </a:lnTo>
                  <a:lnTo>
                    <a:pt x="0" y="0"/>
                  </a:lnTo>
                  <a:lnTo>
                    <a:pt x="31024" y="0"/>
                  </a:lnTo>
                  <a:lnTo>
                    <a:pt x="31024" y="7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8" name="object 228"/>
          <p:cNvSpPr txBox="1"/>
          <p:nvPr/>
        </p:nvSpPr>
        <p:spPr>
          <a:xfrm>
            <a:off x="15469917" y="9460948"/>
            <a:ext cx="328930" cy="14033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6'-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29" name="object 229"/>
          <p:cNvGrpSpPr/>
          <p:nvPr/>
        </p:nvGrpSpPr>
        <p:grpSpPr>
          <a:xfrm>
            <a:off x="12862667" y="10675881"/>
            <a:ext cx="5117465" cy="1716405"/>
            <a:chOff x="12862667" y="10675881"/>
            <a:chExt cx="5117465" cy="1716405"/>
          </a:xfrm>
        </p:grpSpPr>
        <p:pic>
          <p:nvPicPr>
            <p:cNvPr id="230" name="object 2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862667" y="10675881"/>
              <a:ext cx="5117470" cy="1716371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13958852" y="10720712"/>
              <a:ext cx="3350895" cy="226695"/>
            </a:xfrm>
            <a:custGeom>
              <a:avLst/>
              <a:gdLst/>
              <a:ahLst/>
              <a:cxnLst/>
              <a:rect l="l" t="t" r="r" b="b"/>
              <a:pathLst>
                <a:path w="3350894" h="226695">
                  <a:moveTo>
                    <a:pt x="0" y="226171"/>
                  </a:moveTo>
                  <a:lnTo>
                    <a:pt x="3350683" y="0"/>
                  </a:lnTo>
                </a:path>
              </a:pathLst>
            </a:custGeom>
            <a:ln w="3878">
              <a:solidFill>
                <a:srgbClr val="0000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2" name="object 232"/>
          <p:cNvSpPr txBox="1"/>
          <p:nvPr/>
        </p:nvSpPr>
        <p:spPr>
          <a:xfrm rot="21420000">
            <a:off x="17898365" y="10500462"/>
            <a:ext cx="518292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10">
                <a:latin typeface="Verdana"/>
                <a:cs typeface="Verdana"/>
              </a:rPr>
              <a:t>GRADE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33" name="object 233"/>
          <p:cNvGrpSpPr/>
          <p:nvPr/>
        </p:nvGrpSpPr>
        <p:grpSpPr>
          <a:xfrm>
            <a:off x="17331951" y="10410465"/>
            <a:ext cx="434975" cy="341630"/>
            <a:chOff x="17331951" y="10410465"/>
            <a:chExt cx="434975" cy="341630"/>
          </a:xfrm>
        </p:grpSpPr>
        <p:sp>
          <p:nvSpPr>
            <p:cNvPr id="234" name="object 234"/>
            <p:cNvSpPr/>
            <p:nvPr/>
          </p:nvSpPr>
          <p:spPr>
            <a:xfrm>
              <a:off x="17331944" y="10437613"/>
              <a:ext cx="366395" cy="287020"/>
            </a:xfrm>
            <a:custGeom>
              <a:avLst/>
              <a:gdLst/>
              <a:ahLst/>
              <a:cxnLst/>
              <a:rect l="l" t="t" r="r" b="b"/>
              <a:pathLst>
                <a:path w="366394" h="287020">
                  <a:moveTo>
                    <a:pt x="319557" y="0"/>
                  </a:moveTo>
                  <a:lnTo>
                    <a:pt x="0" y="0"/>
                  </a:lnTo>
                  <a:lnTo>
                    <a:pt x="0" y="7759"/>
                  </a:lnTo>
                  <a:lnTo>
                    <a:pt x="319557" y="7759"/>
                  </a:lnTo>
                  <a:lnTo>
                    <a:pt x="319557" y="0"/>
                  </a:lnTo>
                  <a:close/>
                </a:path>
                <a:path w="366394" h="287020">
                  <a:moveTo>
                    <a:pt x="366090" y="279234"/>
                  </a:moveTo>
                  <a:lnTo>
                    <a:pt x="319557" y="279234"/>
                  </a:lnTo>
                  <a:lnTo>
                    <a:pt x="0" y="279234"/>
                  </a:lnTo>
                  <a:lnTo>
                    <a:pt x="0" y="286981"/>
                  </a:lnTo>
                  <a:lnTo>
                    <a:pt x="319557" y="286981"/>
                  </a:lnTo>
                  <a:lnTo>
                    <a:pt x="366090" y="286981"/>
                  </a:lnTo>
                  <a:lnTo>
                    <a:pt x="366090" y="2792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5" name="object 2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556261" y="10410465"/>
              <a:ext cx="210193" cy="341273"/>
            </a:xfrm>
            <a:prstGeom prst="rect">
              <a:avLst/>
            </a:prstGeom>
          </p:spPr>
        </p:pic>
      </p:grpSp>
      <p:sp>
        <p:nvSpPr>
          <p:cNvPr id="236" name="object 236"/>
          <p:cNvSpPr txBox="1"/>
          <p:nvPr/>
        </p:nvSpPr>
        <p:spPr>
          <a:xfrm>
            <a:off x="17597468" y="10512323"/>
            <a:ext cx="12763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37" name="object 237"/>
          <p:cNvGrpSpPr/>
          <p:nvPr/>
        </p:nvGrpSpPr>
        <p:grpSpPr>
          <a:xfrm>
            <a:off x="12824817" y="10410465"/>
            <a:ext cx="1111885" cy="567690"/>
            <a:chOff x="12824817" y="10410465"/>
            <a:chExt cx="1111885" cy="567690"/>
          </a:xfrm>
        </p:grpSpPr>
        <p:sp>
          <p:nvSpPr>
            <p:cNvPr id="238" name="object 238"/>
            <p:cNvSpPr/>
            <p:nvPr/>
          </p:nvSpPr>
          <p:spPr>
            <a:xfrm>
              <a:off x="12993040" y="10437613"/>
              <a:ext cx="943610" cy="513715"/>
            </a:xfrm>
            <a:custGeom>
              <a:avLst/>
              <a:gdLst/>
              <a:ahLst/>
              <a:cxnLst/>
              <a:rect l="l" t="t" r="r" b="b"/>
              <a:pathLst>
                <a:path w="943609" h="513715">
                  <a:moveTo>
                    <a:pt x="943317" y="505396"/>
                  </a:moveTo>
                  <a:lnTo>
                    <a:pt x="50419" y="505396"/>
                  </a:lnTo>
                  <a:lnTo>
                    <a:pt x="50419" y="312661"/>
                  </a:lnTo>
                  <a:lnTo>
                    <a:pt x="42659" y="312661"/>
                  </a:lnTo>
                  <a:lnTo>
                    <a:pt x="42659" y="505396"/>
                  </a:lnTo>
                  <a:lnTo>
                    <a:pt x="0" y="505396"/>
                  </a:lnTo>
                  <a:lnTo>
                    <a:pt x="0" y="513156"/>
                  </a:lnTo>
                  <a:lnTo>
                    <a:pt x="46545" y="513156"/>
                  </a:lnTo>
                  <a:lnTo>
                    <a:pt x="943317" y="513156"/>
                  </a:lnTo>
                  <a:lnTo>
                    <a:pt x="943317" y="505396"/>
                  </a:lnTo>
                  <a:close/>
                </a:path>
                <a:path w="943609" h="513715">
                  <a:moveTo>
                    <a:pt x="943317" y="0"/>
                  </a:moveTo>
                  <a:lnTo>
                    <a:pt x="46545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200583"/>
                  </a:lnTo>
                  <a:lnTo>
                    <a:pt x="50419" y="200583"/>
                  </a:lnTo>
                  <a:lnTo>
                    <a:pt x="50419" y="7759"/>
                  </a:lnTo>
                  <a:lnTo>
                    <a:pt x="943317" y="7759"/>
                  </a:lnTo>
                  <a:lnTo>
                    <a:pt x="9433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13024074" y="1093137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3035708" y="10946884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13024074" y="10425977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13035708" y="10410465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12824817" y="10638186"/>
              <a:ext cx="261620" cy="112395"/>
            </a:xfrm>
            <a:custGeom>
              <a:avLst/>
              <a:gdLst/>
              <a:ahLst/>
              <a:cxnLst/>
              <a:rect l="l" t="t" r="r" b="b"/>
              <a:pathLst>
                <a:path w="261619" h="112395">
                  <a:moveTo>
                    <a:pt x="261384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261384" y="0"/>
                  </a:lnTo>
                  <a:lnTo>
                    <a:pt x="261384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4" name="object 244"/>
          <p:cNvSpPr txBox="1"/>
          <p:nvPr/>
        </p:nvSpPr>
        <p:spPr>
          <a:xfrm>
            <a:off x="12824817" y="10638186"/>
            <a:ext cx="226695" cy="9779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50165">
              <a:lnSpc>
                <a:spcPts val="735"/>
              </a:lnSpc>
              <a:spcBef>
                <a:spcPts val="30"/>
              </a:spcBef>
            </a:pPr>
            <a:r>
              <a:rPr dirty="0" sz="700" spc="-25">
                <a:latin typeface="Verdana"/>
                <a:cs typeface="Verdana"/>
              </a:rPr>
              <a:t>11"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45" name="object 245"/>
          <p:cNvGrpSpPr/>
          <p:nvPr/>
        </p:nvGrpSpPr>
        <p:grpSpPr>
          <a:xfrm>
            <a:off x="12478502" y="10915860"/>
            <a:ext cx="1457960" cy="883285"/>
            <a:chOff x="12478502" y="10915860"/>
            <a:chExt cx="1457960" cy="883285"/>
          </a:xfrm>
        </p:grpSpPr>
        <p:sp>
          <p:nvSpPr>
            <p:cNvPr id="246" name="object 246"/>
            <p:cNvSpPr/>
            <p:nvPr/>
          </p:nvSpPr>
          <p:spPr>
            <a:xfrm>
              <a:off x="12993040" y="10943009"/>
              <a:ext cx="943610" cy="828675"/>
            </a:xfrm>
            <a:custGeom>
              <a:avLst/>
              <a:gdLst/>
              <a:ahLst/>
              <a:cxnLst/>
              <a:rect l="l" t="t" r="r" b="b"/>
              <a:pathLst>
                <a:path w="943609" h="828675">
                  <a:moveTo>
                    <a:pt x="943317" y="820915"/>
                  </a:moveTo>
                  <a:lnTo>
                    <a:pt x="50419" y="820915"/>
                  </a:lnTo>
                  <a:lnTo>
                    <a:pt x="50419" y="470420"/>
                  </a:lnTo>
                  <a:lnTo>
                    <a:pt x="42659" y="470420"/>
                  </a:lnTo>
                  <a:lnTo>
                    <a:pt x="42659" y="820915"/>
                  </a:lnTo>
                  <a:lnTo>
                    <a:pt x="0" y="820915"/>
                  </a:lnTo>
                  <a:lnTo>
                    <a:pt x="0" y="828675"/>
                  </a:lnTo>
                  <a:lnTo>
                    <a:pt x="46545" y="828675"/>
                  </a:lnTo>
                  <a:lnTo>
                    <a:pt x="943317" y="828675"/>
                  </a:lnTo>
                  <a:lnTo>
                    <a:pt x="943317" y="820915"/>
                  </a:lnTo>
                  <a:close/>
                </a:path>
                <a:path w="943609" h="828675">
                  <a:moveTo>
                    <a:pt x="943317" y="0"/>
                  </a:moveTo>
                  <a:lnTo>
                    <a:pt x="46545" y="0"/>
                  </a:lnTo>
                  <a:lnTo>
                    <a:pt x="0" y="0"/>
                  </a:lnTo>
                  <a:lnTo>
                    <a:pt x="0" y="7759"/>
                  </a:lnTo>
                  <a:lnTo>
                    <a:pt x="42659" y="7759"/>
                  </a:lnTo>
                  <a:lnTo>
                    <a:pt x="42659" y="358267"/>
                  </a:lnTo>
                  <a:lnTo>
                    <a:pt x="50419" y="358267"/>
                  </a:lnTo>
                  <a:lnTo>
                    <a:pt x="50419" y="7759"/>
                  </a:lnTo>
                  <a:lnTo>
                    <a:pt x="943317" y="7759"/>
                  </a:lnTo>
                  <a:lnTo>
                    <a:pt x="9433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13024074" y="11752289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3035708" y="11767802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13024074" y="1093137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13035708" y="10915860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12478502" y="11301264"/>
              <a:ext cx="954405" cy="112395"/>
            </a:xfrm>
            <a:custGeom>
              <a:avLst/>
              <a:gdLst/>
              <a:ahLst/>
              <a:cxnLst/>
              <a:rect l="l" t="t" r="r" b="b"/>
              <a:pathLst>
                <a:path w="954405" h="112395">
                  <a:moveTo>
                    <a:pt x="954013" y="112154"/>
                  </a:moveTo>
                  <a:lnTo>
                    <a:pt x="0" y="112154"/>
                  </a:lnTo>
                  <a:lnTo>
                    <a:pt x="0" y="0"/>
                  </a:lnTo>
                  <a:lnTo>
                    <a:pt x="954013" y="0"/>
                  </a:lnTo>
                  <a:lnTo>
                    <a:pt x="954013" y="112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2" name="object 252"/>
          <p:cNvSpPr txBox="1"/>
          <p:nvPr/>
        </p:nvSpPr>
        <p:spPr>
          <a:xfrm>
            <a:off x="12478502" y="11300799"/>
            <a:ext cx="954405" cy="11303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35"/>
              </a:spcBef>
            </a:pPr>
            <a:r>
              <a:rPr dirty="0" sz="700">
                <a:latin typeface="Verdana"/>
                <a:cs typeface="Verdana"/>
              </a:rPr>
              <a:t>1'-6"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EMBEDMENT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3" name="object 253"/>
          <p:cNvSpPr txBox="1"/>
          <p:nvPr/>
        </p:nvSpPr>
        <p:spPr>
          <a:xfrm>
            <a:off x="9690610" y="11197409"/>
            <a:ext cx="845185" cy="13208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COLD </a:t>
            </a:r>
            <a:r>
              <a:rPr dirty="0" sz="850" spc="-10">
                <a:latin typeface="Verdana"/>
                <a:cs typeface="Verdana"/>
              </a:rPr>
              <a:t>JOINTS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54" name="object 254"/>
          <p:cNvGrpSpPr/>
          <p:nvPr/>
        </p:nvGrpSpPr>
        <p:grpSpPr>
          <a:xfrm>
            <a:off x="1553890" y="6553404"/>
            <a:ext cx="9593580" cy="4720590"/>
            <a:chOff x="1553890" y="6553404"/>
            <a:chExt cx="9593580" cy="4720590"/>
          </a:xfrm>
        </p:grpSpPr>
        <p:sp>
          <p:nvSpPr>
            <p:cNvPr id="255" name="object 255"/>
            <p:cNvSpPr/>
            <p:nvPr/>
          </p:nvSpPr>
          <p:spPr>
            <a:xfrm>
              <a:off x="10539527" y="10968058"/>
              <a:ext cx="410845" cy="301625"/>
            </a:xfrm>
            <a:custGeom>
              <a:avLst/>
              <a:gdLst/>
              <a:ahLst/>
              <a:cxnLst/>
              <a:rect l="l" t="t" r="r" b="b"/>
              <a:pathLst>
                <a:path w="410845" h="301625">
                  <a:moveTo>
                    <a:pt x="410613" y="0"/>
                  </a:moveTo>
                  <a:lnTo>
                    <a:pt x="110836" y="301561"/>
                  </a:lnTo>
                  <a:lnTo>
                    <a:pt x="0" y="301561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6" name="object 25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932456" y="10881731"/>
              <a:ext cx="103545" cy="103933"/>
            </a:xfrm>
            <a:prstGeom prst="rect">
              <a:avLst/>
            </a:prstGeom>
          </p:spPr>
        </p:pic>
        <p:sp>
          <p:nvSpPr>
            <p:cNvPr id="257" name="object 257"/>
            <p:cNvSpPr/>
            <p:nvPr/>
          </p:nvSpPr>
          <p:spPr>
            <a:xfrm>
              <a:off x="1556113" y="6555627"/>
              <a:ext cx="9589135" cy="3886200"/>
            </a:xfrm>
            <a:custGeom>
              <a:avLst/>
              <a:gdLst/>
              <a:ahLst/>
              <a:cxnLst/>
              <a:rect l="l" t="t" r="r" b="b"/>
              <a:pathLst>
                <a:path w="9589135" h="3886200">
                  <a:moveTo>
                    <a:pt x="0" y="0"/>
                  </a:moveTo>
                  <a:lnTo>
                    <a:pt x="1675341" y="0"/>
                  </a:lnTo>
                  <a:lnTo>
                    <a:pt x="1675341" y="3885861"/>
                  </a:lnTo>
                  <a:lnTo>
                    <a:pt x="0" y="3885861"/>
                  </a:lnTo>
                  <a:lnTo>
                    <a:pt x="0" y="0"/>
                  </a:lnTo>
                  <a:close/>
                </a:path>
                <a:path w="9589135" h="3886200">
                  <a:moveTo>
                    <a:pt x="2140714" y="791133"/>
                  </a:moveTo>
                  <a:lnTo>
                    <a:pt x="5165636" y="791133"/>
                  </a:lnTo>
                  <a:lnTo>
                    <a:pt x="5165636" y="3885861"/>
                  </a:lnTo>
                  <a:lnTo>
                    <a:pt x="2140714" y="3885861"/>
                  </a:lnTo>
                  <a:lnTo>
                    <a:pt x="2140714" y="791133"/>
                  </a:lnTo>
                  <a:close/>
                </a:path>
                <a:path w="9589135" h="3886200">
                  <a:moveTo>
                    <a:pt x="5631009" y="478403"/>
                  </a:moveTo>
                  <a:lnTo>
                    <a:pt x="9588553" y="478403"/>
                  </a:lnTo>
                  <a:lnTo>
                    <a:pt x="9588553" y="3885861"/>
                  </a:lnTo>
                  <a:lnTo>
                    <a:pt x="5631009" y="3885861"/>
                  </a:lnTo>
                  <a:lnTo>
                    <a:pt x="5631009" y="478403"/>
                  </a:lnTo>
                  <a:close/>
                </a:path>
              </a:pathLst>
            </a:custGeom>
            <a:ln w="3878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1904297" y="9534012"/>
              <a:ext cx="1358900" cy="394970"/>
            </a:xfrm>
            <a:custGeom>
              <a:avLst/>
              <a:gdLst/>
              <a:ahLst/>
              <a:cxnLst/>
              <a:rect l="l" t="t" r="r" b="b"/>
              <a:pathLst>
                <a:path w="1358900" h="394970">
                  <a:moveTo>
                    <a:pt x="0" y="0"/>
                  </a:moveTo>
                  <a:lnTo>
                    <a:pt x="1358500" y="0"/>
                  </a:lnTo>
                  <a:lnTo>
                    <a:pt x="1358500" y="394403"/>
                  </a:lnTo>
                  <a:lnTo>
                    <a:pt x="0" y="394403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9" name="object 259"/>
          <p:cNvSpPr txBox="1"/>
          <p:nvPr/>
        </p:nvSpPr>
        <p:spPr>
          <a:xfrm>
            <a:off x="1904297" y="9534012"/>
            <a:ext cx="1358900" cy="39497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15240" marR="110489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BEND VERTICAL </a:t>
            </a:r>
            <a:r>
              <a:rPr dirty="0" sz="850" spc="-20">
                <a:latin typeface="Verdana"/>
                <a:cs typeface="Verdana"/>
              </a:rPr>
              <a:t>BARS </a:t>
            </a:r>
            <a:r>
              <a:rPr dirty="0" sz="850">
                <a:latin typeface="Verdana"/>
                <a:cs typeface="Verdana"/>
              </a:rPr>
              <a:t>INTO</a:t>
            </a:r>
            <a:r>
              <a:rPr dirty="0" sz="850" spc="-1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SLAB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BY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12" </a:t>
            </a:r>
            <a:r>
              <a:rPr dirty="0" sz="850" spc="-10">
                <a:latin typeface="Verdana"/>
                <a:cs typeface="Verdana"/>
              </a:rPr>
              <a:t>MINIMUM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60" name="object 260"/>
          <p:cNvGrpSpPr/>
          <p:nvPr/>
        </p:nvGrpSpPr>
        <p:grpSpPr>
          <a:xfrm>
            <a:off x="1682995" y="9595580"/>
            <a:ext cx="221615" cy="1079500"/>
            <a:chOff x="1682995" y="9595580"/>
            <a:chExt cx="221615" cy="1079500"/>
          </a:xfrm>
        </p:grpSpPr>
        <p:sp>
          <p:nvSpPr>
            <p:cNvPr id="261" name="object 261"/>
            <p:cNvSpPr/>
            <p:nvPr/>
          </p:nvSpPr>
          <p:spPr>
            <a:xfrm>
              <a:off x="1706436" y="9599707"/>
              <a:ext cx="194310" cy="955040"/>
            </a:xfrm>
            <a:custGeom>
              <a:avLst/>
              <a:gdLst/>
              <a:ahLst/>
              <a:cxnLst/>
              <a:rect l="l" t="t" r="r" b="b"/>
              <a:pathLst>
                <a:path w="194310" h="955040">
                  <a:moveTo>
                    <a:pt x="0" y="954867"/>
                  </a:moveTo>
                  <a:lnTo>
                    <a:pt x="83340" y="0"/>
                  </a:lnTo>
                  <a:lnTo>
                    <a:pt x="19398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1687123" y="10552868"/>
              <a:ext cx="38735" cy="118110"/>
            </a:xfrm>
            <a:custGeom>
              <a:avLst/>
              <a:gdLst/>
              <a:ahLst/>
              <a:cxnLst/>
              <a:rect l="l" t="t" r="r" b="b"/>
              <a:pathLst>
                <a:path w="38735" h="118109">
                  <a:moveTo>
                    <a:pt x="9206" y="117584"/>
                  </a:moveTo>
                  <a:lnTo>
                    <a:pt x="0" y="0"/>
                  </a:lnTo>
                  <a:lnTo>
                    <a:pt x="38633" y="3335"/>
                  </a:lnTo>
                  <a:lnTo>
                    <a:pt x="9206" y="117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687123" y="10552868"/>
              <a:ext cx="38735" cy="118110"/>
            </a:xfrm>
            <a:custGeom>
              <a:avLst/>
              <a:gdLst/>
              <a:ahLst/>
              <a:cxnLst/>
              <a:rect l="l" t="t" r="r" b="b"/>
              <a:pathLst>
                <a:path w="38735" h="118109">
                  <a:moveTo>
                    <a:pt x="9206" y="117584"/>
                  </a:moveTo>
                  <a:lnTo>
                    <a:pt x="0" y="0"/>
                  </a:lnTo>
                  <a:lnTo>
                    <a:pt x="38633" y="3335"/>
                  </a:lnTo>
                  <a:lnTo>
                    <a:pt x="9206" y="117584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4" name="object 264"/>
          <p:cNvSpPr txBox="1"/>
          <p:nvPr/>
        </p:nvSpPr>
        <p:spPr>
          <a:xfrm>
            <a:off x="4653835" y="9508028"/>
            <a:ext cx="1885314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6921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GRAVEL BACKFILL UNDER </a:t>
            </a:r>
            <a:r>
              <a:rPr dirty="0" sz="850" spc="-10">
                <a:latin typeface="Verdana"/>
                <a:cs typeface="Verdana"/>
              </a:rPr>
              <a:t>SLAB, </a:t>
            </a:r>
            <a:r>
              <a:rPr dirty="0" sz="850">
                <a:latin typeface="Verdana"/>
                <a:cs typeface="Verdana"/>
              </a:rPr>
              <a:t>COMPACT WITH </a:t>
            </a:r>
            <a:r>
              <a:rPr dirty="0" sz="850" spc="-10">
                <a:latin typeface="Verdana"/>
                <a:cs typeface="Verdana"/>
              </a:rPr>
              <a:t>VIBRATORY </a:t>
            </a:r>
            <a:r>
              <a:rPr dirty="0" sz="850">
                <a:latin typeface="Verdana"/>
                <a:cs typeface="Verdana"/>
              </a:rPr>
              <a:t>COMPACTOR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IN 6" </a:t>
            </a:r>
            <a:r>
              <a:rPr dirty="0" sz="850" spc="-10">
                <a:latin typeface="Verdana"/>
                <a:cs typeface="Verdana"/>
              </a:rPr>
              <a:t>LIFTS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65" name="object 265"/>
          <p:cNvGrpSpPr/>
          <p:nvPr/>
        </p:nvGrpSpPr>
        <p:grpSpPr>
          <a:xfrm>
            <a:off x="1221113" y="6537929"/>
            <a:ext cx="3433445" cy="4610735"/>
            <a:chOff x="1221113" y="6537929"/>
            <a:chExt cx="3433445" cy="4610735"/>
          </a:xfrm>
        </p:grpSpPr>
        <p:sp>
          <p:nvSpPr>
            <p:cNvPr id="266" name="object 266"/>
            <p:cNvSpPr/>
            <p:nvPr/>
          </p:nvSpPr>
          <p:spPr>
            <a:xfrm>
              <a:off x="4194574" y="9573723"/>
              <a:ext cx="455930" cy="1524635"/>
            </a:xfrm>
            <a:custGeom>
              <a:avLst/>
              <a:gdLst/>
              <a:ahLst/>
              <a:cxnLst/>
              <a:rect l="l" t="t" r="r" b="b"/>
              <a:pathLst>
                <a:path w="455929" h="1524634">
                  <a:moveTo>
                    <a:pt x="0" y="1524250"/>
                  </a:moveTo>
                  <a:lnTo>
                    <a:pt x="314111" y="0"/>
                  </a:lnTo>
                  <a:lnTo>
                    <a:pt x="45538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4166613" y="1109750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90">
                  <a:moveTo>
                    <a:pt x="23268" y="46537"/>
                  </a:moveTo>
                  <a:lnTo>
                    <a:pt x="14210" y="44712"/>
                  </a:lnTo>
                  <a:lnTo>
                    <a:pt x="6814" y="39731"/>
                  </a:lnTo>
                  <a:lnTo>
                    <a:pt x="1828" y="32336"/>
                  </a:lnTo>
                  <a:lnTo>
                    <a:pt x="0" y="23268"/>
                  </a:lnTo>
                  <a:lnTo>
                    <a:pt x="1828" y="14201"/>
                  </a:lnTo>
                  <a:lnTo>
                    <a:pt x="6814" y="6806"/>
                  </a:lnTo>
                  <a:lnTo>
                    <a:pt x="14210" y="1825"/>
                  </a:lnTo>
                  <a:lnTo>
                    <a:pt x="23268" y="0"/>
                  </a:lnTo>
                  <a:lnTo>
                    <a:pt x="32326" y="1825"/>
                  </a:lnTo>
                  <a:lnTo>
                    <a:pt x="39722" y="6806"/>
                  </a:lnTo>
                  <a:lnTo>
                    <a:pt x="44708" y="14201"/>
                  </a:lnTo>
                  <a:lnTo>
                    <a:pt x="46537" y="23268"/>
                  </a:lnTo>
                  <a:lnTo>
                    <a:pt x="44708" y="32336"/>
                  </a:lnTo>
                  <a:lnTo>
                    <a:pt x="39722" y="39731"/>
                  </a:lnTo>
                  <a:lnTo>
                    <a:pt x="32326" y="44712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4166613" y="1109750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90">
                  <a:moveTo>
                    <a:pt x="0" y="23268"/>
                  </a:moveTo>
                  <a:lnTo>
                    <a:pt x="1828" y="14201"/>
                  </a:lnTo>
                  <a:lnTo>
                    <a:pt x="6814" y="6806"/>
                  </a:lnTo>
                  <a:lnTo>
                    <a:pt x="14210" y="1825"/>
                  </a:lnTo>
                  <a:lnTo>
                    <a:pt x="23268" y="0"/>
                  </a:lnTo>
                  <a:lnTo>
                    <a:pt x="32326" y="1825"/>
                  </a:lnTo>
                  <a:lnTo>
                    <a:pt x="39722" y="6806"/>
                  </a:lnTo>
                  <a:lnTo>
                    <a:pt x="44708" y="14201"/>
                  </a:lnTo>
                  <a:lnTo>
                    <a:pt x="46537" y="23268"/>
                  </a:lnTo>
                  <a:lnTo>
                    <a:pt x="44708" y="32336"/>
                  </a:lnTo>
                  <a:lnTo>
                    <a:pt x="39722" y="39731"/>
                  </a:lnTo>
                  <a:lnTo>
                    <a:pt x="32326" y="44712"/>
                  </a:lnTo>
                  <a:lnTo>
                    <a:pt x="23268" y="46537"/>
                  </a:lnTo>
                  <a:lnTo>
                    <a:pt x="14210" y="44712"/>
                  </a:lnTo>
                  <a:lnTo>
                    <a:pt x="6814" y="39731"/>
                  </a:lnTo>
                  <a:lnTo>
                    <a:pt x="1828" y="3233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325776" y="6555628"/>
              <a:ext cx="208279" cy="3886200"/>
            </a:xfrm>
            <a:custGeom>
              <a:avLst/>
              <a:gdLst/>
              <a:ahLst/>
              <a:cxnLst/>
              <a:rect l="l" t="t" r="r" b="b"/>
              <a:pathLst>
                <a:path w="208280" h="3886200">
                  <a:moveTo>
                    <a:pt x="207874" y="0"/>
                  </a:moveTo>
                  <a:lnTo>
                    <a:pt x="39556" y="0"/>
                  </a:lnTo>
                </a:path>
                <a:path w="208280" h="3886200">
                  <a:moveTo>
                    <a:pt x="39556" y="0"/>
                  </a:moveTo>
                  <a:lnTo>
                    <a:pt x="0" y="0"/>
                  </a:lnTo>
                </a:path>
                <a:path w="208280" h="3886200">
                  <a:moveTo>
                    <a:pt x="207874" y="3885861"/>
                  </a:moveTo>
                  <a:lnTo>
                    <a:pt x="39556" y="3885861"/>
                  </a:lnTo>
                </a:path>
                <a:path w="208280" h="3886200">
                  <a:moveTo>
                    <a:pt x="39556" y="3885861"/>
                  </a:moveTo>
                  <a:lnTo>
                    <a:pt x="0" y="3885861"/>
                  </a:lnTo>
                </a:path>
                <a:path w="208280" h="3886200">
                  <a:moveTo>
                    <a:pt x="39556" y="0"/>
                  </a:moveTo>
                  <a:lnTo>
                    <a:pt x="39556" y="1749258"/>
                  </a:lnTo>
                </a:path>
                <a:path w="208280" h="3886200">
                  <a:moveTo>
                    <a:pt x="39556" y="2136681"/>
                  </a:moveTo>
                  <a:lnTo>
                    <a:pt x="39556" y="3885861"/>
                  </a:lnTo>
                </a:path>
                <a:path w="208280" h="3886200">
                  <a:moveTo>
                    <a:pt x="39556" y="1749258"/>
                  </a:moveTo>
                  <a:lnTo>
                    <a:pt x="39556" y="21366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356801" y="654709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365333" y="653856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1356801" y="1043295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365333" y="1044149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225240" y="8304885"/>
              <a:ext cx="112395" cy="387985"/>
            </a:xfrm>
            <a:custGeom>
              <a:avLst/>
              <a:gdLst/>
              <a:ahLst/>
              <a:cxnLst/>
              <a:rect l="l" t="t" r="r" b="b"/>
              <a:pathLst>
                <a:path w="112394" h="387984">
                  <a:moveTo>
                    <a:pt x="112077" y="387422"/>
                  </a:moveTo>
                  <a:lnTo>
                    <a:pt x="0" y="387422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874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225240" y="8304885"/>
              <a:ext cx="112395" cy="387985"/>
            </a:xfrm>
            <a:custGeom>
              <a:avLst/>
              <a:gdLst/>
              <a:ahLst/>
              <a:cxnLst/>
              <a:rect l="l" t="t" r="r" b="b"/>
              <a:pathLst>
                <a:path w="112394" h="387984">
                  <a:moveTo>
                    <a:pt x="0" y="38742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87422"/>
                  </a:lnTo>
                  <a:lnTo>
                    <a:pt x="0" y="38742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6" name="object 276"/>
          <p:cNvSpPr txBox="1"/>
          <p:nvPr/>
        </p:nvSpPr>
        <p:spPr>
          <a:xfrm>
            <a:off x="1212079" y="8341665"/>
            <a:ext cx="139065" cy="31305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6'-</a:t>
            </a:r>
            <a:r>
              <a:rPr dirty="0" sz="700" spc="-25">
                <a:latin typeface="Verdana"/>
                <a:cs typeface="Verdana"/>
              </a:rPr>
              <a:t>11"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77" name="object 277"/>
          <p:cNvGrpSpPr/>
          <p:nvPr/>
        </p:nvGrpSpPr>
        <p:grpSpPr>
          <a:xfrm>
            <a:off x="6858219" y="7016332"/>
            <a:ext cx="307340" cy="3442970"/>
            <a:chOff x="6858219" y="7016332"/>
            <a:chExt cx="307340" cy="3442970"/>
          </a:xfrm>
        </p:grpSpPr>
        <p:sp>
          <p:nvSpPr>
            <p:cNvPr id="278" name="object 278"/>
            <p:cNvSpPr/>
            <p:nvPr/>
          </p:nvSpPr>
          <p:spPr>
            <a:xfrm>
              <a:off x="6962882" y="7034031"/>
              <a:ext cx="201930" cy="3408045"/>
            </a:xfrm>
            <a:custGeom>
              <a:avLst/>
              <a:gdLst/>
              <a:ahLst/>
              <a:cxnLst/>
              <a:rect l="l" t="t" r="r" b="b"/>
              <a:pathLst>
                <a:path w="201929" h="3408045">
                  <a:moveTo>
                    <a:pt x="169543" y="0"/>
                  </a:moveTo>
                  <a:lnTo>
                    <a:pt x="39556" y="0"/>
                  </a:lnTo>
                </a:path>
                <a:path w="201929" h="3408045">
                  <a:moveTo>
                    <a:pt x="39556" y="0"/>
                  </a:moveTo>
                  <a:lnTo>
                    <a:pt x="0" y="0"/>
                  </a:lnTo>
                </a:path>
                <a:path w="201929" h="3408045">
                  <a:moveTo>
                    <a:pt x="201785" y="3407458"/>
                  </a:moveTo>
                  <a:lnTo>
                    <a:pt x="39556" y="3407458"/>
                  </a:lnTo>
                </a:path>
                <a:path w="201929" h="3408045">
                  <a:moveTo>
                    <a:pt x="39556" y="3407458"/>
                  </a:moveTo>
                  <a:lnTo>
                    <a:pt x="0" y="3407458"/>
                  </a:lnTo>
                </a:path>
                <a:path w="201929" h="3408045">
                  <a:moveTo>
                    <a:pt x="39556" y="0"/>
                  </a:moveTo>
                  <a:lnTo>
                    <a:pt x="39556" y="1539530"/>
                  </a:lnTo>
                </a:path>
                <a:path w="201929" h="3408045">
                  <a:moveTo>
                    <a:pt x="39556" y="1868005"/>
                  </a:moveTo>
                  <a:lnTo>
                    <a:pt x="39556" y="3407458"/>
                  </a:lnTo>
                </a:path>
                <a:path w="201929" h="3408045">
                  <a:moveTo>
                    <a:pt x="39556" y="1539530"/>
                  </a:moveTo>
                  <a:lnTo>
                    <a:pt x="39556" y="18680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6993907" y="7025499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63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7002439" y="7016967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6993907" y="1043295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63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7002439" y="1044149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6862346" y="8573560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6862346" y="8573560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5" name="object 285"/>
          <p:cNvSpPr txBox="1"/>
          <p:nvPr/>
        </p:nvSpPr>
        <p:spPr>
          <a:xfrm>
            <a:off x="6849185" y="8610596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6'-</a:t>
            </a:r>
            <a:r>
              <a:rPr dirty="0" sz="700" spc="-25">
                <a:latin typeface="Verdana"/>
                <a:cs typeface="Verdana"/>
              </a:rPr>
              <a:t>1"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86" name="object 286"/>
          <p:cNvGrpSpPr/>
          <p:nvPr/>
        </p:nvGrpSpPr>
        <p:grpSpPr>
          <a:xfrm>
            <a:off x="3374509" y="7329063"/>
            <a:ext cx="300990" cy="3130550"/>
            <a:chOff x="3374509" y="7329063"/>
            <a:chExt cx="300990" cy="3130550"/>
          </a:xfrm>
        </p:grpSpPr>
        <p:sp>
          <p:nvSpPr>
            <p:cNvPr id="287" name="object 287"/>
            <p:cNvSpPr/>
            <p:nvPr/>
          </p:nvSpPr>
          <p:spPr>
            <a:xfrm>
              <a:off x="3479180" y="7346762"/>
              <a:ext cx="195580" cy="3094990"/>
            </a:xfrm>
            <a:custGeom>
              <a:avLst/>
              <a:gdLst/>
              <a:ahLst/>
              <a:cxnLst/>
              <a:rect l="l" t="t" r="r" b="b"/>
              <a:pathLst>
                <a:path w="195579" h="3094990">
                  <a:moveTo>
                    <a:pt x="195185" y="0"/>
                  </a:moveTo>
                  <a:lnTo>
                    <a:pt x="39556" y="0"/>
                  </a:lnTo>
                </a:path>
                <a:path w="195579" h="3094990">
                  <a:moveTo>
                    <a:pt x="39556" y="0"/>
                  </a:moveTo>
                  <a:lnTo>
                    <a:pt x="0" y="0"/>
                  </a:lnTo>
                </a:path>
                <a:path w="195579" h="3094990">
                  <a:moveTo>
                    <a:pt x="195185" y="3094728"/>
                  </a:moveTo>
                  <a:lnTo>
                    <a:pt x="39556" y="3094728"/>
                  </a:lnTo>
                </a:path>
                <a:path w="195579" h="3094990">
                  <a:moveTo>
                    <a:pt x="39556" y="3094728"/>
                  </a:moveTo>
                  <a:lnTo>
                    <a:pt x="0" y="3094728"/>
                  </a:lnTo>
                </a:path>
                <a:path w="195579" h="3094990">
                  <a:moveTo>
                    <a:pt x="39556" y="0"/>
                  </a:moveTo>
                  <a:lnTo>
                    <a:pt x="39556" y="1383165"/>
                  </a:lnTo>
                </a:path>
                <a:path w="195579" h="3094990">
                  <a:moveTo>
                    <a:pt x="39556" y="1711640"/>
                  </a:moveTo>
                  <a:lnTo>
                    <a:pt x="39556" y="3094728"/>
                  </a:lnTo>
                </a:path>
                <a:path w="195579" h="3094990">
                  <a:moveTo>
                    <a:pt x="39556" y="1383165"/>
                  </a:moveTo>
                  <a:lnTo>
                    <a:pt x="39556" y="17116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3510197" y="7338230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7071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3518737" y="732969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170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3510197" y="10432958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7071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3518737" y="10441490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w="0" h="17145">
                  <a:moveTo>
                    <a:pt x="0" y="0"/>
                  </a:moveTo>
                  <a:lnTo>
                    <a:pt x="0" y="1706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3378636" y="8729925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3378636" y="8729925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4" name="object 294"/>
          <p:cNvSpPr txBox="1"/>
          <p:nvPr/>
        </p:nvSpPr>
        <p:spPr>
          <a:xfrm>
            <a:off x="3365475" y="8767357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5'-</a:t>
            </a:r>
            <a:r>
              <a:rPr dirty="0" sz="700" spc="-25">
                <a:latin typeface="Verdana"/>
                <a:cs typeface="Verdana"/>
              </a:rPr>
              <a:t>6"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295" name="object 295"/>
          <p:cNvGrpSpPr/>
          <p:nvPr/>
        </p:nvGrpSpPr>
        <p:grpSpPr>
          <a:xfrm>
            <a:off x="17331951" y="10689689"/>
            <a:ext cx="1062355" cy="1109345"/>
            <a:chOff x="17331951" y="10689689"/>
            <a:chExt cx="1062355" cy="1109345"/>
          </a:xfrm>
        </p:grpSpPr>
        <p:sp>
          <p:nvSpPr>
            <p:cNvPr id="296" name="object 296"/>
            <p:cNvSpPr/>
            <p:nvPr/>
          </p:nvSpPr>
          <p:spPr>
            <a:xfrm>
              <a:off x="17331944" y="10716848"/>
              <a:ext cx="366395" cy="1055370"/>
            </a:xfrm>
            <a:custGeom>
              <a:avLst/>
              <a:gdLst/>
              <a:ahLst/>
              <a:cxnLst/>
              <a:rect l="l" t="t" r="r" b="b"/>
              <a:pathLst>
                <a:path w="366394" h="1055370">
                  <a:moveTo>
                    <a:pt x="366090" y="1047076"/>
                  </a:moveTo>
                  <a:lnTo>
                    <a:pt x="323430" y="1047076"/>
                  </a:lnTo>
                  <a:lnTo>
                    <a:pt x="323430" y="583488"/>
                  </a:lnTo>
                  <a:lnTo>
                    <a:pt x="315683" y="583488"/>
                  </a:lnTo>
                  <a:lnTo>
                    <a:pt x="315683" y="1047076"/>
                  </a:lnTo>
                  <a:lnTo>
                    <a:pt x="0" y="1047076"/>
                  </a:lnTo>
                  <a:lnTo>
                    <a:pt x="0" y="1054836"/>
                  </a:lnTo>
                  <a:lnTo>
                    <a:pt x="319557" y="1054836"/>
                  </a:lnTo>
                  <a:lnTo>
                    <a:pt x="366090" y="1054836"/>
                  </a:lnTo>
                  <a:lnTo>
                    <a:pt x="366090" y="1047076"/>
                  </a:lnTo>
                  <a:close/>
                </a:path>
                <a:path w="366394" h="1055370">
                  <a:moveTo>
                    <a:pt x="366090" y="0"/>
                  </a:moveTo>
                  <a:lnTo>
                    <a:pt x="319557" y="0"/>
                  </a:lnTo>
                  <a:lnTo>
                    <a:pt x="0" y="0"/>
                  </a:lnTo>
                  <a:lnTo>
                    <a:pt x="0" y="7747"/>
                  </a:lnTo>
                  <a:lnTo>
                    <a:pt x="315683" y="7747"/>
                  </a:lnTo>
                  <a:lnTo>
                    <a:pt x="315683" y="471335"/>
                  </a:lnTo>
                  <a:lnTo>
                    <a:pt x="323430" y="471335"/>
                  </a:lnTo>
                  <a:lnTo>
                    <a:pt x="323430" y="7747"/>
                  </a:lnTo>
                  <a:lnTo>
                    <a:pt x="366090" y="7747"/>
                  </a:lnTo>
                  <a:lnTo>
                    <a:pt x="3660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7635994" y="1070520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31024" y="31024"/>
                  </a:moveTo>
                  <a:lnTo>
                    <a:pt x="0" y="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7647629" y="10689689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7635994" y="11752290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5" h="31115">
                  <a:moveTo>
                    <a:pt x="0" y="0"/>
                  </a:moveTo>
                  <a:lnTo>
                    <a:pt x="31024" y="31024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7647629" y="11767802"/>
              <a:ext cx="8255" cy="31115"/>
            </a:xfrm>
            <a:custGeom>
              <a:avLst/>
              <a:gdLst/>
              <a:ahLst/>
              <a:cxnLst/>
              <a:rect l="l" t="t" r="r" b="b"/>
              <a:pathLst>
                <a:path w="8255" h="31115">
                  <a:moveTo>
                    <a:pt x="7756" y="31024"/>
                  </a:moveTo>
                  <a:lnTo>
                    <a:pt x="0" y="31024"/>
                  </a:lnTo>
                  <a:lnTo>
                    <a:pt x="0" y="0"/>
                  </a:lnTo>
                  <a:lnTo>
                    <a:pt x="7756" y="0"/>
                  </a:lnTo>
                  <a:lnTo>
                    <a:pt x="7756" y="31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7380815" y="11188179"/>
              <a:ext cx="1013460" cy="112395"/>
            </a:xfrm>
            <a:custGeom>
              <a:avLst/>
              <a:gdLst/>
              <a:ahLst/>
              <a:cxnLst/>
              <a:rect l="l" t="t" r="r" b="b"/>
              <a:pathLst>
                <a:path w="1013459" h="112395">
                  <a:moveTo>
                    <a:pt x="1012961" y="112154"/>
                  </a:moveTo>
                  <a:lnTo>
                    <a:pt x="0" y="112154"/>
                  </a:lnTo>
                  <a:lnTo>
                    <a:pt x="0" y="0"/>
                  </a:lnTo>
                  <a:lnTo>
                    <a:pt x="1012961" y="0"/>
                  </a:lnTo>
                  <a:lnTo>
                    <a:pt x="1012961" y="112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2" name="object 302"/>
          <p:cNvSpPr txBox="1"/>
          <p:nvPr/>
        </p:nvSpPr>
        <p:spPr>
          <a:xfrm>
            <a:off x="17380816" y="11188179"/>
            <a:ext cx="1013460" cy="11303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1'-10"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EMBEDMENT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303" name="object 30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629663" y="10410465"/>
            <a:ext cx="354924" cy="480885"/>
          </a:xfrm>
          <a:prstGeom prst="rect">
            <a:avLst/>
          </a:prstGeom>
        </p:spPr>
      </p:pic>
      <p:sp>
        <p:nvSpPr>
          <p:cNvPr id="304" name="object 304"/>
          <p:cNvSpPr txBox="1"/>
          <p:nvPr/>
        </p:nvSpPr>
        <p:spPr>
          <a:xfrm>
            <a:off x="11815599" y="10582207"/>
            <a:ext cx="12763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5">
                <a:latin typeface="Verdana"/>
                <a:cs typeface="Verdana"/>
              </a:rPr>
              <a:t>9"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05" name="object 305"/>
          <p:cNvSpPr/>
          <p:nvPr/>
        </p:nvSpPr>
        <p:spPr>
          <a:xfrm>
            <a:off x="17787861" y="10655560"/>
            <a:ext cx="481330" cy="33655"/>
          </a:xfrm>
          <a:custGeom>
            <a:avLst/>
            <a:gdLst/>
            <a:ahLst/>
            <a:cxnLst/>
            <a:rect l="l" t="t" r="r" b="b"/>
            <a:pathLst>
              <a:path w="481330" h="33654">
                <a:moveTo>
                  <a:pt x="0" y="33119"/>
                </a:moveTo>
                <a:lnTo>
                  <a:pt x="480729" y="0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6" name="object 306"/>
          <p:cNvSpPr txBox="1"/>
          <p:nvPr/>
        </p:nvSpPr>
        <p:spPr>
          <a:xfrm rot="21420000">
            <a:off x="12289381" y="10882758"/>
            <a:ext cx="518292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10">
                <a:latin typeface="Verdana"/>
                <a:cs typeface="Verdana"/>
              </a:rPr>
              <a:t>GRADE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07" name="object 307"/>
          <p:cNvSpPr/>
          <p:nvPr/>
        </p:nvSpPr>
        <p:spPr>
          <a:xfrm>
            <a:off x="12495799" y="10988689"/>
            <a:ext cx="843915" cy="58419"/>
          </a:xfrm>
          <a:custGeom>
            <a:avLst/>
            <a:gdLst/>
            <a:ahLst/>
            <a:cxnLst/>
            <a:rect l="l" t="t" r="r" b="b"/>
            <a:pathLst>
              <a:path w="843915" h="58420">
                <a:moveTo>
                  <a:pt x="0" y="58171"/>
                </a:moveTo>
                <a:lnTo>
                  <a:pt x="843798" y="0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8" name="object 308"/>
          <p:cNvSpPr txBox="1"/>
          <p:nvPr/>
        </p:nvSpPr>
        <p:spPr>
          <a:xfrm>
            <a:off x="14465896" y="12424850"/>
            <a:ext cx="16014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GEAR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PAD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SIDE</a:t>
            </a:r>
            <a:r>
              <a:rPr dirty="0" sz="950" spc="4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9" name="object 309"/>
          <p:cNvSpPr txBox="1"/>
          <p:nvPr/>
        </p:nvSpPr>
        <p:spPr>
          <a:xfrm>
            <a:off x="14156966" y="12463476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0" name="object 310"/>
          <p:cNvGrpSpPr/>
          <p:nvPr/>
        </p:nvGrpSpPr>
        <p:grpSpPr>
          <a:xfrm>
            <a:off x="1589206" y="9400915"/>
            <a:ext cx="15678785" cy="3457575"/>
            <a:chOff x="1589206" y="9400915"/>
            <a:chExt cx="15678785" cy="3457575"/>
          </a:xfrm>
        </p:grpSpPr>
        <p:sp>
          <p:nvSpPr>
            <p:cNvPr id="311" name="object 311"/>
            <p:cNvSpPr/>
            <p:nvPr/>
          </p:nvSpPr>
          <p:spPr>
            <a:xfrm>
              <a:off x="13981966" y="12633626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80" h="0">
                  <a:moveTo>
                    <a:pt x="0" y="0"/>
                  </a:moveTo>
                  <a:lnTo>
                    <a:pt x="32813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597143" y="10373776"/>
              <a:ext cx="12818110" cy="2476500"/>
            </a:xfrm>
            <a:custGeom>
              <a:avLst/>
              <a:gdLst/>
              <a:ahLst/>
              <a:cxnLst/>
              <a:rect l="l" t="t" r="r" b="b"/>
              <a:pathLst>
                <a:path w="12818110" h="2476500">
                  <a:moveTo>
                    <a:pt x="12384823" y="2259849"/>
                  </a:moveTo>
                  <a:lnTo>
                    <a:pt x="12390542" y="2210195"/>
                  </a:lnTo>
                  <a:lnTo>
                    <a:pt x="12406835" y="2164614"/>
                  </a:lnTo>
                  <a:lnTo>
                    <a:pt x="12432403" y="2124405"/>
                  </a:lnTo>
                  <a:lnTo>
                    <a:pt x="12465947" y="2090870"/>
                  </a:lnTo>
                  <a:lnTo>
                    <a:pt x="12506169" y="2065306"/>
                  </a:lnTo>
                  <a:lnTo>
                    <a:pt x="12551771" y="2049015"/>
                  </a:lnTo>
                  <a:lnTo>
                    <a:pt x="12601454" y="2043296"/>
                  </a:lnTo>
                  <a:lnTo>
                    <a:pt x="12651112" y="2049015"/>
                  </a:lnTo>
                  <a:lnTo>
                    <a:pt x="12696704" y="2065306"/>
                  </a:lnTo>
                  <a:lnTo>
                    <a:pt x="12736928" y="2090870"/>
                  </a:lnTo>
                  <a:lnTo>
                    <a:pt x="12770480" y="2124405"/>
                  </a:lnTo>
                  <a:lnTo>
                    <a:pt x="12796059" y="2164614"/>
                  </a:lnTo>
                  <a:lnTo>
                    <a:pt x="12812361" y="2210195"/>
                  </a:lnTo>
                  <a:lnTo>
                    <a:pt x="12818085" y="2259849"/>
                  </a:lnTo>
                  <a:lnTo>
                    <a:pt x="12812361" y="2309532"/>
                  </a:lnTo>
                  <a:lnTo>
                    <a:pt x="12796059" y="2355134"/>
                  </a:lnTo>
                  <a:lnTo>
                    <a:pt x="12770480" y="2395356"/>
                  </a:lnTo>
                  <a:lnTo>
                    <a:pt x="12736928" y="2428900"/>
                  </a:lnTo>
                  <a:lnTo>
                    <a:pt x="12696704" y="2454468"/>
                  </a:lnTo>
                  <a:lnTo>
                    <a:pt x="12651112" y="2470761"/>
                  </a:lnTo>
                  <a:lnTo>
                    <a:pt x="12601454" y="2476480"/>
                  </a:lnTo>
                  <a:lnTo>
                    <a:pt x="12551771" y="2470761"/>
                  </a:lnTo>
                  <a:lnTo>
                    <a:pt x="12506169" y="2454468"/>
                  </a:lnTo>
                  <a:lnTo>
                    <a:pt x="12465947" y="2428900"/>
                  </a:lnTo>
                  <a:lnTo>
                    <a:pt x="12432403" y="2395356"/>
                  </a:lnTo>
                  <a:lnTo>
                    <a:pt x="12406835" y="2355134"/>
                  </a:lnTo>
                  <a:lnTo>
                    <a:pt x="12390542" y="2309532"/>
                  </a:lnTo>
                  <a:lnTo>
                    <a:pt x="12384823" y="2259849"/>
                  </a:lnTo>
                </a:path>
                <a:path w="12818110" h="2476500">
                  <a:moveTo>
                    <a:pt x="0" y="0"/>
                  </a:moveTo>
                  <a:lnTo>
                    <a:pt x="0" y="67711"/>
                  </a:lnTo>
                  <a:lnTo>
                    <a:pt x="0" y="263168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1655335" y="9400915"/>
              <a:ext cx="2023745" cy="263525"/>
            </a:xfrm>
            <a:custGeom>
              <a:avLst/>
              <a:gdLst/>
              <a:ahLst/>
              <a:cxnLst/>
              <a:rect l="l" t="t" r="r" b="b"/>
              <a:pathLst>
                <a:path w="2023744" h="263525">
                  <a:moveTo>
                    <a:pt x="2023595" y="262935"/>
                  </a:moveTo>
                  <a:lnTo>
                    <a:pt x="0" y="262935"/>
                  </a:lnTo>
                  <a:lnTo>
                    <a:pt x="0" y="0"/>
                  </a:lnTo>
                  <a:lnTo>
                    <a:pt x="2023595" y="0"/>
                  </a:lnTo>
                  <a:lnTo>
                    <a:pt x="2023595" y="262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4" name="object 314"/>
          <p:cNvSpPr txBox="1"/>
          <p:nvPr/>
        </p:nvSpPr>
        <p:spPr>
          <a:xfrm>
            <a:off x="11655335" y="9400915"/>
            <a:ext cx="2023745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048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3/4" SIMPSON STRONG-BOLT 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SS </a:t>
            </a:r>
            <a:r>
              <a:rPr dirty="0" sz="850">
                <a:latin typeface="Verdana"/>
                <a:cs typeface="Verdana"/>
              </a:rPr>
              <a:t>W/ 4"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EMBEDMENT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15" name="object 315"/>
          <p:cNvGrpSpPr/>
          <p:nvPr/>
        </p:nvGrpSpPr>
        <p:grpSpPr>
          <a:xfrm>
            <a:off x="11215930" y="546022"/>
            <a:ext cx="2383155" cy="9805035"/>
            <a:chOff x="11215930" y="546022"/>
            <a:chExt cx="2383155" cy="9805035"/>
          </a:xfrm>
        </p:grpSpPr>
        <p:sp>
          <p:nvSpPr>
            <p:cNvPr id="316" name="object 316"/>
            <p:cNvSpPr/>
            <p:nvPr/>
          </p:nvSpPr>
          <p:spPr>
            <a:xfrm>
              <a:off x="11239448" y="9466610"/>
              <a:ext cx="412115" cy="813435"/>
            </a:xfrm>
            <a:custGeom>
              <a:avLst/>
              <a:gdLst/>
              <a:ahLst/>
              <a:cxnLst/>
              <a:rect l="l" t="t" r="r" b="b"/>
              <a:pathLst>
                <a:path w="412115" h="813434">
                  <a:moveTo>
                    <a:pt x="0" y="813238"/>
                  </a:moveTo>
                  <a:lnTo>
                    <a:pt x="235013" y="0"/>
                  </a:lnTo>
                  <a:lnTo>
                    <a:pt x="41200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1220057" y="10276592"/>
              <a:ext cx="31115" cy="70485"/>
            </a:xfrm>
            <a:custGeom>
              <a:avLst/>
              <a:gdLst/>
              <a:ahLst/>
              <a:cxnLst/>
              <a:rect l="l" t="t" r="r" b="b"/>
              <a:pathLst>
                <a:path w="31115" h="70484">
                  <a:moveTo>
                    <a:pt x="0" y="70271"/>
                  </a:moveTo>
                  <a:lnTo>
                    <a:pt x="8221" y="0"/>
                  </a:lnTo>
                  <a:lnTo>
                    <a:pt x="30559" y="6437"/>
                  </a:lnTo>
                  <a:lnTo>
                    <a:pt x="0" y="702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1220057" y="10276592"/>
              <a:ext cx="31115" cy="70485"/>
            </a:xfrm>
            <a:custGeom>
              <a:avLst/>
              <a:gdLst/>
              <a:ahLst/>
              <a:cxnLst/>
              <a:rect l="l" t="t" r="r" b="b"/>
              <a:pathLst>
                <a:path w="31115" h="70484">
                  <a:moveTo>
                    <a:pt x="0" y="70271"/>
                  </a:moveTo>
                  <a:lnTo>
                    <a:pt x="8221" y="0"/>
                  </a:lnTo>
                  <a:lnTo>
                    <a:pt x="30559" y="6437"/>
                  </a:lnTo>
                  <a:lnTo>
                    <a:pt x="0" y="70271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2230761" y="546027"/>
              <a:ext cx="1266825" cy="4145915"/>
            </a:xfrm>
            <a:custGeom>
              <a:avLst/>
              <a:gdLst/>
              <a:ahLst/>
              <a:cxnLst/>
              <a:rect l="l" t="t" r="r" b="b"/>
              <a:pathLst>
                <a:path w="1266825" h="4145915">
                  <a:moveTo>
                    <a:pt x="1225486" y="3439083"/>
                  </a:moveTo>
                  <a:lnTo>
                    <a:pt x="1221600" y="3439083"/>
                  </a:lnTo>
                  <a:lnTo>
                    <a:pt x="1221600" y="4097058"/>
                  </a:lnTo>
                  <a:lnTo>
                    <a:pt x="1225486" y="4097058"/>
                  </a:lnTo>
                  <a:lnTo>
                    <a:pt x="1225486" y="3439083"/>
                  </a:lnTo>
                  <a:close/>
                </a:path>
                <a:path w="1266825" h="4145915">
                  <a:moveTo>
                    <a:pt x="1225486" y="48641"/>
                  </a:moveTo>
                  <a:lnTo>
                    <a:pt x="1221600" y="48641"/>
                  </a:lnTo>
                  <a:lnTo>
                    <a:pt x="1221600" y="3176155"/>
                  </a:lnTo>
                  <a:lnTo>
                    <a:pt x="1225486" y="3176155"/>
                  </a:lnTo>
                  <a:lnTo>
                    <a:pt x="1225486" y="48641"/>
                  </a:lnTo>
                  <a:close/>
                </a:path>
                <a:path w="1266825" h="4145915">
                  <a:moveTo>
                    <a:pt x="1266202" y="4141813"/>
                  </a:moveTo>
                  <a:lnTo>
                    <a:pt x="1223543" y="4141813"/>
                  </a:lnTo>
                  <a:lnTo>
                    <a:pt x="0" y="4141813"/>
                  </a:lnTo>
                  <a:lnTo>
                    <a:pt x="0" y="4145699"/>
                  </a:lnTo>
                  <a:lnTo>
                    <a:pt x="1223543" y="4145699"/>
                  </a:lnTo>
                  <a:lnTo>
                    <a:pt x="1266202" y="4145699"/>
                  </a:lnTo>
                  <a:lnTo>
                    <a:pt x="1266202" y="4141813"/>
                  </a:lnTo>
                  <a:close/>
                </a:path>
                <a:path w="1266825" h="4145915">
                  <a:moveTo>
                    <a:pt x="1266202" y="0"/>
                  </a:moveTo>
                  <a:lnTo>
                    <a:pt x="1223543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1223543" y="3873"/>
                  </a:lnTo>
                  <a:lnTo>
                    <a:pt x="1266202" y="3873"/>
                  </a:lnTo>
                  <a:lnTo>
                    <a:pt x="12662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3448494" y="4643078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3448494" y="4643078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13448494" y="55975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3448494" y="55975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3482389" y="2454631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30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5" name="object 325"/>
          <p:cNvSpPr txBox="1"/>
          <p:nvPr/>
        </p:nvSpPr>
        <p:spPr>
          <a:xfrm>
            <a:off x="13469135" y="2492070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7'-</a:t>
            </a:r>
            <a:r>
              <a:rPr dirty="0" sz="700" spc="-25">
                <a:latin typeface="Verdana"/>
                <a:cs typeface="Verdana"/>
              </a:rPr>
              <a:t>5"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26" name="object 326"/>
          <p:cNvGrpSpPr/>
          <p:nvPr/>
        </p:nvGrpSpPr>
        <p:grpSpPr>
          <a:xfrm>
            <a:off x="306680" y="2267752"/>
            <a:ext cx="10915015" cy="8377555"/>
            <a:chOff x="306680" y="2267752"/>
            <a:chExt cx="10915015" cy="8377555"/>
          </a:xfrm>
        </p:grpSpPr>
        <p:sp>
          <p:nvSpPr>
            <p:cNvPr id="327" name="object 327"/>
            <p:cNvSpPr/>
            <p:nvPr/>
          </p:nvSpPr>
          <p:spPr>
            <a:xfrm>
              <a:off x="3193961" y="10369511"/>
              <a:ext cx="8020050" cy="267970"/>
            </a:xfrm>
            <a:custGeom>
              <a:avLst/>
              <a:gdLst/>
              <a:ahLst/>
              <a:cxnLst/>
              <a:rect l="l" t="t" r="r" b="b"/>
              <a:pathLst>
                <a:path w="8020050" h="267970">
                  <a:moveTo>
                    <a:pt x="0" y="4265"/>
                  </a:moveTo>
                  <a:lnTo>
                    <a:pt x="0" y="71977"/>
                  </a:lnTo>
                  <a:lnTo>
                    <a:pt x="0" y="267434"/>
                  </a:lnTo>
                </a:path>
                <a:path w="8020050" h="267970">
                  <a:moveTo>
                    <a:pt x="545951" y="4188"/>
                  </a:moveTo>
                  <a:lnTo>
                    <a:pt x="545951" y="71977"/>
                  </a:lnTo>
                  <a:lnTo>
                    <a:pt x="545951" y="267434"/>
                  </a:lnTo>
                </a:path>
                <a:path w="8020050" h="267970">
                  <a:moveTo>
                    <a:pt x="3459339" y="4188"/>
                  </a:moveTo>
                  <a:lnTo>
                    <a:pt x="3459339" y="71977"/>
                  </a:lnTo>
                  <a:lnTo>
                    <a:pt x="3459339" y="267434"/>
                  </a:lnTo>
                </a:path>
                <a:path w="8020050" h="267970">
                  <a:moveTo>
                    <a:pt x="3917375" y="4265"/>
                  </a:moveTo>
                  <a:lnTo>
                    <a:pt x="3917375" y="71977"/>
                  </a:lnTo>
                  <a:lnTo>
                    <a:pt x="3917375" y="267434"/>
                  </a:lnTo>
                </a:path>
                <a:path w="8020050" h="267970">
                  <a:moveTo>
                    <a:pt x="5885381" y="4265"/>
                  </a:moveTo>
                  <a:lnTo>
                    <a:pt x="5885381" y="71977"/>
                  </a:lnTo>
                  <a:lnTo>
                    <a:pt x="5885381" y="267434"/>
                  </a:lnTo>
                </a:path>
                <a:path w="8020050" h="267970">
                  <a:moveTo>
                    <a:pt x="8019581" y="0"/>
                  </a:moveTo>
                  <a:lnTo>
                    <a:pt x="8019581" y="67789"/>
                  </a:lnTo>
                  <a:lnTo>
                    <a:pt x="8019581" y="263245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310808" y="2271879"/>
              <a:ext cx="1167765" cy="526415"/>
            </a:xfrm>
            <a:custGeom>
              <a:avLst/>
              <a:gdLst/>
              <a:ahLst/>
              <a:cxnLst/>
              <a:rect l="l" t="t" r="r" b="b"/>
              <a:pathLst>
                <a:path w="1167765" h="526414">
                  <a:moveTo>
                    <a:pt x="1167308" y="525871"/>
                  </a:moveTo>
                  <a:lnTo>
                    <a:pt x="0" y="525871"/>
                  </a:lnTo>
                  <a:lnTo>
                    <a:pt x="0" y="0"/>
                  </a:lnTo>
                  <a:lnTo>
                    <a:pt x="1167308" y="0"/>
                  </a:lnTo>
                  <a:lnTo>
                    <a:pt x="1167308" y="5258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310808" y="2271879"/>
              <a:ext cx="1167765" cy="526415"/>
            </a:xfrm>
            <a:custGeom>
              <a:avLst/>
              <a:gdLst/>
              <a:ahLst/>
              <a:cxnLst/>
              <a:rect l="l" t="t" r="r" b="b"/>
              <a:pathLst>
                <a:path w="1167765" h="526414">
                  <a:moveTo>
                    <a:pt x="0" y="0"/>
                  </a:moveTo>
                  <a:lnTo>
                    <a:pt x="1167308" y="0"/>
                  </a:lnTo>
                  <a:lnTo>
                    <a:pt x="1167308" y="525871"/>
                  </a:lnTo>
                  <a:lnTo>
                    <a:pt x="0" y="52587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0" name="object 330"/>
          <p:cNvSpPr txBox="1"/>
          <p:nvPr/>
        </p:nvSpPr>
        <p:spPr>
          <a:xfrm>
            <a:off x="383038" y="2259179"/>
            <a:ext cx="1096645" cy="550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L="352425" marR="5080" indent="-269240">
              <a:lnSpc>
                <a:spcPct val="101499"/>
              </a:lnSpc>
              <a:spcBef>
                <a:spcPts val="90"/>
              </a:spcBef>
            </a:pPr>
            <a:r>
              <a:rPr dirty="0" sz="850">
                <a:latin typeface="Verdana"/>
                <a:cs typeface="Verdana"/>
              </a:rPr>
              <a:t>(4) 3/8" </a:t>
            </a:r>
            <a:r>
              <a:rPr dirty="0" sz="850" spc="-10">
                <a:latin typeface="Verdana"/>
                <a:cs typeface="Verdana"/>
              </a:rPr>
              <a:t>SIMPSON </a:t>
            </a:r>
            <a:r>
              <a:rPr dirty="0" sz="850">
                <a:latin typeface="Verdana"/>
                <a:cs typeface="Verdana"/>
              </a:rPr>
              <a:t>STONG-</a:t>
            </a:r>
            <a:r>
              <a:rPr dirty="0" sz="850" spc="-20">
                <a:latin typeface="Verdana"/>
                <a:cs typeface="Verdana"/>
              </a:rPr>
              <a:t>BOLT </a:t>
            </a:r>
            <a:r>
              <a:rPr dirty="0" sz="850">
                <a:latin typeface="Verdana"/>
                <a:cs typeface="Verdana"/>
              </a:rPr>
              <a:t>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SS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W/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2"</a:t>
            </a:r>
            <a:endParaRPr sz="85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EMBEDMENT </a:t>
            </a:r>
            <a:r>
              <a:rPr dirty="0" sz="850" spc="-10">
                <a:latin typeface="Verdana"/>
                <a:cs typeface="Verdana"/>
              </a:rPr>
              <a:t>(TYP.)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31" name="object 331"/>
          <p:cNvGrpSpPr/>
          <p:nvPr/>
        </p:nvGrpSpPr>
        <p:grpSpPr>
          <a:xfrm>
            <a:off x="1478116" y="2728138"/>
            <a:ext cx="10641965" cy="3034030"/>
            <a:chOff x="1478116" y="2728138"/>
            <a:chExt cx="10641965" cy="3034030"/>
          </a:xfrm>
        </p:grpSpPr>
        <p:pic>
          <p:nvPicPr>
            <p:cNvPr id="332" name="object 33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78116" y="2728138"/>
              <a:ext cx="119119" cy="327513"/>
            </a:xfrm>
            <a:prstGeom prst="rect">
              <a:avLst/>
            </a:prstGeom>
          </p:spPr>
        </p:pic>
        <p:sp>
          <p:nvSpPr>
            <p:cNvPr id="333" name="object 333"/>
            <p:cNvSpPr/>
            <p:nvPr/>
          </p:nvSpPr>
          <p:spPr>
            <a:xfrm>
              <a:off x="9886609" y="5494856"/>
              <a:ext cx="2228850" cy="263525"/>
            </a:xfrm>
            <a:custGeom>
              <a:avLst/>
              <a:gdLst/>
              <a:ahLst/>
              <a:cxnLst/>
              <a:rect l="l" t="t" r="r" b="b"/>
              <a:pathLst>
                <a:path w="2228850" h="263525">
                  <a:moveTo>
                    <a:pt x="0" y="0"/>
                  </a:moveTo>
                  <a:lnTo>
                    <a:pt x="2228747" y="0"/>
                  </a:lnTo>
                  <a:lnTo>
                    <a:pt x="2228747" y="262935"/>
                  </a:lnTo>
                  <a:lnTo>
                    <a:pt x="0" y="26293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4" name="object 334"/>
          <p:cNvSpPr txBox="1"/>
          <p:nvPr/>
        </p:nvSpPr>
        <p:spPr>
          <a:xfrm>
            <a:off x="9959228" y="5482157"/>
            <a:ext cx="216154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(4) 3/4" SIMPSON STRONG-BOLT 2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SS</a:t>
            </a:r>
            <a:endParaRPr sz="850">
              <a:latin typeface="Verdana"/>
              <a:cs typeface="Verdana"/>
            </a:endParaRPr>
          </a:p>
          <a:p>
            <a:pPr algn="r" marR="6350">
              <a:lnSpc>
                <a:spcPct val="100000"/>
              </a:lnSpc>
              <a:spcBef>
                <a:spcPts val="15"/>
              </a:spcBef>
            </a:pPr>
            <a:r>
              <a:rPr dirty="0" sz="850">
                <a:latin typeface="Verdana"/>
                <a:cs typeface="Verdana"/>
              </a:rPr>
              <a:t>W/ 4"</a:t>
            </a:r>
            <a:r>
              <a:rPr dirty="0" sz="850" spc="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EMBEDMENT </a:t>
            </a:r>
            <a:r>
              <a:rPr dirty="0" sz="850" spc="-10">
                <a:latin typeface="Verdana"/>
                <a:cs typeface="Verdana"/>
              </a:rPr>
              <a:t>(TYP.)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335" name="object 335"/>
          <p:cNvSpPr/>
          <p:nvPr/>
        </p:nvSpPr>
        <p:spPr>
          <a:xfrm>
            <a:off x="8364829" y="697246"/>
            <a:ext cx="4445" cy="207645"/>
          </a:xfrm>
          <a:custGeom>
            <a:avLst/>
            <a:gdLst/>
            <a:ahLst/>
            <a:cxnLst/>
            <a:rect l="l" t="t" r="r" b="b"/>
            <a:pathLst>
              <a:path w="4445" h="207644">
                <a:moveTo>
                  <a:pt x="3886" y="0"/>
                </a:moveTo>
                <a:lnTo>
                  <a:pt x="0" y="0"/>
                </a:lnTo>
                <a:lnTo>
                  <a:pt x="0" y="42659"/>
                </a:lnTo>
                <a:lnTo>
                  <a:pt x="0" y="207518"/>
                </a:lnTo>
                <a:lnTo>
                  <a:pt x="3886" y="207518"/>
                </a:lnTo>
                <a:lnTo>
                  <a:pt x="3886" y="42659"/>
                </a:lnTo>
                <a:lnTo>
                  <a:pt x="38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6" name="object 336"/>
          <p:cNvSpPr/>
          <p:nvPr/>
        </p:nvSpPr>
        <p:spPr>
          <a:xfrm>
            <a:off x="11838686" y="697246"/>
            <a:ext cx="4445" cy="208915"/>
          </a:xfrm>
          <a:custGeom>
            <a:avLst/>
            <a:gdLst/>
            <a:ahLst/>
            <a:cxnLst/>
            <a:rect l="l" t="t" r="r" b="b"/>
            <a:pathLst>
              <a:path w="4445" h="208915">
                <a:moveTo>
                  <a:pt x="3873" y="0"/>
                </a:moveTo>
                <a:lnTo>
                  <a:pt x="0" y="0"/>
                </a:lnTo>
                <a:lnTo>
                  <a:pt x="0" y="42659"/>
                </a:lnTo>
                <a:lnTo>
                  <a:pt x="0" y="208381"/>
                </a:lnTo>
                <a:lnTo>
                  <a:pt x="3873" y="208381"/>
                </a:lnTo>
                <a:lnTo>
                  <a:pt x="3873" y="42659"/>
                </a:lnTo>
                <a:lnTo>
                  <a:pt x="3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7" name="object 337"/>
          <p:cNvGrpSpPr/>
          <p:nvPr/>
        </p:nvGrpSpPr>
        <p:grpSpPr>
          <a:xfrm>
            <a:off x="1070092" y="607129"/>
            <a:ext cx="11101705" cy="5023485"/>
            <a:chOff x="1070092" y="607129"/>
            <a:chExt cx="11101705" cy="5023485"/>
          </a:xfrm>
        </p:grpSpPr>
        <p:sp>
          <p:nvSpPr>
            <p:cNvPr id="338" name="object 338"/>
            <p:cNvSpPr/>
            <p:nvPr/>
          </p:nvSpPr>
          <p:spPr>
            <a:xfrm>
              <a:off x="9182268" y="3756224"/>
              <a:ext cx="701040" cy="1870710"/>
            </a:xfrm>
            <a:custGeom>
              <a:avLst/>
              <a:gdLst/>
              <a:ahLst/>
              <a:cxnLst/>
              <a:rect l="l" t="t" r="r" b="b"/>
              <a:pathLst>
                <a:path w="701040" h="1870710">
                  <a:moveTo>
                    <a:pt x="0" y="0"/>
                  </a:moveTo>
                  <a:lnTo>
                    <a:pt x="370746" y="1870100"/>
                  </a:lnTo>
                  <a:lnTo>
                    <a:pt x="700463" y="187010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9164195" y="3664949"/>
              <a:ext cx="33655" cy="94615"/>
            </a:xfrm>
            <a:custGeom>
              <a:avLst/>
              <a:gdLst/>
              <a:ahLst/>
              <a:cxnLst/>
              <a:rect l="l" t="t" r="r" b="b"/>
              <a:pathLst>
                <a:path w="33654" h="94614">
                  <a:moveTo>
                    <a:pt x="2869" y="94315"/>
                  </a:moveTo>
                  <a:lnTo>
                    <a:pt x="0" y="0"/>
                  </a:lnTo>
                  <a:lnTo>
                    <a:pt x="33274" y="88281"/>
                  </a:lnTo>
                  <a:lnTo>
                    <a:pt x="2869" y="943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9164195" y="3664949"/>
              <a:ext cx="33655" cy="94615"/>
            </a:xfrm>
            <a:custGeom>
              <a:avLst/>
              <a:gdLst/>
              <a:ahLst/>
              <a:cxnLst/>
              <a:rect l="l" t="t" r="r" b="b"/>
              <a:pathLst>
                <a:path w="33654" h="94614">
                  <a:moveTo>
                    <a:pt x="0" y="0"/>
                  </a:moveTo>
                  <a:lnTo>
                    <a:pt x="33274" y="88281"/>
                  </a:lnTo>
                  <a:lnTo>
                    <a:pt x="2869" y="9431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074219" y="611256"/>
              <a:ext cx="11093450" cy="4034154"/>
            </a:xfrm>
            <a:custGeom>
              <a:avLst/>
              <a:gdLst/>
              <a:ahLst/>
              <a:cxnLst/>
              <a:rect l="l" t="t" r="r" b="b"/>
              <a:pathLst>
                <a:path w="11093450" h="4034154">
                  <a:moveTo>
                    <a:pt x="10461282" y="3718221"/>
                  </a:moveTo>
                  <a:lnTo>
                    <a:pt x="10464712" y="3671576"/>
                  </a:lnTo>
                  <a:lnTo>
                    <a:pt x="10474673" y="3627044"/>
                  </a:lnTo>
                  <a:lnTo>
                    <a:pt x="10490675" y="3585116"/>
                  </a:lnTo>
                  <a:lnTo>
                    <a:pt x="10512226" y="3546283"/>
                  </a:lnTo>
                  <a:lnTo>
                    <a:pt x="10538834" y="3511035"/>
                  </a:lnTo>
                  <a:lnTo>
                    <a:pt x="10570010" y="3479863"/>
                  </a:lnTo>
                  <a:lnTo>
                    <a:pt x="10605260" y="3453259"/>
                  </a:lnTo>
                  <a:lnTo>
                    <a:pt x="10644095" y="3431712"/>
                  </a:lnTo>
                  <a:lnTo>
                    <a:pt x="10686023" y="3415713"/>
                  </a:lnTo>
                  <a:lnTo>
                    <a:pt x="10730553" y="3405755"/>
                  </a:lnTo>
                  <a:lnTo>
                    <a:pt x="10777193" y="3402326"/>
                  </a:lnTo>
                  <a:lnTo>
                    <a:pt x="10823833" y="3405755"/>
                  </a:lnTo>
                  <a:lnTo>
                    <a:pt x="10868362" y="3415713"/>
                  </a:lnTo>
                  <a:lnTo>
                    <a:pt x="10910290" y="3431712"/>
                  </a:lnTo>
                  <a:lnTo>
                    <a:pt x="10949125" y="3453259"/>
                  </a:lnTo>
                  <a:lnTo>
                    <a:pt x="10984376" y="3479863"/>
                  </a:lnTo>
                  <a:lnTo>
                    <a:pt x="11015551" y="3511035"/>
                  </a:lnTo>
                  <a:lnTo>
                    <a:pt x="11042160" y="3546283"/>
                  </a:lnTo>
                  <a:lnTo>
                    <a:pt x="11063711" y="3585116"/>
                  </a:lnTo>
                  <a:lnTo>
                    <a:pt x="11079712" y="3627044"/>
                  </a:lnTo>
                  <a:lnTo>
                    <a:pt x="11089674" y="3671576"/>
                  </a:lnTo>
                  <a:lnTo>
                    <a:pt x="11093103" y="3718221"/>
                  </a:lnTo>
                  <a:lnTo>
                    <a:pt x="11089674" y="3764868"/>
                  </a:lnTo>
                  <a:lnTo>
                    <a:pt x="11079712" y="3809401"/>
                  </a:lnTo>
                  <a:lnTo>
                    <a:pt x="11063711" y="3851330"/>
                  </a:lnTo>
                  <a:lnTo>
                    <a:pt x="11042160" y="3890165"/>
                  </a:lnTo>
                  <a:lnTo>
                    <a:pt x="11015551" y="3925413"/>
                  </a:lnTo>
                  <a:lnTo>
                    <a:pt x="10984376" y="3956585"/>
                  </a:lnTo>
                  <a:lnTo>
                    <a:pt x="10949125" y="3983191"/>
                  </a:lnTo>
                  <a:lnTo>
                    <a:pt x="10910290" y="4004738"/>
                  </a:lnTo>
                  <a:lnTo>
                    <a:pt x="10868362" y="4020736"/>
                  </a:lnTo>
                  <a:lnTo>
                    <a:pt x="10823833" y="4030695"/>
                  </a:lnTo>
                  <a:lnTo>
                    <a:pt x="10777193" y="4034124"/>
                  </a:lnTo>
                  <a:lnTo>
                    <a:pt x="10730553" y="4030695"/>
                  </a:lnTo>
                  <a:lnTo>
                    <a:pt x="10686023" y="4020736"/>
                  </a:lnTo>
                  <a:lnTo>
                    <a:pt x="10644095" y="4004738"/>
                  </a:lnTo>
                  <a:lnTo>
                    <a:pt x="10605260" y="3983191"/>
                  </a:lnTo>
                  <a:lnTo>
                    <a:pt x="10570010" y="3956585"/>
                  </a:lnTo>
                  <a:lnTo>
                    <a:pt x="10538834" y="3925413"/>
                  </a:lnTo>
                  <a:lnTo>
                    <a:pt x="10512226" y="3890165"/>
                  </a:lnTo>
                  <a:lnTo>
                    <a:pt x="10490675" y="3851330"/>
                  </a:lnTo>
                  <a:lnTo>
                    <a:pt x="10474673" y="3809401"/>
                  </a:lnTo>
                  <a:lnTo>
                    <a:pt x="10464712" y="3764868"/>
                  </a:lnTo>
                  <a:lnTo>
                    <a:pt x="10461282" y="3718221"/>
                  </a:lnTo>
                  <a:close/>
                </a:path>
                <a:path w="11093450" h="4034154">
                  <a:moveTo>
                    <a:pt x="9726924" y="3718174"/>
                  </a:moveTo>
                  <a:lnTo>
                    <a:pt x="9730352" y="3671529"/>
                  </a:lnTo>
                  <a:lnTo>
                    <a:pt x="9740309" y="3626998"/>
                  </a:lnTo>
                  <a:lnTo>
                    <a:pt x="9756304" y="3585070"/>
                  </a:lnTo>
                  <a:lnTo>
                    <a:pt x="9777848" y="3546236"/>
                  </a:lnTo>
                  <a:lnTo>
                    <a:pt x="9804450" y="3510988"/>
                  </a:lnTo>
                  <a:lnTo>
                    <a:pt x="9835620" y="3479817"/>
                  </a:lnTo>
                  <a:lnTo>
                    <a:pt x="9870868" y="3453212"/>
                  </a:lnTo>
                  <a:lnTo>
                    <a:pt x="9909704" y="3431665"/>
                  </a:lnTo>
                  <a:lnTo>
                    <a:pt x="9951637" y="3415667"/>
                  </a:lnTo>
                  <a:lnTo>
                    <a:pt x="9996177" y="3405708"/>
                  </a:lnTo>
                  <a:lnTo>
                    <a:pt x="10042835" y="3402279"/>
                  </a:lnTo>
                  <a:lnTo>
                    <a:pt x="10089475" y="3405708"/>
                  </a:lnTo>
                  <a:lnTo>
                    <a:pt x="10134004" y="3415667"/>
                  </a:lnTo>
                  <a:lnTo>
                    <a:pt x="10175932" y="3431665"/>
                  </a:lnTo>
                  <a:lnTo>
                    <a:pt x="10214767" y="3453212"/>
                  </a:lnTo>
                  <a:lnTo>
                    <a:pt x="10250018" y="3479817"/>
                  </a:lnTo>
                  <a:lnTo>
                    <a:pt x="10281193" y="3510988"/>
                  </a:lnTo>
                  <a:lnTo>
                    <a:pt x="10307802" y="3546236"/>
                  </a:lnTo>
                  <a:lnTo>
                    <a:pt x="10329353" y="3585070"/>
                  </a:lnTo>
                  <a:lnTo>
                    <a:pt x="10345354" y="3626998"/>
                  </a:lnTo>
                  <a:lnTo>
                    <a:pt x="10355316" y="3671529"/>
                  </a:lnTo>
                  <a:lnTo>
                    <a:pt x="10358745" y="3718174"/>
                  </a:lnTo>
                  <a:lnTo>
                    <a:pt x="10355316" y="3764821"/>
                  </a:lnTo>
                  <a:lnTo>
                    <a:pt x="10345354" y="3809355"/>
                  </a:lnTo>
                  <a:lnTo>
                    <a:pt x="10329353" y="3851284"/>
                  </a:lnTo>
                  <a:lnTo>
                    <a:pt x="10307802" y="3890118"/>
                  </a:lnTo>
                  <a:lnTo>
                    <a:pt x="10281193" y="3925367"/>
                  </a:lnTo>
                  <a:lnTo>
                    <a:pt x="10250018" y="3956539"/>
                  </a:lnTo>
                  <a:lnTo>
                    <a:pt x="10214767" y="3983144"/>
                  </a:lnTo>
                  <a:lnTo>
                    <a:pt x="10175932" y="4004691"/>
                  </a:lnTo>
                  <a:lnTo>
                    <a:pt x="10134004" y="4020689"/>
                  </a:lnTo>
                  <a:lnTo>
                    <a:pt x="10089475" y="4030648"/>
                  </a:lnTo>
                  <a:lnTo>
                    <a:pt x="10042835" y="4034077"/>
                  </a:lnTo>
                  <a:lnTo>
                    <a:pt x="9996177" y="4030648"/>
                  </a:lnTo>
                  <a:lnTo>
                    <a:pt x="9951637" y="4020689"/>
                  </a:lnTo>
                  <a:lnTo>
                    <a:pt x="9909704" y="4004691"/>
                  </a:lnTo>
                  <a:lnTo>
                    <a:pt x="9870868" y="3983144"/>
                  </a:lnTo>
                  <a:lnTo>
                    <a:pt x="9835620" y="3956539"/>
                  </a:lnTo>
                  <a:lnTo>
                    <a:pt x="9804450" y="3925367"/>
                  </a:lnTo>
                  <a:lnTo>
                    <a:pt x="9777848" y="3890118"/>
                  </a:lnTo>
                  <a:lnTo>
                    <a:pt x="9756304" y="3851284"/>
                  </a:lnTo>
                  <a:lnTo>
                    <a:pt x="9740309" y="3809355"/>
                  </a:lnTo>
                  <a:lnTo>
                    <a:pt x="9730352" y="3764821"/>
                  </a:lnTo>
                  <a:lnTo>
                    <a:pt x="9726924" y="3718174"/>
                  </a:lnTo>
                  <a:close/>
                </a:path>
                <a:path w="11093450" h="4034154">
                  <a:moveTo>
                    <a:pt x="10450501" y="316820"/>
                  </a:moveTo>
                  <a:lnTo>
                    <a:pt x="10453931" y="270174"/>
                  </a:lnTo>
                  <a:lnTo>
                    <a:pt x="10463892" y="225642"/>
                  </a:lnTo>
                  <a:lnTo>
                    <a:pt x="10479894" y="183713"/>
                  </a:lnTo>
                  <a:lnTo>
                    <a:pt x="10501444" y="144879"/>
                  </a:lnTo>
                  <a:lnTo>
                    <a:pt x="10528053" y="109631"/>
                  </a:lnTo>
                  <a:lnTo>
                    <a:pt x="10559228" y="78458"/>
                  </a:lnTo>
                  <a:lnTo>
                    <a:pt x="10594479" y="51853"/>
                  </a:lnTo>
                  <a:lnTo>
                    <a:pt x="10633314" y="30306"/>
                  </a:lnTo>
                  <a:lnTo>
                    <a:pt x="10675242" y="14308"/>
                  </a:lnTo>
                  <a:lnTo>
                    <a:pt x="10719772" y="4349"/>
                  </a:lnTo>
                  <a:lnTo>
                    <a:pt x="10766412" y="920"/>
                  </a:lnTo>
                  <a:lnTo>
                    <a:pt x="10813052" y="4349"/>
                  </a:lnTo>
                  <a:lnTo>
                    <a:pt x="10857581" y="14308"/>
                  </a:lnTo>
                  <a:lnTo>
                    <a:pt x="10899509" y="30306"/>
                  </a:lnTo>
                  <a:lnTo>
                    <a:pt x="10938344" y="51853"/>
                  </a:lnTo>
                  <a:lnTo>
                    <a:pt x="10973595" y="78458"/>
                  </a:lnTo>
                  <a:lnTo>
                    <a:pt x="11004770" y="109631"/>
                  </a:lnTo>
                  <a:lnTo>
                    <a:pt x="11031379" y="144879"/>
                  </a:lnTo>
                  <a:lnTo>
                    <a:pt x="11052930" y="183713"/>
                  </a:lnTo>
                  <a:lnTo>
                    <a:pt x="11068931" y="225642"/>
                  </a:lnTo>
                  <a:lnTo>
                    <a:pt x="11078893" y="270174"/>
                  </a:lnTo>
                  <a:lnTo>
                    <a:pt x="11082322" y="316820"/>
                  </a:lnTo>
                  <a:lnTo>
                    <a:pt x="11078893" y="363465"/>
                  </a:lnTo>
                  <a:lnTo>
                    <a:pt x="11068931" y="407997"/>
                  </a:lnTo>
                  <a:lnTo>
                    <a:pt x="11052930" y="449926"/>
                  </a:lnTo>
                  <a:lnTo>
                    <a:pt x="11031379" y="488760"/>
                  </a:lnTo>
                  <a:lnTo>
                    <a:pt x="11004770" y="524009"/>
                  </a:lnTo>
                  <a:lnTo>
                    <a:pt x="10973595" y="555182"/>
                  </a:lnTo>
                  <a:lnTo>
                    <a:pt x="10938344" y="581787"/>
                  </a:lnTo>
                  <a:lnTo>
                    <a:pt x="10899509" y="603335"/>
                  </a:lnTo>
                  <a:lnTo>
                    <a:pt x="10857581" y="619334"/>
                  </a:lnTo>
                  <a:lnTo>
                    <a:pt x="10813052" y="629294"/>
                  </a:lnTo>
                  <a:lnTo>
                    <a:pt x="10766412" y="632723"/>
                  </a:lnTo>
                  <a:lnTo>
                    <a:pt x="10719772" y="629294"/>
                  </a:lnTo>
                  <a:lnTo>
                    <a:pt x="10675242" y="619334"/>
                  </a:lnTo>
                  <a:lnTo>
                    <a:pt x="10633314" y="603335"/>
                  </a:lnTo>
                  <a:lnTo>
                    <a:pt x="10594479" y="581787"/>
                  </a:lnTo>
                  <a:lnTo>
                    <a:pt x="10559228" y="555182"/>
                  </a:lnTo>
                  <a:lnTo>
                    <a:pt x="10528053" y="524009"/>
                  </a:lnTo>
                  <a:lnTo>
                    <a:pt x="10501444" y="488760"/>
                  </a:lnTo>
                  <a:lnTo>
                    <a:pt x="10479894" y="449926"/>
                  </a:lnTo>
                  <a:lnTo>
                    <a:pt x="10463892" y="407997"/>
                  </a:lnTo>
                  <a:lnTo>
                    <a:pt x="10453931" y="363465"/>
                  </a:lnTo>
                  <a:lnTo>
                    <a:pt x="10450501" y="316820"/>
                  </a:lnTo>
                  <a:close/>
                </a:path>
                <a:path w="11093450" h="4034154">
                  <a:moveTo>
                    <a:pt x="6976649" y="315967"/>
                  </a:moveTo>
                  <a:lnTo>
                    <a:pt x="6980079" y="269320"/>
                  </a:lnTo>
                  <a:lnTo>
                    <a:pt x="6990040" y="224787"/>
                  </a:lnTo>
                  <a:lnTo>
                    <a:pt x="7006042" y="182858"/>
                  </a:lnTo>
                  <a:lnTo>
                    <a:pt x="7027593" y="144024"/>
                  </a:lnTo>
                  <a:lnTo>
                    <a:pt x="7054201" y="108775"/>
                  </a:lnTo>
                  <a:lnTo>
                    <a:pt x="7085377" y="77603"/>
                  </a:lnTo>
                  <a:lnTo>
                    <a:pt x="7120627" y="50998"/>
                  </a:lnTo>
                  <a:lnTo>
                    <a:pt x="7159462" y="29451"/>
                  </a:lnTo>
                  <a:lnTo>
                    <a:pt x="7201390" y="13452"/>
                  </a:lnTo>
                  <a:lnTo>
                    <a:pt x="7245920" y="3493"/>
                  </a:lnTo>
                  <a:lnTo>
                    <a:pt x="7292560" y="65"/>
                  </a:lnTo>
                  <a:lnTo>
                    <a:pt x="7339217" y="3493"/>
                  </a:lnTo>
                  <a:lnTo>
                    <a:pt x="7383758" y="13452"/>
                  </a:lnTo>
                  <a:lnTo>
                    <a:pt x="7425691" y="29451"/>
                  </a:lnTo>
                  <a:lnTo>
                    <a:pt x="7464526" y="50998"/>
                  </a:lnTo>
                  <a:lnTo>
                    <a:pt x="7499774" y="77603"/>
                  </a:lnTo>
                  <a:lnTo>
                    <a:pt x="7530945" y="108775"/>
                  </a:lnTo>
                  <a:lnTo>
                    <a:pt x="7557547" y="144024"/>
                  </a:lnTo>
                  <a:lnTo>
                    <a:pt x="7579090" y="182858"/>
                  </a:lnTo>
                  <a:lnTo>
                    <a:pt x="7595086" y="224787"/>
                  </a:lnTo>
                  <a:lnTo>
                    <a:pt x="7605042" y="269320"/>
                  </a:lnTo>
                  <a:lnTo>
                    <a:pt x="7608470" y="315967"/>
                  </a:lnTo>
                  <a:lnTo>
                    <a:pt x="7605042" y="362611"/>
                  </a:lnTo>
                  <a:lnTo>
                    <a:pt x="7595086" y="407143"/>
                  </a:lnTo>
                  <a:lnTo>
                    <a:pt x="7579090" y="449071"/>
                  </a:lnTo>
                  <a:lnTo>
                    <a:pt x="7557547" y="487905"/>
                  </a:lnTo>
                  <a:lnTo>
                    <a:pt x="7530945" y="523153"/>
                  </a:lnTo>
                  <a:lnTo>
                    <a:pt x="7499774" y="554324"/>
                  </a:lnTo>
                  <a:lnTo>
                    <a:pt x="7464526" y="580929"/>
                  </a:lnTo>
                  <a:lnTo>
                    <a:pt x="7425691" y="602476"/>
                  </a:lnTo>
                  <a:lnTo>
                    <a:pt x="7383758" y="618474"/>
                  </a:lnTo>
                  <a:lnTo>
                    <a:pt x="7339217" y="628433"/>
                  </a:lnTo>
                  <a:lnTo>
                    <a:pt x="7292560" y="631862"/>
                  </a:lnTo>
                  <a:lnTo>
                    <a:pt x="7245920" y="628433"/>
                  </a:lnTo>
                  <a:lnTo>
                    <a:pt x="7201390" y="618474"/>
                  </a:lnTo>
                  <a:lnTo>
                    <a:pt x="7159462" y="602476"/>
                  </a:lnTo>
                  <a:lnTo>
                    <a:pt x="7120627" y="580929"/>
                  </a:lnTo>
                  <a:lnTo>
                    <a:pt x="7085377" y="554324"/>
                  </a:lnTo>
                  <a:lnTo>
                    <a:pt x="7054201" y="523153"/>
                  </a:lnTo>
                  <a:lnTo>
                    <a:pt x="7027593" y="487905"/>
                  </a:lnTo>
                  <a:lnTo>
                    <a:pt x="7006042" y="449071"/>
                  </a:lnTo>
                  <a:lnTo>
                    <a:pt x="6990040" y="407143"/>
                  </a:lnTo>
                  <a:lnTo>
                    <a:pt x="6980079" y="362611"/>
                  </a:lnTo>
                  <a:lnTo>
                    <a:pt x="6976649" y="315967"/>
                  </a:lnTo>
                  <a:close/>
                </a:path>
                <a:path w="11093450" h="4034154">
                  <a:moveTo>
                    <a:pt x="3477644" y="315928"/>
                  </a:moveTo>
                  <a:lnTo>
                    <a:pt x="3481073" y="269282"/>
                  </a:lnTo>
                  <a:lnTo>
                    <a:pt x="3491032" y="224749"/>
                  </a:lnTo>
                  <a:lnTo>
                    <a:pt x="3507030" y="182820"/>
                  </a:lnTo>
                  <a:lnTo>
                    <a:pt x="3528577" y="143986"/>
                  </a:lnTo>
                  <a:lnTo>
                    <a:pt x="3555182" y="108738"/>
                  </a:lnTo>
                  <a:lnTo>
                    <a:pt x="3586354" y="77566"/>
                  </a:lnTo>
                  <a:lnTo>
                    <a:pt x="3621603" y="50961"/>
                  </a:lnTo>
                  <a:lnTo>
                    <a:pt x="3660437" y="29414"/>
                  </a:lnTo>
                  <a:lnTo>
                    <a:pt x="3702367" y="13415"/>
                  </a:lnTo>
                  <a:lnTo>
                    <a:pt x="3746900" y="3456"/>
                  </a:lnTo>
                  <a:lnTo>
                    <a:pt x="3793547" y="27"/>
                  </a:lnTo>
                  <a:lnTo>
                    <a:pt x="3840192" y="3456"/>
                  </a:lnTo>
                  <a:lnTo>
                    <a:pt x="3884724" y="13415"/>
                  </a:lnTo>
                  <a:lnTo>
                    <a:pt x="3926652" y="29414"/>
                  </a:lnTo>
                  <a:lnTo>
                    <a:pt x="3965485" y="50961"/>
                  </a:lnTo>
                  <a:lnTo>
                    <a:pt x="4000733" y="77566"/>
                  </a:lnTo>
                  <a:lnTo>
                    <a:pt x="4031904" y="108738"/>
                  </a:lnTo>
                  <a:lnTo>
                    <a:pt x="4058509" y="143986"/>
                  </a:lnTo>
                  <a:lnTo>
                    <a:pt x="4080056" y="182820"/>
                  </a:lnTo>
                  <a:lnTo>
                    <a:pt x="4096054" y="224749"/>
                  </a:lnTo>
                  <a:lnTo>
                    <a:pt x="4106013" y="269282"/>
                  </a:lnTo>
                  <a:lnTo>
                    <a:pt x="4109442" y="315928"/>
                  </a:lnTo>
                  <a:lnTo>
                    <a:pt x="4106013" y="362573"/>
                  </a:lnTo>
                  <a:lnTo>
                    <a:pt x="4096054" y="407105"/>
                  </a:lnTo>
                  <a:lnTo>
                    <a:pt x="4080056" y="449034"/>
                  </a:lnTo>
                  <a:lnTo>
                    <a:pt x="4058509" y="487868"/>
                  </a:lnTo>
                  <a:lnTo>
                    <a:pt x="4031904" y="523117"/>
                  </a:lnTo>
                  <a:lnTo>
                    <a:pt x="4000733" y="554290"/>
                  </a:lnTo>
                  <a:lnTo>
                    <a:pt x="3965485" y="580896"/>
                  </a:lnTo>
                  <a:lnTo>
                    <a:pt x="3926652" y="602443"/>
                  </a:lnTo>
                  <a:lnTo>
                    <a:pt x="3884724" y="618442"/>
                  </a:lnTo>
                  <a:lnTo>
                    <a:pt x="3840192" y="628402"/>
                  </a:lnTo>
                  <a:lnTo>
                    <a:pt x="3793547" y="631831"/>
                  </a:lnTo>
                  <a:lnTo>
                    <a:pt x="3746900" y="628402"/>
                  </a:lnTo>
                  <a:lnTo>
                    <a:pt x="3702367" y="618442"/>
                  </a:lnTo>
                  <a:lnTo>
                    <a:pt x="3660437" y="602443"/>
                  </a:lnTo>
                  <a:lnTo>
                    <a:pt x="3621603" y="580896"/>
                  </a:lnTo>
                  <a:lnTo>
                    <a:pt x="3586354" y="554290"/>
                  </a:lnTo>
                  <a:lnTo>
                    <a:pt x="3555182" y="523117"/>
                  </a:lnTo>
                  <a:lnTo>
                    <a:pt x="3528577" y="487868"/>
                  </a:lnTo>
                  <a:lnTo>
                    <a:pt x="3507030" y="449034"/>
                  </a:lnTo>
                  <a:lnTo>
                    <a:pt x="3491032" y="407105"/>
                  </a:lnTo>
                  <a:lnTo>
                    <a:pt x="3481073" y="362573"/>
                  </a:lnTo>
                  <a:lnTo>
                    <a:pt x="3477644" y="315928"/>
                  </a:lnTo>
                  <a:close/>
                </a:path>
                <a:path w="11093450" h="4034154">
                  <a:moveTo>
                    <a:pt x="0" y="315897"/>
                  </a:moveTo>
                  <a:lnTo>
                    <a:pt x="3428" y="269252"/>
                  </a:lnTo>
                  <a:lnTo>
                    <a:pt x="13387" y="224720"/>
                  </a:lnTo>
                  <a:lnTo>
                    <a:pt x="29385" y="182791"/>
                  </a:lnTo>
                  <a:lnTo>
                    <a:pt x="50932" y="143958"/>
                  </a:lnTo>
                  <a:lnTo>
                    <a:pt x="77537" y="108710"/>
                  </a:lnTo>
                  <a:lnTo>
                    <a:pt x="108709" y="77538"/>
                  </a:lnTo>
                  <a:lnTo>
                    <a:pt x="143956" y="50933"/>
                  </a:lnTo>
                  <a:lnTo>
                    <a:pt x="182790" y="29386"/>
                  </a:lnTo>
                  <a:lnTo>
                    <a:pt x="224718" y="13387"/>
                  </a:lnTo>
                  <a:lnTo>
                    <a:pt x="269250" y="3428"/>
                  </a:lnTo>
                  <a:lnTo>
                    <a:pt x="315894" y="0"/>
                  </a:lnTo>
                  <a:lnTo>
                    <a:pt x="362541" y="3428"/>
                  </a:lnTo>
                  <a:lnTo>
                    <a:pt x="407075" y="13387"/>
                  </a:lnTo>
                  <a:lnTo>
                    <a:pt x="449004" y="29386"/>
                  </a:lnTo>
                  <a:lnTo>
                    <a:pt x="487838" y="50933"/>
                  </a:lnTo>
                  <a:lnTo>
                    <a:pt x="523087" y="77538"/>
                  </a:lnTo>
                  <a:lnTo>
                    <a:pt x="554259" y="108710"/>
                  </a:lnTo>
                  <a:lnTo>
                    <a:pt x="580864" y="143958"/>
                  </a:lnTo>
                  <a:lnTo>
                    <a:pt x="602411" y="182791"/>
                  </a:lnTo>
                  <a:lnTo>
                    <a:pt x="618410" y="224720"/>
                  </a:lnTo>
                  <a:lnTo>
                    <a:pt x="628368" y="269252"/>
                  </a:lnTo>
                  <a:lnTo>
                    <a:pt x="631797" y="315897"/>
                  </a:lnTo>
                  <a:lnTo>
                    <a:pt x="628368" y="362544"/>
                  </a:lnTo>
                  <a:lnTo>
                    <a:pt x="618410" y="407077"/>
                  </a:lnTo>
                  <a:lnTo>
                    <a:pt x="602411" y="449006"/>
                  </a:lnTo>
                  <a:lnTo>
                    <a:pt x="580864" y="487841"/>
                  </a:lnTo>
                  <a:lnTo>
                    <a:pt x="554259" y="523089"/>
                  </a:lnTo>
                  <a:lnTo>
                    <a:pt x="523087" y="554261"/>
                  </a:lnTo>
                  <a:lnTo>
                    <a:pt x="487838" y="580866"/>
                  </a:lnTo>
                  <a:lnTo>
                    <a:pt x="449004" y="602414"/>
                  </a:lnTo>
                  <a:lnTo>
                    <a:pt x="407075" y="618412"/>
                  </a:lnTo>
                  <a:lnTo>
                    <a:pt x="362541" y="628371"/>
                  </a:lnTo>
                  <a:lnTo>
                    <a:pt x="315894" y="631800"/>
                  </a:lnTo>
                  <a:lnTo>
                    <a:pt x="269250" y="628371"/>
                  </a:lnTo>
                  <a:lnTo>
                    <a:pt x="224718" y="618412"/>
                  </a:lnTo>
                  <a:lnTo>
                    <a:pt x="182790" y="602414"/>
                  </a:lnTo>
                  <a:lnTo>
                    <a:pt x="143956" y="580866"/>
                  </a:lnTo>
                  <a:lnTo>
                    <a:pt x="108709" y="554261"/>
                  </a:lnTo>
                  <a:lnTo>
                    <a:pt x="77537" y="523089"/>
                  </a:lnTo>
                  <a:lnTo>
                    <a:pt x="50932" y="487841"/>
                  </a:lnTo>
                  <a:lnTo>
                    <a:pt x="29385" y="449006"/>
                  </a:lnTo>
                  <a:lnTo>
                    <a:pt x="13387" y="407077"/>
                  </a:lnTo>
                  <a:lnTo>
                    <a:pt x="3428" y="362544"/>
                  </a:lnTo>
                  <a:lnTo>
                    <a:pt x="0" y="31589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8413472" y="737956"/>
              <a:ext cx="3380740" cy="4445"/>
            </a:xfrm>
            <a:custGeom>
              <a:avLst/>
              <a:gdLst/>
              <a:ahLst/>
              <a:cxnLst/>
              <a:rect l="l" t="t" r="r" b="b"/>
              <a:pathLst>
                <a:path w="3380740" h="4445">
                  <a:moveTo>
                    <a:pt x="3380467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3380467" y="0"/>
                  </a:lnTo>
                  <a:lnTo>
                    <a:pt x="3380467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8378569" y="734078"/>
              <a:ext cx="34925" cy="12065"/>
            </a:xfrm>
            <a:custGeom>
              <a:avLst/>
              <a:gdLst/>
              <a:ahLst/>
              <a:cxnLst/>
              <a:rect l="l" t="t" r="r" b="b"/>
              <a:pathLst>
                <a:path w="34925" h="12065">
                  <a:moveTo>
                    <a:pt x="34902" y="11634"/>
                  </a:moveTo>
                  <a:lnTo>
                    <a:pt x="0" y="5817"/>
                  </a:lnTo>
                  <a:lnTo>
                    <a:pt x="34902" y="0"/>
                  </a:lnTo>
                  <a:lnTo>
                    <a:pt x="34902" y="11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8378569" y="734078"/>
              <a:ext cx="34925" cy="12065"/>
            </a:xfrm>
            <a:custGeom>
              <a:avLst/>
              <a:gdLst/>
              <a:ahLst/>
              <a:cxnLst/>
              <a:rect l="l" t="t" r="r" b="b"/>
              <a:pathLst>
                <a:path w="34925" h="12065">
                  <a:moveTo>
                    <a:pt x="0" y="5817"/>
                  </a:moveTo>
                  <a:lnTo>
                    <a:pt x="34902" y="0"/>
                  </a:lnTo>
                  <a:lnTo>
                    <a:pt x="34902" y="11634"/>
                  </a:lnTo>
                  <a:lnTo>
                    <a:pt x="0" y="581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1793939" y="734078"/>
              <a:ext cx="34925" cy="12065"/>
            </a:xfrm>
            <a:custGeom>
              <a:avLst/>
              <a:gdLst/>
              <a:ahLst/>
              <a:cxnLst/>
              <a:rect l="l" t="t" r="r" b="b"/>
              <a:pathLst>
                <a:path w="34925" h="12065">
                  <a:moveTo>
                    <a:pt x="0" y="11634"/>
                  </a:moveTo>
                  <a:lnTo>
                    <a:pt x="0" y="0"/>
                  </a:lnTo>
                  <a:lnTo>
                    <a:pt x="34902" y="5817"/>
                  </a:lnTo>
                  <a:lnTo>
                    <a:pt x="0" y="11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1793939" y="734078"/>
              <a:ext cx="34925" cy="12065"/>
            </a:xfrm>
            <a:custGeom>
              <a:avLst/>
              <a:gdLst/>
              <a:ahLst/>
              <a:cxnLst/>
              <a:rect l="l" t="t" r="r" b="b"/>
              <a:pathLst>
                <a:path w="34925" h="12065">
                  <a:moveTo>
                    <a:pt x="34902" y="5817"/>
                  </a:moveTo>
                  <a:lnTo>
                    <a:pt x="0" y="11634"/>
                  </a:lnTo>
                  <a:lnTo>
                    <a:pt x="0" y="0"/>
                  </a:lnTo>
                  <a:lnTo>
                    <a:pt x="34902" y="581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9194290" y="767913"/>
              <a:ext cx="1819275" cy="112395"/>
            </a:xfrm>
            <a:custGeom>
              <a:avLst/>
              <a:gdLst/>
              <a:ahLst/>
              <a:cxnLst/>
              <a:rect l="l" t="t" r="r" b="b"/>
              <a:pathLst>
                <a:path w="1819275" h="112394">
                  <a:moveTo>
                    <a:pt x="1818831" y="112074"/>
                  </a:moveTo>
                  <a:lnTo>
                    <a:pt x="0" y="112074"/>
                  </a:lnTo>
                  <a:lnTo>
                    <a:pt x="0" y="0"/>
                  </a:lnTo>
                  <a:lnTo>
                    <a:pt x="1818831" y="0"/>
                  </a:lnTo>
                  <a:lnTo>
                    <a:pt x="1818831" y="112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9194290" y="767913"/>
              <a:ext cx="1819275" cy="112395"/>
            </a:xfrm>
            <a:custGeom>
              <a:avLst/>
              <a:gdLst/>
              <a:ahLst/>
              <a:cxnLst/>
              <a:rect l="l" t="t" r="r" b="b"/>
              <a:pathLst>
                <a:path w="1819275" h="112394">
                  <a:moveTo>
                    <a:pt x="0" y="0"/>
                  </a:moveTo>
                  <a:lnTo>
                    <a:pt x="1818831" y="0"/>
                  </a:lnTo>
                  <a:lnTo>
                    <a:pt x="1818831" y="112074"/>
                  </a:lnTo>
                  <a:lnTo>
                    <a:pt x="0" y="11207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9" name="object 349"/>
          <p:cNvSpPr txBox="1"/>
          <p:nvPr/>
        </p:nvSpPr>
        <p:spPr>
          <a:xfrm>
            <a:off x="9232006" y="755213"/>
            <a:ext cx="1751964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6'-3"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OC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MAX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WOOD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POST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SPACING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50" name="object 350"/>
          <p:cNvSpPr/>
          <p:nvPr/>
        </p:nvSpPr>
        <p:spPr>
          <a:xfrm>
            <a:off x="15053487" y="2290418"/>
            <a:ext cx="4445" cy="1163320"/>
          </a:xfrm>
          <a:custGeom>
            <a:avLst/>
            <a:gdLst/>
            <a:ahLst/>
            <a:cxnLst/>
            <a:rect l="l" t="t" r="r" b="b"/>
            <a:pathLst>
              <a:path w="4444" h="1163320">
                <a:moveTo>
                  <a:pt x="3878" y="1163113"/>
                </a:moveTo>
                <a:lnTo>
                  <a:pt x="0" y="1163113"/>
                </a:lnTo>
                <a:lnTo>
                  <a:pt x="0" y="0"/>
                </a:lnTo>
                <a:lnTo>
                  <a:pt x="3878" y="0"/>
                </a:lnTo>
                <a:lnTo>
                  <a:pt x="3878" y="1163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51" name="object 351"/>
          <p:cNvGrpSpPr/>
          <p:nvPr/>
        </p:nvGrpSpPr>
        <p:grpSpPr>
          <a:xfrm>
            <a:off x="15012767" y="1633518"/>
            <a:ext cx="1017905" cy="2075180"/>
            <a:chOff x="15012767" y="1633518"/>
            <a:chExt cx="1017905" cy="2075180"/>
          </a:xfrm>
        </p:grpSpPr>
        <p:pic>
          <p:nvPicPr>
            <p:cNvPr id="352" name="object 35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5205277" y="1931614"/>
              <a:ext cx="824826" cy="1776544"/>
            </a:xfrm>
            <a:prstGeom prst="rect">
              <a:avLst/>
            </a:prstGeom>
          </p:spPr>
        </p:pic>
        <p:sp>
          <p:nvSpPr>
            <p:cNvPr id="353" name="object 353"/>
            <p:cNvSpPr/>
            <p:nvPr/>
          </p:nvSpPr>
          <p:spPr>
            <a:xfrm>
              <a:off x="15464101" y="1931606"/>
              <a:ext cx="323850" cy="1569085"/>
            </a:xfrm>
            <a:custGeom>
              <a:avLst/>
              <a:gdLst/>
              <a:ahLst/>
              <a:cxnLst/>
              <a:rect l="l" t="t" r="r" b="b"/>
              <a:pathLst>
                <a:path w="323850" h="1569085">
                  <a:moveTo>
                    <a:pt x="0" y="1568616"/>
                  </a:moveTo>
                  <a:lnTo>
                    <a:pt x="0" y="1568616"/>
                  </a:lnTo>
                  <a:lnTo>
                    <a:pt x="322968" y="1568616"/>
                  </a:lnTo>
                  <a:lnTo>
                    <a:pt x="323589" y="1568616"/>
                  </a:lnTo>
                </a:path>
                <a:path w="323850" h="1569085">
                  <a:moveTo>
                    <a:pt x="322968" y="312109"/>
                  </a:moveTo>
                  <a:lnTo>
                    <a:pt x="323589" y="312109"/>
                  </a:lnTo>
                </a:path>
                <a:path w="323850" h="1569085">
                  <a:moveTo>
                    <a:pt x="97340" y="312109"/>
                  </a:moveTo>
                  <a:lnTo>
                    <a:pt x="138215" y="312109"/>
                  </a:lnTo>
                  <a:lnTo>
                    <a:pt x="180719" y="312109"/>
                  </a:lnTo>
                  <a:lnTo>
                    <a:pt x="221982" y="312109"/>
                  </a:lnTo>
                </a:path>
                <a:path w="323850" h="1569085">
                  <a:moveTo>
                    <a:pt x="323589" y="1568616"/>
                  </a:moveTo>
                  <a:lnTo>
                    <a:pt x="323589" y="312109"/>
                  </a:lnTo>
                </a:path>
                <a:path w="323850" h="1569085">
                  <a:moveTo>
                    <a:pt x="0" y="1568616"/>
                  </a:moveTo>
                  <a:lnTo>
                    <a:pt x="0" y="312109"/>
                  </a:lnTo>
                </a:path>
                <a:path w="323850" h="1569085">
                  <a:moveTo>
                    <a:pt x="234625" y="312109"/>
                  </a:moveTo>
                  <a:lnTo>
                    <a:pt x="234625" y="0"/>
                  </a:lnTo>
                </a:path>
                <a:path w="323850" h="1569085">
                  <a:moveTo>
                    <a:pt x="95013" y="312109"/>
                  </a:moveTo>
                  <a:lnTo>
                    <a:pt x="95013" y="0"/>
                  </a:lnTo>
                </a:path>
                <a:path w="323850" h="1569085">
                  <a:moveTo>
                    <a:pt x="259135" y="312109"/>
                  </a:moveTo>
                  <a:lnTo>
                    <a:pt x="234625" y="312109"/>
                  </a:lnTo>
                </a:path>
                <a:path w="323850" h="1569085">
                  <a:moveTo>
                    <a:pt x="95013" y="312109"/>
                  </a:moveTo>
                  <a:lnTo>
                    <a:pt x="97340" y="312109"/>
                  </a:lnTo>
                </a:path>
                <a:path w="323850" h="1569085">
                  <a:moveTo>
                    <a:pt x="221982" y="312109"/>
                  </a:moveTo>
                  <a:lnTo>
                    <a:pt x="234625" y="312109"/>
                  </a:lnTo>
                </a:path>
                <a:path w="323850" h="1569085">
                  <a:moveTo>
                    <a:pt x="259135" y="312109"/>
                  </a:moveTo>
                  <a:lnTo>
                    <a:pt x="289616" y="312109"/>
                  </a:lnTo>
                  <a:lnTo>
                    <a:pt x="311411" y="312109"/>
                  </a:lnTo>
                  <a:lnTo>
                    <a:pt x="322968" y="312109"/>
                  </a:lnTo>
                </a:path>
                <a:path w="323850" h="1569085">
                  <a:moveTo>
                    <a:pt x="95013" y="312109"/>
                  </a:moveTo>
                  <a:lnTo>
                    <a:pt x="60808" y="312109"/>
                  </a:lnTo>
                  <a:lnTo>
                    <a:pt x="31179" y="312109"/>
                  </a:lnTo>
                  <a:lnTo>
                    <a:pt x="10470" y="312109"/>
                  </a:lnTo>
                  <a:lnTo>
                    <a:pt x="0" y="3121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5555081" y="1637646"/>
              <a:ext cx="149225" cy="165735"/>
            </a:xfrm>
            <a:custGeom>
              <a:avLst/>
              <a:gdLst/>
              <a:ahLst/>
              <a:cxnLst/>
              <a:rect l="l" t="t" r="r" b="b"/>
              <a:pathLst>
                <a:path w="149225" h="165735">
                  <a:moveTo>
                    <a:pt x="0" y="84403"/>
                  </a:moveTo>
                  <a:lnTo>
                    <a:pt x="28853" y="84604"/>
                  </a:lnTo>
                  <a:lnTo>
                    <a:pt x="63445" y="0"/>
                  </a:lnTo>
                  <a:lnTo>
                    <a:pt x="98116" y="165300"/>
                  </a:lnTo>
                  <a:lnTo>
                    <a:pt x="116808" y="84604"/>
                  </a:lnTo>
                  <a:lnTo>
                    <a:pt x="148996" y="85046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5561441" y="2244562"/>
              <a:ext cx="137795" cy="820419"/>
            </a:xfrm>
            <a:custGeom>
              <a:avLst/>
              <a:gdLst/>
              <a:ahLst/>
              <a:cxnLst/>
              <a:rect l="l" t="t" r="r" b="b"/>
              <a:pathLst>
                <a:path w="137794" h="820419">
                  <a:moveTo>
                    <a:pt x="0" y="0"/>
                  </a:moveTo>
                  <a:lnTo>
                    <a:pt x="137362" y="0"/>
                  </a:lnTo>
                  <a:lnTo>
                    <a:pt x="137362" y="820413"/>
                  </a:lnTo>
                  <a:lnTo>
                    <a:pt x="0" y="820413"/>
                  </a:lnTo>
                  <a:lnTo>
                    <a:pt x="0" y="0"/>
                  </a:lnTo>
                  <a:close/>
                </a:path>
              </a:pathLst>
            </a:custGeom>
            <a:ln w="4653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/>
            <p:cNvSpPr/>
            <p:nvPr/>
          </p:nvSpPr>
          <p:spPr>
            <a:xfrm>
              <a:off x="15012759" y="2241782"/>
              <a:ext cx="439420" cy="1260475"/>
            </a:xfrm>
            <a:custGeom>
              <a:avLst/>
              <a:gdLst/>
              <a:ahLst/>
              <a:cxnLst/>
              <a:rect l="l" t="t" r="r" b="b"/>
              <a:pathLst>
                <a:path w="439419" h="1260475">
                  <a:moveTo>
                    <a:pt x="439318" y="1256512"/>
                  </a:moveTo>
                  <a:lnTo>
                    <a:pt x="42659" y="1256512"/>
                  </a:lnTo>
                  <a:lnTo>
                    <a:pt x="0" y="1256512"/>
                  </a:lnTo>
                  <a:lnTo>
                    <a:pt x="0" y="1260386"/>
                  </a:lnTo>
                  <a:lnTo>
                    <a:pt x="42659" y="1260386"/>
                  </a:lnTo>
                  <a:lnTo>
                    <a:pt x="439318" y="1260386"/>
                  </a:lnTo>
                  <a:lnTo>
                    <a:pt x="439318" y="1256512"/>
                  </a:lnTo>
                  <a:close/>
                </a:path>
                <a:path w="439419" h="1260475">
                  <a:moveTo>
                    <a:pt x="439318" y="0"/>
                  </a:moveTo>
                  <a:lnTo>
                    <a:pt x="42659" y="0"/>
                  </a:lnTo>
                  <a:lnTo>
                    <a:pt x="0" y="0"/>
                  </a:lnTo>
                  <a:lnTo>
                    <a:pt x="0" y="3886"/>
                  </a:lnTo>
                  <a:lnTo>
                    <a:pt x="42659" y="3886"/>
                  </a:lnTo>
                  <a:lnTo>
                    <a:pt x="439318" y="3886"/>
                  </a:lnTo>
                  <a:lnTo>
                    <a:pt x="439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15049609" y="3453531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15049609" y="3453531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/>
            <p:cNvSpPr/>
            <p:nvPr/>
          </p:nvSpPr>
          <p:spPr>
            <a:xfrm>
              <a:off x="15049609" y="225551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15049609" y="225551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5083426" y="2569283"/>
              <a:ext cx="112395" cy="605790"/>
            </a:xfrm>
            <a:custGeom>
              <a:avLst/>
              <a:gdLst/>
              <a:ahLst/>
              <a:cxnLst/>
              <a:rect l="l" t="t" r="r" b="b"/>
              <a:pathLst>
                <a:path w="112394" h="605789">
                  <a:moveTo>
                    <a:pt x="0" y="60537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605372"/>
                  </a:lnTo>
                  <a:lnTo>
                    <a:pt x="0" y="60537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2" name="object 362"/>
          <p:cNvSpPr txBox="1"/>
          <p:nvPr/>
        </p:nvSpPr>
        <p:spPr>
          <a:xfrm>
            <a:off x="15070188" y="2604825"/>
            <a:ext cx="139065" cy="53213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4'-6"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DEEP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63" name="object 363"/>
          <p:cNvGrpSpPr/>
          <p:nvPr/>
        </p:nvGrpSpPr>
        <p:grpSpPr>
          <a:xfrm>
            <a:off x="15721296" y="2242624"/>
            <a:ext cx="521970" cy="824865"/>
            <a:chOff x="15721296" y="2242624"/>
            <a:chExt cx="521970" cy="824865"/>
          </a:xfrm>
        </p:grpSpPr>
        <p:sp>
          <p:nvSpPr>
            <p:cNvPr id="364" name="object 364"/>
            <p:cNvSpPr/>
            <p:nvPr/>
          </p:nvSpPr>
          <p:spPr>
            <a:xfrm>
              <a:off x="15721291" y="2242633"/>
              <a:ext cx="420370" cy="824865"/>
            </a:xfrm>
            <a:custGeom>
              <a:avLst/>
              <a:gdLst/>
              <a:ahLst/>
              <a:cxnLst/>
              <a:rect l="l" t="t" r="r" b="b"/>
              <a:pathLst>
                <a:path w="420369" h="824864">
                  <a:moveTo>
                    <a:pt x="379514" y="48641"/>
                  </a:moveTo>
                  <a:lnTo>
                    <a:pt x="375627" y="48641"/>
                  </a:lnTo>
                  <a:lnTo>
                    <a:pt x="375627" y="775652"/>
                  </a:lnTo>
                  <a:lnTo>
                    <a:pt x="379514" y="775652"/>
                  </a:lnTo>
                  <a:lnTo>
                    <a:pt x="379514" y="48641"/>
                  </a:lnTo>
                  <a:close/>
                </a:path>
                <a:path w="420369" h="824864">
                  <a:moveTo>
                    <a:pt x="420230" y="820420"/>
                  </a:moveTo>
                  <a:lnTo>
                    <a:pt x="377571" y="820420"/>
                  </a:lnTo>
                  <a:lnTo>
                    <a:pt x="0" y="820420"/>
                  </a:lnTo>
                  <a:lnTo>
                    <a:pt x="0" y="824293"/>
                  </a:lnTo>
                  <a:lnTo>
                    <a:pt x="377571" y="824293"/>
                  </a:lnTo>
                  <a:lnTo>
                    <a:pt x="420230" y="824293"/>
                  </a:lnTo>
                  <a:lnTo>
                    <a:pt x="420230" y="820420"/>
                  </a:lnTo>
                  <a:close/>
                </a:path>
                <a:path w="420369" h="824864">
                  <a:moveTo>
                    <a:pt x="420230" y="0"/>
                  </a:moveTo>
                  <a:lnTo>
                    <a:pt x="377571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377571" y="3873"/>
                  </a:lnTo>
                  <a:lnTo>
                    <a:pt x="420230" y="3873"/>
                  </a:lnTo>
                  <a:lnTo>
                    <a:pt x="4202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6093051" y="2256360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/>
            <p:cNvSpPr/>
            <p:nvPr/>
          </p:nvSpPr>
          <p:spPr>
            <a:xfrm>
              <a:off x="16093051" y="2256360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/>
            <p:cNvSpPr/>
            <p:nvPr/>
          </p:nvSpPr>
          <p:spPr>
            <a:xfrm>
              <a:off x="16093051" y="3018284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/>
            <p:cNvSpPr/>
            <p:nvPr/>
          </p:nvSpPr>
          <p:spPr>
            <a:xfrm>
              <a:off x="16093051" y="3018284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/>
            <p:cNvSpPr/>
            <p:nvPr/>
          </p:nvSpPr>
          <p:spPr>
            <a:xfrm>
              <a:off x="16126868" y="2352086"/>
              <a:ext cx="112395" cy="605790"/>
            </a:xfrm>
            <a:custGeom>
              <a:avLst/>
              <a:gdLst/>
              <a:ahLst/>
              <a:cxnLst/>
              <a:rect l="l" t="t" r="r" b="b"/>
              <a:pathLst>
                <a:path w="112394" h="605789">
                  <a:moveTo>
                    <a:pt x="0" y="605372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605372"/>
                  </a:lnTo>
                  <a:lnTo>
                    <a:pt x="0" y="60537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0" name="object 370"/>
          <p:cNvSpPr txBox="1"/>
          <p:nvPr/>
        </p:nvSpPr>
        <p:spPr>
          <a:xfrm>
            <a:off x="16113686" y="2387652"/>
            <a:ext cx="139065" cy="53213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3'-0"</a:t>
            </a:r>
            <a:r>
              <a:rPr dirty="0" sz="700" spc="7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DEEP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71" name="object 371"/>
          <p:cNvSpPr/>
          <p:nvPr/>
        </p:nvSpPr>
        <p:spPr>
          <a:xfrm>
            <a:off x="15799711" y="3642425"/>
            <a:ext cx="898525" cy="132080"/>
          </a:xfrm>
          <a:custGeom>
            <a:avLst/>
            <a:gdLst/>
            <a:ahLst/>
            <a:cxnLst/>
            <a:rect l="l" t="t" r="r" b="b"/>
            <a:pathLst>
              <a:path w="898525" h="132079">
                <a:moveTo>
                  <a:pt x="898169" y="131467"/>
                </a:moveTo>
                <a:lnTo>
                  <a:pt x="0" y="131467"/>
                </a:lnTo>
                <a:lnTo>
                  <a:pt x="0" y="0"/>
                </a:lnTo>
                <a:lnTo>
                  <a:pt x="898169" y="0"/>
                </a:lnTo>
                <a:lnTo>
                  <a:pt x="898169" y="1314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2" name="object 372"/>
          <p:cNvSpPr txBox="1"/>
          <p:nvPr/>
        </p:nvSpPr>
        <p:spPr>
          <a:xfrm>
            <a:off x="15799711" y="3642425"/>
            <a:ext cx="898525" cy="13208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14"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DIAMETER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73" name="object 373"/>
          <p:cNvGrpSpPr/>
          <p:nvPr/>
        </p:nvGrpSpPr>
        <p:grpSpPr>
          <a:xfrm>
            <a:off x="15605652" y="2712423"/>
            <a:ext cx="2071370" cy="1000125"/>
            <a:chOff x="15605652" y="2712423"/>
            <a:chExt cx="2071370" cy="1000125"/>
          </a:xfrm>
        </p:grpSpPr>
        <p:pic>
          <p:nvPicPr>
            <p:cNvPr id="374" name="object 37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605652" y="3518822"/>
              <a:ext cx="194060" cy="193214"/>
            </a:xfrm>
            <a:prstGeom prst="rect">
              <a:avLst/>
            </a:prstGeom>
          </p:spPr>
        </p:pic>
        <p:sp>
          <p:nvSpPr>
            <p:cNvPr id="375" name="object 375"/>
            <p:cNvSpPr/>
            <p:nvPr/>
          </p:nvSpPr>
          <p:spPr>
            <a:xfrm>
              <a:off x="17347774" y="2716550"/>
              <a:ext cx="325120" cy="325120"/>
            </a:xfrm>
            <a:custGeom>
              <a:avLst/>
              <a:gdLst/>
              <a:ahLst/>
              <a:cxnLst/>
              <a:rect l="l" t="t" r="r" b="b"/>
              <a:pathLst>
                <a:path w="325119" h="325119">
                  <a:moveTo>
                    <a:pt x="0" y="162391"/>
                  </a:moveTo>
                  <a:lnTo>
                    <a:pt x="5809" y="119251"/>
                  </a:lnTo>
                  <a:lnTo>
                    <a:pt x="22199" y="80468"/>
                  </a:lnTo>
                  <a:lnTo>
                    <a:pt x="47613" y="47595"/>
                  </a:lnTo>
                  <a:lnTo>
                    <a:pt x="80492" y="22190"/>
                  </a:lnTo>
                  <a:lnTo>
                    <a:pt x="119278" y="5806"/>
                  </a:lnTo>
                  <a:lnTo>
                    <a:pt x="162415" y="0"/>
                  </a:lnTo>
                  <a:lnTo>
                    <a:pt x="205551" y="5806"/>
                  </a:lnTo>
                  <a:lnTo>
                    <a:pt x="244337" y="22190"/>
                  </a:lnTo>
                  <a:lnTo>
                    <a:pt x="277216" y="47595"/>
                  </a:lnTo>
                  <a:lnTo>
                    <a:pt x="302630" y="80468"/>
                  </a:lnTo>
                  <a:lnTo>
                    <a:pt x="319020" y="119251"/>
                  </a:lnTo>
                  <a:lnTo>
                    <a:pt x="324830" y="162391"/>
                  </a:lnTo>
                  <a:lnTo>
                    <a:pt x="319020" y="205535"/>
                  </a:lnTo>
                  <a:lnTo>
                    <a:pt x="302630" y="244320"/>
                  </a:lnTo>
                  <a:lnTo>
                    <a:pt x="277216" y="277194"/>
                  </a:lnTo>
                  <a:lnTo>
                    <a:pt x="244337" y="302600"/>
                  </a:lnTo>
                  <a:lnTo>
                    <a:pt x="205551" y="318984"/>
                  </a:lnTo>
                  <a:lnTo>
                    <a:pt x="162415" y="324791"/>
                  </a:lnTo>
                  <a:lnTo>
                    <a:pt x="119278" y="318984"/>
                  </a:lnTo>
                  <a:lnTo>
                    <a:pt x="80492" y="302600"/>
                  </a:lnTo>
                  <a:lnTo>
                    <a:pt x="47613" y="277194"/>
                  </a:lnTo>
                  <a:lnTo>
                    <a:pt x="22199" y="244320"/>
                  </a:lnTo>
                  <a:lnTo>
                    <a:pt x="5809" y="205535"/>
                  </a:lnTo>
                  <a:lnTo>
                    <a:pt x="0" y="162391"/>
                  </a:lnTo>
                  <a:close/>
                </a:path>
                <a:path w="325119" h="325119">
                  <a:moveTo>
                    <a:pt x="95866" y="92136"/>
                  </a:moveTo>
                  <a:lnTo>
                    <a:pt x="228963" y="92136"/>
                  </a:lnTo>
                  <a:lnTo>
                    <a:pt x="228963" y="232655"/>
                  </a:lnTo>
                  <a:lnTo>
                    <a:pt x="95866" y="232655"/>
                  </a:lnTo>
                  <a:lnTo>
                    <a:pt x="95866" y="9213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6" name="object 376"/>
          <p:cNvSpPr txBox="1"/>
          <p:nvPr/>
        </p:nvSpPr>
        <p:spPr>
          <a:xfrm>
            <a:off x="17518488" y="2455344"/>
            <a:ext cx="791210" cy="13208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latin typeface="Verdana"/>
                <a:cs typeface="Verdana"/>
              </a:rPr>
              <a:t>WOOD </a:t>
            </a:r>
            <a:r>
              <a:rPr dirty="0" sz="850" spc="-20">
                <a:latin typeface="Verdana"/>
                <a:cs typeface="Verdana"/>
              </a:rPr>
              <a:t>POST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77" name="object 377"/>
          <p:cNvGrpSpPr/>
          <p:nvPr/>
        </p:nvGrpSpPr>
        <p:grpSpPr>
          <a:xfrm>
            <a:off x="17421069" y="2517200"/>
            <a:ext cx="1084580" cy="802005"/>
            <a:chOff x="17421069" y="2517200"/>
            <a:chExt cx="1084580" cy="802005"/>
          </a:xfrm>
        </p:grpSpPr>
        <p:pic>
          <p:nvPicPr>
            <p:cNvPr id="378" name="object 37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7421069" y="2517200"/>
              <a:ext cx="97418" cy="295201"/>
            </a:xfrm>
            <a:prstGeom prst="rect">
              <a:avLst/>
            </a:prstGeom>
          </p:spPr>
        </p:pic>
        <p:sp>
          <p:nvSpPr>
            <p:cNvPr id="379" name="object 379"/>
            <p:cNvSpPr/>
            <p:nvPr/>
          </p:nvSpPr>
          <p:spPr>
            <a:xfrm>
              <a:off x="17602798" y="3183536"/>
              <a:ext cx="898525" cy="132080"/>
            </a:xfrm>
            <a:custGeom>
              <a:avLst/>
              <a:gdLst/>
              <a:ahLst/>
              <a:cxnLst/>
              <a:rect l="l" t="t" r="r" b="b"/>
              <a:pathLst>
                <a:path w="898525" h="132079">
                  <a:moveTo>
                    <a:pt x="0" y="0"/>
                  </a:moveTo>
                  <a:lnTo>
                    <a:pt x="898169" y="0"/>
                  </a:lnTo>
                  <a:lnTo>
                    <a:pt x="898169" y="131467"/>
                  </a:lnTo>
                  <a:lnTo>
                    <a:pt x="0" y="13146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0" name="object 380"/>
          <p:cNvSpPr txBox="1"/>
          <p:nvPr/>
        </p:nvSpPr>
        <p:spPr>
          <a:xfrm>
            <a:off x="17606677" y="3170837"/>
            <a:ext cx="89471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14"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 spc="-10">
                <a:latin typeface="Verdana"/>
                <a:cs typeface="Verdana"/>
              </a:rPr>
              <a:t>DIAMETER</a:t>
            </a:r>
            <a:endParaRPr sz="850">
              <a:latin typeface="Verdana"/>
              <a:cs typeface="Verdana"/>
            </a:endParaRPr>
          </a:p>
        </p:txBody>
      </p:sp>
      <p:pic>
        <p:nvPicPr>
          <p:cNvPr id="381" name="object 38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7490876" y="3061050"/>
            <a:ext cx="111922" cy="192098"/>
          </a:xfrm>
          <a:prstGeom prst="rect">
            <a:avLst/>
          </a:prstGeom>
        </p:spPr>
      </p:pic>
      <p:sp>
        <p:nvSpPr>
          <p:cNvPr id="382" name="object 382"/>
          <p:cNvSpPr txBox="1"/>
          <p:nvPr/>
        </p:nvSpPr>
        <p:spPr>
          <a:xfrm>
            <a:off x="15325518" y="4085108"/>
            <a:ext cx="84645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PIER</a:t>
            </a:r>
            <a:r>
              <a:rPr dirty="0" sz="950" spc="5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ELEVATION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3" name="object 383"/>
          <p:cNvSpPr txBox="1"/>
          <p:nvPr/>
        </p:nvSpPr>
        <p:spPr>
          <a:xfrm>
            <a:off x="15016588" y="4123788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4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4" name="object 384"/>
          <p:cNvSpPr txBox="1"/>
          <p:nvPr/>
        </p:nvSpPr>
        <p:spPr>
          <a:xfrm>
            <a:off x="14940965" y="4275034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85" name="object 385"/>
          <p:cNvGrpSpPr/>
          <p:nvPr/>
        </p:nvGrpSpPr>
        <p:grpSpPr>
          <a:xfrm>
            <a:off x="14833649" y="4069370"/>
            <a:ext cx="1489710" cy="449580"/>
            <a:chOff x="14833649" y="4069370"/>
            <a:chExt cx="1489710" cy="449580"/>
          </a:xfrm>
        </p:grpSpPr>
        <p:sp>
          <p:nvSpPr>
            <p:cNvPr id="386" name="object 386"/>
            <p:cNvSpPr/>
            <p:nvPr/>
          </p:nvSpPr>
          <p:spPr>
            <a:xfrm>
              <a:off x="14841587" y="4293931"/>
              <a:ext cx="1477645" cy="0"/>
            </a:xfrm>
            <a:custGeom>
              <a:avLst/>
              <a:gdLst/>
              <a:ahLst/>
              <a:cxnLst/>
              <a:rect l="l" t="t" r="r" b="b"/>
              <a:pathLst>
                <a:path w="1477644" h="0">
                  <a:moveTo>
                    <a:pt x="0" y="0"/>
                  </a:moveTo>
                  <a:lnTo>
                    <a:pt x="147724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4841587" y="4077308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5" h="433704">
                  <a:moveTo>
                    <a:pt x="0" y="216623"/>
                  </a:moveTo>
                  <a:lnTo>
                    <a:pt x="5719" y="166955"/>
                  </a:lnTo>
                  <a:lnTo>
                    <a:pt x="22012" y="121360"/>
                  </a:lnTo>
                  <a:lnTo>
                    <a:pt x="47579" y="81138"/>
                  </a:lnTo>
                  <a:lnTo>
                    <a:pt x="81124" y="47591"/>
                  </a:lnTo>
                  <a:lnTo>
                    <a:pt x="121346" y="22018"/>
                  </a:lnTo>
                  <a:lnTo>
                    <a:pt x="166948" y="5721"/>
                  </a:lnTo>
                  <a:lnTo>
                    <a:pt x="216630" y="0"/>
                  </a:lnTo>
                  <a:lnTo>
                    <a:pt x="266289" y="5721"/>
                  </a:lnTo>
                  <a:lnTo>
                    <a:pt x="311881" y="22018"/>
                  </a:lnTo>
                  <a:lnTo>
                    <a:pt x="352105" y="47591"/>
                  </a:lnTo>
                  <a:lnTo>
                    <a:pt x="385657" y="81138"/>
                  </a:lnTo>
                  <a:lnTo>
                    <a:pt x="411236" y="121360"/>
                  </a:lnTo>
                  <a:lnTo>
                    <a:pt x="427538" y="166955"/>
                  </a:lnTo>
                  <a:lnTo>
                    <a:pt x="433261" y="216623"/>
                  </a:lnTo>
                  <a:lnTo>
                    <a:pt x="427538" y="266293"/>
                  </a:lnTo>
                  <a:lnTo>
                    <a:pt x="411236" y="311889"/>
                  </a:lnTo>
                  <a:lnTo>
                    <a:pt x="385657" y="352110"/>
                  </a:lnTo>
                  <a:lnTo>
                    <a:pt x="352105" y="385657"/>
                  </a:lnTo>
                  <a:lnTo>
                    <a:pt x="311881" y="411228"/>
                  </a:lnTo>
                  <a:lnTo>
                    <a:pt x="266289" y="427525"/>
                  </a:lnTo>
                  <a:lnTo>
                    <a:pt x="216630" y="433246"/>
                  </a:lnTo>
                  <a:lnTo>
                    <a:pt x="166948" y="427525"/>
                  </a:lnTo>
                  <a:lnTo>
                    <a:pt x="121346" y="411228"/>
                  </a:lnTo>
                  <a:lnTo>
                    <a:pt x="81124" y="385657"/>
                  </a:lnTo>
                  <a:lnTo>
                    <a:pt x="47579" y="352110"/>
                  </a:lnTo>
                  <a:lnTo>
                    <a:pt x="22012" y="311889"/>
                  </a:lnTo>
                  <a:lnTo>
                    <a:pt x="5719" y="266293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8" name="object 388"/>
          <p:cNvSpPr txBox="1"/>
          <p:nvPr/>
        </p:nvSpPr>
        <p:spPr>
          <a:xfrm>
            <a:off x="15292088" y="4358072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2'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89" name="object 389"/>
          <p:cNvSpPr txBox="1"/>
          <p:nvPr/>
        </p:nvSpPr>
        <p:spPr>
          <a:xfrm>
            <a:off x="17564115" y="4100566"/>
            <a:ext cx="84581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PIER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PLAN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0" name="object 390"/>
          <p:cNvSpPr txBox="1"/>
          <p:nvPr/>
        </p:nvSpPr>
        <p:spPr>
          <a:xfrm>
            <a:off x="17255185" y="4139246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5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1" name="object 391"/>
          <p:cNvSpPr txBox="1"/>
          <p:nvPr/>
        </p:nvSpPr>
        <p:spPr>
          <a:xfrm>
            <a:off x="17179563" y="4290492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92" name="object 392"/>
          <p:cNvGrpSpPr/>
          <p:nvPr/>
        </p:nvGrpSpPr>
        <p:grpSpPr>
          <a:xfrm>
            <a:off x="17072247" y="4084836"/>
            <a:ext cx="1489710" cy="449580"/>
            <a:chOff x="17072247" y="4084836"/>
            <a:chExt cx="1489710" cy="449580"/>
          </a:xfrm>
        </p:grpSpPr>
        <p:sp>
          <p:nvSpPr>
            <p:cNvPr id="393" name="object 393"/>
            <p:cNvSpPr/>
            <p:nvPr/>
          </p:nvSpPr>
          <p:spPr>
            <a:xfrm>
              <a:off x="17080185" y="4309397"/>
              <a:ext cx="1477645" cy="0"/>
            </a:xfrm>
            <a:custGeom>
              <a:avLst/>
              <a:gdLst/>
              <a:ahLst/>
              <a:cxnLst/>
              <a:rect l="l" t="t" r="r" b="b"/>
              <a:pathLst>
                <a:path w="1477644" h="0">
                  <a:moveTo>
                    <a:pt x="0" y="0"/>
                  </a:moveTo>
                  <a:lnTo>
                    <a:pt x="147724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7080185" y="4092774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5" h="433704">
                  <a:moveTo>
                    <a:pt x="0" y="216615"/>
                  </a:moveTo>
                  <a:lnTo>
                    <a:pt x="5719" y="166948"/>
                  </a:lnTo>
                  <a:lnTo>
                    <a:pt x="22012" y="121354"/>
                  </a:lnTo>
                  <a:lnTo>
                    <a:pt x="47579" y="81134"/>
                  </a:lnTo>
                  <a:lnTo>
                    <a:pt x="81124" y="47588"/>
                  </a:lnTo>
                  <a:lnTo>
                    <a:pt x="121346" y="22017"/>
                  </a:lnTo>
                  <a:lnTo>
                    <a:pt x="166948" y="5721"/>
                  </a:lnTo>
                  <a:lnTo>
                    <a:pt x="216630" y="0"/>
                  </a:lnTo>
                  <a:lnTo>
                    <a:pt x="266289" y="5721"/>
                  </a:lnTo>
                  <a:lnTo>
                    <a:pt x="311881" y="22017"/>
                  </a:lnTo>
                  <a:lnTo>
                    <a:pt x="352105" y="47588"/>
                  </a:lnTo>
                  <a:lnTo>
                    <a:pt x="385657" y="81134"/>
                  </a:lnTo>
                  <a:lnTo>
                    <a:pt x="411236" y="121354"/>
                  </a:lnTo>
                  <a:lnTo>
                    <a:pt x="427538" y="166948"/>
                  </a:lnTo>
                  <a:lnTo>
                    <a:pt x="433261" y="216615"/>
                  </a:lnTo>
                  <a:lnTo>
                    <a:pt x="427538" y="266285"/>
                  </a:lnTo>
                  <a:lnTo>
                    <a:pt x="411236" y="311881"/>
                  </a:lnTo>
                  <a:lnTo>
                    <a:pt x="385657" y="352103"/>
                  </a:lnTo>
                  <a:lnTo>
                    <a:pt x="352105" y="385649"/>
                  </a:lnTo>
                  <a:lnTo>
                    <a:pt x="311881" y="411221"/>
                  </a:lnTo>
                  <a:lnTo>
                    <a:pt x="266289" y="427517"/>
                  </a:lnTo>
                  <a:lnTo>
                    <a:pt x="216630" y="433238"/>
                  </a:lnTo>
                  <a:lnTo>
                    <a:pt x="166948" y="427517"/>
                  </a:lnTo>
                  <a:lnTo>
                    <a:pt x="121346" y="411221"/>
                  </a:lnTo>
                  <a:lnTo>
                    <a:pt x="81124" y="385649"/>
                  </a:lnTo>
                  <a:lnTo>
                    <a:pt x="47579" y="352103"/>
                  </a:lnTo>
                  <a:lnTo>
                    <a:pt x="22012" y="311881"/>
                  </a:lnTo>
                  <a:lnTo>
                    <a:pt x="5719" y="266285"/>
                  </a:lnTo>
                  <a:lnTo>
                    <a:pt x="0" y="216615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5" name="object 395"/>
          <p:cNvSpPr txBox="1"/>
          <p:nvPr/>
        </p:nvSpPr>
        <p:spPr>
          <a:xfrm>
            <a:off x="17530609" y="4373530"/>
            <a:ext cx="73152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2'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96" name="object 396"/>
          <p:cNvSpPr txBox="1"/>
          <p:nvPr/>
        </p:nvSpPr>
        <p:spPr>
          <a:xfrm>
            <a:off x="12598724" y="4933625"/>
            <a:ext cx="1303655" cy="26352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5240" marR="71755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14"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DIAMETER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x</a:t>
            </a:r>
            <a:r>
              <a:rPr dirty="0" sz="850" spc="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4'-</a:t>
            </a:r>
            <a:r>
              <a:rPr dirty="0" sz="850" spc="-25">
                <a:latin typeface="Verdana"/>
                <a:cs typeface="Verdana"/>
              </a:rPr>
              <a:t>6" </a:t>
            </a:r>
            <a:r>
              <a:rPr dirty="0" sz="850">
                <a:latin typeface="Verdana"/>
                <a:cs typeface="Verdana"/>
              </a:rPr>
              <a:t>LONG PIER, </a:t>
            </a:r>
            <a:r>
              <a:rPr dirty="0" sz="850" spc="-20">
                <a:latin typeface="Verdana"/>
                <a:cs typeface="Verdana"/>
              </a:rPr>
              <a:t>TYP.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97" name="object 397"/>
          <p:cNvGrpSpPr/>
          <p:nvPr/>
        </p:nvGrpSpPr>
        <p:grpSpPr>
          <a:xfrm>
            <a:off x="12068802" y="3718047"/>
            <a:ext cx="1654175" cy="1285875"/>
            <a:chOff x="12068802" y="3718047"/>
            <a:chExt cx="1654175" cy="1285875"/>
          </a:xfrm>
        </p:grpSpPr>
        <p:sp>
          <p:nvSpPr>
            <p:cNvPr id="398" name="object 398"/>
            <p:cNvSpPr/>
            <p:nvPr/>
          </p:nvSpPr>
          <p:spPr>
            <a:xfrm>
              <a:off x="12094104" y="4673225"/>
              <a:ext cx="501015" cy="326390"/>
            </a:xfrm>
            <a:custGeom>
              <a:avLst/>
              <a:gdLst/>
              <a:ahLst/>
              <a:cxnLst/>
              <a:rect l="l" t="t" r="r" b="b"/>
              <a:pathLst>
                <a:path w="501015" h="326389">
                  <a:moveTo>
                    <a:pt x="0" y="0"/>
                  </a:moveTo>
                  <a:lnTo>
                    <a:pt x="76165" y="326133"/>
                  </a:lnTo>
                  <a:lnTo>
                    <a:pt x="500740" y="326133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2072930" y="4582679"/>
              <a:ext cx="36830" cy="94615"/>
            </a:xfrm>
            <a:custGeom>
              <a:avLst/>
              <a:gdLst/>
              <a:ahLst/>
              <a:cxnLst/>
              <a:rect l="l" t="t" r="r" b="b"/>
              <a:pathLst>
                <a:path w="36829" h="94614">
                  <a:moveTo>
                    <a:pt x="6049" y="94160"/>
                  </a:moveTo>
                  <a:lnTo>
                    <a:pt x="0" y="0"/>
                  </a:lnTo>
                  <a:lnTo>
                    <a:pt x="36299" y="87110"/>
                  </a:lnTo>
                  <a:lnTo>
                    <a:pt x="6049" y="94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/>
            <p:cNvSpPr/>
            <p:nvPr/>
          </p:nvSpPr>
          <p:spPr>
            <a:xfrm>
              <a:off x="12072930" y="4582679"/>
              <a:ext cx="36830" cy="94615"/>
            </a:xfrm>
            <a:custGeom>
              <a:avLst/>
              <a:gdLst/>
              <a:ahLst/>
              <a:cxnLst/>
              <a:rect l="l" t="t" r="r" b="b"/>
              <a:pathLst>
                <a:path w="36829" h="94614">
                  <a:moveTo>
                    <a:pt x="0" y="0"/>
                  </a:moveTo>
                  <a:lnTo>
                    <a:pt x="36299" y="87110"/>
                  </a:lnTo>
                  <a:lnTo>
                    <a:pt x="6049" y="94160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/>
            <p:cNvSpPr/>
            <p:nvPr/>
          </p:nvSpPr>
          <p:spPr>
            <a:xfrm>
              <a:off x="12283744" y="3722174"/>
              <a:ext cx="1435100" cy="263525"/>
            </a:xfrm>
            <a:custGeom>
              <a:avLst/>
              <a:gdLst/>
              <a:ahLst/>
              <a:cxnLst/>
              <a:rect l="l" t="t" r="r" b="b"/>
              <a:pathLst>
                <a:path w="1435100" h="263525">
                  <a:moveTo>
                    <a:pt x="1434899" y="262935"/>
                  </a:moveTo>
                  <a:lnTo>
                    <a:pt x="0" y="262935"/>
                  </a:lnTo>
                  <a:lnTo>
                    <a:pt x="0" y="0"/>
                  </a:lnTo>
                  <a:lnTo>
                    <a:pt x="1434899" y="0"/>
                  </a:lnTo>
                  <a:lnTo>
                    <a:pt x="1434899" y="2629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/>
            <p:cNvSpPr/>
            <p:nvPr/>
          </p:nvSpPr>
          <p:spPr>
            <a:xfrm>
              <a:off x="12283744" y="3722174"/>
              <a:ext cx="1435100" cy="263525"/>
            </a:xfrm>
            <a:custGeom>
              <a:avLst/>
              <a:gdLst/>
              <a:ahLst/>
              <a:cxnLst/>
              <a:rect l="l" t="t" r="r" b="b"/>
              <a:pathLst>
                <a:path w="1435100" h="263525">
                  <a:moveTo>
                    <a:pt x="0" y="0"/>
                  </a:moveTo>
                  <a:lnTo>
                    <a:pt x="1434899" y="0"/>
                  </a:lnTo>
                  <a:lnTo>
                    <a:pt x="1434899" y="262935"/>
                  </a:lnTo>
                  <a:lnTo>
                    <a:pt x="0" y="262935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3" name="object 403"/>
          <p:cNvSpPr txBox="1"/>
          <p:nvPr/>
        </p:nvSpPr>
        <p:spPr>
          <a:xfrm>
            <a:off x="12286557" y="3709474"/>
            <a:ext cx="1364615" cy="2876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0"/>
              </a:spcBef>
            </a:pPr>
            <a:r>
              <a:rPr dirty="0" sz="850">
                <a:latin typeface="Verdana"/>
                <a:cs typeface="Verdana"/>
              </a:rPr>
              <a:t>WOOD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POSTS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IN </a:t>
            </a:r>
            <a:r>
              <a:rPr dirty="0" sz="850" spc="-10">
                <a:latin typeface="Verdana"/>
                <a:cs typeface="Verdana"/>
              </a:rPr>
              <a:t>PIERS, </a:t>
            </a:r>
            <a:r>
              <a:rPr dirty="0" sz="850">
                <a:latin typeface="Verdana"/>
                <a:cs typeface="Verdana"/>
              </a:rPr>
              <a:t>RESTRAINED</a:t>
            </a:r>
            <a:r>
              <a:rPr dirty="0" sz="850" spc="-10">
                <a:latin typeface="Verdana"/>
                <a:cs typeface="Verdana"/>
              </a:rPr>
              <a:t> </a:t>
            </a:r>
            <a:r>
              <a:rPr dirty="0" sz="850">
                <a:latin typeface="Verdana"/>
                <a:cs typeface="Verdana"/>
              </a:rPr>
              <a:t>BY</a:t>
            </a:r>
            <a:r>
              <a:rPr dirty="0" sz="850" spc="-5">
                <a:latin typeface="Verdana"/>
                <a:cs typeface="Verdana"/>
              </a:rPr>
              <a:t> </a:t>
            </a:r>
            <a:r>
              <a:rPr dirty="0" sz="850" spc="-25">
                <a:latin typeface="Verdana"/>
                <a:cs typeface="Verdana"/>
              </a:rPr>
              <a:t>PAD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04" name="object 404"/>
          <p:cNvGrpSpPr/>
          <p:nvPr/>
        </p:nvGrpSpPr>
        <p:grpSpPr>
          <a:xfrm>
            <a:off x="851151" y="291439"/>
            <a:ext cx="11433175" cy="3879215"/>
            <a:chOff x="851151" y="291439"/>
            <a:chExt cx="11433175" cy="3879215"/>
          </a:xfrm>
        </p:grpSpPr>
        <p:sp>
          <p:nvSpPr>
            <p:cNvPr id="405" name="object 405"/>
            <p:cNvSpPr/>
            <p:nvPr/>
          </p:nvSpPr>
          <p:spPr>
            <a:xfrm>
              <a:off x="11943556" y="3787908"/>
              <a:ext cx="336550" cy="311150"/>
            </a:xfrm>
            <a:custGeom>
              <a:avLst/>
              <a:gdLst/>
              <a:ahLst/>
              <a:cxnLst/>
              <a:rect l="l" t="t" r="r" b="b"/>
              <a:pathLst>
                <a:path w="336550" h="311150">
                  <a:moveTo>
                    <a:pt x="0" y="311024"/>
                  </a:moveTo>
                  <a:lnTo>
                    <a:pt x="295356" y="0"/>
                  </a:lnTo>
                  <a:lnTo>
                    <a:pt x="336309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6" name="object 40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875689" y="4084273"/>
              <a:ext cx="83069" cy="85931"/>
            </a:xfrm>
            <a:prstGeom prst="rect">
              <a:avLst/>
            </a:prstGeom>
          </p:spPr>
        </p:pic>
        <p:pic>
          <p:nvPicPr>
            <p:cNvPr id="407" name="object 40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55029" y="497308"/>
              <a:ext cx="11415219" cy="818416"/>
            </a:xfrm>
            <a:prstGeom prst="rect">
              <a:avLst/>
            </a:prstGeom>
          </p:spPr>
        </p:pic>
        <p:pic>
          <p:nvPicPr>
            <p:cNvPr id="408" name="object 40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51151" y="291439"/>
              <a:ext cx="175848" cy="153337"/>
            </a:xfrm>
            <a:prstGeom prst="rect">
              <a:avLst/>
            </a:prstGeom>
          </p:spPr>
        </p:pic>
      </p:grpSp>
      <p:sp>
        <p:nvSpPr>
          <p:cNvPr id="409" name="object 409"/>
          <p:cNvSpPr txBox="1"/>
          <p:nvPr/>
        </p:nvSpPr>
        <p:spPr>
          <a:xfrm>
            <a:off x="901788" y="325115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10" name="object 410"/>
          <p:cNvGrpSpPr/>
          <p:nvPr/>
        </p:nvGrpSpPr>
        <p:grpSpPr>
          <a:xfrm>
            <a:off x="14098060" y="1138424"/>
            <a:ext cx="4443095" cy="3636645"/>
            <a:chOff x="14098060" y="1138424"/>
            <a:chExt cx="4443095" cy="3636645"/>
          </a:xfrm>
        </p:grpSpPr>
        <p:pic>
          <p:nvPicPr>
            <p:cNvPr id="411" name="object 41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270342" y="1144079"/>
              <a:ext cx="4270647" cy="3630837"/>
            </a:xfrm>
            <a:prstGeom prst="rect">
              <a:avLst/>
            </a:prstGeom>
          </p:spPr>
        </p:pic>
        <p:sp>
          <p:nvSpPr>
            <p:cNvPr id="412" name="object 412"/>
            <p:cNvSpPr/>
            <p:nvPr/>
          </p:nvSpPr>
          <p:spPr>
            <a:xfrm>
              <a:off x="14102187" y="1142551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77" y="0"/>
                  </a:moveTo>
                  <a:lnTo>
                    <a:pt x="168154" y="145576"/>
                  </a:lnTo>
                  <a:lnTo>
                    <a:pt x="0" y="145576"/>
                  </a:lnTo>
                  <a:lnTo>
                    <a:pt x="84077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3" name="object 413"/>
          <p:cNvSpPr txBox="1"/>
          <p:nvPr/>
        </p:nvSpPr>
        <p:spPr>
          <a:xfrm>
            <a:off x="14148978" y="1172347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14" name="object 414"/>
          <p:cNvGrpSpPr/>
          <p:nvPr/>
        </p:nvGrpSpPr>
        <p:grpSpPr>
          <a:xfrm>
            <a:off x="277538" y="2055394"/>
            <a:ext cx="1284605" cy="769620"/>
            <a:chOff x="277538" y="2055394"/>
            <a:chExt cx="1284605" cy="769620"/>
          </a:xfrm>
        </p:grpSpPr>
        <p:pic>
          <p:nvPicPr>
            <p:cNvPr id="415" name="object 41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77538" y="2233222"/>
              <a:ext cx="1284167" cy="591302"/>
            </a:xfrm>
            <a:prstGeom prst="rect">
              <a:avLst/>
            </a:prstGeom>
          </p:spPr>
        </p:pic>
        <p:sp>
          <p:nvSpPr>
            <p:cNvPr id="416" name="object 416"/>
            <p:cNvSpPr/>
            <p:nvPr/>
          </p:nvSpPr>
          <p:spPr>
            <a:xfrm>
              <a:off x="314528" y="2059522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45" y="0"/>
                  </a:moveTo>
                  <a:lnTo>
                    <a:pt x="168092" y="145584"/>
                  </a:lnTo>
                  <a:lnTo>
                    <a:pt x="0" y="145584"/>
                  </a:lnTo>
                  <a:lnTo>
                    <a:pt x="84045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7" name="object 417"/>
          <p:cNvSpPr txBox="1"/>
          <p:nvPr/>
        </p:nvSpPr>
        <p:spPr>
          <a:xfrm>
            <a:off x="361285" y="2089318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18" name="object 418"/>
          <p:cNvGrpSpPr/>
          <p:nvPr/>
        </p:nvGrpSpPr>
        <p:grpSpPr>
          <a:xfrm>
            <a:off x="11262638" y="9138911"/>
            <a:ext cx="2557145" cy="768985"/>
            <a:chOff x="11262638" y="9138911"/>
            <a:chExt cx="2557145" cy="768985"/>
          </a:xfrm>
        </p:grpSpPr>
        <p:pic>
          <p:nvPicPr>
            <p:cNvPr id="419" name="object 41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262638" y="9310013"/>
              <a:ext cx="2556834" cy="597771"/>
            </a:xfrm>
            <a:prstGeom prst="rect">
              <a:avLst/>
            </a:prstGeom>
          </p:spPr>
        </p:pic>
        <p:pic>
          <p:nvPicPr>
            <p:cNvPr id="420" name="object 42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295757" y="9138911"/>
              <a:ext cx="175833" cy="153340"/>
            </a:xfrm>
            <a:prstGeom prst="rect">
              <a:avLst/>
            </a:prstGeom>
          </p:spPr>
        </p:pic>
      </p:grpSp>
      <p:sp>
        <p:nvSpPr>
          <p:cNvPr id="421" name="object 421"/>
          <p:cNvSpPr txBox="1"/>
          <p:nvPr/>
        </p:nvSpPr>
        <p:spPr>
          <a:xfrm>
            <a:off x="11346349" y="9172593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22" name="object 422"/>
          <p:cNvGrpSpPr/>
          <p:nvPr/>
        </p:nvGrpSpPr>
        <p:grpSpPr>
          <a:xfrm>
            <a:off x="18659332" y="11180871"/>
            <a:ext cx="1109980" cy="781685"/>
            <a:chOff x="18659332" y="11180871"/>
            <a:chExt cx="1109980" cy="781685"/>
          </a:xfrm>
        </p:grpSpPr>
        <p:pic>
          <p:nvPicPr>
            <p:cNvPr id="423" name="object 42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8709143" y="11370993"/>
              <a:ext cx="1059731" cy="591333"/>
            </a:xfrm>
            <a:prstGeom prst="rect">
              <a:avLst/>
            </a:prstGeom>
          </p:spPr>
        </p:pic>
        <p:sp>
          <p:nvSpPr>
            <p:cNvPr id="424" name="object 424"/>
            <p:cNvSpPr/>
            <p:nvPr/>
          </p:nvSpPr>
          <p:spPr>
            <a:xfrm>
              <a:off x="18663459" y="11184999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3999" y="0"/>
                  </a:moveTo>
                  <a:lnTo>
                    <a:pt x="168077" y="145584"/>
                  </a:lnTo>
                  <a:lnTo>
                    <a:pt x="0" y="145584"/>
                  </a:lnTo>
                  <a:lnTo>
                    <a:pt x="83999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5" name="object 425"/>
          <p:cNvSpPr txBox="1"/>
          <p:nvPr/>
        </p:nvSpPr>
        <p:spPr>
          <a:xfrm>
            <a:off x="18710174" y="11214803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26" name="object 426"/>
          <p:cNvGrpSpPr/>
          <p:nvPr/>
        </p:nvGrpSpPr>
        <p:grpSpPr>
          <a:xfrm>
            <a:off x="716691" y="5241297"/>
            <a:ext cx="2537460" cy="711835"/>
            <a:chOff x="716691" y="5241297"/>
            <a:chExt cx="2537460" cy="711835"/>
          </a:xfrm>
        </p:grpSpPr>
        <p:pic>
          <p:nvPicPr>
            <p:cNvPr id="427" name="object 42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91096" y="5361449"/>
              <a:ext cx="2262447" cy="591302"/>
            </a:xfrm>
            <a:prstGeom prst="rect">
              <a:avLst/>
            </a:prstGeom>
          </p:spPr>
        </p:pic>
        <p:sp>
          <p:nvSpPr>
            <p:cNvPr id="428" name="object 428"/>
            <p:cNvSpPr/>
            <p:nvPr/>
          </p:nvSpPr>
          <p:spPr>
            <a:xfrm>
              <a:off x="720818" y="5245424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43" y="0"/>
                  </a:moveTo>
                  <a:lnTo>
                    <a:pt x="168089" y="145576"/>
                  </a:lnTo>
                  <a:lnTo>
                    <a:pt x="0" y="145576"/>
                  </a:lnTo>
                  <a:lnTo>
                    <a:pt x="84043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9" name="object 429"/>
          <p:cNvSpPr txBox="1"/>
          <p:nvPr/>
        </p:nvSpPr>
        <p:spPr>
          <a:xfrm>
            <a:off x="767574" y="5275221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30" name="object 430"/>
          <p:cNvGrpSpPr/>
          <p:nvPr/>
        </p:nvGrpSpPr>
        <p:grpSpPr>
          <a:xfrm>
            <a:off x="9601879" y="5285733"/>
            <a:ext cx="2536825" cy="711200"/>
            <a:chOff x="9601879" y="5285733"/>
            <a:chExt cx="2536825" cy="711200"/>
          </a:xfrm>
        </p:grpSpPr>
        <p:pic>
          <p:nvPicPr>
            <p:cNvPr id="431" name="object 43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876061" y="5405637"/>
              <a:ext cx="2262409" cy="591302"/>
            </a:xfrm>
            <a:prstGeom prst="rect">
              <a:avLst/>
            </a:prstGeom>
          </p:spPr>
        </p:pic>
        <p:pic>
          <p:nvPicPr>
            <p:cNvPr id="432" name="object 43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601879" y="5285733"/>
              <a:ext cx="175833" cy="153332"/>
            </a:xfrm>
            <a:prstGeom prst="rect">
              <a:avLst/>
            </a:prstGeom>
          </p:spPr>
        </p:pic>
      </p:grpSp>
      <p:sp>
        <p:nvSpPr>
          <p:cNvPr id="433" name="object 433"/>
          <p:cNvSpPr txBox="1"/>
          <p:nvPr/>
        </p:nvSpPr>
        <p:spPr>
          <a:xfrm>
            <a:off x="9652548" y="5319408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34" name="object 434"/>
          <p:cNvGrpSpPr/>
          <p:nvPr/>
        </p:nvGrpSpPr>
        <p:grpSpPr>
          <a:xfrm>
            <a:off x="10056083" y="3598284"/>
            <a:ext cx="4097020" cy="1648460"/>
            <a:chOff x="10056083" y="3598284"/>
            <a:chExt cx="4097020" cy="1648460"/>
          </a:xfrm>
        </p:grpSpPr>
        <p:pic>
          <p:nvPicPr>
            <p:cNvPr id="435" name="object 43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056083" y="3598284"/>
              <a:ext cx="3924332" cy="1647977"/>
            </a:xfrm>
            <a:prstGeom prst="rect">
              <a:avLst/>
            </a:prstGeom>
          </p:spPr>
        </p:pic>
        <p:sp>
          <p:nvSpPr>
            <p:cNvPr id="436" name="object 436"/>
            <p:cNvSpPr/>
            <p:nvPr/>
          </p:nvSpPr>
          <p:spPr>
            <a:xfrm>
              <a:off x="13980415" y="5085383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4077" y="0"/>
                  </a:moveTo>
                  <a:lnTo>
                    <a:pt x="168077" y="145576"/>
                  </a:lnTo>
                  <a:lnTo>
                    <a:pt x="0" y="145576"/>
                  </a:lnTo>
                  <a:lnTo>
                    <a:pt x="84077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7" name="object 437"/>
          <p:cNvSpPr txBox="1"/>
          <p:nvPr/>
        </p:nvSpPr>
        <p:spPr>
          <a:xfrm>
            <a:off x="14027205" y="5115179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38" name="object 438"/>
          <p:cNvSpPr/>
          <p:nvPr/>
        </p:nvSpPr>
        <p:spPr>
          <a:xfrm>
            <a:off x="15971977" y="1531494"/>
            <a:ext cx="1049655" cy="279400"/>
          </a:xfrm>
          <a:custGeom>
            <a:avLst/>
            <a:gdLst/>
            <a:ahLst/>
            <a:cxnLst/>
            <a:rect l="l" t="t" r="r" b="b"/>
            <a:pathLst>
              <a:path w="1049655" h="279400">
                <a:moveTo>
                  <a:pt x="0" y="0"/>
                </a:moveTo>
                <a:lnTo>
                  <a:pt x="1049415" y="0"/>
                </a:lnTo>
                <a:lnTo>
                  <a:pt x="1049415" y="279223"/>
                </a:lnTo>
                <a:lnTo>
                  <a:pt x="0" y="2792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9" name="object 439"/>
          <p:cNvSpPr txBox="1"/>
          <p:nvPr/>
        </p:nvSpPr>
        <p:spPr>
          <a:xfrm>
            <a:off x="15974790" y="1518407"/>
            <a:ext cx="97853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Verdana"/>
                <a:cs typeface="Verdana"/>
              </a:rPr>
              <a:t>6X6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PTDF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WOOD</a:t>
            </a:r>
            <a:r>
              <a:rPr dirty="0" sz="600" spc="15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POSTS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40" name="object 440"/>
          <p:cNvSpPr txBox="1"/>
          <p:nvPr/>
        </p:nvSpPr>
        <p:spPr>
          <a:xfrm>
            <a:off x="15974790" y="1611481"/>
            <a:ext cx="852805" cy="212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95"/>
              </a:spcBef>
            </a:pPr>
            <a:r>
              <a:rPr dirty="0" sz="600">
                <a:latin typeface="Verdana"/>
                <a:cs typeface="Verdana"/>
              </a:rPr>
              <a:t>RATED</a:t>
            </a:r>
            <a:r>
              <a:rPr dirty="0" sz="600" spc="1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FOR</a:t>
            </a:r>
            <a:r>
              <a:rPr dirty="0" sz="600" spc="15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GROUND CONTACT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41" name="object 441"/>
          <p:cNvGrpSpPr/>
          <p:nvPr/>
        </p:nvGrpSpPr>
        <p:grpSpPr>
          <a:xfrm>
            <a:off x="14295456" y="1474702"/>
            <a:ext cx="2177415" cy="838200"/>
            <a:chOff x="14295456" y="1474702"/>
            <a:chExt cx="2177415" cy="838200"/>
          </a:xfrm>
        </p:grpSpPr>
        <p:pic>
          <p:nvPicPr>
            <p:cNvPr id="442" name="object 44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5711369" y="1574154"/>
              <a:ext cx="260608" cy="272134"/>
            </a:xfrm>
            <a:prstGeom prst="rect">
              <a:avLst/>
            </a:prstGeom>
          </p:spPr>
        </p:pic>
        <p:sp>
          <p:nvSpPr>
            <p:cNvPr id="443" name="object 443"/>
            <p:cNvSpPr/>
            <p:nvPr/>
          </p:nvSpPr>
          <p:spPr>
            <a:xfrm>
              <a:off x="14299583" y="1478830"/>
              <a:ext cx="2169160" cy="829944"/>
            </a:xfrm>
            <a:custGeom>
              <a:avLst/>
              <a:gdLst/>
              <a:ahLst/>
              <a:cxnLst/>
              <a:rect l="l" t="t" r="r" b="b"/>
              <a:pathLst>
                <a:path w="2169159" h="829944">
                  <a:moveTo>
                    <a:pt x="1164595" y="829325"/>
                  </a:moveTo>
                  <a:lnTo>
                    <a:pt x="629028" y="829325"/>
                  </a:lnTo>
                  <a:lnTo>
                    <a:pt x="629028" y="722708"/>
                  </a:lnTo>
                  <a:lnTo>
                    <a:pt x="526181" y="694522"/>
                  </a:lnTo>
                  <a:lnTo>
                    <a:pt x="735443" y="632736"/>
                  </a:lnTo>
                  <a:lnTo>
                    <a:pt x="626081" y="602742"/>
                  </a:lnTo>
                  <a:lnTo>
                    <a:pt x="626081" y="452776"/>
                  </a:lnTo>
                </a:path>
                <a:path w="2169159" h="829944">
                  <a:moveTo>
                    <a:pt x="1487486" y="824244"/>
                  </a:moveTo>
                  <a:lnTo>
                    <a:pt x="2062298" y="824244"/>
                  </a:lnTo>
                </a:path>
                <a:path w="2169159" h="829944">
                  <a:moveTo>
                    <a:pt x="2062298" y="824244"/>
                  </a:moveTo>
                  <a:lnTo>
                    <a:pt x="2062298" y="717627"/>
                  </a:lnTo>
                  <a:lnTo>
                    <a:pt x="1959529" y="689441"/>
                  </a:lnTo>
                  <a:lnTo>
                    <a:pt x="2168791" y="627648"/>
                  </a:lnTo>
                  <a:lnTo>
                    <a:pt x="2067262" y="597662"/>
                  </a:lnTo>
                  <a:lnTo>
                    <a:pt x="2067262" y="447696"/>
                  </a:lnTo>
                  <a:lnTo>
                    <a:pt x="1400461" y="452776"/>
                  </a:lnTo>
                  <a:lnTo>
                    <a:pt x="1400461" y="243863"/>
                  </a:lnTo>
                </a:path>
                <a:path w="2169159" h="829944">
                  <a:moveTo>
                    <a:pt x="0" y="0"/>
                  </a:moveTo>
                  <a:lnTo>
                    <a:pt x="957504" y="0"/>
                  </a:lnTo>
                  <a:lnTo>
                    <a:pt x="957504" y="131467"/>
                  </a:lnTo>
                  <a:lnTo>
                    <a:pt x="0" y="131467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4" name="object 444"/>
          <p:cNvSpPr txBox="1"/>
          <p:nvPr/>
        </p:nvSpPr>
        <p:spPr>
          <a:xfrm>
            <a:off x="14372201" y="1466130"/>
            <a:ext cx="88519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latin typeface="Verdana"/>
                <a:cs typeface="Verdana"/>
              </a:rPr>
              <a:t>CONCRETE </a:t>
            </a:r>
            <a:r>
              <a:rPr dirty="0" sz="850" spc="-25">
                <a:latin typeface="Verdana"/>
                <a:cs typeface="Verdana"/>
              </a:rPr>
              <a:t>PAD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45" name="object 445"/>
          <p:cNvSpPr/>
          <p:nvPr/>
        </p:nvSpPr>
        <p:spPr>
          <a:xfrm>
            <a:off x="14605178" y="1978308"/>
            <a:ext cx="4445" cy="283210"/>
          </a:xfrm>
          <a:custGeom>
            <a:avLst/>
            <a:gdLst/>
            <a:ahLst/>
            <a:cxnLst/>
            <a:rect l="l" t="t" r="r" b="b"/>
            <a:pathLst>
              <a:path w="4444" h="283210">
                <a:moveTo>
                  <a:pt x="3878" y="283148"/>
                </a:moveTo>
                <a:lnTo>
                  <a:pt x="0" y="283148"/>
                </a:lnTo>
                <a:lnTo>
                  <a:pt x="0" y="0"/>
                </a:lnTo>
                <a:lnTo>
                  <a:pt x="3878" y="0"/>
                </a:lnTo>
                <a:lnTo>
                  <a:pt x="3878" y="283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6" name="object 446"/>
          <p:cNvGrpSpPr/>
          <p:nvPr/>
        </p:nvGrpSpPr>
        <p:grpSpPr>
          <a:xfrm>
            <a:off x="14462835" y="1540436"/>
            <a:ext cx="924560" cy="794385"/>
            <a:chOff x="14462835" y="1540436"/>
            <a:chExt cx="924560" cy="794385"/>
          </a:xfrm>
        </p:grpSpPr>
        <p:sp>
          <p:nvSpPr>
            <p:cNvPr id="447" name="object 447"/>
            <p:cNvSpPr/>
            <p:nvPr/>
          </p:nvSpPr>
          <p:spPr>
            <a:xfrm>
              <a:off x="15260965" y="1544564"/>
              <a:ext cx="99060" cy="274320"/>
            </a:xfrm>
            <a:custGeom>
              <a:avLst/>
              <a:gdLst/>
              <a:ahLst/>
              <a:cxnLst/>
              <a:rect l="l" t="t" r="r" b="b"/>
              <a:pathLst>
                <a:path w="99059" h="274319">
                  <a:moveTo>
                    <a:pt x="98581" y="274189"/>
                  </a:moveTo>
                  <a:lnTo>
                    <a:pt x="2792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/>
            <p:cNvSpPr/>
            <p:nvPr/>
          </p:nvSpPr>
          <p:spPr>
            <a:xfrm>
              <a:off x="15344500" y="1814767"/>
              <a:ext cx="38735" cy="94615"/>
            </a:xfrm>
            <a:custGeom>
              <a:avLst/>
              <a:gdLst/>
              <a:ahLst/>
              <a:cxnLst/>
              <a:rect l="l" t="t" r="r" b="b"/>
              <a:pathLst>
                <a:path w="38734" h="94614">
                  <a:moveTo>
                    <a:pt x="38238" y="93997"/>
                  </a:moveTo>
                  <a:lnTo>
                    <a:pt x="0" y="7732"/>
                  </a:lnTo>
                  <a:lnTo>
                    <a:pt x="30016" y="0"/>
                  </a:lnTo>
                  <a:lnTo>
                    <a:pt x="38238" y="939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15344500" y="1814767"/>
              <a:ext cx="38735" cy="94615"/>
            </a:xfrm>
            <a:custGeom>
              <a:avLst/>
              <a:gdLst/>
              <a:ahLst/>
              <a:cxnLst/>
              <a:rect l="l" t="t" r="r" b="b"/>
              <a:pathLst>
                <a:path w="38734" h="94614">
                  <a:moveTo>
                    <a:pt x="38238" y="93997"/>
                  </a:moveTo>
                  <a:lnTo>
                    <a:pt x="0" y="7732"/>
                  </a:lnTo>
                  <a:lnTo>
                    <a:pt x="30016" y="0"/>
                  </a:lnTo>
                  <a:lnTo>
                    <a:pt x="38238" y="9399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14579105" y="1929679"/>
              <a:ext cx="327025" cy="381000"/>
            </a:xfrm>
            <a:custGeom>
              <a:avLst/>
              <a:gdLst/>
              <a:ahLst/>
              <a:cxnLst/>
              <a:rect l="l" t="t" r="r" b="b"/>
              <a:pathLst>
                <a:path w="327025" h="381000">
                  <a:moveTo>
                    <a:pt x="324065" y="0"/>
                  </a:moveTo>
                  <a:lnTo>
                    <a:pt x="28003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28003" y="3873"/>
                  </a:lnTo>
                  <a:lnTo>
                    <a:pt x="324065" y="3873"/>
                  </a:lnTo>
                  <a:lnTo>
                    <a:pt x="324065" y="0"/>
                  </a:lnTo>
                  <a:close/>
                </a:path>
                <a:path w="327025" h="381000">
                  <a:moveTo>
                    <a:pt x="327012" y="376542"/>
                  </a:moveTo>
                  <a:lnTo>
                    <a:pt x="28003" y="376542"/>
                  </a:lnTo>
                  <a:lnTo>
                    <a:pt x="0" y="376542"/>
                  </a:lnTo>
                  <a:lnTo>
                    <a:pt x="0" y="380415"/>
                  </a:lnTo>
                  <a:lnTo>
                    <a:pt x="28003" y="380415"/>
                  </a:lnTo>
                  <a:lnTo>
                    <a:pt x="327012" y="380415"/>
                  </a:lnTo>
                  <a:lnTo>
                    <a:pt x="327012" y="3765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14601300" y="194340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/>
            <p:cNvSpPr/>
            <p:nvPr/>
          </p:nvSpPr>
          <p:spPr>
            <a:xfrm>
              <a:off x="14601300" y="194340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/>
            <p:cNvSpPr/>
            <p:nvPr/>
          </p:nvSpPr>
          <p:spPr>
            <a:xfrm>
              <a:off x="14601300" y="2261456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/>
            <p:cNvSpPr/>
            <p:nvPr/>
          </p:nvSpPr>
          <p:spPr>
            <a:xfrm>
              <a:off x="14601300" y="2261456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/>
            <p:cNvSpPr/>
            <p:nvPr/>
          </p:nvSpPr>
          <p:spPr>
            <a:xfrm>
              <a:off x="14466962" y="1909106"/>
              <a:ext cx="112395" cy="421640"/>
            </a:xfrm>
            <a:custGeom>
              <a:avLst/>
              <a:gdLst/>
              <a:ahLst/>
              <a:cxnLst/>
              <a:rect l="l" t="t" r="r" b="b"/>
              <a:pathLst>
                <a:path w="112394" h="421639">
                  <a:moveTo>
                    <a:pt x="0" y="421550"/>
                  </a:moveTo>
                  <a:lnTo>
                    <a:pt x="0" y="0"/>
                  </a:lnTo>
                  <a:lnTo>
                    <a:pt x="112154" y="0"/>
                  </a:lnTo>
                  <a:lnTo>
                    <a:pt x="112154" y="421550"/>
                  </a:lnTo>
                  <a:lnTo>
                    <a:pt x="0" y="42155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6" name="object 456"/>
          <p:cNvSpPr txBox="1"/>
          <p:nvPr/>
        </p:nvSpPr>
        <p:spPr>
          <a:xfrm>
            <a:off x="14453832" y="1945574"/>
            <a:ext cx="139065" cy="34798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6"</a:t>
            </a:r>
            <a:r>
              <a:rPr dirty="0" sz="700" spc="3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MIN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57" name="object 457"/>
          <p:cNvGrpSpPr/>
          <p:nvPr/>
        </p:nvGrpSpPr>
        <p:grpSpPr>
          <a:xfrm>
            <a:off x="14921537" y="1717922"/>
            <a:ext cx="4726305" cy="5840730"/>
            <a:chOff x="14921537" y="1717922"/>
            <a:chExt cx="4726305" cy="5840730"/>
          </a:xfrm>
        </p:grpSpPr>
        <p:sp>
          <p:nvSpPr>
            <p:cNvPr id="458" name="object 458"/>
            <p:cNvSpPr/>
            <p:nvPr/>
          </p:nvSpPr>
          <p:spPr>
            <a:xfrm>
              <a:off x="14925664" y="1722049"/>
              <a:ext cx="633730" cy="210185"/>
            </a:xfrm>
            <a:custGeom>
              <a:avLst/>
              <a:gdLst/>
              <a:ahLst/>
              <a:cxnLst/>
              <a:rect l="l" t="t" r="r" b="b"/>
              <a:pathLst>
                <a:path w="633730" h="210185">
                  <a:moveTo>
                    <a:pt x="0" y="209557"/>
                  </a:moveTo>
                  <a:lnTo>
                    <a:pt x="633217" y="209557"/>
                  </a:lnTo>
                  <a:lnTo>
                    <a:pt x="63321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9" name="object 45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8776624" y="6552835"/>
              <a:ext cx="871177" cy="1005204"/>
            </a:xfrm>
            <a:prstGeom prst="rect">
              <a:avLst/>
            </a:prstGeom>
          </p:spPr>
        </p:pic>
      </p:grpSp>
      <p:sp>
        <p:nvSpPr>
          <p:cNvPr id="460" name="object 460"/>
          <p:cNvSpPr txBox="1"/>
          <p:nvPr/>
        </p:nvSpPr>
        <p:spPr>
          <a:xfrm>
            <a:off x="18760512" y="7415292"/>
            <a:ext cx="90106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{{ISSUE_DATE}},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1:10:52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FF0000"/>
                </a:solidFill>
                <a:latin typeface="Arial"/>
                <a:cs typeface="Arial"/>
              </a:rPr>
              <a:t>PM</a:t>
            </a:r>
            <a:endParaRPr sz="650">
              <a:latin typeface="Arial"/>
              <a:cs typeface="Arial"/>
            </a:endParaRPr>
          </a:p>
        </p:txBody>
      </p:sp>
      <p:sp>
        <p:nvSpPr>
          <p:cNvPr id="461" name="object 461"/>
          <p:cNvSpPr txBox="1"/>
          <p:nvPr/>
        </p:nvSpPr>
        <p:spPr>
          <a:xfrm>
            <a:off x="16077060" y="6807051"/>
            <a:ext cx="1816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By:</a:t>
            </a:r>
            <a:endParaRPr sz="850">
              <a:latin typeface="Arial"/>
              <a:cs typeface="Arial"/>
            </a:endParaRPr>
          </a:p>
        </p:txBody>
      </p:sp>
      <p:sp>
        <p:nvSpPr>
          <p:cNvPr id="462" name="object 462"/>
          <p:cNvSpPr txBox="1"/>
          <p:nvPr/>
        </p:nvSpPr>
        <p:spPr>
          <a:xfrm>
            <a:off x="16412130" y="6956624"/>
            <a:ext cx="1778000" cy="134810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6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  <a:spcBef>
                <a:spcPts val="44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5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  <a:p>
            <a:pPr marL="15240" marR="187960">
              <a:lnSpc>
                <a:spcPct val="124300"/>
              </a:lnSpc>
              <a:spcBef>
                <a:spcPts val="25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5240" marR="49530">
              <a:lnSpc>
                <a:spcPct val="124300"/>
              </a:lnSpc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463" name="object 463"/>
          <p:cNvSpPr txBox="1"/>
          <p:nvPr/>
        </p:nvSpPr>
        <p:spPr>
          <a:xfrm>
            <a:off x="16077114" y="8866920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464" name="object 464"/>
          <p:cNvSpPr txBox="1"/>
          <p:nvPr/>
        </p:nvSpPr>
        <p:spPr>
          <a:xfrm>
            <a:off x="16105914" y="8443303"/>
            <a:ext cx="21717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ELEC/MECH/PLUMB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sp>
        <p:nvSpPr>
          <p:cNvPr id="465" name="object 465"/>
          <p:cNvSpPr txBox="1"/>
          <p:nvPr/>
        </p:nvSpPr>
        <p:spPr>
          <a:xfrm>
            <a:off x="16025730" y="5435538"/>
            <a:ext cx="2319655" cy="71628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algn="ctr" marL="8890">
              <a:lnSpc>
                <a:spcPts val="1605"/>
              </a:lnSpc>
              <a:spcBef>
                <a:spcPts val="42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</a:t>
            </a:r>
            <a:endParaRPr sz="1450">
              <a:latin typeface="Arial"/>
              <a:cs typeface="Arial"/>
            </a:endParaRPr>
          </a:p>
          <a:p>
            <a:pPr algn="ctr" marL="9525">
              <a:lnSpc>
                <a:spcPts val="1605"/>
              </a:lnSpc>
            </a:pP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</a:t>
            </a:r>
            <a:endParaRPr sz="1450">
              <a:latin typeface="Arial"/>
              <a:cs typeface="Arial"/>
            </a:endParaRPr>
          </a:p>
        </p:txBody>
      </p:sp>
      <p:sp>
        <p:nvSpPr>
          <p:cNvPr id="466" name="object 466"/>
          <p:cNvSpPr txBox="1"/>
          <p:nvPr/>
        </p:nvSpPr>
        <p:spPr>
          <a:xfrm>
            <a:off x="16104641" y="6092405"/>
            <a:ext cx="2170430" cy="73215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algn="ctr" marL="12065" marR="5080">
              <a:lnSpc>
                <a:spcPct val="102699"/>
              </a:lnSpc>
              <a:spcBef>
                <a:spcPts val="11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marL="196850">
              <a:lnSpc>
                <a:spcPct val="100000"/>
              </a:lnSpc>
              <a:spcBef>
                <a:spcPts val="385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REVISIONS</a:t>
            </a:r>
            <a:r>
              <a:rPr dirty="0" sz="11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67" name="object 467"/>
          <p:cNvGrpSpPr/>
          <p:nvPr/>
        </p:nvGrpSpPr>
        <p:grpSpPr>
          <a:xfrm>
            <a:off x="16070215" y="6655458"/>
            <a:ext cx="2237740" cy="2381885"/>
            <a:chOff x="16070215" y="6655458"/>
            <a:chExt cx="2237740" cy="2381885"/>
          </a:xfrm>
        </p:grpSpPr>
        <p:sp>
          <p:nvSpPr>
            <p:cNvPr id="468" name="object 468"/>
            <p:cNvSpPr/>
            <p:nvPr/>
          </p:nvSpPr>
          <p:spPr>
            <a:xfrm>
              <a:off x="16070213" y="7656504"/>
              <a:ext cx="2237740" cy="1380490"/>
            </a:xfrm>
            <a:custGeom>
              <a:avLst/>
              <a:gdLst/>
              <a:ahLst/>
              <a:cxnLst/>
              <a:rect l="l" t="t" r="r" b="b"/>
              <a:pathLst>
                <a:path w="2237740" h="1380490">
                  <a:moveTo>
                    <a:pt x="338785" y="644067"/>
                  </a:moveTo>
                  <a:lnTo>
                    <a:pt x="0" y="644067"/>
                  </a:lnTo>
                  <a:lnTo>
                    <a:pt x="0" y="666407"/>
                  </a:lnTo>
                  <a:lnTo>
                    <a:pt x="338785" y="666407"/>
                  </a:lnTo>
                  <a:lnTo>
                    <a:pt x="338785" y="644067"/>
                  </a:lnTo>
                  <a:close/>
                </a:path>
                <a:path w="2237740" h="1380490">
                  <a:moveTo>
                    <a:pt x="338785" y="483057"/>
                  </a:moveTo>
                  <a:lnTo>
                    <a:pt x="0" y="483057"/>
                  </a:lnTo>
                  <a:lnTo>
                    <a:pt x="0" y="505383"/>
                  </a:lnTo>
                  <a:lnTo>
                    <a:pt x="338785" y="505383"/>
                  </a:lnTo>
                  <a:lnTo>
                    <a:pt x="338785" y="483057"/>
                  </a:lnTo>
                  <a:close/>
                </a:path>
                <a:path w="2237740" h="1380490">
                  <a:moveTo>
                    <a:pt x="338785" y="322033"/>
                  </a:moveTo>
                  <a:lnTo>
                    <a:pt x="0" y="322033"/>
                  </a:lnTo>
                  <a:lnTo>
                    <a:pt x="0" y="344373"/>
                  </a:lnTo>
                  <a:lnTo>
                    <a:pt x="338785" y="344373"/>
                  </a:lnTo>
                  <a:lnTo>
                    <a:pt x="338785" y="322033"/>
                  </a:lnTo>
                  <a:close/>
                </a:path>
                <a:path w="2237740" h="1380490">
                  <a:moveTo>
                    <a:pt x="338785" y="161010"/>
                  </a:moveTo>
                  <a:lnTo>
                    <a:pt x="0" y="161010"/>
                  </a:lnTo>
                  <a:lnTo>
                    <a:pt x="0" y="183349"/>
                  </a:lnTo>
                  <a:lnTo>
                    <a:pt x="338785" y="183349"/>
                  </a:lnTo>
                  <a:lnTo>
                    <a:pt x="338785" y="161010"/>
                  </a:lnTo>
                  <a:close/>
                </a:path>
                <a:path w="2237740" h="1380490">
                  <a:moveTo>
                    <a:pt x="338785" y="0"/>
                  </a:moveTo>
                  <a:lnTo>
                    <a:pt x="0" y="0"/>
                  </a:lnTo>
                  <a:lnTo>
                    <a:pt x="0" y="22326"/>
                  </a:lnTo>
                  <a:lnTo>
                    <a:pt x="338785" y="22326"/>
                  </a:lnTo>
                  <a:lnTo>
                    <a:pt x="338785" y="0"/>
                  </a:lnTo>
                  <a:close/>
                </a:path>
                <a:path w="2237740" h="1380490">
                  <a:moveTo>
                    <a:pt x="2237511" y="1357947"/>
                  </a:moveTo>
                  <a:lnTo>
                    <a:pt x="337858" y="1357947"/>
                  </a:lnTo>
                  <a:lnTo>
                    <a:pt x="337858" y="1380286"/>
                  </a:lnTo>
                  <a:lnTo>
                    <a:pt x="2237511" y="1380286"/>
                  </a:lnTo>
                  <a:lnTo>
                    <a:pt x="2237511" y="1357947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9" name="object 46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6070215" y="6655458"/>
              <a:ext cx="2237515" cy="675897"/>
            </a:xfrm>
            <a:prstGeom prst="rect">
              <a:avLst/>
            </a:prstGeom>
          </p:spPr>
        </p:pic>
      </p:grpSp>
      <p:sp>
        <p:nvSpPr>
          <p:cNvPr id="470" name="object 470"/>
          <p:cNvSpPr txBox="1"/>
          <p:nvPr/>
        </p:nvSpPr>
        <p:spPr>
          <a:xfrm>
            <a:off x="17471745" y="6801982"/>
            <a:ext cx="42925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</p:txBody>
      </p:sp>
      <p:sp>
        <p:nvSpPr>
          <p:cNvPr id="475" name="object 475"/>
          <p:cNvSpPr txBox="1"/>
          <p:nvPr/>
        </p:nvSpPr>
        <p:spPr>
          <a:xfrm>
            <a:off x="4507208" y="12645747"/>
            <a:ext cx="240029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25"/>
              </a:lnSpc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6" name="object 476"/>
          <p:cNvSpPr txBox="1"/>
          <p:nvPr/>
        </p:nvSpPr>
        <p:spPr>
          <a:xfrm>
            <a:off x="14081345" y="12645747"/>
            <a:ext cx="240029" cy="149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25"/>
              </a:lnSpc>
            </a:pPr>
            <a:r>
              <a:rPr dirty="0" sz="950" spc="-20">
                <a:latin typeface="Calibri"/>
                <a:cs typeface="Calibri"/>
              </a:rPr>
              <a:t>S1.2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7" name="object 477"/>
          <p:cNvSpPr txBox="1"/>
          <p:nvPr/>
        </p:nvSpPr>
        <p:spPr>
          <a:xfrm>
            <a:off x="4858324" y="12697291"/>
            <a:ext cx="731520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1'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78" name="object 478"/>
          <p:cNvSpPr txBox="1"/>
          <p:nvPr/>
        </p:nvSpPr>
        <p:spPr>
          <a:xfrm>
            <a:off x="14432467" y="12697291"/>
            <a:ext cx="731520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1"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1'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79" name="object 479"/>
          <p:cNvSpPr txBox="1"/>
          <p:nvPr/>
        </p:nvSpPr>
        <p:spPr>
          <a:xfrm>
            <a:off x="19268078" y="12694577"/>
            <a:ext cx="480695" cy="139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80" name="object 480"/>
          <p:cNvSpPr txBox="1"/>
          <p:nvPr/>
        </p:nvSpPr>
        <p:spPr>
          <a:xfrm>
            <a:off x="18642849" y="12708725"/>
            <a:ext cx="513080" cy="110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481" name="object 481"/>
          <p:cNvSpPr txBox="1"/>
          <p:nvPr/>
        </p:nvSpPr>
        <p:spPr>
          <a:xfrm>
            <a:off x="17918031" y="12833602"/>
            <a:ext cx="231775" cy="6476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sp>
        <p:nvSpPr>
          <p:cNvPr id="482" name="object 482"/>
          <p:cNvSpPr txBox="1"/>
          <p:nvPr/>
        </p:nvSpPr>
        <p:spPr>
          <a:xfrm>
            <a:off x="18628495" y="12928603"/>
            <a:ext cx="492759" cy="147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83" name="object 483"/>
          <p:cNvSpPr txBox="1"/>
          <p:nvPr/>
        </p:nvSpPr>
        <p:spPr>
          <a:xfrm>
            <a:off x="19378215" y="12942703"/>
            <a:ext cx="258445" cy="1200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471" name="object 471"/>
          <p:cNvSpPr txBox="1"/>
          <p:nvPr/>
        </p:nvSpPr>
        <p:spPr>
          <a:xfrm>
            <a:off x="16854423" y="8799676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2" name="object 472"/>
          <p:cNvSpPr txBox="1"/>
          <p:nvPr/>
        </p:nvSpPr>
        <p:spPr>
          <a:xfrm>
            <a:off x="16240914" y="5021221"/>
            <a:ext cx="1723389" cy="472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</p:txBody>
      </p:sp>
      <p:sp>
        <p:nvSpPr>
          <p:cNvPr id="473" name="object 473"/>
          <p:cNvSpPr txBox="1"/>
          <p:nvPr/>
        </p:nvSpPr>
        <p:spPr>
          <a:xfrm>
            <a:off x="12825722" y="7330883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474" name="object 474"/>
          <p:cNvSpPr txBox="1"/>
          <p:nvPr/>
        </p:nvSpPr>
        <p:spPr>
          <a:xfrm>
            <a:off x="12825722" y="8044454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7145" y="4687256"/>
            <a:ext cx="645316" cy="171571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8608003" y="4488751"/>
            <a:ext cx="95885" cy="110489"/>
          </a:xfrm>
          <a:custGeom>
            <a:avLst/>
            <a:gdLst/>
            <a:ahLst/>
            <a:cxnLst/>
            <a:rect l="l" t="t" r="r" b="b"/>
            <a:pathLst>
              <a:path w="95884" h="110489">
                <a:moveTo>
                  <a:pt x="0" y="54789"/>
                </a:moveTo>
                <a:lnTo>
                  <a:pt x="95789" y="0"/>
                </a:lnTo>
                <a:lnTo>
                  <a:pt x="95401" y="110378"/>
                </a:lnTo>
                <a:lnTo>
                  <a:pt x="0" y="54789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7635529" y="12210370"/>
            <a:ext cx="809625" cy="810260"/>
            <a:chOff x="17635529" y="12210370"/>
            <a:chExt cx="809625" cy="8102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7044" y="12214248"/>
              <a:ext cx="794200" cy="8019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25036" y="12562424"/>
              <a:ext cx="697748" cy="225938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8569062" y="570569"/>
            <a:ext cx="7819390" cy="4121785"/>
            <a:chOff x="8569062" y="570569"/>
            <a:chExt cx="7819390" cy="4121785"/>
          </a:xfrm>
        </p:grpSpPr>
        <p:sp>
          <p:nvSpPr>
            <p:cNvPr id="9" name="object 9"/>
            <p:cNvSpPr/>
            <p:nvPr/>
          </p:nvSpPr>
          <p:spPr>
            <a:xfrm>
              <a:off x="12481295" y="574447"/>
              <a:ext cx="1873250" cy="2679700"/>
            </a:xfrm>
            <a:custGeom>
              <a:avLst/>
              <a:gdLst/>
              <a:ahLst/>
              <a:cxnLst/>
              <a:rect l="l" t="t" r="r" b="b"/>
              <a:pathLst>
                <a:path w="1873250" h="2679700">
                  <a:moveTo>
                    <a:pt x="0" y="0"/>
                  </a:moveTo>
                  <a:lnTo>
                    <a:pt x="1873047" y="0"/>
                  </a:lnTo>
                  <a:lnTo>
                    <a:pt x="1873047" y="2679616"/>
                  </a:lnTo>
                  <a:lnTo>
                    <a:pt x="0" y="2679616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81933" y="3254064"/>
              <a:ext cx="6044182" cy="36454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981933" y="3254064"/>
              <a:ext cx="6044565" cy="365125"/>
            </a:xfrm>
            <a:custGeom>
              <a:avLst/>
              <a:gdLst/>
              <a:ahLst/>
              <a:cxnLst/>
              <a:rect l="l" t="t" r="r" b="b"/>
              <a:pathLst>
                <a:path w="6044565" h="365125">
                  <a:moveTo>
                    <a:pt x="6044182" y="0"/>
                  </a:moveTo>
                  <a:lnTo>
                    <a:pt x="0" y="0"/>
                  </a:lnTo>
                  <a:lnTo>
                    <a:pt x="0" y="364541"/>
                  </a:lnTo>
                  <a:lnTo>
                    <a:pt x="6044182" y="364541"/>
                  </a:lnTo>
                  <a:lnTo>
                    <a:pt x="6044182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93347" y="3436620"/>
              <a:ext cx="388586" cy="18161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93347" y="3436620"/>
              <a:ext cx="6790950" cy="12509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593347" y="2701534"/>
              <a:ext cx="6791325" cy="1986914"/>
            </a:xfrm>
            <a:custGeom>
              <a:avLst/>
              <a:gdLst/>
              <a:ahLst/>
              <a:cxnLst/>
              <a:rect l="l" t="t" r="r" b="b"/>
              <a:pathLst>
                <a:path w="6791325" h="1986914">
                  <a:moveTo>
                    <a:pt x="6790950" y="1986319"/>
                  </a:moveTo>
                  <a:lnTo>
                    <a:pt x="6790950" y="734800"/>
                  </a:lnTo>
                  <a:lnTo>
                    <a:pt x="6432768" y="734800"/>
                  </a:lnTo>
                  <a:lnTo>
                    <a:pt x="6432768" y="917071"/>
                  </a:lnTo>
                  <a:lnTo>
                    <a:pt x="388586" y="917071"/>
                  </a:lnTo>
                  <a:lnTo>
                    <a:pt x="388586" y="734800"/>
                  </a:lnTo>
                  <a:lnTo>
                    <a:pt x="0" y="734800"/>
                  </a:lnTo>
                  <a:lnTo>
                    <a:pt x="0" y="1986319"/>
                  </a:lnTo>
                </a:path>
                <a:path w="6791325" h="1986914">
                  <a:moveTo>
                    <a:pt x="1701557" y="512646"/>
                  </a:moveTo>
                  <a:lnTo>
                    <a:pt x="960916" y="0"/>
                  </a:lnTo>
                  <a:lnTo>
                    <a:pt x="849227" y="0"/>
                  </a:lnTo>
                  <a:lnTo>
                    <a:pt x="81323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290484" y="3207775"/>
              <a:ext cx="43180" cy="33020"/>
            </a:xfrm>
            <a:custGeom>
              <a:avLst/>
              <a:gdLst/>
              <a:ahLst/>
              <a:cxnLst/>
              <a:rect l="l" t="t" r="r" b="b"/>
              <a:pathLst>
                <a:path w="43179" h="33019">
                  <a:moveTo>
                    <a:pt x="42659" y="32863"/>
                  </a:moveTo>
                  <a:lnTo>
                    <a:pt x="0" y="12758"/>
                  </a:lnTo>
                  <a:lnTo>
                    <a:pt x="8764" y="0"/>
                  </a:lnTo>
                  <a:lnTo>
                    <a:pt x="42659" y="328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290484" y="3207775"/>
              <a:ext cx="43180" cy="33020"/>
            </a:xfrm>
            <a:custGeom>
              <a:avLst/>
              <a:gdLst/>
              <a:ahLst/>
              <a:cxnLst/>
              <a:rect l="l" t="t" r="r" b="b"/>
              <a:pathLst>
                <a:path w="43179" h="33019">
                  <a:moveTo>
                    <a:pt x="42659" y="32863"/>
                  </a:moveTo>
                  <a:lnTo>
                    <a:pt x="0" y="12758"/>
                  </a:lnTo>
                  <a:lnTo>
                    <a:pt x="8764" y="0"/>
                  </a:lnTo>
                  <a:lnTo>
                    <a:pt x="42659" y="3286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3665358" y="3046306"/>
              <a:ext cx="67945" cy="1626235"/>
            </a:xfrm>
            <a:custGeom>
              <a:avLst/>
              <a:gdLst/>
              <a:ahLst/>
              <a:cxnLst/>
              <a:rect l="l" t="t" r="r" b="b"/>
              <a:pathLst>
                <a:path w="67944" h="1626235">
                  <a:moveTo>
                    <a:pt x="67711" y="1625802"/>
                  </a:moveTo>
                  <a:lnTo>
                    <a:pt x="0" y="1625802"/>
                  </a:lnTo>
                  <a:lnTo>
                    <a:pt x="0" y="0"/>
                  </a:lnTo>
                  <a:lnTo>
                    <a:pt x="67711" y="0"/>
                  </a:lnTo>
                  <a:lnTo>
                    <a:pt x="67711" y="1625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931759" y="813789"/>
              <a:ext cx="2801620" cy="3858895"/>
            </a:xfrm>
            <a:custGeom>
              <a:avLst/>
              <a:gdLst/>
              <a:ahLst/>
              <a:cxnLst/>
              <a:rect l="l" t="t" r="r" b="b"/>
              <a:pathLst>
                <a:path w="2801619" h="3858895">
                  <a:moveTo>
                    <a:pt x="2733599" y="2232516"/>
                  </a:moveTo>
                  <a:lnTo>
                    <a:pt x="2733599" y="3858319"/>
                  </a:lnTo>
                  <a:lnTo>
                    <a:pt x="2801310" y="3858319"/>
                  </a:lnTo>
                  <a:lnTo>
                    <a:pt x="2801310" y="2232516"/>
                  </a:lnTo>
                  <a:lnTo>
                    <a:pt x="2733599" y="2232516"/>
                  </a:lnTo>
                  <a:close/>
                </a:path>
                <a:path w="2801619" h="3858895">
                  <a:moveTo>
                    <a:pt x="1487253" y="498080"/>
                  </a:moveTo>
                  <a:lnTo>
                    <a:pt x="523854" y="0"/>
                  </a:lnTo>
                  <a:lnTo>
                    <a:pt x="3598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415444" y="1304951"/>
              <a:ext cx="45085" cy="28575"/>
            </a:xfrm>
            <a:custGeom>
              <a:avLst/>
              <a:gdLst/>
              <a:ahLst/>
              <a:cxnLst/>
              <a:rect l="l" t="t" r="r" b="b"/>
              <a:pathLst>
                <a:path w="45084" h="28575">
                  <a:moveTo>
                    <a:pt x="44908" y="28263"/>
                  </a:moveTo>
                  <a:lnTo>
                    <a:pt x="0" y="13782"/>
                  </a:lnTo>
                  <a:lnTo>
                    <a:pt x="7135" y="0"/>
                  </a:lnTo>
                  <a:lnTo>
                    <a:pt x="44908" y="282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2415444" y="1304951"/>
              <a:ext cx="45085" cy="28575"/>
            </a:xfrm>
            <a:custGeom>
              <a:avLst/>
              <a:gdLst/>
              <a:ahLst/>
              <a:cxnLst/>
              <a:rect l="l" t="t" r="r" b="b"/>
              <a:pathLst>
                <a:path w="45084" h="28575">
                  <a:moveTo>
                    <a:pt x="44908" y="28263"/>
                  </a:moveTo>
                  <a:lnTo>
                    <a:pt x="0" y="13782"/>
                  </a:lnTo>
                  <a:lnTo>
                    <a:pt x="7135" y="0"/>
                  </a:lnTo>
                  <a:lnTo>
                    <a:pt x="44908" y="2826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074498" y="2793531"/>
              <a:ext cx="117816" cy="11784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159971" y="1579280"/>
              <a:ext cx="621665" cy="1153795"/>
            </a:xfrm>
            <a:custGeom>
              <a:avLst/>
              <a:gdLst/>
              <a:ahLst/>
              <a:cxnLst/>
              <a:rect l="l" t="t" r="r" b="b"/>
              <a:pathLst>
                <a:path w="621665" h="1153795">
                  <a:moveTo>
                    <a:pt x="0" y="1153232"/>
                  </a:moveTo>
                  <a:lnTo>
                    <a:pt x="471189" y="0"/>
                  </a:lnTo>
                  <a:lnTo>
                    <a:pt x="621117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4142365" y="2729558"/>
              <a:ext cx="24765" cy="46355"/>
            </a:xfrm>
            <a:custGeom>
              <a:avLst/>
              <a:gdLst/>
              <a:ahLst/>
              <a:cxnLst/>
              <a:rect l="l" t="t" r="r" b="b"/>
              <a:pathLst>
                <a:path w="24765" h="46355">
                  <a:moveTo>
                    <a:pt x="0" y="46009"/>
                  </a:moveTo>
                  <a:lnTo>
                    <a:pt x="10393" y="0"/>
                  </a:lnTo>
                  <a:lnTo>
                    <a:pt x="24742" y="5863"/>
                  </a:lnTo>
                  <a:lnTo>
                    <a:pt x="0" y="460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3662628" y="2729558"/>
              <a:ext cx="504825" cy="433705"/>
            </a:xfrm>
            <a:custGeom>
              <a:avLst/>
              <a:gdLst/>
              <a:ahLst/>
              <a:cxnLst/>
              <a:rect l="l" t="t" r="r" b="b"/>
              <a:pathLst>
                <a:path w="504825" h="433705">
                  <a:moveTo>
                    <a:pt x="479737" y="46009"/>
                  </a:moveTo>
                  <a:lnTo>
                    <a:pt x="490130" y="0"/>
                  </a:lnTo>
                  <a:lnTo>
                    <a:pt x="504479" y="5863"/>
                  </a:lnTo>
                  <a:lnTo>
                    <a:pt x="479737" y="46009"/>
                  </a:lnTo>
                  <a:close/>
                </a:path>
                <a:path w="504825" h="433705">
                  <a:moveTo>
                    <a:pt x="415748" y="122897"/>
                  </a:moveTo>
                  <a:lnTo>
                    <a:pt x="377751" y="107577"/>
                  </a:lnTo>
                  <a:lnTo>
                    <a:pt x="339332" y="91244"/>
                  </a:lnTo>
                  <a:lnTo>
                    <a:pt x="300928" y="74596"/>
                  </a:lnTo>
                  <a:lnTo>
                    <a:pt x="262974" y="58333"/>
                  </a:lnTo>
                  <a:lnTo>
                    <a:pt x="225907" y="43152"/>
                  </a:lnTo>
                  <a:lnTo>
                    <a:pt x="190163" y="29754"/>
                  </a:lnTo>
                  <a:lnTo>
                    <a:pt x="124390" y="11097"/>
                  </a:lnTo>
                  <a:lnTo>
                    <a:pt x="95233" y="7238"/>
                  </a:lnTo>
                  <a:lnTo>
                    <a:pt x="69145" y="7955"/>
                  </a:lnTo>
                  <a:lnTo>
                    <a:pt x="27919" y="25917"/>
                  </a:lnTo>
                  <a:lnTo>
                    <a:pt x="4202" y="70575"/>
                  </a:lnTo>
                  <a:lnTo>
                    <a:pt x="0" y="104662"/>
                  </a:lnTo>
                  <a:lnTo>
                    <a:pt x="1484" y="147519"/>
                  </a:lnTo>
                  <a:lnTo>
                    <a:pt x="9090" y="199846"/>
                  </a:lnTo>
                  <a:lnTo>
                    <a:pt x="36547" y="316748"/>
                  </a:lnTo>
                  <a:lnTo>
                    <a:pt x="36547" y="43323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695566" y="1274229"/>
              <a:ext cx="2847340" cy="169545"/>
            </a:xfrm>
            <a:custGeom>
              <a:avLst/>
              <a:gdLst/>
              <a:ahLst/>
              <a:cxnLst/>
              <a:rect l="l" t="t" r="r" b="b"/>
              <a:pathLst>
                <a:path w="2847340" h="169544">
                  <a:moveTo>
                    <a:pt x="2846917" y="169085"/>
                  </a:moveTo>
                  <a:lnTo>
                    <a:pt x="0" y="169085"/>
                  </a:lnTo>
                  <a:lnTo>
                    <a:pt x="0" y="0"/>
                  </a:lnTo>
                  <a:lnTo>
                    <a:pt x="2846917" y="0"/>
                  </a:lnTo>
                  <a:lnTo>
                    <a:pt x="2846917" y="169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1510372" y="1358771"/>
              <a:ext cx="2146300" cy="1342390"/>
            </a:xfrm>
            <a:custGeom>
              <a:avLst/>
              <a:gdLst/>
              <a:ahLst/>
              <a:cxnLst/>
              <a:rect l="l" t="t" r="r" b="b"/>
              <a:pathLst>
                <a:path w="2146300" h="1342389">
                  <a:moveTo>
                    <a:pt x="2146298" y="1342297"/>
                  </a:moveTo>
                  <a:lnTo>
                    <a:pt x="264021" y="0"/>
                  </a:lnTo>
                  <a:lnTo>
                    <a:pt x="3598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3652094" y="2694717"/>
              <a:ext cx="42545" cy="33655"/>
            </a:xfrm>
            <a:custGeom>
              <a:avLst/>
              <a:gdLst/>
              <a:ahLst/>
              <a:cxnLst/>
              <a:rect l="l" t="t" r="r" b="b"/>
              <a:pathLst>
                <a:path w="42544" h="33655">
                  <a:moveTo>
                    <a:pt x="42426" y="33328"/>
                  </a:moveTo>
                  <a:lnTo>
                    <a:pt x="0" y="12627"/>
                  </a:lnTo>
                  <a:lnTo>
                    <a:pt x="8997" y="0"/>
                  </a:lnTo>
                  <a:lnTo>
                    <a:pt x="42426" y="333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3652094" y="2694717"/>
              <a:ext cx="42545" cy="33655"/>
            </a:xfrm>
            <a:custGeom>
              <a:avLst/>
              <a:gdLst/>
              <a:ahLst/>
              <a:cxnLst/>
              <a:rect l="l" t="t" r="r" b="b"/>
              <a:pathLst>
                <a:path w="42544" h="33655">
                  <a:moveTo>
                    <a:pt x="42426" y="33328"/>
                  </a:moveTo>
                  <a:lnTo>
                    <a:pt x="0" y="12627"/>
                  </a:lnTo>
                  <a:lnTo>
                    <a:pt x="8997" y="0"/>
                  </a:lnTo>
                  <a:lnTo>
                    <a:pt x="42426" y="3332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3636350" y="3089934"/>
              <a:ext cx="125730" cy="40640"/>
            </a:xfrm>
            <a:custGeom>
              <a:avLst/>
              <a:gdLst/>
              <a:ahLst/>
              <a:cxnLst/>
              <a:rect l="l" t="t" r="r" b="b"/>
              <a:pathLst>
                <a:path w="125730" h="40639">
                  <a:moveTo>
                    <a:pt x="125650" y="40471"/>
                  </a:moveTo>
                  <a:lnTo>
                    <a:pt x="0" y="40471"/>
                  </a:lnTo>
                  <a:lnTo>
                    <a:pt x="0" y="0"/>
                  </a:lnTo>
                  <a:lnTo>
                    <a:pt x="125650" y="0"/>
                  </a:lnTo>
                  <a:lnTo>
                    <a:pt x="125650" y="404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3636350" y="3089934"/>
              <a:ext cx="125730" cy="40640"/>
            </a:xfrm>
            <a:custGeom>
              <a:avLst/>
              <a:gdLst/>
              <a:ahLst/>
              <a:cxnLst/>
              <a:rect l="l" t="t" r="r" b="b"/>
              <a:pathLst>
                <a:path w="125730" h="40639">
                  <a:moveTo>
                    <a:pt x="0" y="0"/>
                  </a:moveTo>
                  <a:lnTo>
                    <a:pt x="125650" y="0"/>
                  </a:lnTo>
                  <a:lnTo>
                    <a:pt x="125650" y="40471"/>
                  </a:lnTo>
                  <a:lnTo>
                    <a:pt x="0" y="40471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1406982" y="1910379"/>
              <a:ext cx="2214880" cy="1170305"/>
            </a:xfrm>
            <a:custGeom>
              <a:avLst/>
              <a:gdLst/>
              <a:ahLst/>
              <a:cxnLst/>
              <a:rect l="l" t="t" r="r" b="b"/>
              <a:pathLst>
                <a:path w="2214880" h="1170305">
                  <a:moveTo>
                    <a:pt x="2214715" y="1170137"/>
                  </a:moveTo>
                  <a:lnTo>
                    <a:pt x="394403" y="0"/>
                  </a:lnTo>
                  <a:lnTo>
                    <a:pt x="3598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3620837" y="2150634"/>
              <a:ext cx="2158365" cy="1066165"/>
            </a:xfrm>
            <a:custGeom>
              <a:avLst/>
              <a:gdLst/>
              <a:ahLst/>
              <a:cxnLst/>
              <a:rect l="l" t="t" r="r" b="b"/>
              <a:pathLst>
                <a:path w="2158365" h="1066164">
                  <a:moveTo>
                    <a:pt x="0" y="939300"/>
                  </a:moveTo>
                  <a:lnTo>
                    <a:pt x="0" y="930729"/>
                  </a:lnTo>
                  <a:lnTo>
                    <a:pt x="6980" y="923788"/>
                  </a:lnTo>
                  <a:lnTo>
                    <a:pt x="15512" y="923788"/>
                  </a:lnTo>
                  <a:lnTo>
                    <a:pt x="24121" y="923788"/>
                  </a:lnTo>
                  <a:lnTo>
                    <a:pt x="31024" y="930729"/>
                  </a:lnTo>
                  <a:lnTo>
                    <a:pt x="31024" y="939300"/>
                  </a:lnTo>
                  <a:lnTo>
                    <a:pt x="31024" y="947863"/>
                  </a:lnTo>
                  <a:lnTo>
                    <a:pt x="24121" y="954812"/>
                  </a:lnTo>
                  <a:lnTo>
                    <a:pt x="15512" y="954812"/>
                  </a:lnTo>
                  <a:lnTo>
                    <a:pt x="6980" y="954812"/>
                  </a:lnTo>
                  <a:lnTo>
                    <a:pt x="0" y="947863"/>
                  </a:lnTo>
                  <a:lnTo>
                    <a:pt x="0" y="939300"/>
                  </a:lnTo>
                </a:path>
                <a:path w="2158365" h="1066164">
                  <a:moveTo>
                    <a:pt x="171179" y="1065633"/>
                  </a:moveTo>
                  <a:lnTo>
                    <a:pt x="1834188" y="0"/>
                  </a:lnTo>
                  <a:lnTo>
                    <a:pt x="215801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3752926" y="320969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645"/>
                  </a:moveTo>
                  <a:lnTo>
                    <a:pt x="34980" y="0"/>
                  </a:lnTo>
                  <a:lnTo>
                    <a:pt x="43357" y="13061"/>
                  </a:lnTo>
                  <a:lnTo>
                    <a:pt x="0" y="316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572940" y="3107944"/>
              <a:ext cx="5223510" cy="297815"/>
            </a:xfrm>
            <a:custGeom>
              <a:avLst/>
              <a:gdLst/>
              <a:ahLst/>
              <a:cxnLst/>
              <a:rect l="l" t="t" r="r" b="b"/>
              <a:pathLst>
                <a:path w="5223509" h="297814">
                  <a:moveTo>
                    <a:pt x="5179985" y="133399"/>
                  </a:moveTo>
                  <a:lnTo>
                    <a:pt x="5214966" y="101753"/>
                  </a:lnTo>
                  <a:lnTo>
                    <a:pt x="5223342" y="114815"/>
                  </a:lnTo>
                  <a:lnTo>
                    <a:pt x="5179985" y="133399"/>
                  </a:lnTo>
                  <a:close/>
                </a:path>
                <a:path w="5223509" h="297814">
                  <a:moveTo>
                    <a:pt x="957659" y="297287"/>
                  </a:moveTo>
                  <a:lnTo>
                    <a:pt x="357638" y="0"/>
                  </a:lnTo>
                  <a:lnTo>
                    <a:pt x="3598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527109" y="3398252"/>
              <a:ext cx="45720" cy="27940"/>
            </a:xfrm>
            <a:custGeom>
              <a:avLst/>
              <a:gdLst/>
              <a:ahLst/>
              <a:cxnLst/>
              <a:rect l="l" t="t" r="r" b="b"/>
              <a:pathLst>
                <a:path w="45720" h="27939">
                  <a:moveTo>
                    <a:pt x="45141" y="27612"/>
                  </a:moveTo>
                  <a:lnTo>
                    <a:pt x="0" y="13899"/>
                  </a:lnTo>
                  <a:lnTo>
                    <a:pt x="6825" y="0"/>
                  </a:lnTo>
                  <a:lnTo>
                    <a:pt x="45141" y="276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527109" y="3398252"/>
              <a:ext cx="45720" cy="27940"/>
            </a:xfrm>
            <a:custGeom>
              <a:avLst/>
              <a:gdLst/>
              <a:ahLst/>
              <a:cxnLst/>
              <a:rect l="l" t="t" r="r" b="b"/>
              <a:pathLst>
                <a:path w="45720" h="27939">
                  <a:moveTo>
                    <a:pt x="45141" y="27612"/>
                  </a:moveTo>
                  <a:lnTo>
                    <a:pt x="0" y="13899"/>
                  </a:lnTo>
                  <a:lnTo>
                    <a:pt x="6825" y="0"/>
                  </a:lnTo>
                  <a:lnTo>
                    <a:pt x="45141" y="27612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/>
          <p:cNvGrpSpPr/>
          <p:nvPr/>
        </p:nvGrpSpPr>
        <p:grpSpPr>
          <a:xfrm>
            <a:off x="8401217" y="5897372"/>
            <a:ext cx="3289300" cy="448945"/>
            <a:chOff x="8401217" y="5897372"/>
            <a:chExt cx="3289300" cy="448945"/>
          </a:xfrm>
        </p:grpSpPr>
        <p:sp>
          <p:nvSpPr>
            <p:cNvPr id="38" name="object 38"/>
            <p:cNvSpPr/>
            <p:nvPr/>
          </p:nvSpPr>
          <p:spPr>
            <a:xfrm>
              <a:off x="8408973" y="6121744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408973" y="5905129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23"/>
                  </a:moveTo>
                  <a:lnTo>
                    <a:pt x="5719" y="166952"/>
                  </a:lnTo>
                  <a:lnTo>
                    <a:pt x="22012" y="121357"/>
                  </a:lnTo>
                  <a:lnTo>
                    <a:pt x="47579" y="81135"/>
                  </a:lnTo>
                  <a:lnTo>
                    <a:pt x="81124" y="47589"/>
                  </a:lnTo>
                  <a:lnTo>
                    <a:pt x="121346" y="22017"/>
                  </a:lnTo>
                  <a:lnTo>
                    <a:pt x="166948" y="5721"/>
                  </a:lnTo>
                  <a:lnTo>
                    <a:pt x="216630" y="0"/>
                  </a:lnTo>
                  <a:lnTo>
                    <a:pt x="266289" y="5721"/>
                  </a:lnTo>
                  <a:lnTo>
                    <a:pt x="311881" y="22017"/>
                  </a:lnTo>
                  <a:lnTo>
                    <a:pt x="352105" y="47589"/>
                  </a:lnTo>
                  <a:lnTo>
                    <a:pt x="385657" y="81135"/>
                  </a:lnTo>
                  <a:lnTo>
                    <a:pt x="411236" y="121357"/>
                  </a:lnTo>
                  <a:lnTo>
                    <a:pt x="427538" y="166952"/>
                  </a:lnTo>
                  <a:lnTo>
                    <a:pt x="433261" y="216623"/>
                  </a:lnTo>
                  <a:lnTo>
                    <a:pt x="427538" y="266291"/>
                  </a:lnTo>
                  <a:lnTo>
                    <a:pt x="411236" y="311886"/>
                  </a:lnTo>
                  <a:lnTo>
                    <a:pt x="385657" y="352107"/>
                  </a:lnTo>
                  <a:lnTo>
                    <a:pt x="352105" y="385654"/>
                  </a:lnTo>
                  <a:lnTo>
                    <a:pt x="311881" y="411227"/>
                  </a:lnTo>
                  <a:lnTo>
                    <a:pt x="266289" y="427524"/>
                  </a:lnTo>
                  <a:lnTo>
                    <a:pt x="216630" y="433246"/>
                  </a:lnTo>
                  <a:lnTo>
                    <a:pt x="166948" y="427524"/>
                  </a:lnTo>
                  <a:lnTo>
                    <a:pt x="121346" y="411227"/>
                  </a:lnTo>
                  <a:lnTo>
                    <a:pt x="81124" y="385654"/>
                  </a:lnTo>
                  <a:lnTo>
                    <a:pt x="47579" y="352107"/>
                  </a:lnTo>
                  <a:lnTo>
                    <a:pt x="22012" y="311886"/>
                  </a:lnTo>
                  <a:lnTo>
                    <a:pt x="5719" y="266291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/>
          <p:cNvGrpSpPr/>
          <p:nvPr/>
        </p:nvGrpSpPr>
        <p:grpSpPr>
          <a:xfrm>
            <a:off x="6809775" y="11694117"/>
            <a:ext cx="3289300" cy="448945"/>
            <a:chOff x="6809775" y="11694117"/>
            <a:chExt cx="3289300" cy="448945"/>
          </a:xfrm>
        </p:grpSpPr>
        <p:sp>
          <p:nvSpPr>
            <p:cNvPr id="41" name="object 41"/>
            <p:cNvSpPr/>
            <p:nvPr/>
          </p:nvSpPr>
          <p:spPr>
            <a:xfrm>
              <a:off x="6817531" y="11918504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6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817531" y="11701873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21" y="166972"/>
                  </a:lnTo>
                  <a:lnTo>
                    <a:pt x="22017" y="121380"/>
                  </a:lnTo>
                  <a:lnTo>
                    <a:pt x="47589" y="81156"/>
                  </a:lnTo>
                  <a:lnTo>
                    <a:pt x="81135" y="47604"/>
                  </a:lnTo>
                  <a:lnTo>
                    <a:pt x="121357" y="22025"/>
                  </a:lnTo>
                  <a:lnTo>
                    <a:pt x="166952" y="5723"/>
                  </a:lnTo>
                  <a:lnTo>
                    <a:pt x="216623" y="0"/>
                  </a:lnTo>
                  <a:lnTo>
                    <a:pt x="266293" y="5723"/>
                  </a:lnTo>
                  <a:lnTo>
                    <a:pt x="311889" y="22025"/>
                  </a:lnTo>
                  <a:lnTo>
                    <a:pt x="352110" y="47604"/>
                  </a:lnTo>
                  <a:lnTo>
                    <a:pt x="385657" y="81156"/>
                  </a:lnTo>
                  <a:lnTo>
                    <a:pt x="411228" y="121380"/>
                  </a:lnTo>
                  <a:lnTo>
                    <a:pt x="427525" y="166972"/>
                  </a:lnTo>
                  <a:lnTo>
                    <a:pt x="433246" y="216630"/>
                  </a:lnTo>
                  <a:lnTo>
                    <a:pt x="427525" y="266313"/>
                  </a:lnTo>
                  <a:lnTo>
                    <a:pt x="411228" y="311915"/>
                  </a:lnTo>
                  <a:lnTo>
                    <a:pt x="385657" y="352137"/>
                  </a:lnTo>
                  <a:lnTo>
                    <a:pt x="352110" y="385682"/>
                  </a:lnTo>
                  <a:lnTo>
                    <a:pt x="311889" y="411249"/>
                  </a:lnTo>
                  <a:lnTo>
                    <a:pt x="266293" y="427542"/>
                  </a:lnTo>
                  <a:lnTo>
                    <a:pt x="216623" y="433261"/>
                  </a:lnTo>
                  <a:lnTo>
                    <a:pt x="166952" y="427542"/>
                  </a:lnTo>
                  <a:lnTo>
                    <a:pt x="121357" y="411249"/>
                  </a:lnTo>
                  <a:lnTo>
                    <a:pt x="81135" y="385682"/>
                  </a:lnTo>
                  <a:lnTo>
                    <a:pt x="47589" y="352137"/>
                  </a:lnTo>
                  <a:lnTo>
                    <a:pt x="22017" y="311915"/>
                  </a:lnTo>
                  <a:lnTo>
                    <a:pt x="5721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276875" y="272755"/>
          <a:ext cx="19626580" cy="12836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15940"/>
                <a:gridCol w="111759"/>
                <a:gridCol w="111759"/>
                <a:gridCol w="111759"/>
                <a:gridCol w="111759"/>
                <a:gridCol w="129540"/>
                <a:gridCol w="93980"/>
                <a:gridCol w="111759"/>
                <a:gridCol w="111759"/>
                <a:gridCol w="111759"/>
                <a:gridCol w="111759"/>
                <a:gridCol w="100965"/>
              </a:tblGrid>
              <a:tr h="296545">
                <a:tc rowSpan="11">
                  <a:txBody>
                    <a:bodyPr/>
                    <a:lstStyle/>
                    <a:p>
                      <a:pPr marL="8425815" marR="7130415" indent="577850">
                        <a:lnSpc>
                          <a:spcPct val="325100"/>
                        </a:lnSpc>
                        <a:spcBef>
                          <a:spcPts val="585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XFMR/ GREAT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POWER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GROUNDING</a:t>
                      </a:r>
                      <a:r>
                        <a:rPr dirty="0" sz="11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ELECTRODE</a:t>
                      </a:r>
                      <a:r>
                        <a:rPr dirty="0" sz="11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CONDUCTOR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4515465" marR="2247900">
                        <a:lnSpc>
                          <a:spcPct val="100899"/>
                        </a:lnSpc>
                        <a:spcBef>
                          <a:spcPts val="405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XFMR/ GREAT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POWER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TERMINAL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791210">
                        <a:lnSpc>
                          <a:spcPts val="1275"/>
                        </a:lnSpc>
                        <a:tabLst>
                          <a:tab pos="9649460" algn="l"/>
                        </a:tabLst>
                      </a:pPr>
                      <a:r>
                        <a:rPr dirty="0" baseline="-17676" sz="1650" spc="-15">
                          <a:latin typeface="Verdana"/>
                          <a:cs typeface="Verdana"/>
                        </a:rPr>
                        <a:t>NOTES:</a:t>
                      </a:r>
                      <a:r>
                        <a:rPr dirty="0" baseline="-17676" sz="165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GROUNDING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CLAMP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054735" indent="-263525">
                        <a:lnSpc>
                          <a:spcPct val="100000"/>
                        </a:lnSpc>
                        <a:spcBef>
                          <a:spcPts val="375"/>
                        </a:spcBef>
                        <a:buAutoNum type="arabicPeriod"/>
                        <a:tabLst>
                          <a:tab pos="1054735" algn="l"/>
                          <a:tab pos="15513050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SIZE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OF CONDUCTORS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SHALL COMPLY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WITH CEC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250.94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5/8"Ø x </a:t>
                      </a:r>
                      <a:r>
                        <a:rPr dirty="0" baseline="-10101" sz="1650" spc="-15">
                          <a:latin typeface="Verdana"/>
                          <a:cs typeface="Verdana"/>
                        </a:rPr>
                        <a:t>8'-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0" LONG COPPER </a:t>
                      </a:r>
                      <a:r>
                        <a:rPr dirty="0" baseline="-10101" sz="1650" spc="-30">
                          <a:latin typeface="Verdana"/>
                          <a:cs typeface="Verdana"/>
                        </a:rPr>
                        <a:t>CLAD</a:t>
                      </a:r>
                      <a:endParaRPr baseline="-10101" sz="1650">
                        <a:latin typeface="Verdana"/>
                        <a:cs typeface="Verdana"/>
                      </a:endParaRPr>
                    </a:p>
                    <a:p>
                      <a:pPr marL="15513050">
                        <a:lnSpc>
                          <a:spcPts val="1225"/>
                        </a:lnSpc>
                        <a:spcBef>
                          <a:spcPts val="210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GROUND ROD OR OTHER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ELECTRODE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054735" indent="-263525">
                        <a:lnSpc>
                          <a:spcPts val="1225"/>
                        </a:lnSpc>
                        <a:buAutoNum type="arabicPeriod" startAt="2"/>
                        <a:tabLst>
                          <a:tab pos="1054735" algn="l"/>
                          <a:tab pos="15513050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BOND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SEPARATE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CONDUCTORS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FROM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INVERTER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METAL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BUILDING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FRAME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AS</a:t>
                      </a:r>
                      <a:r>
                        <a:rPr dirty="0" baseline="-10101" sz="1650" spc="-2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SPECIFIED</a:t>
                      </a:r>
                      <a:r>
                        <a:rPr dirty="0" baseline="-10101" sz="1650" spc="-2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BY</a:t>
                      </a:r>
                      <a:r>
                        <a:rPr dirty="0" baseline="-10101" sz="1650" spc="-2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CEC</a:t>
                      </a:r>
                      <a:r>
                        <a:rPr dirty="0" baseline="-10101" sz="1650" spc="-2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 spc="-15">
                          <a:latin typeface="Verdana"/>
                          <a:cs typeface="Verdana"/>
                        </a:rPr>
                        <a:t>250.52</a:t>
                      </a:r>
                      <a:endParaRPr baseline="-10101" sz="1650">
                        <a:latin typeface="Verdana"/>
                        <a:cs typeface="Verdana"/>
                      </a:endParaRPr>
                    </a:p>
                    <a:p>
                      <a:pPr marL="1054735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960359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IF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POSSIBLE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(CEC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250.68)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27777" sz="1650">
                          <a:latin typeface="Verdana"/>
                          <a:cs typeface="Verdana"/>
                        </a:rPr>
                        <a:t>CONCRETE FOUNDATION </a:t>
                      </a:r>
                      <a:r>
                        <a:rPr dirty="0" baseline="-27777" sz="1650" spc="-37">
                          <a:latin typeface="Verdana"/>
                          <a:cs typeface="Verdana"/>
                        </a:rPr>
                        <a:t>PAD</a:t>
                      </a:r>
                      <a:endParaRPr baseline="-27777" sz="1650">
                        <a:latin typeface="Verdana"/>
                        <a:cs typeface="Verdana"/>
                      </a:endParaRPr>
                    </a:p>
                    <a:p>
                      <a:pPr marL="15513050">
                        <a:lnSpc>
                          <a:spcPts val="1225"/>
                        </a:lnSpc>
                        <a:spcBef>
                          <a:spcPts val="210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INSTALLED</a:t>
                      </a:r>
                      <a:r>
                        <a:rPr dirty="0" sz="11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WITHIN</a:t>
                      </a:r>
                      <a:r>
                        <a:rPr dirty="0" sz="110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STUB-UP</a:t>
                      </a:r>
                      <a:r>
                        <a:rPr dirty="0" sz="1100" spc="-20">
                          <a:latin typeface="Verdana"/>
                          <a:cs typeface="Verdana"/>
                        </a:rPr>
                        <a:t> AREA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1054735" indent="-263525">
                        <a:lnSpc>
                          <a:spcPts val="1225"/>
                        </a:lnSpc>
                        <a:buAutoNum type="arabicPeriod" startAt="3"/>
                        <a:tabLst>
                          <a:tab pos="1054735" algn="l"/>
                          <a:tab pos="15513050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GROUND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METAL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PIPE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EMBEDDED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AT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LEAST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10'-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0"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INTO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THE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SOIL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25">
                          <a:latin typeface="Verdana"/>
                          <a:cs typeface="Verdana"/>
                        </a:rPr>
                        <a:t>IF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SEE</a:t>
                      </a:r>
                      <a:r>
                        <a:rPr dirty="0" baseline="-10101" sz="1650" spc="-37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SHEETS</a:t>
                      </a:r>
                      <a:r>
                        <a:rPr dirty="0" baseline="-10101" sz="165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S1.1</a:t>
                      </a:r>
                      <a:r>
                        <a:rPr dirty="0" baseline="-10101" sz="1650" spc="-37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>
                          <a:latin typeface="Verdana"/>
                          <a:cs typeface="Verdana"/>
                        </a:rPr>
                        <a:t>FOR</a:t>
                      </a:r>
                      <a:r>
                        <a:rPr dirty="0" baseline="-10101" sz="165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10101" sz="1650" spc="-15">
                          <a:latin typeface="Verdana"/>
                          <a:cs typeface="Verdana"/>
                        </a:rPr>
                        <a:t>LOCATION</a:t>
                      </a:r>
                      <a:endParaRPr baseline="-10101" sz="1650">
                        <a:latin typeface="Verdana"/>
                        <a:cs typeface="Verdana"/>
                      </a:endParaRPr>
                    </a:p>
                    <a:p>
                      <a:pPr marL="1054735">
                        <a:lnSpc>
                          <a:spcPct val="100000"/>
                        </a:lnSpc>
                        <a:spcBef>
                          <a:spcPts val="10"/>
                        </a:spcBef>
                        <a:tabLst>
                          <a:tab pos="7739380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AVAILABLE (CEC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250.68)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baseline="12626" sz="1650" spc="-15">
                          <a:latin typeface="Verdana"/>
                          <a:cs typeface="Verdana"/>
                        </a:rPr>
                        <a:t>GRADE</a:t>
                      </a:r>
                      <a:endParaRPr baseline="12626" sz="165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54735" marR="11268075" indent="-264160">
                        <a:lnSpc>
                          <a:spcPct val="100899"/>
                        </a:lnSpc>
                        <a:spcBef>
                          <a:spcPts val="5"/>
                        </a:spcBef>
                        <a:buAutoNum type="arabicPeriod" startAt="4"/>
                        <a:tabLst>
                          <a:tab pos="1054735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CHECK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RESISTANCE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GROUND.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IF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RESISTANCE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EXCEEDS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25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OHMS,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INSTALL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ADDITIONAL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GROUND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RODS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CONDUCTORS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SHOWN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SEPARATED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AT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LEAST 6'-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0"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UNTIL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RESISTANCE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IS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REDUCED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TO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25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OHMS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OR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LESS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(CEC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250.52).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PROVIDE THIRD PARTY GROUND RESISTANCE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TEST.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Verdana"/>
                        <a:buAutoNum type="arabicPeriod" startAt="4"/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54735" indent="-263525">
                        <a:lnSpc>
                          <a:spcPct val="100000"/>
                        </a:lnSpc>
                        <a:buAutoNum type="arabicPeriod" startAt="4"/>
                        <a:tabLst>
                          <a:tab pos="1054735" algn="l"/>
                        </a:tabLst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PROVIDE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GAS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WATER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BOND</a:t>
                      </a:r>
                      <a:r>
                        <a:rPr dirty="0" sz="1100" spc="-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>
                          <a:latin typeface="Verdana"/>
                          <a:cs typeface="Verdana"/>
                        </a:rPr>
                        <a:t>(IF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 APPLICABLE).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235950" marR="6850380" indent="75565">
                        <a:lnSpc>
                          <a:spcPct val="167100"/>
                        </a:lnSpc>
                        <a:tabLst>
                          <a:tab pos="8587105" algn="l"/>
                          <a:tab pos="8620760" algn="l"/>
                        </a:tabLst>
                      </a:pPr>
                      <a:r>
                        <a:rPr dirty="0" baseline="-17543" sz="1425" spc="-75">
                          <a:latin typeface="Calibri"/>
                          <a:cs typeface="Calibri"/>
                        </a:rPr>
                        <a:t>1</a:t>
                      </a:r>
                      <a:r>
                        <a:rPr dirty="0" baseline="-17543" sz="1425">
                          <a:latin typeface="Calibri"/>
                          <a:cs typeface="Calibri"/>
                        </a:rPr>
                        <a:t>		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GROUNDING</a:t>
                      </a:r>
                      <a:r>
                        <a:rPr dirty="0" sz="9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ELECTRODE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DETAIL: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XFMR/</a:t>
                      </a:r>
                      <a:r>
                        <a:rPr dirty="0" sz="9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BESS/</a:t>
                      </a:r>
                      <a:r>
                        <a:rPr dirty="0" sz="9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INVERER </a:t>
                      </a:r>
                      <a:r>
                        <a:rPr dirty="0" baseline="23391" sz="1425" spc="-30">
                          <a:latin typeface="Calibri"/>
                          <a:cs typeface="Calibri"/>
                        </a:rPr>
                        <a:t>S2.0</a:t>
                      </a:r>
                      <a:r>
                        <a:rPr dirty="0" baseline="23391" sz="142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700">
                          <a:latin typeface="Verdana"/>
                          <a:cs typeface="Verdana"/>
                        </a:rPr>
                        <a:t>SCALE:</a:t>
                      </a:r>
                      <a:r>
                        <a:rPr dirty="0" sz="700" spc="1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25">
                          <a:latin typeface="Verdana"/>
                          <a:cs typeface="Verdana"/>
                        </a:rPr>
                        <a:t>NTS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4165580" marR="2910840">
                        <a:lnSpc>
                          <a:spcPts val="700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REVIEWED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COMPLIANCE</a:t>
                      </a:r>
                      <a:r>
                        <a:rPr dirty="0" sz="60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SUBJECT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FIELD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INSPECTION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14165580" marR="3090545">
                        <a:lnSpc>
                          <a:spcPts val="700"/>
                        </a:lnSpc>
                        <a:spcBef>
                          <a:spcPts val="5"/>
                        </a:spcBef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Oakland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Fire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Department</a:t>
                      </a:r>
                      <a:r>
                        <a:rPr dirty="0" sz="60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Fire</a:t>
                      </a:r>
                      <a:r>
                        <a:rPr dirty="0" sz="600" spc="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Prevention</a:t>
                      </a:r>
                      <a:r>
                        <a:rPr dirty="0" sz="600" spc="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Bureau</a:t>
                      </a:r>
                      <a:r>
                        <a:rPr dirty="0" sz="600" spc="19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5">
                          <a:solidFill>
                            <a:srgbClr val="FF0000"/>
                          </a:solidFill>
                          <a:latin typeface="Vladimir Script"/>
                          <a:cs typeface="Vladimir Script"/>
                        </a:rPr>
                        <a:t>PCB</a:t>
                      </a:r>
                      <a:r>
                        <a:rPr dirty="0" sz="600" spc="500">
                          <a:solidFill>
                            <a:srgbClr val="FF0000"/>
                          </a:solidFill>
                          <a:latin typeface="Vladimir Script"/>
                          <a:cs typeface="Vladimir Script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Oakland,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94612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540"/>
                        </a:lnSpc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FDPR26-00369</a:t>
                      </a:r>
                      <a:r>
                        <a:rPr dirty="0" sz="600" spc="4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04.13.26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6720205">
                        <a:lnSpc>
                          <a:spcPts val="994"/>
                        </a:lnSpc>
                        <a:tabLst>
                          <a:tab pos="7028815" algn="l"/>
                          <a:tab pos="14165580" algn="l"/>
                        </a:tabLst>
                      </a:pPr>
                      <a:r>
                        <a:rPr dirty="0" baseline="-17543" sz="1425" spc="-75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baseline="-17543" sz="142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DIAGRAM</a:t>
                      </a:r>
                      <a:r>
                        <a:rPr dirty="0" sz="9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9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GROUNDING</a:t>
                      </a:r>
                      <a:r>
                        <a:rPr dirty="0" sz="9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POINTS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41</a:t>
                      </a:r>
                      <a:r>
                        <a:rPr dirty="0" baseline="9259" sz="900" spc="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Tunnel</a:t>
                      </a:r>
                      <a:r>
                        <a:rPr dirty="0" baseline="925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Rd.</a:t>
                      </a:r>
                      <a:r>
                        <a:rPr dirty="0" baseline="925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baseline="9259" sz="900" spc="22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9259" sz="900" spc="-1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B2600362</a:t>
                      </a:r>
                      <a:endParaRPr baseline="9259" sz="900">
                        <a:latin typeface="Arial"/>
                        <a:cs typeface="Arial"/>
                      </a:endParaRPr>
                    </a:p>
                    <a:p>
                      <a:pPr marL="6644640">
                        <a:lnSpc>
                          <a:spcPts val="1095"/>
                        </a:lnSpc>
                        <a:spcBef>
                          <a:spcPts val="185"/>
                        </a:spcBef>
                        <a:tabLst>
                          <a:tab pos="6995795" algn="l"/>
                          <a:tab pos="14165580" algn="l"/>
                        </a:tabLst>
                      </a:pPr>
                      <a:r>
                        <a:rPr dirty="0" baseline="-8771" sz="1425" spc="-30">
                          <a:latin typeface="Calibri"/>
                          <a:cs typeface="Calibri"/>
                        </a:rPr>
                        <a:t>S2.0</a:t>
                      </a:r>
                      <a:r>
                        <a:rPr dirty="0" baseline="-8771" sz="1425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47619" sz="1050">
                          <a:latin typeface="Verdana"/>
                          <a:cs typeface="Verdana"/>
                        </a:rPr>
                        <a:t>SCALE:</a:t>
                      </a:r>
                      <a:r>
                        <a:rPr dirty="0" baseline="-47619" sz="1050" spc="202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baseline="-47619" sz="1050" spc="-37">
                          <a:latin typeface="Verdana"/>
                          <a:cs typeface="Verdana"/>
                        </a:rPr>
                        <a:t>NTS</a:t>
                      </a:r>
                      <a:r>
                        <a:rPr dirty="0" baseline="-47619" sz="1050">
                          <a:latin typeface="Verdana"/>
                          <a:cs typeface="Verdana"/>
                        </a:rPr>
                        <a:t>	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OFD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NOTES: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14165580">
                        <a:lnSpc>
                          <a:spcPts val="665"/>
                        </a:lnSpc>
                      </a:pPr>
                      <a:r>
                        <a:rPr dirty="0" sz="6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algn="just" marL="14165580" marR="2440305">
                        <a:lnSpc>
                          <a:spcPts val="700"/>
                        </a:lnSpc>
                        <a:spcBef>
                          <a:spcPts val="35"/>
                        </a:spcBef>
                      </a:pP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Provide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minimum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feet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setback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with</a:t>
                      </a:r>
                      <a:r>
                        <a:rPr dirty="0" sz="60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non-combustible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vegetation</a:t>
                      </a:r>
                      <a:r>
                        <a:rPr dirty="0" sz="600" spc="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600" spc="3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structure.</a:t>
                      </a:r>
                      <a:r>
                        <a:rPr dirty="0" sz="600" spc="229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Ref.</a:t>
                      </a:r>
                      <a:r>
                        <a:rPr dirty="0" sz="60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CA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Wildland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Urban</a:t>
                      </a:r>
                      <a:r>
                        <a:rPr dirty="0" sz="600" spc="2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Interface</a:t>
                      </a:r>
                      <a:r>
                        <a:rPr dirty="0" sz="600" spc="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00" spc="-1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Code.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r" marR="4559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300">
                          <a:latin typeface="Calibri"/>
                          <a:cs typeface="Calibri"/>
                        </a:rPr>
                        <a:t>EXP.</a:t>
                      </a:r>
                      <a:r>
                        <a:rPr dirty="0" sz="3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300" spc="-10">
                          <a:latin typeface="Calibri"/>
                          <a:cs typeface="Calibri"/>
                        </a:rPr>
                        <a:t>3/31/21</a:t>
                      </a:r>
                      <a:endParaRPr sz="3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25">
                          <a:latin typeface="Verdana"/>
                          <a:cs typeface="Verdana"/>
                        </a:rPr>
                        <a:t>ER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655"/>
                        </a:lnSpc>
                        <a:spcBef>
                          <a:spcPts val="40"/>
                        </a:spcBef>
                      </a:pPr>
                      <a:r>
                        <a:rPr dirty="0" sz="600" spc="-25" b="1">
                          <a:latin typeface="Verdana"/>
                          <a:cs typeface="Verdana"/>
                        </a:rPr>
                        <a:t>BY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508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07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>
                          <a:latin typeface="Verdana"/>
                          <a:cs typeface="Verdana"/>
                        </a:rPr>
                        <a:t>UPDATED</a:t>
                      </a:r>
                      <a:r>
                        <a:rPr dirty="0" sz="600" spc="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>
                          <a:latin typeface="Verdana"/>
                          <a:cs typeface="Verdana"/>
                        </a:rPr>
                        <a:t>WITH</a:t>
                      </a:r>
                      <a:r>
                        <a:rPr dirty="0" sz="60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>
                          <a:latin typeface="Verdana"/>
                          <a:cs typeface="Verdana"/>
                        </a:rPr>
                        <a:t>LATEST</a:t>
                      </a:r>
                      <a:r>
                        <a:rPr dirty="0" sz="60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>
                          <a:latin typeface="Verdana"/>
                          <a:cs typeface="Verdana"/>
                        </a:rPr>
                        <a:t>AHJ</a:t>
                      </a:r>
                      <a:r>
                        <a:rPr dirty="0" sz="600" spc="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10">
                          <a:latin typeface="Verdana"/>
                          <a:cs typeface="Verdana"/>
                        </a:rPr>
                        <a:t>COMMENTS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022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550" spc="-10">
                          <a:latin typeface="Verdana"/>
                          <a:cs typeface="Verdana"/>
                        </a:rPr>
                        <a:t>{{ISSUE_DATE}}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397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620"/>
                        </a:lnSpc>
                        <a:spcBef>
                          <a:spcPts val="75"/>
                        </a:spcBef>
                      </a:pPr>
                      <a:r>
                        <a:rPr dirty="0" sz="600" b="1">
                          <a:latin typeface="Verdana"/>
                          <a:cs typeface="Verdana"/>
                        </a:rPr>
                        <a:t>REV.</a:t>
                      </a:r>
                      <a:r>
                        <a:rPr dirty="0" sz="600" spc="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20" b="1">
                          <a:latin typeface="Verdana"/>
                          <a:cs typeface="Verdana"/>
                        </a:rPr>
                        <a:t>DATE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952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80"/>
                        </a:spcBef>
                      </a:pPr>
                      <a:r>
                        <a:rPr dirty="0" sz="600" spc="-50">
                          <a:latin typeface="Verdana"/>
                          <a:cs typeface="Verdana"/>
                        </a:rPr>
                        <a:t>1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1016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690"/>
                        </a:lnSpc>
                        <a:spcBef>
                          <a:spcPts val="5"/>
                        </a:spcBef>
                      </a:pPr>
                      <a:r>
                        <a:rPr dirty="0" sz="600" b="1">
                          <a:latin typeface="Verdana"/>
                          <a:cs typeface="Verdana"/>
                        </a:rPr>
                        <a:t>REV.</a:t>
                      </a:r>
                      <a:r>
                        <a:rPr dirty="0" sz="600" spc="15" b="1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600" spc="-50" b="1">
                          <a:latin typeface="Verdana"/>
                          <a:cs typeface="Verdana"/>
                        </a:rPr>
                        <a:t>#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635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0751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 algn="ctr" marL="3175">
                        <a:lnSpc>
                          <a:spcPts val="1065"/>
                        </a:lnSpc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PO BOX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10637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CLINTON, IOWA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52732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Verdana"/>
                          <a:cs typeface="Verdana"/>
                        </a:rPr>
                        <a:t>PH:</a:t>
                      </a:r>
                      <a:r>
                        <a:rPr dirty="0" sz="1100" spc="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100" spc="-10">
                          <a:latin typeface="Verdana"/>
                          <a:cs typeface="Verdana"/>
                        </a:rPr>
                        <a:t>{{GC_PHONE}}</a:t>
                      </a:r>
                      <a:r>
                        <a:rPr dirty="0" sz="1100" spc="-20">
                          <a:latin typeface="Verdana"/>
                          <a:cs typeface="Verdana"/>
                        </a:rPr>
                        <a:t>9990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B="0" marT="0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7047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700" b="1">
                          <a:latin typeface="Arial"/>
                          <a:cs typeface="Arial"/>
                        </a:rPr>
                        <a:t>{{PROJECT_NAME}}</a:t>
                      </a:r>
                      <a:r>
                        <a:rPr dirty="0" sz="17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00" spc="-20" b="1">
                          <a:latin typeface="Arial"/>
                          <a:cs typeface="Arial"/>
                        </a:rPr>
                        <a:t>Club</a:t>
                      </a:r>
                      <a:endParaRPr sz="1700">
                        <a:latin typeface="Arial"/>
                        <a:cs typeface="Arial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41</a:t>
                      </a:r>
                      <a:r>
                        <a:rPr dirty="0" sz="13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Tunnel</a:t>
                      </a:r>
                      <a:r>
                        <a:rPr dirty="0" sz="13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20">
                          <a:latin typeface="Arial"/>
                          <a:cs typeface="Arial"/>
                        </a:rPr>
                        <a:t>Road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102235" marR="2962910" indent="635">
                        <a:lnSpc>
                          <a:spcPct val="127600"/>
                        </a:lnSpc>
                        <a:spcBef>
                          <a:spcPts val="110"/>
                        </a:spcBef>
                      </a:pPr>
                      <a:r>
                        <a:rPr dirty="0" sz="1350">
                          <a:latin typeface="Arial"/>
                          <a:cs typeface="Arial"/>
                        </a:rPr>
                        <a:t>{{CITY_STATE}}</a:t>
                      </a:r>
                      <a:r>
                        <a:rPr dirty="0" sz="135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CA</a:t>
                      </a:r>
                      <a:r>
                        <a:rPr dirty="0" sz="135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94705 </a:t>
                      </a:r>
                      <a:r>
                        <a:rPr dirty="0" sz="1350">
                          <a:latin typeface="Arial"/>
                          <a:cs typeface="Arial"/>
                        </a:rPr>
                        <a:t>APN:</a:t>
                      </a:r>
                      <a:r>
                        <a:rPr dirty="0" sz="1350" spc="-10">
                          <a:latin typeface="Arial"/>
                          <a:cs typeface="Arial"/>
                        </a:rPr>
                        <a:t> 048H-7670-</a:t>
                      </a:r>
                      <a:r>
                        <a:rPr dirty="0" sz="1350" spc="-25">
                          <a:latin typeface="Arial"/>
                          <a:cs typeface="Arial"/>
                        </a:rPr>
                        <a:t>027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33019" vert="vert27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0407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20" b="1">
                          <a:latin typeface="Verdana"/>
                          <a:cs typeface="Verdana"/>
                        </a:rPr>
                        <a:t>S2.0</a:t>
                      </a:r>
                      <a:endParaRPr sz="1800">
                        <a:latin typeface="Verdana"/>
                        <a:cs typeface="Verdana"/>
                      </a:endParaRPr>
                    </a:p>
                    <a:p>
                      <a:pPr algn="ctr" marL="44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700">
                          <a:latin typeface="Verdana"/>
                          <a:cs typeface="Verdana"/>
                        </a:rPr>
                        <a:t>GROUNDING</a:t>
                      </a:r>
                      <a:r>
                        <a:rPr dirty="0" sz="700" spc="19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700" spc="-10">
                          <a:latin typeface="Verdana"/>
                          <a:cs typeface="Verdana"/>
                        </a:rPr>
                        <a:t>DETAIL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64769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187325" marR="55244" indent="-128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550">
                          <a:latin typeface="Verdana"/>
                          <a:cs typeface="Verdana"/>
                        </a:rPr>
                        <a:t>FIRST</a:t>
                      </a:r>
                      <a:r>
                        <a:rPr dirty="0" sz="550" spc="-2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550" spc="-10">
                          <a:latin typeface="Verdana"/>
                          <a:cs typeface="Verdana"/>
                        </a:rPr>
                        <a:t>ISSUE</a:t>
                      </a:r>
                      <a:r>
                        <a:rPr dirty="0" sz="550" spc="50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550" spc="-10">
                          <a:latin typeface="Verdana"/>
                          <a:cs typeface="Verdana"/>
                        </a:rPr>
                        <a:t>DATE: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393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{{ISSUE_DATE}}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dirty="0" sz="550">
                          <a:latin typeface="Verdana"/>
                          <a:cs typeface="Verdana"/>
                        </a:rPr>
                        <a:t>DESIGNED</a:t>
                      </a:r>
                      <a:r>
                        <a:rPr dirty="0" sz="55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550" spc="-25">
                          <a:latin typeface="Verdana"/>
                          <a:cs typeface="Verdana"/>
                        </a:rPr>
                        <a:t>BY: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20">
                          <a:latin typeface="Verdana"/>
                          <a:cs typeface="Verdana"/>
                        </a:rPr>
                        <a:t>{{DESIGNED_BY}}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701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</a:pPr>
                      <a:r>
                        <a:rPr dirty="0" sz="550">
                          <a:latin typeface="Verdana"/>
                          <a:cs typeface="Verdana"/>
                        </a:rPr>
                        <a:t>CHECKED</a:t>
                      </a:r>
                      <a:r>
                        <a:rPr dirty="0" sz="550" spc="-3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550" spc="-25">
                          <a:latin typeface="Verdana"/>
                          <a:cs typeface="Verdana"/>
                        </a:rPr>
                        <a:t>BY: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B="0" marT="127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700" spc="-10">
                          <a:latin typeface="Verdana"/>
                          <a:cs typeface="Verdana"/>
                        </a:rPr>
                        <a:t>{{CHECKED_BY}}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B="0" marT="7175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3050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4295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800">
                          <a:latin typeface="Verdana"/>
                          <a:cs typeface="Verdana"/>
                        </a:rPr>
                        <a:t>JOB</a:t>
                      </a:r>
                      <a:r>
                        <a:rPr dirty="0" sz="800" spc="-2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800" spc="-20">
                          <a:latin typeface="Verdana"/>
                          <a:cs typeface="Verdana"/>
                        </a:rPr>
                        <a:t>NO.: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B="0" marT="533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6"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600">
                          <a:latin typeface="Verdana"/>
                          <a:cs typeface="Verdana"/>
                        </a:rPr>
                        <a:t>25-</a:t>
                      </a:r>
                      <a:r>
                        <a:rPr dirty="0" sz="600" spc="-25">
                          <a:latin typeface="Verdana"/>
                          <a:cs typeface="Verdana"/>
                        </a:rPr>
                        <a:t>48</a:t>
                      </a:r>
                      <a:endParaRPr sz="600">
                        <a:latin typeface="Verdana"/>
                        <a:cs typeface="Verdana"/>
                      </a:endParaRPr>
                    </a:p>
                  </a:txBody>
                  <a:tcPr marL="0" marR="0" marB="0" marT="6921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44" name="object 4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60785" y="6895696"/>
            <a:ext cx="6945933" cy="43990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195071" y="12887565"/>
            <a:ext cx="624205" cy="230504"/>
          </a:xfrm>
          <a:custGeom>
            <a:avLst/>
            <a:gdLst/>
            <a:ahLst/>
            <a:cxnLst/>
            <a:rect l="l" t="t" r="r" b="b"/>
            <a:pathLst>
              <a:path w="624205" h="230505">
                <a:moveTo>
                  <a:pt x="0" y="0"/>
                </a:moveTo>
                <a:lnTo>
                  <a:pt x="623987" y="0"/>
                </a:lnTo>
                <a:lnTo>
                  <a:pt x="623987" y="230359"/>
                </a:lnTo>
                <a:lnTo>
                  <a:pt x="0" y="230359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5FF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378215" y="12943120"/>
            <a:ext cx="258445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Verdana"/>
                <a:cs typeface="Verdana"/>
              </a:rPr>
              <a:t>25-</a:t>
            </a:r>
            <a:r>
              <a:rPr dirty="0" sz="600" spc="-25">
                <a:latin typeface="Verdana"/>
                <a:cs typeface="Verdana"/>
              </a:rPr>
              <a:t>48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6693" y="269432"/>
            <a:ext cx="19550380" cy="12856845"/>
            <a:chOff x="276693" y="269432"/>
            <a:chExt cx="19550380" cy="12856845"/>
          </a:xfrm>
        </p:grpSpPr>
        <p:sp>
          <p:nvSpPr>
            <p:cNvPr id="5" name="object 5"/>
            <p:cNvSpPr/>
            <p:nvPr/>
          </p:nvSpPr>
          <p:spPr>
            <a:xfrm>
              <a:off x="19195070" y="12887565"/>
              <a:ext cx="624205" cy="230504"/>
            </a:xfrm>
            <a:custGeom>
              <a:avLst/>
              <a:gdLst/>
              <a:ahLst/>
              <a:cxnLst/>
              <a:rect l="l" t="t" r="r" b="b"/>
              <a:pathLst>
                <a:path w="624205" h="230505">
                  <a:moveTo>
                    <a:pt x="0" y="0"/>
                  </a:moveTo>
                  <a:lnTo>
                    <a:pt x="623987" y="0"/>
                  </a:lnTo>
                  <a:lnTo>
                    <a:pt x="623987" y="230359"/>
                  </a:lnTo>
                  <a:lnTo>
                    <a:pt x="0" y="230359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05FF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84631" y="277369"/>
              <a:ext cx="19534505" cy="12840970"/>
            </a:xfrm>
            <a:custGeom>
              <a:avLst/>
              <a:gdLst/>
              <a:ahLst/>
              <a:cxnLst/>
              <a:rect l="l" t="t" r="r" b="b"/>
              <a:pathLst>
                <a:path w="19534505" h="12840969">
                  <a:moveTo>
                    <a:pt x="0" y="264"/>
                  </a:moveTo>
                  <a:lnTo>
                    <a:pt x="19534272" y="0"/>
                  </a:lnTo>
                  <a:lnTo>
                    <a:pt x="19534427" y="12840554"/>
                  </a:lnTo>
                  <a:lnTo>
                    <a:pt x="172" y="12840787"/>
                  </a:lnTo>
                  <a:lnTo>
                    <a:pt x="0" y="264"/>
                  </a:lnTo>
                  <a:close/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600713" y="275725"/>
              <a:ext cx="1219200" cy="12842240"/>
            </a:xfrm>
            <a:custGeom>
              <a:avLst/>
              <a:gdLst/>
              <a:ahLst/>
              <a:cxnLst/>
              <a:rect l="l" t="t" r="r" b="b"/>
              <a:pathLst>
                <a:path w="1219200" h="12842240">
                  <a:moveTo>
                    <a:pt x="0" y="1675"/>
                  </a:moveTo>
                  <a:lnTo>
                    <a:pt x="1218190" y="1675"/>
                  </a:lnTo>
                  <a:lnTo>
                    <a:pt x="1218190" y="12842199"/>
                  </a:lnTo>
                  <a:lnTo>
                    <a:pt x="0" y="12842199"/>
                  </a:lnTo>
                  <a:lnTo>
                    <a:pt x="0" y="1675"/>
                  </a:lnTo>
                  <a:close/>
                </a:path>
                <a:path w="1219200" h="12842240">
                  <a:moveTo>
                    <a:pt x="232" y="12611762"/>
                  </a:moveTo>
                  <a:lnTo>
                    <a:pt x="594358" y="12611762"/>
                  </a:lnTo>
                  <a:lnTo>
                    <a:pt x="594358" y="12842121"/>
                  </a:lnTo>
                  <a:lnTo>
                    <a:pt x="232" y="12842121"/>
                  </a:lnTo>
                  <a:lnTo>
                    <a:pt x="232" y="12611762"/>
                  </a:lnTo>
                  <a:close/>
                </a:path>
                <a:path w="1219200" h="12842240">
                  <a:moveTo>
                    <a:pt x="155" y="10828454"/>
                  </a:moveTo>
                  <a:lnTo>
                    <a:pt x="1218345" y="10828454"/>
                  </a:lnTo>
                  <a:lnTo>
                    <a:pt x="1218345" y="11869492"/>
                  </a:lnTo>
                  <a:lnTo>
                    <a:pt x="155" y="11869492"/>
                  </a:lnTo>
                  <a:lnTo>
                    <a:pt x="155" y="10828454"/>
                  </a:lnTo>
                  <a:close/>
                </a:path>
                <a:path w="1219200" h="12842240">
                  <a:moveTo>
                    <a:pt x="77" y="6123373"/>
                  </a:moveTo>
                  <a:lnTo>
                    <a:pt x="1218268" y="6123373"/>
                  </a:lnTo>
                  <a:lnTo>
                    <a:pt x="1218268" y="10828454"/>
                  </a:lnTo>
                  <a:lnTo>
                    <a:pt x="77" y="10828454"/>
                  </a:lnTo>
                  <a:lnTo>
                    <a:pt x="77" y="6123373"/>
                  </a:lnTo>
                  <a:close/>
                </a:path>
                <a:path w="1219200" h="12842240">
                  <a:moveTo>
                    <a:pt x="1117127" y="1609"/>
                  </a:moveTo>
                  <a:lnTo>
                    <a:pt x="1218190" y="1612"/>
                  </a:lnTo>
                  <a:lnTo>
                    <a:pt x="1218268" y="4415386"/>
                  </a:lnTo>
                  <a:lnTo>
                    <a:pt x="1117127" y="4415378"/>
                  </a:lnTo>
                  <a:lnTo>
                    <a:pt x="1117127" y="1609"/>
                  </a:lnTo>
                  <a:close/>
                </a:path>
                <a:path w="1219200" h="12842240">
                  <a:moveTo>
                    <a:pt x="232" y="1"/>
                  </a:moveTo>
                  <a:lnTo>
                    <a:pt x="111922" y="0"/>
                  </a:lnTo>
                  <a:lnTo>
                    <a:pt x="111922" y="4415440"/>
                  </a:lnTo>
                  <a:lnTo>
                    <a:pt x="232" y="4415440"/>
                  </a:lnTo>
                  <a:lnTo>
                    <a:pt x="232" y="1"/>
                  </a:lnTo>
                  <a:close/>
                </a:path>
                <a:path w="1219200" h="12842240">
                  <a:moveTo>
                    <a:pt x="853" y="3599874"/>
                  </a:moveTo>
                  <a:lnTo>
                    <a:pt x="1218811" y="3599874"/>
                  </a:lnTo>
                  <a:lnTo>
                    <a:pt x="1218811" y="4090524"/>
                  </a:lnTo>
                  <a:lnTo>
                    <a:pt x="853" y="4090524"/>
                  </a:lnTo>
                  <a:lnTo>
                    <a:pt x="853" y="3599874"/>
                  </a:lnTo>
                  <a:close/>
                </a:path>
                <a:path w="1219200" h="12842240">
                  <a:moveTo>
                    <a:pt x="232" y="1686"/>
                  </a:moveTo>
                  <a:lnTo>
                    <a:pt x="1218190" y="1669"/>
                  </a:lnTo>
                  <a:lnTo>
                    <a:pt x="1218190" y="298704"/>
                  </a:lnTo>
                  <a:lnTo>
                    <a:pt x="232" y="298721"/>
                  </a:lnTo>
                  <a:lnTo>
                    <a:pt x="232" y="1686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628495" y="12929151"/>
            <a:ext cx="492759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>
                <a:latin typeface="Verdana"/>
                <a:cs typeface="Verdana"/>
              </a:rPr>
              <a:t>JOB</a:t>
            </a:r>
            <a:r>
              <a:rPr dirty="0" sz="800" spc="-25">
                <a:latin typeface="Verdana"/>
                <a:cs typeface="Verdana"/>
              </a:rPr>
              <a:t> </a:t>
            </a:r>
            <a:r>
              <a:rPr dirty="0" sz="800" spc="-20">
                <a:latin typeface="Verdana"/>
                <a:cs typeface="Verdana"/>
              </a:rPr>
              <a:t>NO.: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38506" y="4691111"/>
            <a:ext cx="582295" cy="1708150"/>
          </a:xfrm>
          <a:custGeom>
            <a:avLst/>
            <a:gdLst/>
            <a:ahLst/>
            <a:cxnLst/>
            <a:rect l="l" t="t" r="r" b="b"/>
            <a:pathLst>
              <a:path w="582294" h="1708150">
                <a:moveTo>
                  <a:pt x="77" y="1707971"/>
                </a:moveTo>
                <a:lnTo>
                  <a:pt x="0" y="7"/>
                </a:lnTo>
                <a:lnTo>
                  <a:pt x="582026" y="0"/>
                </a:lnTo>
                <a:lnTo>
                  <a:pt x="582103" y="1707956"/>
                </a:lnTo>
                <a:lnTo>
                  <a:pt x="77" y="170797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9225483" y="4808349"/>
            <a:ext cx="533400" cy="1468755"/>
          </a:xfrm>
          <a:prstGeom prst="rect">
            <a:avLst/>
          </a:prstGeom>
        </p:spPr>
        <p:txBody>
          <a:bodyPr wrap="square" lIns="0" tIns="13335" rIns="0" bIns="0" rtlCol="0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Verdana"/>
                <a:cs typeface="Verdana"/>
              </a:rPr>
              <a:t>PO BOX </a:t>
            </a:r>
            <a:r>
              <a:rPr dirty="0" sz="1100" spc="-10">
                <a:latin typeface="Verdana"/>
                <a:cs typeface="Verdana"/>
              </a:rPr>
              <a:t>10637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CLINTON, IOWA </a:t>
            </a:r>
            <a:r>
              <a:rPr dirty="0" sz="1100" spc="-10">
                <a:latin typeface="Verdana"/>
                <a:cs typeface="Verdana"/>
              </a:rPr>
              <a:t>52732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latin typeface="Verdana"/>
                <a:cs typeface="Verdana"/>
              </a:rPr>
              <a:t>PH:</a:t>
            </a:r>
            <a:r>
              <a:rPr dirty="0" sz="1100" spc="35">
                <a:latin typeface="Verdana"/>
                <a:cs typeface="Verdana"/>
              </a:rPr>
              <a:t> </a:t>
            </a:r>
            <a:r>
              <a:rPr dirty="0" sz="1100" spc="-10">
                <a:latin typeface="Verdana"/>
                <a:cs typeface="Verdana"/>
              </a:rPr>
              <a:t>{{GC_PHONE}}</a:t>
            </a:r>
            <a:r>
              <a:rPr dirty="0" sz="1100" spc="-20">
                <a:latin typeface="Verdana"/>
                <a:cs typeface="Verdana"/>
              </a:rPr>
              <a:t>9990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04355" y="3878686"/>
            <a:ext cx="128905" cy="809625"/>
          </a:xfrm>
          <a:prstGeom prst="rect">
            <a:avLst/>
          </a:prstGeom>
        </p:spPr>
        <p:txBody>
          <a:bodyPr wrap="square" lIns="0" tIns="2286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baseline="4629" sz="900" b="1">
                <a:latin typeface="Verdana"/>
                <a:cs typeface="Verdana"/>
              </a:rPr>
              <a:t>REV.</a:t>
            </a:r>
            <a:r>
              <a:rPr dirty="0" baseline="4629" sz="900" spc="7" b="1">
                <a:latin typeface="Verdana"/>
                <a:cs typeface="Verdana"/>
              </a:rPr>
              <a:t> </a:t>
            </a:r>
            <a:r>
              <a:rPr dirty="0" baseline="4629" sz="900" b="1">
                <a:latin typeface="Verdana"/>
                <a:cs typeface="Verdana"/>
              </a:rPr>
              <a:t>#</a:t>
            </a:r>
            <a:r>
              <a:rPr dirty="0" baseline="4629" sz="900" spc="82" b="1">
                <a:latin typeface="Verdana"/>
                <a:cs typeface="Verdana"/>
              </a:rPr>
              <a:t> </a:t>
            </a:r>
            <a:r>
              <a:rPr dirty="0" sz="600" b="1">
                <a:latin typeface="Verdana"/>
                <a:cs typeface="Verdana"/>
              </a:rPr>
              <a:t>REV.</a:t>
            </a:r>
            <a:r>
              <a:rPr dirty="0" sz="600" spc="10" b="1">
                <a:latin typeface="Verdana"/>
                <a:cs typeface="Verdana"/>
              </a:rPr>
              <a:t> </a:t>
            </a:r>
            <a:r>
              <a:rPr dirty="0" sz="600" spc="-20" b="1">
                <a:latin typeface="Verdana"/>
                <a:cs typeface="Verdana"/>
              </a:rPr>
              <a:t>DATE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708311" y="355156"/>
            <a:ext cx="120014" cy="14224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 b="1">
                <a:latin typeface="Verdana"/>
                <a:cs typeface="Verdana"/>
              </a:rPr>
              <a:t>BY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596740" y="4687007"/>
            <a:ext cx="646430" cy="7710170"/>
            <a:chOff x="18596740" y="4687007"/>
            <a:chExt cx="646430" cy="771017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7145" y="4687256"/>
              <a:ext cx="645316" cy="171571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8600868" y="4691134"/>
              <a:ext cx="638175" cy="7701915"/>
            </a:xfrm>
            <a:custGeom>
              <a:avLst/>
              <a:gdLst/>
              <a:ahLst/>
              <a:cxnLst/>
              <a:rect l="l" t="t" r="r" b="b"/>
              <a:pathLst>
                <a:path w="638175" h="7701915">
                  <a:moveTo>
                    <a:pt x="155" y="1707956"/>
                  </a:moveTo>
                  <a:lnTo>
                    <a:pt x="155" y="7"/>
                  </a:lnTo>
                  <a:lnTo>
                    <a:pt x="637638" y="0"/>
                  </a:lnTo>
                  <a:lnTo>
                    <a:pt x="637715" y="1707948"/>
                  </a:lnTo>
                  <a:lnTo>
                    <a:pt x="155" y="1707956"/>
                  </a:lnTo>
                  <a:close/>
                </a:path>
                <a:path w="638175" h="7701915">
                  <a:moveTo>
                    <a:pt x="0" y="7454083"/>
                  </a:moveTo>
                  <a:lnTo>
                    <a:pt x="594125" y="7454083"/>
                  </a:lnTo>
                  <a:lnTo>
                    <a:pt x="594125" y="7701506"/>
                  </a:lnTo>
                  <a:lnTo>
                    <a:pt x="0" y="7701506"/>
                  </a:lnTo>
                  <a:lnTo>
                    <a:pt x="0" y="7454083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8647889" y="12172080"/>
            <a:ext cx="4794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FIRST</a:t>
            </a:r>
            <a:r>
              <a:rPr dirty="0" sz="550" spc="-2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ISSUE</a:t>
            </a:r>
            <a:r>
              <a:rPr dirty="0" sz="550" spc="500">
                <a:latin typeface="Verdana"/>
                <a:cs typeface="Verdana"/>
              </a:rPr>
              <a:t> </a:t>
            </a:r>
            <a:r>
              <a:rPr dirty="0" sz="550" spc="-10">
                <a:latin typeface="Verdana"/>
                <a:cs typeface="Verdana"/>
              </a:rPr>
              <a:t>DATE: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600867" y="12392641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77"/>
                </a:moveTo>
                <a:lnTo>
                  <a:pt x="594125" y="0"/>
                </a:lnTo>
                <a:lnTo>
                  <a:pt x="594203" y="247500"/>
                </a:lnTo>
                <a:lnTo>
                  <a:pt x="0" y="247500"/>
                </a:lnTo>
                <a:lnTo>
                  <a:pt x="0" y="7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623458" y="12461619"/>
            <a:ext cx="55181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DESIGNED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8600867" y="12640142"/>
            <a:ext cx="594360" cy="247650"/>
          </a:xfrm>
          <a:custGeom>
            <a:avLst/>
            <a:gdLst/>
            <a:ahLst/>
            <a:cxnLst/>
            <a:rect l="l" t="t" r="r" b="b"/>
            <a:pathLst>
              <a:path w="594359" h="247650">
                <a:moveTo>
                  <a:pt x="0" y="0"/>
                </a:moveTo>
                <a:lnTo>
                  <a:pt x="594203" y="0"/>
                </a:lnTo>
                <a:lnTo>
                  <a:pt x="594203" y="247423"/>
                </a:lnTo>
                <a:lnTo>
                  <a:pt x="77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8642849" y="12709106"/>
            <a:ext cx="51308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latin typeface="Verdana"/>
                <a:cs typeface="Verdana"/>
              </a:rPr>
              <a:t>CHECKED</a:t>
            </a:r>
            <a:r>
              <a:rPr dirty="0" sz="550" spc="-30">
                <a:latin typeface="Verdana"/>
                <a:cs typeface="Verdana"/>
              </a:rPr>
              <a:t> </a:t>
            </a:r>
            <a:r>
              <a:rPr dirty="0" sz="550" spc="-25">
                <a:latin typeface="Verdana"/>
                <a:cs typeface="Verdana"/>
              </a:rPr>
              <a:t>BY:</a:t>
            </a:r>
            <a:endParaRPr sz="55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8712634" y="275674"/>
            <a:ext cx="1106805" cy="12842875"/>
          </a:xfrm>
          <a:custGeom>
            <a:avLst/>
            <a:gdLst/>
            <a:ahLst/>
            <a:cxnLst/>
            <a:rect l="l" t="t" r="r" b="b"/>
            <a:pathLst>
              <a:path w="1106805" h="12842875">
                <a:moveTo>
                  <a:pt x="0" y="50"/>
                </a:moveTo>
                <a:lnTo>
                  <a:pt x="111689" y="48"/>
                </a:lnTo>
                <a:lnTo>
                  <a:pt x="111689" y="4415491"/>
                </a:lnTo>
                <a:lnTo>
                  <a:pt x="0" y="4415491"/>
                </a:lnTo>
                <a:lnTo>
                  <a:pt x="0" y="50"/>
                </a:lnTo>
                <a:close/>
              </a:path>
              <a:path w="1106805" h="12842875">
                <a:moveTo>
                  <a:pt x="111689" y="48"/>
                </a:moveTo>
                <a:lnTo>
                  <a:pt x="223378" y="47"/>
                </a:lnTo>
                <a:lnTo>
                  <a:pt x="223378" y="4415483"/>
                </a:lnTo>
                <a:lnTo>
                  <a:pt x="111689" y="4415491"/>
                </a:lnTo>
                <a:lnTo>
                  <a:pt x="111689" y="48"/>
                </a:lnTo>
                <a:close/>
              </a:path>
              <a:path w="1106805" h="12842875">
                <a:moveTo>
                  <a:pt x="223301" y="48"/>
                </a:moveTo>
                <a:lnTo>
                  <a:pt x="334990" y="47"/>
                </a:lnTo>
                <a:lnTo>
                  <a:pt x="335068" y="4415483"/>
                </a:lnTo>
                <a:lnTo>
                  <a:pt x="223378" y="4415491"/>
                </a:lnTo>
                <a:lnTo>
                  <a:pt x="223301" y="48"/>
                </a:lnTo>
                <a:close/>
              </a:path>
              <a:path w="1106805" h="12842875">
                <a:moveTo>
                  <a:pt x="334990" y="48"/>
                </a:moveTo>
                <a:lnTo>
                  <a:pt x="446680" y="47"/>
                </a:lnTo>
                <a:lnTo>
                  <a:pt x="446757" y="4415483"/>
                </a:lnTo>
                <a:lnTo>
                  <a:pt x="335068" y="4415491"/>
                </a:lnTo>
                <a:lnTo>
                  <a:pt x="334990" y="48"/>
                </a:lnTo>
                <a:close/>
              </a:path>
              <a:path w="1106805" h="12842875">
                <a:moveTo>
                  <a:pt x="446680" y="27"/>
                </a:moveTo>
                <a:lnTo>
                  <a:pt x="558369" y="25"/>
                </a:lnTo>
                <a:lnTo>
                  <a:pt x="558447" y="4415468"/>
                </a:lnTo>
                <a:lnTo>
                  <a:pt x="446757" y="4415468"/>
                </a:lnTo>
                <a:lnTo>
                  <a:pt x="446680" y="27"/>
                </a:lnTo>
                <a:close/>
              </a:path>
              <a:path w="1106805" h="12842875">
                <a:moveTo>
                  <a:pt x="558369" y="28"/>
                </a:moveTo>
                <a:lnTo>
                  <a:pt x="670059" y="27"/>
                </a:lnTo>
                <a:lnTo>
                  <a:pt x="670136" y="4415468"/>
                </a:lnTo>
                <a:lnTo>
                  <a:pt x="558447" y="4415468"/>
                </a:lnTo>
                <a:lnTo>
                  <a:pt x="558369" y="28"/>
                </a:lnTo>
                <a:close/>
              </a:path>
              <a:path w="1106805" h="12842875">
                <a:moveTo>
                  <a:pt x="670059" y="18"/>
                </a:moveTo>
                <a:lnTo>
                  <a:pt x="781748" y="17"/>
                </a:lnTo>
                <a:lnTo>
                  <a:pt x="781826" y="4415460"/>
                </a:lnTo>
                <a:lnTo>
                  <a:pt x="670136" y="4415460"/>
                </a:lnTo>
                <a:lnTo>
                  <a:pt x="670059" y="18"/>
                </a:lnTo>
                <a:close/>
              </a:path>
              <a:path w="1106805" h="12842875">
                <a:moveTo>
                  <a:pt x="781748" y="1"/>
                </a:moveTo>
                <a:lnTo>
                  <a:pt x="893437" y="0"/>
                </a:lnTo>
                <a:lnTo>
                  <a:pt x="893515" y="4415437"/>
                </a:lnTo>
                <a:lnTo>
                  <a:pt x="781826" y="4415444"/>
                </a:lnTo>
                <a:lnTo>
                  <a:pt x="781748" y="1"/>
                </a:lnTo>
                <a:close/>
              </a:path>
              <a:path w="1106805" h="12842875">
                <a:moveTo>
                  <a:pt x="893437" y="3"/>
                </a:moveTo>
                <a:lnTo>
                  <a:pt x="1005127" y="2"/>
                </a:lnTo>
                <a:lnTo>
                  <a:pt x="1005204" y="4415444"/>
                </a:lnTo>
                <a:lnTo>
                  <a:pt x="893515" y="4415444"/>
                </a:lnTo>
                <a:lnTo>
                  <a:pt x="893437" y="3"/>
                </a:lnTo>
                <a:close/>
              </a:path>
              <a:path w="1106805" h="12842875">
                <a:moveTo>
                  <a:pt x="482436" y="12842250"/>
                </a:moveTo>
                <a:lnTo>
                  <a:pt x="482436" y="12611890"/>
                </a:lnTo>
                <a:lnTo>
                  <a:pt x="1106423" y="12611813"/>
                </a:lnTo>
                <a:lnTo>
                  <a:pt x="1106423" y="12842250"/>
                </a:lnTo>
                <a:lnTo>
                  <a:pt x="482436" y="12842250"/>
                </a:lnTo>
                <a:close/>
              </a:path>
              <a:path w="1106805" h="12842875">
                <a:moveTo>
                  <a:pt x="482436" y="12611813"/>
                </a:moveTo>
                <a:lnTo>
                  <a:pt x="482436" y="12364467"/>
                </a:lnTo>
                <a:lnTo>
                  <a:pt x="1106423" y="12364467"/>
                </a:lnTo>
                <a:lnTo>
                  <a:pt x="1106423" y="12611813"/>
                </a:lnTo>
                <a:lnTo>
                  <a:pt x="482436" y="12611813"/>
                </a:lnTo>
                <a:close/>
              </a:path>
              <a:path w="1106805" h="12842875">
                <a:moveTo>
                  <a:pt x="482436" y="12364467"/>
                </a:moveTo>
                <a:lnTo>
                  <a:pt x="482436" y="12117044"/>
                </a:lnTo>
                <a:lnTo>
                  <a:pt x="1106423" y="12117044"/>
                </a:lnTo>
                <a:lnTo>
                  <a:pt x="1106423" y="12364467"/>
                </a:lnTo>
                <a:lnTo>
                  <a:pt x="482436" y="12364467"/>
                </a:lnTo>
                <a:close/>
              </a:path>
              <a:path w="1106805" h="12842875">
                <a:moveTo>
                  <a:pt x="482358" y="12116967"/>
                </a:moveTo>
                <a:lnTo>
                  <a:pt x="482358" y="11869543"/>
                </a:lnTo>
                <a:lnTo>
                  <a:pt x="1106423" y="11869543"/>
                </a:lnTo>
                <a:lnTo>
                  <a:pt x="1106423" y="12116967"/>
                </a:lnTo>
                <a:lnTo>
                  <a:pt x="482358" y="12116967"/>
                </a:lnTo>
                <a:close/>
              </a:path>
              <a:path w="1106805" h="12842875">
                <a:moveTo>
                  <a:pt x="482358" y="12116967"/>
                </a:moveTo>
                <a:lnTo>
                  <a:pt x="1106423" y="12116967"/>
                </a:lnTo>
                <a:lnTo>
                  <a:pt x="1106423" y="12364467"/>
                </a:lnTo>
                <a:lnTo>
                  <a:pt x="482358" y="12364467"/>
                </a:lnTo>
                <a:lnTo>
                  <a:pt x="482358" y="12116967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397141" y="12447653"/>
            <a:ext cx="220979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20">
                <a:latin typeface="Verdana"/>
                <a:cs typeface="Verdana"/>
              </a:rPr>
              <a:t>{{DESIGNED_BY}}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9195071" y="12640142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9268078" y="12695077"/>
            <a:ext cx="48069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{{CHECKED_BY}}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8600945" y="275699"/>
            <a:ext cx="111760" cy="4089400"/>
          </a:xfrm>
          <a:custGeom>
            <a:avLst/>
            <a:gdLst/>
            <a:ahLst/>
            <a:cxnLst/>
            <a:rect l="l" t="t" r="r" b="b"/>
            <a:pathLst>
              <a:path w="111759" h="4089400">
                <a:moveTo>
                  <a:pt x="0" y="4088906"/>
                </a:moveTo>
                <a:lnTo>
                  <a:pt x="0" y="3598193"/>
                </a:lnTo>
                <a:lnTo>
                  <a:pt x="111689" y="3598193"/>
                </a:lnTo>
                <a:lnTo>
                  <a:pt x="111689" y="4088906"/>
                </a:lnTo>
                <a:lnTo>
                  <a:pt x="0" y="4088906"/>
                </a:lnTo>
                <a:close/>
              </a:path>
              <a:path w="111759" h="4089400">
                <a:moveTo>
                  <a:pt x="0" y="297041"/>
                </a:moveTo>
                <a:lnTo>
                  <a:pt x="0" y="0"/>
                </a:lnTo>
                <a:lnTo>
                  <a:pt x="111689" y="0"/>
                </a:lnTo>
                <a:lnTo>
                  <a:pt x="111689" y="297041"/>
                </a:lnTo>
                <a:lnTo>
                  <a:pt x="0" y="297041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8596770" y="360140"/>
            <a:ext cx="120014" cy="128905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25">
                <a:latin typeface="Verdana"/>
                <a:cs typeface="Verdana"/>
              </a:rPr>
              <a:t>ER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8600945" y="572741"/>
            <a:ext cx="111760" cy="3301365"/>
          </a:xfrm>
          <a:custGeom>
            <a:avLst/>
            <a:gdLst/>
            <a:ahLst/>
            <a:cxnLst/>
            <a:rect l="l" t="t" r="r" b="b"/>
            <a:pathLst>
              <a:path w="111759" h="3301365">
                <a:moveTo>
                  <a:pt x="0" y="330115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301152"/>
                </a:lnTo>
                <a:lnTo>
                  <a:pt x="0" y="330115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8596703" y="2253808"/>
            <a:ext cx="120014" cy="206502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550">
                <a:latin typeface="Verdana"/>
                <a:cs typeface="Verdana"/>
              </a:rPr>
              <a:t>{{ISSUE_DATE}}</a:t>
            </a:r>
            <a:r>
              <a:rPr dirty="0" sz="550" spc="38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UPDATED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WITH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LATEST</a:t>
            </a:r>
            <a:r>
              <a:rPr dirty="0" sz="600" spc="5">
                <a:latin typeface="Verdana"/>
                <a:cs typeface="Verdana"/>
              </a:rPr>
              <a:t> </a:t>
            </a:r>
            <a:r>
              <a:rPr dirty="0" sz="600">
                <a:latin typeface="Verdana"/>
                <a:cs typeface="Verdana"/>
              </a:rPr>
              <a:t>AHJ</a:t>
            </a:r>
            <a:r>
              <a:rPr dirty="0" sz="600" spc="10">
                <a:latin typeface="Verdana"/>
                <a:cs typeface="Verdana"/>
              </a:rPr>
              <a:t> </a:t>
            </a:r>
            <a:r>
              <a:rPr dirty="0" sz="600" spc="-10">
                <a:latin typeface="Verdana"/>
                <a:cs typeface="Verdana"/>
              </a:rPr>
              <a:t>COMMENTS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8600945" y="4366250"/>
            <a:ext cx="111760" cy="325120"/>
          </a:xfrm>
          <a:custGeom>
            <a:avLst/>
            <a:gdLst/>
            <a:ahLst/>
            <a:cxnLst/>
            <a:rect l="l" t="t" r="r" b="b"/>
            <a:pathLst>
              <a:path w="111759" h="325120">
                <a:moveTo>
                  <a:pt x="7058" y="177291"/>
                </a:moveTo>
                <a:lnTo>
                  <a:pt x="102847" y="122501"/>
                </a:lnTo>
                <a:lnTo>
                  <a:pt x="102459" y="232880"/>
                </a:lnTo>
                <a:lnTo>
                  <a:pt x="7058" y="177291"/>
                </a:lnTo>
                <a:close/>
              </a:path>
              <a:path w="111759" h="325120">
                <a:moveTo>
                  <a:pt x="0" y="324822"/>
                </a:moveTo>
                <a:lnTo>
                  <a:pt x="0" y="0"/>
                </a:lnTo>
                <a:lnTo>
                  <a:pt x="111689" y="0"/>
                </a:lnTo>
                <a:lnTo>
                  <a:pt x="111689" y="324822"/>
                </a:lnTo>
                <a:lnTo>
                  <a:pt x="0" y="324822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8596779" y="4491429"/>
            <a:ext cx="120014" cy="74930"/>
          </a:xfrm>
          <a:prstGeom prst="rect">
            <a:avLst/>
          </a:prstGeom>
        </p:spPr>
        <p:txBody>
          <a:bodyPr wrap="square" lIns="0" tIns="146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" spc="-50"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9194994" y="12145218"/>
            <a:ext cx="624205" cy="247650"/>
          </a:xfrm>
          <a:custGeom>
            <a:avLst/>
            <a:gdLst/>
            <a:ahLst/>
            <a:cxnLst/>
            <a:rect l="l" t="t" r="r" b="b"/>
            <a:pathLst>
              <a:path w="624205" h="247650">
                <a:moveTo>
                  <a:pt x="0" y="0"/>
                </a:moveTo>
                <a:lnTo>
                  <a:pt x="624064" y="0"/>
                </a:lnTo>
                <a:lnTo>
                  <a:pt x="624064" y="247423"/>
                </a:lnTo>
                <a:lnTo>
                  <a:pt x="0" y="247423"/>
                </a:lnTo>
                <a:lnTo>
                  <a:pt x="0" y="0"/>
                </a:lnTo>
                <a:close/>
              </a:path>
            </a:pathLst>
          </a:custGeom>
          <a:ln w="77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9216033" y="12200230"/>
            <a:ext cx="58356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latin typeface="Verdana"/>
                <a:cs typeface="Verdana"/>
              </a:rPr>
              <a:t>{{ISSUE_DATE}}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640167" y="7910196"/>
            <a:ext cx="1083945" cy="3103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3335">
              <a:lnSpc>
                <a:spcPts val="1989"/>
              </a:lnSpc>
            </a:pPr>
            <a:r>
              <a:rPr dirty="0" sz="1700" b="1">
                <a:latin typeface="Arial"/>
                <a:cs typeface="Arial"/>
              </a:rPr>
              <a:t>{{PROJECT_NAME}}</a:t>
            </a:r>
            <a:r>
              <a:rPr dirty="0" sz="1700" spc="5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Club</a:t>
            </a:r>
            <a:endParaRPr sz="17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560"/>
              </a:spcBef>
            </a:pPr>
            <a:r>
              <a:rPr dirty="0" sz="1350">
                <a:latin typeface="Arial"/>
                <a:cs typeface="Arial"/>
              </a:rPr>
              <a:t>41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Tunnel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20">
                <a:latin typeface="Arial"/>
                <a:cs typeface="Arial"/>
              </a:rPr>
              <a:t>Road</a:t>
            </a:r>
            <a:endParaRPr sz="1350">
              <a:latin typeface="Arial"/>
              <a:cs typeface="Arial"/>
            </a:endParaRPr>
          </a:p>
          <a:p>
            <a:pPr marL="12700" marR="1452245" indent="635">
              <a:lnSpc>
                <a:spcPct val="127600"/>
              </a:lnSpc>
              <a:spcBef>
                <a:spcPts val="110"/>
              </a:spcBef>
            </a:pPr>
            <a:r>
              <a:rPr dirty="0" sz="1350">
                <a:latin typeface="Arial"/>
                <a:cs typeface="Arial"/>
              </a:rPr>
              <a:t>{{CITY_STATE}}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>
                <a:latin typeface="Arial"/>
                <a:cs typeface="Arial"/>
              </a:rPr>
              <a:t>CA</a:t>
            </a:r>
            <a:r>
              <a:rPr dirty="0" sz="1350" spc="-40">
                <a:latin typeface="Arial"/>
                <a:cs typeface="Arial"/>
              </a:rPr>
              <a:t> </a:t>
            </a:r>
            <a:r>
              <a:rPr dirty="0" sz="1350" spc="-10">
                <a:latin typeface="Arial"/>
                <a:cs typeface="Arial"/>
              </a:rPr>
              <a:t>94705 </a:t>
            </a:r>
            <a:r>
              <a:rPr dirty="0" sz="1350">
                <a:latin typeface="Arial"/>
                <a:cs typeface="Arial"/>
              </a:rPr>
              <a:t>APN:</a:t>
            </a:r>
            <a:r>
              <a:rPr dirty="0" sz="1350" spc="-10">
                <a:latin typeface="Arial"/>
                <a:cs typeface="Arial"/>
              </a:rPr>
              <a:t> 048H-7670-</a:t>
            </a:r>
            <a:r>
              <a:rPr dirty="0" sz="1350" spc="-25">
                <a:latin typeface="Arial"/>
                <a:cs typeface="Arial"/>
              </a:rPr>
              <a:t>027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7635280" y="12210121"/>
            <a:ext cx="810260" cy="810260"/>
            <a:chOff x="17635280" y="12210121"/>
            <a:chExt cx="810260" cy="810260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47044" y="12214248"/>
              <a:ext cx="794200" cy="80191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7639407" y="12214248"/>
              <a:ext cx="802005" cy="802005"/>
            </a:xfrm>
            <a:custGeom>
              <a:avLst/>
              <a:gdLst/>
              <a:ahLst/>
              <a:cxnLst/>
              <a:rect l="l" t="t" r="r" b="b"/>
              <a:pathLst>
                <a:path w="802005" h="802005">
                  <a:moveTo>
                    <a:pt x="0" y="400918"/>
                  </a:moveTo>
                  <a:lnTo>
                    <a:pt x="2700" y="354202"/>
                  </a:lnTo>
                  <a:lnTo>
                    <a:pt x="10599" y="309059"/>
                  </a:lnTo>
                  <a:lnTo>
                    <a:pt x="23396" y="265790"/>
                  </a:lnTo>
                  <a:lnTo>
                    <a:pt x="40787" y="224698"/>
                  </a:lnTo>
                  <a:lnTo>
                    <a:pt x="62470" y="186085"/>
                  </a:lnTo>
                  <a:lnTo>
                    <a:pt x="88144" y="150254"/>
                  </a:lnTo>
                  <a:lnTo>
                    <a:pt x="117506" y="117506"/>
                  </a:lnTo>
                  <a:lnTo>
                    <a:pt x="150254" y="88144"/>
                  </a:lnTo>
                  <a:lnTo>
                    <a:pt x="186085" y="62470"/>
                  </a:lnTo>
                  <a:lnTo>
                    <a:pt x="224698" y="40787"/>
                  </a:lnTo>
                  <a:lnTo>
                    <a:pt x="265790" y="23396"/>
                  </a:lnTo>
                  <a:lnTo>
                    <a:pt x="309059" y="10599"/>
                  </a:lnTo>
                  <a:lnTo>
                    <a:pt x="354202" y="2700"/>
                  </a:lnTo>
                  <a:lnTo>
                    <a:pt x="400918" y="0"/>
                  </a:lnTo>
                  <a:lnTo>
                    <a:pt x="447634" y="2700"/>
                  </a:lnTo>
                  <a:lnTo>
                    <a:pt x="492778" y="10599"/>
                  </a:lnTo>
                  <a:lnTo>
                    <a:pt x="536046" y="23396"/>
                  </a:lnTo>
                  <a:lnTo>
                    <a:pt x="577138" y="40787"/>
                  </a:lnTo>
                  <a:lnTo>
                    <a:pt x="615751" y="62470"/>
                  </a:lnTo>
                  <a:lnTo>
                    <a:pt x="651582" y="88144"/>
                  </a:lnTo>
                  <a:lnTo>
                    <a:pt x="684330" y="117506"/>
                  </a:lnTo>
                  <a:lnTo>
                    <a:pt x="713692" y="150254"/>
                  </a:lnTo>
                  <a:lnTo>
                    <a:pt x="739366" y="186085"/>
                  </a:lnTo>
                  <a:lnTo>
                    <a:pt x="761049" y="224698"/>
                  </a:lnTo>
                  <a:lnTo>
                    <a:pt x="778440" y="265790"/>
                  </a:lnTo>
                  <a:lnTo>
                    <a:pt x="791237" y="309059"/>
                  </a:lnTo>
                  <a:lnTo>
                    <a:pt x="799136" y="354202"/>
                  </a:lnTo>
                  <a:lnTo>
                    <a:pt x="801837" y="400918"/>
                  </a:lnTo>
                  <a:lnTo>
                    <a:pt x="799136" y="447650"/>
                  </a:lnTo>
                  <a:lnTo>
                    <a:pt x="791237" y="492806"/>
                  </a:lnTo>
                  <a:lnTo>
                    <a:pt x="778440" y="536086"/>
                  </a:lnTo>
                  <a:lnTo>
                    <a:pt x="761049" y="577188"/>
                  </a:lnTo>
                  <a:lnTo>
                    <a:pt x="739366" y="615808"/>
                  </a:lnTo>
                  <a:lnTo>
                    <a:pt x="713692" y="651645"/>
                  </a:lnTo>
                  <a:lnTo>
                    <a:pt x="684330" y="684398"/>
                  </a:lnTo>
                  <a:lnTo>
                    <a:pt x="651582" y="713763"/>
                  </a:lnTo>
                  <a:lnTo>
                    <a:pt x="615751" y="739440"/>
                  </a:lnTo>
                  <a:lnTo>
                    <a:pt x="577138" y="761125"/>
                  </a:lnTo>
                  <a:lnTo>
                    <a:pt x="536046" y="778517"/>
                  </a:lnTo>
                  <a:lnTo>
                    <a:pt x="492778" y="791314"/>
                  </a:lnTo>
                  <a:lnTo>
                    <a:pt x="447634" y="799214"/>
                  </a:lnTo>
                  <a:lnTo>
                    <a:pt x="400918" y="801914"/>
                  </a:lnTo>
                  <a:lnTo>
                    <a:pt x="354202" y="799214"/>
                  </a:lnTo>
                  <a:lnTo>
                    <a:pt x="309059" y="791314"/>
                  </a:lnTo>
                  <a:lnTo>
                    <a:pt x="265790" y="778517"/>
                  </a:lnTo>
                  <a:lnTo>
                    <a:pt x="224698" y="761125"/>
                  </a:lnTo>
                  <a:lnTo>
                    <a:pt x="186085" y="739440"/>
                  </a:lnTo>
                  <a:lnTo>
                    <a:pt x="150254" y="713763"/>
                  </a:lnTo>
                  <a:lnTo>
                    <a:pt x="117506" y="684398"/>
                  </a:lnTo>
                  <a:lnTo>
                    <a:pt x="88144" y="651645"/>
                  </a:lnTo>
                  <a:lnTo>
                    <a:pt x="62470" y="615808"/>
                  </a:lnTo>
                  <a:lnTo>
                    <a:pt x="40787" y="577188"/>
                  </a:lnTo>
                  <a:lnTo>
                    <a:pt x="23396" y="536086"/>
                  </a:lnTo>
                  <a:lnTo>
                    <a:pt x="10599" y="492806"/>
                  </a:lnTo>
                  <a:lnTo>
                    <a:pt x="2700" y="447650"/>
                  </a:lnTo>
                  <a:lnTo>
                    <a:pt x="0" y="400918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17918031" y="12823907"/>
            <a:ext cx="231775" cy="72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">
                <a:latin typeface="Calibri"/>
                <a:cs typeface="Calibri"/>
              </a:rPr>
              <a:t>EXP.</a:t>
            </a:r>
            <a:r>
              <a:rPr dirty="0" sz="300" spc="15">
                <a:latin typeface="Calibri"/>
                <a:cs typeface="Calibri"/>
              </a:rPr>
              <a:t> </a:t>
            </a:r>
            <a:r>
              <a:rPr dirty="0" sz="300" spc="-10">
                <a:latin typeface="Calibri"/>
                <a:cs typeface="Calibri"/>
              </a:rPr>
              <a:t>3/31/21</a:t>
            </a:r>
            <a:endParaRPr sz="300">
              <a:latin typeface="Calibri"/>
              <a:cs typeface="Calibri"/>
            </a:endParaRPr>
          </a:p>
        </p:txBody>
      </p:sp>
      <p:pic>
        <p:nvPicPr>
          <p:cNvPr id="38" name="object 3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25035" y="12562424"/>
            <a:ext cx="697748" cy="225938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18738384" y="11415534"/>
            <a:ext cx="1030605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79375">
              <a:lnSpc>
                <a:spcPct val="100000"/>
              </a:lnSpc>
              <a:spcBef>
                <a:spcPts val="130"/>
              </a:spcBef>
            </a:pPr>
            <a:r>
              <a:rPr dirty="0" sz="1800" spc="-20" b="1">
                <a:latin typeface="Verdana"/>
                <a:cs typeface="Verdana"/>
              </a:rPr>
              <a:t>S3.0</a:t>
            </a:r>
            <a:endParaRPr sz="1800">
              <a:latin typeface="Verdana"/>
              <a:cs typeface="Verdana"/>
            </a:endParaRPr>
          </a:p>
          <a:p>
            <a:pPr algn="ctr" marR="76200">
              <a:lnSpc>
                <a:spcPct val="100000"/>
              </a:lnSpc>
              <a:spcBef>
                <a:spcPts val="60"/>
              </a:spcBef>
            </a:pPr>
            <a:r>
              <a:rPr dirty="0" sz="700">
                <a:latin typeface="Verdana"/>
                <a:cs typeface="Verdana"/>
              </a:rPr>
              <a:t>FENCING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DETAIL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546210" y="2290255"/>
            <a:ext cx="4445" cy="143510"/>
          </a:xfrm>
          <a:custGeom>
            <a:avLst/>
            <a:gdLst/>
            <a:ahLst/>
            <a:cxnLst/>
            <a:rect l="l" t="t" r="r" b="b"/>
            <a:pathLst>
              <a:path w="4445" h="143510">
                <a:moveTo>
                  <a:pt x="3878" y="142939"/>
                </a:moveTo>
                <a:lnTo>
                  <a:pt x="0" y="142939"/>
                </a:lnTo>
                <a:lnTo>
                  <a:pt x="0" y="0"/>
                </a:lnTo>
                <a:lnTo>
                  <a:pt x="3878" y="0"/>
                </a:lnTo>
                <a:lnTo>
                  <a:pt x="3878" y="142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" name="object 41"/>
          <p:cNvGrpSpPr/>
          <p:nvPr/>
        </p:nvGrpSpPr>
        <p:grpSpPr>
          <a:xfrm>
            <a:off x="5418651" y="3591895"/>
            <a:ext cx="65405" cy="803275"/>
            <a:chOff x="5418651" y="3591895"/>
            <a:chExt cx="65405" cy="803275"/>
          </a:xfrm>
        </p:grpSpPr>
        <p:sp>
          <p:nvSpPr>
            <p:cNvPr id="42" name="object 42"/>
            <p:cNvSpPr/>
            <p:nvPr/>
          </p:nvSpPr>
          <p:spPr>
            <a:xfrm>
              <a:off x="5468516" y="3593834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44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13" y="1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418645" y="3593837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73" y="29222"/>
                  </a:lnTo>
                  <a:lnTo>
                    <a:pt x="3873" y="29070"/>
                  </a:lnTo>
                  <a:lnTo>
                    <a:pt x="0" y="29070"/>
                  </a:lnTo>
                  <a:lnTo>
                    <a:pt x="0" y="800912"/>
                  </a:lnTo>
                  <a:lnTo>
                    <a:pt x="1320" y="800912"/>
                  </a:lnTo>
                  <a:lnTo>
                    <a:pt x="1320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54" y="14401"/>
                  </a:moveTo>
                  <a:lnTo>
                    <a:pt x="28346" y="14401"/>
                  </a:lnTo>
                  <a:lnTo>
                    <a:pt x="28346" y="14224"/>
                  </a:lnTo>
                  <a:lnTo>
                    <a:pt x="24472" y="14224"/>
                  </a:lnTo>
                  <a:lnTo>
                    <a:pt x="24472" y="786079"/>
                  </a:lnTo>
                  <a:lnTo>
                    <a:pt x="25781" y="786079"/>
                  </a:lnTo>
                  <a:lnTo>
                    <a:pt x="25781" y="786244"/>
                  </a:lnTo>
                  <a:lnTo>
                    <a:pt x="29654" y="786244"/>
                  </a:lnTo>
                  <a:lnTo>
                    <a:pt x="29654" y="14401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55"/>
                  </a:lnTo>
                  <a:lnTo>
                    <a:pt x="51803" y="771855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65"/>
                  </a:moveTo>
                  <a:lnTo>
                    <a:pt x="61239" y="165"/>
                  </a:lnTo>
                  <a:lnTo>
                    <a:pt x="61239" y="749"/>
                  </a:lnTo>
                  <a:lnTo>
                    <a:pt x="57785" y="749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36"/>
                  </a:lnTo>
                  <a:lnTo>
                    <a:pt x="60947" y="773036"/>
                  </a:lnTo>
                  <a:lnTo>
                    <a:pt x="60947" y="772858"/>
                  </a:lnTo>
                  <a:lnTo>
                    <a:pt x="63715" y="772858"/>
                  </a:lnTo>
                  <a:lnTo>
                    <a:pt x="63715" y="772020"/>
                  </a:lnTo>
                  <a:lnTo>
                    <a:pt x="65112" y="772020"/>
                  </a:lnTo>
                  <a:lnTo>
                    <a:pt x="65112" y="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/>
          <p:nvPr/>
        </p:nvSpPr>
        <p:spPr>
          <a:xfrm>
            <a:off x="4614309" y="4111716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0" y="772014"/>
                </a:moveTo>
                <a:lnTo>
                  <a:pt x="1310" y="170"/>
                </a:lnTo>
                <a:lnTo>
                  <a:pt x="0" y="0"/>
                </a:lnTo>
                <a:lnTo>
                  <a:pt x="0" y="77185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694532" y="4048247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14"/>
                </a:moveTo>
                <a:lnTo>
                  <a:pt x="25781" y="170"/>
                </a:lnTo>
                <a:lnTo>
                  <a:pt x="24463" y="0"/>
                </a:lnTo>
                <a:lnTo>
                  <a:pt x="24463" y="771843"/>
                </a:lnTo>
              </a:path>
              <a:path w="26035" h="787400">
                <a:moveTo>
                  <a:pt x="1310" y="786852"/>
                </a:moveTo>
                <a:lnTo>
                  <a:pt x="1310" y="15000"/>
                </a:lnTo>
                <a:lnTo>
                  <a:pt x="0" y="14829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6" name="object 46"/>
          <p:cNvGrpSpPr/>
          <p:nvPr/>
        </p:nvGrpSpPr>
        <p:grpSpPr>
          <a:xfrm>
            <a:off x="4451917" y="4177993"/>
            <a:ext cx="65405" cy="803275"/>
            <a:chOff x="4451917" y="4177993"/>
            <a:chExt cx="65405" cy="803275"/>
          </a:xfrm>
        </p:grpSpPr>
        <p:sp>
          <p:nvSpPr>
            <p:cNvPr id="47" name="object 47"/>
            <p:cNvSpPr/>
            <p:nvPr/>
          </p:nvSpPr>
          <p:spPr>
            <a:xfrm>
              <a:off x="4501782" y="4179932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44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13" y="10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451909" y="4179942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86" y="29222"/>
                  </a:lnTo>
                  <a:lnTo>
                    <a:pt x="3886" y="29044"/>
                  </a:lnTo>
                  <a:lnTo>
                    <a:pt x="0" y="29044"/>
                  </a:lnTo>
                  <a:lnTo>
                    <a:pt x="0" y="800900"/>
                  </a:lnTo>
                  <a:lnTo>
                    <a:pt x="1320" y="800900"/>
                  </a:lnTo>
                  <a:lnTo>
                    <a:pt x="1320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67" y="14389"/>
                  </a:moveTo>
                  <a:lnTo>
                    <a:pt x="28346" y="14389"/>
                  </a:lnTo>
                  <a:lnTo>
                    <a:pt x="28346" y="14224"/>
                  </a:lnTo>
                  <a:lnTo>
                    <a:pt x="24472" y="14224"/>
                  </a:lnTo>
                  <a:lnTo>
                    <a:pt x="24472" y="786066"/>
                  </a:lnTo>
                  <a:lnTo>
                    <a:pt x="25781" y="786066"/>
                  </a:lnTo>
                  <a:lnTo>
                    <a:pt x="25781" y="786231"/>
                  </a:lnTo>
                  <a:lnTo>
                    <a:pt x="29667" y="786231"/>
                  </a:lnTo>
                  <a:lnTo>
                    <a:pt x="29667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65"/>
                  </a:moveTo>
                  <a:lnTo>
                    <a:pt x="61239" y="165"/>
                  </a:lnTo>
                  <a:lnTo>
                    <a:pt x="61239" y="736"/>
                  </a:lnTo>
                  <a:lnTo>
                    <a:pt x="57785" y="736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23"/>
                  </a:lnTo>
                  <a:lnTo>
                    <a:pt x="60947" y="773023"/>
                  </a:lnTo>
                  <a:lnTo>
                    <a:pt x="60947" y="772858"/>
                  </a:lnTo>
                  <a:lnTo>
                    <a:pt x="63715" y="772858"/>
                  </a:lnTo>
                  <a:lnTo>
                    <a:pt x="63715" y="772007"/>
                  </a:lnTo>
                  <a:lnTo>
                    <a:pt x="65112" y="772007"/>
                  </a:lnTo>
                  <a:lnTo>
                    <a:pt x="65112" y="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/>
          <p:nvPr/>
        </p:nvSpPr>
        <p:spPr>
          <a:xfrm>
            <a:off x="5258796" y="3720981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0" y="772022"/>
                </a:moveTo>
                <a:lnTo>
                  <a:pt x="1310" y="170"/>
                </a:lnTo>
                <a:lnTo>
                  <a:pt x="0" y="0"/>
                </a:lnTo>
                <a:lnTo>
                  <a:pt x="0" y="77185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339019" y="3657512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22"/>
                </a:moveTo>
                <a:lnTo>
                  <a:pt x="25781" y="170"/>
                </a:lnTo>
                <a:lnTo>
                  <a:pt x="24470" y="0"/>
                </a:lnTo>
                <a:lnTo>
                  <a:pt x="24470" y="771851"/>
                </a:lnTo>
              </a:path>
              <a:path w="26035" h="787400">
                <a:moveTo>
                  <a:pt x="1310" y="786852"/>
                </a:moveTo>
                <a:lnTo>
                  <a:pt x="1310" y="15008"/>
                </a:lnTo>
                <a:lnTo>
                  <a:pt x="0" y="14837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1" name="object 51"/>
          <p:cNvGrpSpPr/>
          <p:nvPr/>
        </p:nvGrpSpPr>
        <p:grpSpPr>
          <a:xfrm>
            <a:off x="5096412" y="3787266"/>
            <a:ext cx="65405" cy="803275"/>
            <a:chOff x="5096412" y="3787266"/>
            <a:chExt cx="65405" cy="803275"/>
          </a:xfrm>
        </p:grpSpPr>
        <p:sp>
          <p:nvSpPr>
            <p:cNvPr id="52" name="object 52"/>
            <p:cNvSpPr/>
            <p:nvPr/>
          </p:nvSpPr>
          <p:spPr>
            <a:xfrm>
              <a:off x="5146277" y="3789205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36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05" y="10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096408" y="3789213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81" y="29222"/>
                  </a:moveTo>
                  <a:lnTo>
                    <a:pt x="3873" y="29222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00"/>
                  </a:lnTo>
                  <a:lnTo>
                    <a:pt x="1308" y="800900"/>
                  </a:lnTo>
                  <a:lnTo>
                    <a:pt x="1308" y="801065"/>
                  </a:lnTo>
                  <a:lnTo>
                    <a:pt x="5181" y="801065"/>
                  </a:lnTo>
                  <a:lnTo>
                    <a:pt x="5181" y="29222"/>
                  </a:lnTo>
                  <a:close/>
                </a:path>
                <a:path w="65404" h="801370">
                  <a:moveTo>
                    <a:pt x="29654" y="14389"/>
                  </a:moveTo>
                  <a:lnTo>
                    <a:pt x="28333" y="14389"/>
                  </a:lnTo>
                  <a:lnTo>
                    <a:pt x="28333" y="14211"/>
                  </a:lnTo>
                  <a:lnTo>
                    <a:pt x="24460" y="14211"/>
                  </a:lnTo>
                  <a:lnTo>
                    <a:pt x="24460" y="786066"/>
                  </a:lnTo>
                  <a:lnTo>
                    <a:pt x="25781" y="786066"/>
                  </a:lnTo>
                  <a:lnTo>
                    <a:pt x="25781" y="786231"/>
                  </a:lnTo>
                  <a:lnTo>
                    <a:pt x="29654" y="786231"/>
                  </a:lnTo>
                  <a:lnTo>
                    <a:pt x="29654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17" y="0"/>
                  </a:lnTo>
                  <a:lnTo>
                    <a:pt x="47917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52"/>
                  </a:moveTo>
                  <a:lnTo>
                    <a:pt x="61226" y="152"/>
                  </a:lnTo>
                  <a:lnTo>
                    <a:pt x="61226" y="736"/>
                  </a:lnTo>
                  <a:lnTo>
                    <a:pt x="57785" y="736"/>
                  </a:lnTo>
                  <a:lnTo>
                    <a:pt x="57785" y="1181"/>
                  </a:lnTo>
                  <a:lnTo>
                    <a:pt x="57061" y="1181"/>
                  </a:lnTo>
                  <a:lnTo>
                    <a:pt x="57061" y="773023"/>
                  </a:lnTo>
                  <a:lnTo>
                    <a:pt x="60934" y="773023"/>
                  </a:lnTo>
                  <a:lnTo>
                    <a:pt x="60934" y="772845"/>
                  </a:lnTo>
                  <a:lnTo>
                    <a:pt x="63703" y="772845"/>
                  </a:lnTo>
                  <a:lnTo>
                    <a:pt x="63703" y="772007"/>
                  </a:lnTo>
                  <a:lnTo>
                    <a:pt x="65112" y="772007"/>
                  </a:lnTo>
                  <a:lnTo>
                    <a:pt x="65112" y="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/>
          <p:nvPr/>
        </p:nvSpPr>
        <p:spPr>
          <a:xfrm>
            <a:off x="4936549" y="3916352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8" y="772014"/>
                </a:moveTo>
                <a:lnTo>
                  <a:pt x="1318" y="170"/>
                </a:lnTo>
                <a:lnTo>
                  <a:pt x="0" y="0"/>
                </a:lnTo>
                <a:lnTo>
                  <a:pt x="0" y="771843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016771" y="3852883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14"/>
                </a:moveTo>
                <a:lnTo>
                  <a:pt x="25781" y="162"/>
                </a:lnTo>
                <a:lnTo>
                  <a:pt x="24470" y="0"/>
                </a:lnTo>
                <a:lnTo>
                  <a:pt x="24470" y="771843"/>
                </a:lnTo>
              </a:path>
              <a:path w="26035" h="787400">
                <a:moveTo>
                  <a:pt x="1318" y="786852"/>
                </a:moveTo>
                <a:lnTo>
                  <a:pt x="1318" y="15000"/>
                </a:lnTo>
                <a:lnTo>
                  <a:pt x="0" y="14829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6" name="object 56"/>
          <p:cNvGrpSpPr/>
          <p:nvPr/>
        </p:nvGrpSpPr>
        <p:grpSpPr>
          <a:xfrm>
            <a:off x="4774165" y="3982629"/>
            <a:ext cx="65405" cy="803275"/>
            <a:chOff x="4774165" y="3982629"/>
            <a:chExt cx="65405" cy="803275"/>
          </a:xfrm>
        </p:grpSpPr>
        <p:sp>
          <p:nvSpPr>
            <p:cNvPr id="57" name="object 57"/>
            <p:cNvSpPr/>
            <p:nvPr/>
          </p:nvSpPr>
          <p:spPr>
            <a:xfrm>
              <a:off x="4824029" y="3984568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44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05" y="10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774158" y="3984578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73" y="29222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00"/>
                  </a:lnTo>
                  <a:lnTo>
                    <a:pt x="1308" y="800900"/>
                  </a:lnTo>
                  <a:lnTo>
                    <a:pt x="1308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54" y="14389"/>
                  </a:moveTo>
                  <a:lnTo>
                    <a:pt x="28346" y="14389"/>
                  </a:lnTo>
                  <a:lnTo>
                    <a:pt x="28346" y="14224"/>
                  </a:lnTo>
                  <a:lnTo>
                    <a:pt x="24472" y="14224"/>
                  </a:lnTo>
                  <a:lnTo>
                    <a:pt x="24472" y="786066"/>
                  </a:lnTo>
                  <a:lnTo>
                    <a:pt x="25781" y="786066"/>
                  </a:lnTo>
                  <a:lnTo>
                    <a:pt x="25781" y="786231"/>
                  </a:lnTo>
                  <a:lnTo>
                    <a:pt x="29654" y="786231"/>
                  </a:lnTo>
                  <a:lnTo>
                    <a:pt x="29654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52"/>
                  </a:moveTo>
                  <a:lnTo>
                    <a:pt x="61239" y="152"/>
                  </a:lnTo>
                  <a:lnTo>
                    <a:pt x="61239" y="736"/>
                  </a:lnTo>
                  <a:lnTo>
                    <a:pt x="57785" y="736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23"/>
                  </a:lnTo>
                  <a:lnTo>
                    <a:pt x="60947" y="773023"/>
                  </a:lnTo>
                  <a:lnTo>
                    <a:pt x="60947" y="772858"/>
                  </a:lnTo>
                  <a:lnTo>
                    <a:pt x="63715" y="772858"/>
                  </a:lnTo>
                  <a:lnTo>
                    <a:pt x="63715" y="772007"/>
                  </a:lnTo>
                  <a:lnTo>
                    <a:pt x="65112" y="772007"/>
                  </a:lnTo>
                  <a:lnTo>
                    <a:pt x="65112" y="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/>
          <p:nvPr/>
        </p:nvSpPr>
        <p:spPr>
          <a:xfrm>
            <a:off x="4292062" y="4307079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0" y="772022"/>
                </a:moveTo>
                <a:lnTo>
                  <a:pt x="1310" y="170"/>
                </a:lnTo>
                <a:lnTo>
                  <a:pt x="0" y="0"/>
                </a:lnTo>
                <a:lnTo>
                  <a:pt x="0" y="77185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372284" y="4243610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22"/>
                </a:moveTo>
                <a:lnTo>
                  <a:pt x="25781" y="170"/>
                </a:lnTo>
                <a:lnTo>
                  <a:pt x="24470" y="0"/>
                </a:lnTo>
                <a:lnTo>
                  <a:pt x="24470" y="771851"/>
                </a:lnTo>
              </a:path>
              <a:path w="26035" h="787400">
                <a:moveTo>
                  <a:pt x="1310" y="786852"/>
                </a:moveTo>
                <a:lnTo>
                  <a:pt x="1310" y="15000"/>
                </a:lnTo>
                <a:lnTo>
                  <a:pt x="0" y="14837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1" name="object 61"/>
          <p:cNvGrpSpPr/>
          <p:nvPr/>
        </p:nvGrpSpPr>
        <p:grpSpPr>
          <a:xfrm>
            <a:off x="4129678" y="4373356"/>
            <a:ext cx="65405" cy="803275"/>
            <a:chOff x="4129678" y="4373356"/>
            <a:chExt cx="65405" cy="803275"/>
          </a:xfrm>
        </p:grpSpPr>
        <p:sp>
          <p:nvSpPr>
            <p:cNvPr id="62" name="object 62"/>
            <p:cNvSpPr/>
            <p:nvPr/>
          </p:nvSpPr>
          <p:spPr>
            <a:xfrm>
              <a:off x="4179542" y="4375295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52"/>
                  </a:moveTo>
                  <a:lnTo>
                    <a:pt x="9136" y="1178"/>
                  </a:lnTo>
                  <a:lnTo>
                    <a:pt x="0" y="0"/>
                  </a:lnTo>
                </a:path>
                <a:path w="12064" h="1270">
                  <a:moveTo>
                    <a:pt x="9858" y="752"/>
                  </a:moveTo>
                  <a:lnTo>
                    <a:pt x="11905" y="1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129671" y="4375306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73" y="29222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00"/>
                  </a:lnTo>
                  <a:lnTo>
                    <a:pt x="1308" y="800900"/>
                  </a:lnTo>
                  <a:lnTo>
                    <a:pt x="1308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54" y="14389"/>
                  </a:moveTo>
                  <a:lnTo>
                    <a:pt x="28346" y="14389"/>
                  </a:lnTo>
                  <a:lnTo>
                    <a:pt x="28346" y="14224"/>
                  </a:lnTo>
                  <a:lnTo>
                    <a:pt x="24460" y="14224"/>
                  </a:lnTo>
                  <a:lnTo>
                    <a:pt x="24460" y="786066"/>
                  </a:lnTo>
                  <a:lnTo>
                    <a:pt x="25781" y="786066"/>
                  </a:lnTo>
                  <a:lnTo>
                    <a:pt x="25781" y="786244"/>
                  </a:lnTo>
                  <a:lnTo>
                    <a:pt x="29654" y="786244"/>
                  </a:lnTo>
                  <a:lnTo>
                    <a:pt x="29654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52"/>
                  </a:moveTo>
                  <a:lnTo>
                    <a:pt x="61239" y="152"/>
                  </a:lnTo>
                  <a:lnTo>
                    <a:pt x="61239" y="749"/>
                  </a:lnTo>
                  <a:lnTo>
                    <a:pt x="57785" y="749"/>
                  </a:lnTo>
                  <a:lnTo>
                    <a:pt x="57785" y="1168"/>
                  </a:lnTo>
                  <a:lnTo>
                    <a:pt x="57061" y="1168"/>
                  </a:lnTo>
                  <a:lnTo>
                    <a:pt x="57061" y="773023"/>
                  </a:lnTo>
                  <a:lnTo>
                    <a:pt x="60934" y="773023"/>
                  </a:lnTo>
                  <a:lnTo>
                    <a:pt x="60934" y="772858"/>
                  </a:lnTo>
                  <a:lnTo>
                    <a:pt x="63715" y="772858"/>
                  </a:lnTo>
                  <a:lnTo>
                    <a:pt x="63715" y="772007"/>
                  </a:lnTo>
                  <a:lnTo>
                    <a:pt x="65112" y="772007"/>
                  </a:lnTo>
                  <a:lnTo>
                    <a:pt x="65112" y="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/>
          <p:nvPr/>
        </p:nvSpPr>
        <p:spPr>
          <a:xfrm>
            <a:off x="4050037" y="4438974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22"/>
                </a:moveTo>
                <a:lnTo>
                  <a:pt x="25781" y="170"/>
                </a:lnTo>
                <a:lnTo>
                  <a:pt x="24470" y="0"/>
                </a:lnTo>
                <a:lnTo>
                  <a:pt x="24470" y="771851"/>
                </a:lnTo>
              </a:path>
              <a:path w="26035" h="787400">
                <a:moveTo>
                  <a:pt x="1318" y="786852"/>
                </a:moveTo>
                <a:lnTo>
                  <a:pt x="1318" y="15008"/>
                </a:lnTo>
                <a:lnTo>
                  <a:pt x="0" y="14837"/>
                </a:lnTo>
                <a:lnTo>
                  <a:pt x="0" y="786689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5" name="object 65"/>
          <p:cNvGrpSpPr/>
          <p:nvPr/>
        </p:nvGrpSpPr>
        <p:grpSpPr>
          <a:xfrm>
            <a:off x="3807430" y="4568727"/>
            <a:ext cx="65405" cy="803275"/>
            <a:chOff x="3807430" y="4568727"/>
            <a:chExt cx="65405" cy="803275"/>
          </a:xfrm>
        </p:grpSpPr>
        <p:sp>
          <p:nvSpPr>
            <p:cNvPr id="66" name="object 66"/>
            <p:cNvSpPr/>
            <p:nvPr/>
          </p:nvSpPr>
          <p:spPr>
            <a:xfrm>
              <a:off x="3857295" y="4570666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9858" y="744"/>
                  </a:moveTo>
                  <a:lnTo>
                    <a:pt x="9144" y="1178"/>
                  </a:lnTo>
                  <a:lnTo>
                    <a:pt x="0" y="0"/>
                  </a:lnTo>
                </a:path>
                <a:path w="12064" h="1270">
                  <a:moveTo>
                    <a:pt x="9858" y="744"/>
                  </a:moveTo>
                  <a:lnTo>
                    <a:pt x="11905" y="10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807421" y="4570670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222"/>
                  </a:moveTo>
                  <a:lnTo>
                    <a:pt x="3886" y="29222"/>
                  </a:lnTo>
                  <a:lnTo>
                    <a:pt x="3886" y="29057"/>
                  </a:lnTo>
                  <a:lnTo>
                    <a:pt x="0" y="29057"/>
                  </a:lnTo>
                  <a:lnTo>
                    <a:pt x="0" y="800912"/>
                  </a:lnTo>
                  <a:lnTo>
                    <a:pt x="1308" y="800912"/>
                  </a:lnTo>
                  <a:lnTo>
                    <a:pt x="1308" y="801077"/>
                  </a:lnTo>
                  <a:lnTo>
                    <a:pt x="5194" y="801077"/>
                  </a:lnTo>
                  <a:lnTo>
                    <a:pt x="5194" y="29222"/>
                  </a:lnTo>
                  <a:close/>
                </a:path>
                <a:path w="65404" h="801370">
                  <a:moveTo>
                    <a:pt x="29667" y="14389"/>
                  </a:moveTo>
                  <a:lnTo>
                    <a:pt x="28346" y="14389"/>
                  </a:lnTo>
                  <a:lnTo>
                    <a:pt x="28346" y="14224"/>
                  </a:lnTo>
                  <a:lnTo>
                    <a:pt x="24460" y="14224"/>
                  </a:lnTo>
                  <a:lnTo>
                    <a:pt x="24460" y="786066"/>
                  </a:lnTo>
                  <a:lnTo>
                    <a:pt x="25781" y="786066"/>
                  </a:lnTo>
                  <a:lnTo>
                    <a:pt x="25781" y="786244"/>
                  </a:lnTo>
                  <a:lnTo>
                    <a:pt x="29667" y="786244"/>
                  </a:lnTo>
                  <a:lnTo>
                    <a:pt x="29667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29" y="0"/>
                  </a:lnTo>
                  <a:lnTo>
                    <a:pt x="47929" y="771842"/>
                  </a:lnTo>
                  <a:lnTo>
                    <a:pt x="51803" y="771842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52"/>
                  </a:moveTo>
                  <a:lnTo>
                    <a:pt x="61239" y="152"/>
                  </a:lnTo>
                  <a:lnTo>
                    <a:pt x="61239" y="749"/>
                  </a:lnTo>
                  <a:lnTo>
                    <a:pt x="57785" y="749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23"/>
                  </a:lnTo>
                  <a:lnTo>
                    <a:pt x="60947" y="773023"/>
                  </a:lnTo>
                  <a:lnTo>
                    <a:pt x="60947" y="772858"/>
                  </a:lnTo>
                  <a:lnTo>
                    <a:pt x="63715" y="772858"/>
                  </a:lnTo>
                  <a:lnTo>
                    <a:pt x="63715" y="772007"/>
                  </a:lnTo>
                  <a:lnTo>
                    <a:pt x="65112" y="772007"/>
                  </a:lnTo>
                  <a:lnTo>
                    <a:pt x="65112" y="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/>
          <p:nvPr/>
        </p:nvSpPr>
        <p:spPr>
          <a:xfrm>
            <a:off x="3647567" y="4697814"/>
            <a:ext cx="1905" cy="772160"/>
          </a:xfrm>
          <a:custGeom>
            <a:avLst/>
            <a:gdLst/>
            <a:ahLst/>
            <a:cxnLst/>
            <a:rect l="l" t="t" r="r" b="b"/>
            <a:pathLst>
              <a:path w="1904" h="772160">
                <a:moveTo>
                  <a:pt x="1318" y="772014"/>
                </a:moveTo>
                <a:lnTo>
                  <a:pt x="1318" y="170"/>
                </a:lnTo>
                <a:lnTo>
                  <a:pt x="0" y="0"/>
                </a:lnTo>
                <a:lnTo>
                  <a:pt x="0" y="771843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727798" y="4634345"/>
            <a:ext cx="26034" cy="787400"/>
          </a:xfrm>
          <a:custGeom>
            <a:avLst/>
            <a:gdLst/>
            <a:ahLst/>
            <a:cxnLst/>
            <a:rect l="l" t="t" r="r" b="b"/>
            <a:pathLst>
              <a:path w="26035" h="787400">
                <a:moveTo>
                  <a:pt x="25781" y="772014"/>
                </a:moveTo>
                <a:lnTo>
                  <a:pt x="25781" y="162"/>
                </a:lnTo>
                <a:lnTo>
                  <a:pt x="24463" y="0"/>
                </a:lnTo>
                <a:lnTo>
                  <a:pt x="24463" y="771843"/>
                </a:lnTo>
              </a:path>
              <a:path w="26035" h="787400">
                <a:moveTo>
                  <a:pt x="1310" y="786852"/>
                </a:moveTo>
                <a:lnTo>
                  <a:pt x="1310" y="15000"/>
                </a:lnTo>
                <a:lnTo>
                  <a:pt x="0" y="14829"/>
                </a:lnTo>
                <a:lnTo>
                  <a:pt x="0" y="786681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0" name="object 70"/>
          <p:cNvGrpSpPr/>
          <p:nvPr/>
        </p:nvGrpSpPr>
        <p:grpSpPr>
          <a:xfrm>
            <a:off x="5560450" y="1543937"/>
            <a:ext cx="1668780" cy="2755900"/>
            <a:chOff x="5560450" y="1543937"/>
            <a:chExt cx="1668780" cy="2755900"/>
          </a:xfrm>
        </p:grpSpPr>
        <p:sp>
          <p:nvSpPr>
            <p:cNvPr id="71" name="object 71"/>
            <p:cNvSpPr/>
            <p:nvPr/>
          </p:nvSpPr>
          <p:spPr>
            <a:xfrm>
              <a:off x="5562389" y="1543937"/>
              <a:ext cx="549275" cy="802640"/>
            </a:xfrm>
            <a:custGeom>
              <a:avLst/>
              <a:gdLst/>
              <a:ahLst/>
              <a:cxnLst/>
              <a:rect l="l" t="t" r="r" b="b"/>
              <a:pathLst>
                <a:path w="549275" h="802639">
                  <a:moveTo>
                    <a:pt x="0" y="347563"/>
                  </a:moveTo>
                  <a:lnTo>
                    <a:pt x="124" y="0"/>
                  </a:lnTo>
                </a:path>
                <a:path w="549275" h="802639">
                  <a:moveTo>
                    <a:pt x="549139" y="802193"/>
                  </a:moveTo>
                  <a:lnTo>
                    <a:pt x="549256" y="47589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5596242" y="1657683"/>
              <a:ext cx="1076325" cy="1071880"/>
            </a:xfrm>
            <a:custGeom>
              <a:avLst/>
              <a:gdLst/>
              <a:ahLst/>
              <a:cxnLst/>
              <a:rect l="l" t="t" r="r" b="b"/>
              <a:pathLst>
                <a:path w="1076325" h="1071880">
                  <a:moveTo>
                    <a:pt x="3886" y="45720"/>
                  </a:moveTo>
                  <a:lnTo>
                    <a:pt x="0" y="45720"/>
                  </a:lnTo>
                  <a:lnTo>
                    <a:pt x="0" y="218071"/>
                  </a:lnTo>
                  <a:lnTo>
                    <a:pt x="3886" y="218071"/>
                  </a:lnTo>
                  <a:lnTo>
                    <a:pt x="3886" y="45720"/>
                  </a:lnTo>
                  <a:close/>
                </a:path>
                <a:path w="1076325" h="1071880">
                  <a:moveTo>
                    <a:pt x="24333" y="63449"/>
                  </a:moveTo>
                  <a:lnTo>
                    <a:pt x="22999" y="63449"/>
                  </a:lnTo>
                  <a:lnTo>
                    <a:pt x="22999" y="62293"/>
                  </a:lnTo>
                  <a:lnTo>
                    <a:pt x="19126" y="62293"/>
                  </a:lnTo>
                  <a:lnTo>
                    <a:pt x="19126" y="234530"/>
                  </a:lnTo>
                  <a:lnTo>
                    <a:pt x="20459" y="234530"/>
                  </a:lnTo>
                  <a:lnTo>
                    <a:pt x="20459" y="235673"/>
                  </a:lnTo>
                  <a:lnTo>
                    <a:pt x="24333" y="235673"/>
                  </a:lnTo>
                  <a:lnTo>
                    <a:pt x="24333" y="63449"/>
                  </a:lnTo>
                  <a:close/>
                </a:path>
                <a:path w="1076325" h="1071880">
                  <a:moveTo>
                    <a:pt x="42418" y="79108"/>
                  </a:moveTo>
                  <a:lnTo>
                    <a:pt x="38531" y="79108"/>
                  </a:lnTo>
                  <a:lnTo>
                    <a:pt x="38531" y="251231"/>
                  </a:lnTo>
                  <a:lnTo>
                    <a:pt x="42418" y="251231"/>
                  </a:lnTo>
                  <a:lnTo>
                    <a:pt x="42418" y="79108"/>
                  </a:lnTo>
                  <a:close/>
                </a:path>
                <a:path w="1076325" h="1071880">
                  <a:moveTo>
                    <a:pt x="54381" y="89484"/>
                  </a:moveTo>
                  <a:lnTo>
                    <a:pt x="52298" y="89484"/>
                  </a:lnTo>
                  <a:lnTo>
                    <a:pt x="52298" y="87680"/>
                  </a:lnTo>
                  <a:lnTo>
                    <a:pt x="51701" y="87680"/>
                  </a:lnTo>
                  <a:lnTo>
                    <a:pt x="51701" y="87160"/>
                  </a:lnTo>
                  <a:lnTo>
                    <a:pt x="47828" y="87160"/>
                  </a:lnTo>
                  <a:lnTo>
                    <a:pt x="47828" y="259219"/>
                  </a:lnTo>
                  <a:lnTo>
                    <a:pt x="48425" y="259219"/>
                  </a:lnTo>
                  <a:lnTo>
                    <a:pt x="48425" y="259727"/>
                  </a:lnTo>
                  <a:lnTo>
                    <a:pt x="50507" y="259727"/>
                  </a:lnTo>
                  <a:lnTo>
                    <a:pt x="50507" y="261518"/>
                  </a:lnTo>
                  <a:lnTo>
                    <a:pt x="54381" y="261518"/>
                  </a:lnTo>
                  <a:lnTo>
                    <a:pt x="54381" y="89484"/>
                  </a:lnTo>
                  <a:close/>
                </a:path>
                <a:path w="1076325" h="1071880">
                  <a:moveTo>
                    <a:pt x="70954" y="103847"/>
                  </a:moveTo>
                  <a:lnTo>
                    <a:pt x="69621" y="103847"/>
                  </a:lnTo>
                  <a:lnTo>
                    <a:pt x="69621" y="102692"/>
                  </a:lnTo>
                  <a:lnTo>
                    <a:pt x="65747" y="102692"/>
                  </a:lnTo>
                  <a:lnTo>
                    <a:pt x="65747" y="274637"/>
                  </a:lnTo>
                  <a:lnTo>
                    <a:pt x="67081" y="274637"/>
                  </a:lnTo>
                  <a:lnTo>
                    <a:pt x="67081" y="275780"/>
                  </a:lnTo>
                  <a:lnTo>
                    <a:pt x="70954" y="275780"/>
                  </a:lnTo>
                  <a:lnTo>
                    <a:pt x="70954" y="103847"/>
                  </a:lnTo>
                  <a:close/>
                </a:path>
                <a:path w="1076325" h="1071880">
                  <a:moveTo>
                    <a:pt x="91414" y="121577"/>
                  </a:moveTo>
                  <a:lnTo>
                    <a:pt x="90081" y="121577"/>
                  </a:lnTo>
                  <a:lnTo>
                    <a:pt x="90081" y="120421"/>
                  </a:lnTo>
                  <a:lnTo>
                    <a:pt x="86194" y="120421"/>
                  </a:lnTo>
                  <a:lnTo>
                    <a:pt x="86194" y="292239"/>
                  </a:lnTo>
                  <a:lnTo>
                    <a:pt x="87528" y="292239"/>
                  </a:lnTo>
                  <a:lnTo>
                    <a:pt x="87528" y="293382"/>
                  </a:lnTo>
                  <a:lnTo>
                    <a:pt x="91414" y="293382"/>
                  </a:lnTo>
                  <a:lnTo>
                    <a:pt x="91414" y="121577"/>
                  </a:lnTo>
                  <a:close/>
                </a:path>
                <a:path w="1076325" h="1071880">
                  <a:moveTo>
                    <a:pt x="109486" y="137236"/>
                  </a:moveTo>
                  <a:lnTo>
                    <a:pt x="105600" y="137236"/>
                  </a:lnTo>
                  <a:lnTo>
                    <a:pt x="105600" y="308940"/>
                  </a:lnTo>
                  <a:lnTo>
                    <a:pt x="109486" y="308940"/>
                  </a:lnTo>
                  <a:lnTo>
                    <a:pt x="109486" y="137236"/>
                  </a:lnTo>
                  <a:close/>
                </a:path>
                <a:path w="1076325" h="1071880">
                  <a:moveTo>
                    <a:pt x="121450" y="147612"/>
                  </a:moveTo>
                  <a:lnTo>
                    <a:pt x="119367" y="147612"/>
                  </a:lnTo>
                  <a:lnTo>
                    <a:pt x="119367" y="145808"/>
                  </a:lnTo>
                  <a:lnTo>
                    <a:pt x="118770" y="145808"/>
                  </a:lnTo>
                  <a:lnTo>
                    <a:pt x="118770" y="145288"/>
                  </a:lnTo>
                  <a:lnTo>
                    <a:pt x="114896" y="145288"/>
                  </a:lnTo>
                  <a:lnTo>
                    <a:pt x="114896" y="316928"/>
                  </a:lnTo>
                  <a:lnTo>
                    <a:pt x="115493" y="316928"/>
                  </a:lnTo>
                  <a:lnTo>
                    <a:pt x="115493" y="317436"/>
                  </a:lnTo>
                  <a:lnTo>
                    <a:pt x="117576" y="317436"/>
                  </a:lnTo>
                  <a:lnTo>
                    <a:pt x="117576" y="319227"/>
                  </a:lnTo>
                  <a:lnTo>
                    <a:pt x="121450" y="319227"/>
                  </a:lnTo>
                  <a:lnTo>
                    <a:pt x="121450" y="147612"/>
                  </a:lnTo>
                  <a:close/>
                </a:path>
                <a:path w="1076325" h="1071880">
                  <a:moveTo>
                    <a:pt x="138023" y="161975"/>
                  </a:moveTo>
                  <a:lnTo>
                    <a:pt x="136690" y="161975"/>
                  </a:lnTo>
                  <a:lnTo>
                    <a:pt x="136690" y="160820"/>
                  </a:lnTo>
                  <a:lnTo>
                    <a:pt x="132816" y="160820"/>
                  </a:lnTo>
                  <a:lnTo>
                    <a:pt x="132816" y="332346"/>
                  </a:lnTo>
                  <a:lnTo>
                    <a:pt x="134150" y="332346"/>
                  </a:lnTo>
                  <a:lnTo>
                    <a:pt x="134150" y="333489"/>
                  </a:lnTo>
                  <a:lnTo>
                    <a:pt x="138023" y="333489"/>
                  </a:lnTo>
                  <a:lnTo>
                    <a:pt x="138023" y="161975"/>
                  </a:lnTo>
                  <a:close/>
                </a:path>
                <a:path w="1076325" h="1071880">
                  <a:moveTo>
                    <a:pt x="158483" y="179705"/>
                  </a:moveTo>
                  <a:lnTo>
                    <a:pt x="157149" y="179705"/>
                  </a:lnTo>
                  <a:lnTo>
                    <a:pt x="157149" y="178549"/>
                  </a:lnTo>
                  <a:lnTo>
                    <a:pt x="153276" y="178549"/>
                  </a:lnTo>
                  <a:lnTo>
                    <a:pt x="153276" y="349935"/>
                  </a:lnTo>
                  <a:lnTo>
                    <a:pt x="154609" y="349935"/>
                  </a:lnTo>
                  <a:lnTo>
                    <a:pt x="154609" y="351091"/>
                  </a:lnTo>
                  <a:lnTo>
                    <a:pt x="158483" y="351091"/>
                  </a:lnTo>
                  <a:lnTo>
                    <a:pt x="158483" y="179705"/>
                  </a:lnTo>
                  <a:close/>
                </a:path>
                <a:path w="1076325" h="1071880">
                  <a:moveTo>
                    <a:pt x="158483" y="0"/>
                  </a:moveTo>
                  <a:lnTo>
                    <a:pt x="157149" y="0"/>
                  </a:lnTo>
                  <a:lnTo>
                    <a:pt x="154609" y="0"/>
                  </a:lnTo>
                  <a:lnTo>
                    <a:pt x="153276" y="0"/>
                  </a:lnTo>
                  <a:lnTo>
                    <a:pt x="153276" y="94615"/>
                  </a:lnTo>
                  <a:lnTo>
                    <a:pt x="154609" y="94615"/>
                  </a:lnTo>
                  <a:lnTo>
                    <a:pt x="154609" y="95770"/>
                  </a:lnTo>
                  <a:lnTo>
                    <a:pt x="158483" y="95770"/>
                  </a:lnTo>
                  <a:lnTo>
                    <a:pt x="158483" y="0"/>
                  </a:lnTo>
                  <a:close/>
                </a:path>
                <a:path w="1076325" h="1071880">
                  <a:moveTo>
                    <a:pt x="176555" y="195364"/>
                  </a:moveTo>
                  <a:lnTo>
                    <a:pt x="172681" y="195364"/>
                  </a:lnTo>
                  <a:lnTo>
                    <a:pt x="172681" y="366636"/>
                  </a:lnTo>
                  <a:lnTo>
                    <a:pt x="176555" y="366636"/>
                  </a:lnTo>
                  <a:lnTo>
                    <a:pt x="176555" y="195364"/>
                  </a:lnTo>
                  <a:close/>
                </a:path>
                <a:path w="1076325" h="1071880">
                  <a:moveTo>
                    <a:pt x="176555" y="16814"/>
                  </a:moveTo>
                  <a:lnTo>
                    <a:pt x="172681" y="16814"/>
                  </a:lnTo>
                  <a:lnTo>
                    <a:pt x="172681" y="111442"/>
                  </a:lnTo>
                  <a:lnTo>
                    <a:pt x="176555" y="111442"/>
                  </a:lnTo>
                  <a:lnTo>
                    <a:pt x="176555" y="16814"/>
                  </a:lnTo>
                  <a:close/>
                </a:path>
                <a:path w="1076325" h="1071880">
                  <a:moveTo>
                    <a:pt x="188531" y="205740"/>
                  </a:moveTo>
                  <a:lnTo>
                    <a:pt x="186436" y="205740"/>
                  </a:lnTo>
                  <a:lnTo>
                    <a:pt x="186436" y="203936"/>
                  </a:lnTo>
                  <a:lnTo>
                    <a:pt x="185839" y="203936"/>
                  </a:lnTo>
                  <a:lnTo>
                    <a:pt x="185839" y="203415"/>
                  </a:lnTo>
                  <a:lnTo>
                    <a:pt x="181965" y="203415"/>
                  </a:lnTo>
                  <a:lnTo>
                    <a:pt x="181965" y="374624"/>
                  </a:lnTo>
                  <a:lnTo>
                    <a:pt x="182562" y="374624"/>
                  </a:lnTo>
                  <a:lnTo>
                    <a:pt x="182562" y="375145"/>
                  </a:lnTo>
                  <a:lnTo>
                    <a:pt x="184645" y="375145"/>
                  </a:lnTo>
                  <a:lnTo>
                    <a:pt x="184645" y="376936"/>
                  </a:lnTo>
                  <a:lnTo>
                    <a:pt x="188531" y="376936"/>
                  </a:lnTo>
                  <a:lnTo>
                    <a:pt x="188531" y="205740"/>
                  </a:lnTo>
                  <a:close/>
                </a:path>
                <a:path w="1076325" h="1071880">
                  <a:moveTo>
                    <a:pt x="189293" y="18008"/>
                  </a:moveTo>
                  <a:lnTo>
                    <a:pt x="188531" y="18008"/>
                  </a:lnTo>
                  <a:lnTo>
                    <a:pt x="188531" y="17348"/>
                  </a:lnTo>
                  <a:lnTo>
                    <a:pt x="186436" y="17348"/>
                  </a:lnTo>
                  <a:lnTo>
                    <a:pt x="185839" y="17348"/>
                  </a:lnTo>
                  <a:lnTo>
                    <a:pt x="185839" y="16827"/>
                  </a:lnTo>
                  <a:lnTo>
                    <a:pt x="181965" y="16827"/>
                  </a:lnTo>
                  <a:lnTo>
                    <a:pt x="181965" y="119481"/>
                  </a:lnTo>
                  <a:lnTo>
                    <a:pt x="182562" y="119481"/>
                  </a:lnTo>
                  <a:lnTo>
                    <a:pt x="182562" y="120002"/>
                  </a:lnTo>
                  <a:lnTo>
                    <a:pt x="184645" y="120002"/>
                  </a:lnTo>
                  <a:lnTo>
                    <a:pt x="184645" y="121805"/>
                  </a:lnTo>
                  <a:lnTo>
                    <a:pt x="188531" y="121805"/>
                  </a:lnTo>
                  <a:lnTo>
                    <a:pt x="188531" y="24650"/>
                  </a:lnTo>
                  <a:lnTo>
                    <a:pt x="189293" y="24650"/>
                  </a:lnTo>
                  <a:lnTo>
                    <a:pt x="189293" y="18008"/>
                  </a:lnTo>
                  <a:close/>
                </a:path>
                <a:path w="1076325" h="1071880">
                  <a:moveTo>
                    <a:pt x="205105" y="220103"/>
                  </a:moveTo>
                  <a:lnTo>
                    <a:pt x="203771" y="220103"/>
                  </a:lnTo>
                  <a:lnTo>
                    <a:pt x="203771" y="218948"/>
                  </a:lnTo>
                  <a:lnTo>
                    <a:pt x="199885" y="218948"/>
                  </a:lnTo>
                  <a:lnTo>
                    <a:pt x="199885" y="390042"/>
                  </a:lnTo>
                  <a:lnTo>
                    <a:pt x="201218" y="390042"/>
                  </a:lnTo>
                  <a:lnTo>
                    <a:pt x="201218" y="391198"/>
                  </a:lnTo>
                  <a:lnTo>
                    <a:pt x="205105" y="391198"/>
                  </a:lnTo>
                  <a:lnTo>
                    <a:pt x="205105" y="220103"/>
                  </a:lnTo>
                  <a:close/>
                </a:path>
                <a:path w="1076325" h="1071880">
                  <a:moveTo>
                    <a:pt x="205105" y="40398"/>
                  </a:moveTo>
                  <a:lnTo>
                    <a:pt x="203771" y="40398"/>
                  </a:lnTo>
                  <a:lnTo>
                    <a:pt x="201218" y="40398"/>
                  </a:lnTo>
                  <a:lnTo>
                    <a:pt x="199885" y="40398"/>
                  </a:lnTo>
                  <a:lnTo>
                    <a:pt x="199885" y="135013"/>
                  </a:lnTo>
                  <a:lnTo>
                    <a:pt x="201218" y="135013"/>
                  </a:lnTo>
                  <a:lnTo>
                    <a:pt x="201218" y="136169"/>
                  </a:lnTo>
                  <a:lnTo>
                    <a:pt x="205105" y="136169"/>
                  </a:lnTo>
                  <a:lnTo>
                    <a:pt x="205105" y="40398"/>
                  </a:lnTo>
                  <a:close/>
                </a:path>
                <a:path w="1076325" h="1071880">
                  <a:moveTo>
                    <a:pt x="225552" y="237832"/>
                  </a:moveTo>
                  <a:lnTo>
                    <a:pt x="224218" y="237832"/>
                  </a:lnTo>
                  <a:lnTo>
                    <a:pt x="224218" y="236677"/>
                  </a:lnTo>
                  <a:lnTo>
                    <a:pt x="220345" y="236677"/>
                  </a:lnTo>
                  <a:lnTo>
                    <a:pt x="220345" y="407644"/>
                  </a:lnTo>
                  <a:lnTo>
                    <a:pt x="221678" y="407644"/>
                  </a:lnTo>
                  <a:lnTo>
                    <a:pt x="221678" y="408800"/>
                  </a:lnTo>
                  <a:lnTo>
                    <a:pt x="225552" y="408800"/>
                  </a:lnTo>
                  <a:lnTo>
                    <a:pt x="225552" y="237832"/>
                  </a:lnTo>
                  <a:close/>
                </a:path>
                <a:path w="1076325" h="1071880">
                  <a:moveTo>
                    <a:pt x="225552" y="58115"/>
                  </a:moveTo>
                  <a:lnTo>
                    <a:pt x="224218" y="58115"/>
                  </a:lnTo>
                  <a:lnTo>
                    <a:pt x="221678" y="58115"/>
                  </a:lnTo>
                  <a:lnTo>
                    <a:pt x="220345" y="58115"/>
                  </a:lnTo>
                  <a:lnTo>
                    <a:pt x="220345" y="152742"/>
                  </a:lnTo>
                  <a:lnTo>
                    <a:pt x="221678" y="152742"/>
                  </a:lnTo>
                  <a:lnTo>
                    <a:pt x="221678" y="153898"/>
                  </a:lnTo>
                  <a:lnTo>
                    <a:pt x="225552" y="153898"/>
                  </a:lnTo>
                  <a:lnTo>
                    <a:pt x="225552" y="58115"/>
                  </a:lnTo>
                  <a:close/>
                </a:path>
                <a:path w="1076325" h="1071880">
                  <a:moveTo>
                    <a:pt x="243636" y="253492"/>
                  </a:moveTo>
                  <a:lnTo>
                    <a:pt x="239763" y="253492"/>
                  </a:lnTo>
                  <a:lnTo>
                    <a:pt x="239763" y="424345"/>
                  </a:lnTo>
                  <a:lnTo>
                    <a:pt x="243636" y="424345"/>
                  </a:lnTo>
                  <a:lnTo>
                    <a:pt x="243636" y="253492"/>
                  </a:lnTo>
                  <a:close/>
                </a:path>
                <a:path w="1076325" h="1071880">
                  <a:moveTo>
                    <a:pt x="243636" y="74942"/>
                  </a:moveTo>
                  <a:lnTo>
                    <a:pt x="239763" y="74942"/>
                  </a:lnTo>
                  <a:lnTo>
                    <a:pt x="239763" y="169557"/>
                  </a:lnTo>
                  <a:lnTo>
                    <a:pt x="243636" y="169557"/>
                  </a:lnTo>
                  <a:lnTo>
                    <a:pt x="243636" y="74942"/>
                  </a:lnTo>
                  <a:close/>
                </a:path>
                <a:path w="1076325" h="1071880">
                  <a:moveTo>
                    <a:pt x="255600" y="263867"/>
                  </a:moveTo>
                  <a:lnTo>
                    <a:pt x="253517" y="263867"/>
                  </a:lnTo>
                  <a:lnTo>
                    <a:pt x="253517" y="262064"/>
                  </a:lnTo>
                  <a:lnTo>
                    <a:pt x="252920" y="262064"/>
                  </a:lnTo>
                  <a:lnTo>
                    <a:pt x="252920" y="261543"/>
                  </a:lnTo>
                  <a:lnTo>
                    <a:pt x="249047" y="261543"/>
                  </a:lnTo>
                  <a:lnTo>
                    <a:pt x="249047" y="432333"/>
                  </a:lnTo>
                  <a:lnTo>
                    <a:pt x="249643" y="432333"/>
                  </a:lnTo>
                  <a:lnTo>
                    <a:pt x="249643" y="432841"/>
                  </a:lnTo>
                  <a:lnTo>
                    <a:pt x="251726" y="432841"/>
                  </a:lnTo>
                  <a:lnTo>
                    <a:pt x="251726" y="434644"/>
                  </a:lnTo>
                  <a:lnTo>
                    <a:pt x="255600" y="434644"/>
                  </a:lnTo>
                  <a:lnTo>
                    <a:pt x="255600" y="263867"/>
                  </a:lnTo>
                  <a:close/>
                </a:path>
                <a:path w="1076325" h="1071880">
                  <a:moveTo>
                    <a:pt x="256362" y="76136"/>
                  </a:moveTo>
                  <a:lnTo>
                    <a:pt x="255600" y="76136"/>
                  </a:lnTo>
                  <a:lnTo>
                    <a:pt x="255600" y="75463"/>
                  </a:lnTo>
                  <a:lnTo>
                    <a:pt x="253517" y="75463"/>
                  </a:lnTo>
                  <a:lnTo>
                    <a:pt x="252920" y="75463"/>
                  </a:lnTo>
                  <a:lnTo>
                    <a:pt x="252920" y="74942"/>
                  </a:lnTo>
                  <a:lnTo>
                    <a:pt x="249047" y="74942"/>
                  </a:lnTo>
                  <a:lnTo>
                    <a:pt x="249047" y="177609"/>
                  </a:lnTo>
                  <a:lnTo>
                    <a:pt x="249643" y="177609"/>
                  </a:lnTo>
                  <a:lnTo>
                    <a:pt x="249643" y="178130"/>
                  </a:lnTo>
                  <a:lnTo>
                    <a:pt x="251726" y="178130"/>
                  </a:lnTo>
                  <a:lnTo>
                    <a:pt x="251726" y="179933"/>
                  </a:lnTo>
                  <a:lnTo>
                    <a:pt x="255600" y="179933"/>
                  </a:lnTo>
                  <a:lnTo>
                    <a:pt x="255600" y="82765"/>
                  </a:lnTo>
                  <a:lnTo>
                    <a:pt x="256362" y="82765"/>
                  </a:lnTo>
                  <a:lnTo>
                    <a:pt x="256362" y="76136"/>
                  </a:lnTo>
                  <a:close/>
                </a:path>
                <a:path w="1076325" h="1071880">
                  <a:moveTo>
                    <a:pt x="273304" y="279209"/>
                  </a:moveTo>
                  <a:lnTo>
                    <a:pt x="271970" y="279209"/>
                  </a:lnTo>
                  <a:lnTo>
                    <a:pt x="271970" y="278053"/>
                  </a:lnTo>
                  <a:lnTo>
                    <a:pt x="268097" y="278053"/>
                  </a:lnTo>
                  <a:lnTo>
                    <a:pt x="268097" y="582345"/>
                  </a:lnTo>
                  <a:lnTo>
                    <a:pt x="271970" y="582345"/>
                  </a:lnTo>
                  <a:lnTo>
                    <a:pt x="271970" y="581533"/>
                  </a:lnTo>
                  <a:lnTo>
                    <a:pt x="273304" y="581533"/>
                  </a:lnTo>
                  <a:lnTo>
                    <a:pt x="273304" y="279209"/>
                  </a:lnTo>
                  <a:close/>
                </a:path>
                <a:path w="1076325" h="1071880">
                  <a:moveTo>
                    <a:pt x="292417" y="117221"/>
                  </a:moveTo>
                  <a:lnTo>
                    <a:pt x="291820" y="117221"/>
                  </a:lnTo>
                  <a:lnTo>
                    <a:pt x="291820" y="115277"/>
                  </a:lnTo>
                  <a:lnTo>
                    <a:pt x="290487" y="115277"/>
                  </a:lnTo>
                  <a:lnTo>
                    <a:pt x="290487" y="117221"/>
                  </a:lnTo>
                  <a:lnTo>
                    <a:pt x="288544" y="117221"/>
                  </a:lnTo>
                  <a:lnTo>
                    <a:pt x="288544" y="211848"/>
                  </a:lnTo>
                  <a:lnTo>
                    <a:pt x="292417" y="211848"/>
                  </a:lnTo>
                  <a:lnTo>
                    <a:pt x="292417" y="117221"/>
                  </a:lnTo>
                  <a:close/>
                </a:path>
                <a:path w="1076325" h="1071880">
                  <a:moveTo>
                    <a:pt x="293763" y="296938"/>
                  </a:moveTo>
                  <a:lnTo>
                    <a:pt x="292417" y="296938"/>
                  </a:lnTo>
                  <a:lnTo>
                    <a:pt x="292417" y="295783"/>
                  </a:lnTo>
                  <a:lnTo>
                    <a:pt x="288544" y="295783"/>
                  </a:lnTo>
                  <a:lnTo>
                    <a:pt x="288544" y="569925"/>
                  </a:lnTo>
                  <a:lnTo>
                    <a:pt x="292417" y="569925"/>
                  </a:lnTo>
                  <a:lnTo>
                    <a:pt x="292417" y="569112"/>
                  </a:lnTo>
                  <a:lnTo>
                    <a:pt x="293763" y="569112"/>
                  </a:lnTo>
                  <a:lnTo>
                    <a:pt x="293763" y="296938"/>
                  </a:lnTo>
                  <a:close/>
                </a:path>
                <a:path w="1076325" h="1071880">
                  <a:moveTo>
                    <a:pt x="311835" y="312597"/>
                  </a:moveTo>
                  <a:lnTo>
                    <a:pt x="307962" y="312597"/>
                  </a:lnTo>
                  <a:lnTo>
                    <a:pt x="307962" y="558139"/>
                  </a:lnTo>
                  <a:lnTo>
                    <a:pt x="311835" y="558139"/>
                  </a:lnTo>
                  <a:lnTo>
                    <a:pt x="311835" y="312597"/>
                  </a:lnTo>
                  <a:close/>
                </a:path>
                <a:path w="1076325" h="1071880">
                  <a:moveTo>
                    <a:pt x="323799" y="322973"/>
                  </a:moveTo>
                  <a:lnTo>
                    <a:pt x="321716" y="322973"/>
                  </a:lnTo>
                  <a:lnTo>
                    <a:pt x="321716" y="321170"/>
                  </a:lnTo>
                  <a:lnTo>
                    <a:pt x="321119" y="321170"/>
                  </a:lnTo>
                  <a:lnTo>
                    <a:pt x="321119" y="320649"/>
                  </a:lnTo>
                  <a:lnTo>
                    <a:pt x="317246" y="320649"/>
                  </a:lnTo>
                  <a:lnTo>
                    <a:pt x="317246" y="552500"/>
                  </a:lnTo>
                  <a:lnTo>
                    <a:pt x="321119" y="552500"/>
                  </a:lnTo>
                  <a:lnTo>
                    <a:pt x="321119" y="552132"/>
                  </a:lnTo>
                  <a:lnTo>
                    <a:pt x="321716" y="552132"/>
                  </a:lnTo>
                  <a:lnTo>
                    <a:pt x="321716" y="550875"/>
                  </a:lnTo>
                  <a:lnTo>
                    <a:pt x="323799" y="550875"/>
                  </a:lnTo>
                  <a:lnTo>
                    <a:pt x="323799" y="322973"/>
                  </a:lnTo>
                  <a:close/>
                </a:path>
                <a:path w="1076325" h="1071880">
                  <a:moveTo>
                    <a:pt x="445973" y="428853"/>
                  </a:moveTo>
                  <a:lnTo>
                    <a:pt x="442099" y="428853"/>
                  </a:lnTo>
                  <a:lnTo>
                    <a:pt x="442099" y="627164"/>
                  </a:lnTo>
                  <a:lnTo>
                    <a:pt x="445973" y="627164"/>
                  </a:lnTo>
                  <a:lnTo>
                    <a:pt x="445973" y="428853"/>
                  </a:lnTo>
                  <a:close/>
                </a:path>
                <a:path w="1076325" h="1071880">
                  <a:moveTo>
                    <a:pt x="445973" y="250266"/>
                  </a:moveTo>
                  <a:lnTo>
                    <a:pt x="442099" y="250266"/>
                  </a:lnTo>
                  <a:lnTo>
                    <a:pt x="442099" y="344919"/>
                  </a:lnTo>
                  <a:lnTo>
                    <a:pt x="445973" y="344919"/>
                  </a:lnTo>
                  <a:lnTo>
                    <a:pt x="445973" y="250266"/>
                  </a:lnTo>
                  <a:close/>
                </a:path>
                <a:path w="1076325" h="1071880">
                  <a:moveTo>
                    <a:pt x="457949" y="439216"/>
                  </a:moveTo>
                  <a:lnTo>
                    <a:pt x="455866" y="439216"/>
                  </a:lnTo>
                  <a:lnTo>
                    <a:pt x="455866" y="437426"/>
                  </a:lnTo>
                  <a:lnTo>
                    <a:pt x="455269" y="437426"/>
                  </a:lnTo>
                  <a:lnTo>
                    <a:pt x="455269" y="436905"/>
                  </a:lnTo>
                  <a:lnTo>
                    <a:pt x="451383" y="436905"/>
                  </a:lnTo>
                  <a:lnTo>
                    <a:pt x="451383" y="635152"/>
                  </a:lnTo>
                  <a:lnTo>
                    <a:pt x="451993" y="635152"/>
                  </a:lnTo>
                  <a:lnTo>
                    <a:pt x="451993" y="635673"/>
                  </a:lnTo>
                  <a:lnTo>
                    <a:pt x="454063" y="635673"/>
                  </a:lnTo>
                  <a:lnTo>
                    <a:pt x="454063" y="637463"/>
                  </a:lnTo>
                  <a:lnTo>
                    <a:pt x="457949" y="637463"/>
                  </a:lnTo>
                  <a:lnTo>
                    <a:pt x="457949" y="439216"/>
                  </a:lnTo>
                  <a:close/>
                </a:path>
                <a:path w="1076325" h="1071880">
                  <a:moveTo>
                    <a:pt x="458711" y="251447"/>
                  </a:moveTo>
                  <a:lnTo>
                    <a:pt x="457949" y="251447"/>
                  </a:lnTo>
                  <a:lnTo>
                    <a:pt x="457949" y="250799"/>
                  </a:lnTo>
                  <a:lnTo>
                    <a:pt x="455866" y="250799"/>
                  </a:lnTo>
                  <a:lnTo>
                    <a:pt x="455269" y="250799"/>
                  </a:lnTo>
                  <a:lnTo>
                    <a:pt x="455269" y="250278"/>
                  </a:lnTo>
                  <a:lnTo>
                    <a:pt x="451383" y="250278"/>
                  </a:lnTo>
                  <a:lnTo>
                    <a:pt x="451383" y="352971"/>
                  </a:lnTo>
                  <a:lnTo>
                    <a:pt x="451993" y="352971"/>
                  </a:lnTo>
                  <a:lnTo>
                    <a:pt x="451993" y="353491"/>
                  </a:lnTo>
                  <a:lnTo>
                    <a:pt x="454063" y="353491"/>
                  </a:lnTo>
                  <a:lnTo>
                    <a:pt x="454063" y="355295"/>
                  </a:lnTo>
                  <a:lnTo>
                    <a:pt x="457949" y="355295"/>
                  </a:lnTo>
                  <a:lnTo>
                    <a:pt x="457949" y="258089"/>
                  </a:lnTo>
                  <a:lnTo>
                    <a:pt x="458711" y="258089"/>
                  </a:lnTo>
                  <a:lnTo>
                    <a:pt x="458711" y="251447"/>
                  </a:lnTo>
                  <a:close/>
                </a:path>
                <a:path w="1076325" h="1071880">
                  <a:moveTo>
                    <a:pt x="474522" y="453593"/>
                  </a:moveTo>
                  <a:lnTo>
                    <a:pt x="473189" y="453593"/>
                  </a:lnTo>
                  <a:lnTo>
                    <a:pt x="473189" y="452437"/>
                  </a:lnTo>
                  <a:lnTo>
                    <a:pt x="469315" y="452437"/>
                  </a:lnTo>
                  <a:lnTo>
                    <a:pt x="469315" y="650570"/>
                  </a:lnTo>
                  <a:lnTo>
                    <a:pt x="470649" y="650570"/>
                  </a:lnTo>
                  <a:lnTo>
                    <a:pt x="470649" y="651725"/>
                  </a:lnTo>
                  <a:lnTo>
                    <a:pt x="474522" y="651725"/>
                  </a:lnTo>
                  <a:lnTo>
                    <a:pt x="474522" y="453593"/>
                  </a:lnTo>
                  <a:close/>
                </a:path>
                <a:path w="1076325" h="1071880">
                  <a:moveTo>
                    <a:pt x="474522" y="273837"/>
                  </a:moveTo>
                  <a:lnTo>
                    <a:pt x="473189" y="273837"/>
                  </a:lnTo>
                  <a:lnTo>
                    <a:pt x="470649" y="273837"/>
                  </a:lnTo>
                  <a:lnTo>
                    <a:pt x="469315" y="273837"/>
                  </a:lnTo>
                  <a:lnTo>
                    <a:pt x="469315" y="368503"/>
                  </a:lnTo>
                  <a:lnTo>
                    <a:pt x="470649" y="368503"/>
                  </a:lnTo>
                  <a:lnTo>
                    <a:pt x="470649" y="369658"/>
                  </a:lnTo>
                  <a:lnTo>
                    <a:pt x="474522" y="369658"/>
                  </a:lnTo>
                  <a:lnTo>
                    <a:pt x="474522" y="273837"/>
                  </a:lnTo>
                  <a:close/>
                </a:path>
                <a:path w="1076325" h="1071880">
                  <a:moveTo>
                    <a:pt x="1076274" y="846543"/>
                  </a:moveTo>
                  <a:lnTo>
                    <a:pt x="1072324" y="846543"/>
                  </a:lnTo>
                  <a:lnTo>
                    <a:pt x="1072324" y="1071359"/>
                  </a:lnTo>
                  <a:lnTo>
                    <a:pt x="1076274" y="1071359"/>
                  </a:lnTo>
                  <a:lnTo>
                    <a:pt x="1076274" y="8465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5886132" y="1774904"/>
              <a:ext cx="708025" cy="884555"/>
            </a:xfrm>
            <a:custGeom>
              <a:avLst/>
              <a:gdLst/>
              <a:ahLst/>
              <a:cxnLst/>
              <a:rect l="l" t="t" r="r" b="b"/>
              <a:pathLst>
                <a:path w="708025" h="884555">
                  <a:moveTo>
                    <a:pt x="3873" y="179717"/>
                  </a:moveTo>
                  <a:lnTo>
                    <a:pt x="0" y="179717"/>
                  </a:lnTo>
                  <a:lnTo>
                    <a:pt x="0" y="451891"/>
                  </a:lnTo>
                  <a:lnTo>
                    <a:pt x="3873" y="451891"/>
                  </a:lnTo>
                  <a:lnTo>
                    <a:pt x="3873" y="179717"/>
                  </a:lnTo>
                  <a:close/>
                </a:path>
                <a:path w="708025" h="884555">
                  <a:moveTo>
                    <a:pt x="3873" y="0"/>
                  </a:moveTo>
                  <a:lnTo>
                    <a:pt x="0" y="0"/>
                  </a:lnTo>
                  <a:lnTo>
                    <a:pt x="0" y="95783"/>
                  </a:lnTo>
                  <a:lnTo>
                    <a:pt x="3873" y="95783"/>
                  </a:lnTo>
                  <a:lnTo>
                    <a:pt x="3873" y="0"/>
                  </a:lnTo>
                  <a:close/>
                </a:path>
                <a:path w="708025" h="884555">
                  <a:moveTo>
                    <a:pt x="50482" y="220116"/>
                  </a:moveTo>
                  <a:lnTo>
                    <a:pt x="49149" y="220116"/>
                  </a:lnTo>
                  <a:lnTo>
                    <a:pt x="49149" y="218960"/>
                  </a:lnTo>
                  <a:lnTo>
                    <a:pt x="45275" y="218960"/>
                  </a:lnTo>
                  <a:lnTo>
                    <a:pt x="45275" y="424395"/>
                  </a:lnTo>
                  <a:lnTo>
                    <a:pt x="49149" y="424395"/>
                  </a:lnTo>
                  <a:lnTo>
                    <a:pt x="49149" y="423583"/>
                  </a:lnTo>
                  <a:lnTo>
                    <a:pt x="50482" y="423583"/>
                  </a:lnTo>
                  <a:lnTo>
                    <a:pt x="50482" y="220116"/>
                  </a:lnTo>
                  <a:close/>
                </a:path>
                <a:path w="708025" h="884555">
                  <a:moveTo>
                    <a:pt x="70942" y="237845"/>
                  </a:moveTo>
                  <a:lnTo>
                    <a:pt x="69608" y="237845"/>
                  </a:lnTo>
                  <a:lnTo>
                    <a:pt x="69608" y="236677"/>
                  </a:lnTo>
                  <a:lnTo>
                    <a:pt x="65735" y="236677"/>
                  </a:lnTo>
                  <a:lnTo>
                    <a:pt x="65735" y="435533"/>
                  </a:lnTo>
                  <a:lnTo>
                    <a:pt x="67068" y="435533"/>
                  </a:lnTo>
                  <a:lnTo>
                    <a:pt x="67068" y="436689"/>
                  </a:lnTo>
                  <a:lnTo>
                    <a:pt x="70942" y="436689"/>
                  </a:lnTo>
                  <a:lnTo>
                    <a:pt x="70942" y="237845"/>
                  </a:lnTo>
                  <a:close/>
                </a:path>
                <a:path w="708025" h="884555">
                  <a:moveTo>
                    <a:pt x="89027" y="253504"/>
                  </a:moveTo>
                  <a:lnTo>
                    <a:pt x="85140" y="253504"/>
                  </a:lnTo>
                  <a:lnTo>
                    <a:pt x="85140" y="452234"/>
                  </a:lnTo>
                  <a:lnTo>
                    <a:pt x="89027" y="452234"/>
                  </a:lnTo>
                  <a:lnTo>
                    <a:pt x="89027" y="253504"/>
                  </a:lnTo>
                  <a:close/>
                </a:path>
                <a:path w="708025" h="884555">
                  <a:moveTo>
                    <a:pt x="100977" y="263880"/>
                  </a:moveTo>
                  <a:lnTo>
                    <a:pt x="98907" y="263880"/>
                  </a:lnTo>
                  <a:lnTo>
                    <a:pt x="98907" y="262077"/>
                  </a:lnTo>
                  <a:lnTo>
                    <a:pt x="98310" y="262077"/>
                  </a:lnTo>
                  <a:lnTo>
                    <a:pt x="98310" y="261556"/>
                  </a:lnTo>
                  <a:lnTo>
                    <a:pt x="94424" y="261556"/>
                  </a:lnTo>
                  <a:lnTo>
                    <a:pt x="94424" y="460222"/>
                  </a:lnTo>
                  <a:lnTo>
                    <a:pt x="95021" y="460222"/>
                  </a:lnTo>
                  <a:lnTo>
                    <a:pt x="95021" y="460743"/>
                  </a:lnTo>
                  <a:lnTo>
                    <a:pt x="97104" y="460743"/>
                  </a:lnTo>
                  <a:lnTo>
                    <a:pt x="97104" y="462534"/>
                  </a:lnTo>
                  <a:lnTo>
                    <a:pt x="100977" y="462534"/>
                  </a:lnTo>
                  <a:lnTo>
                    <a:pt x="100977" y="263880"/>
                  </a:lnTo>
                  <a:close/>
                </a:path>
                <a:path w="708025" h="884555">
                  <a:moveTo>
                    <a:pt x="117551" y="278244"/>
                  </a:moveTo>
                  <a:lnTo>
                    <a:pt x="116217" y="278244"/>
                  </a:lnTo>
                  <a:lnTo>
                    <a:pt x="116217" y="277088"/>
                  </a:lnTo>
                  <a:lnTo>
                    <a:pt x="112344" y="277088"/>
                  </a:lnTo>
                  <a:lnTo>
                    <a:pt x="112344" y="475640"/>
                  </a:lnTo>
                  <a:lnTo>
                    <a:pt x="113677" y="475640"/>
                  </a:lnTo>
                  <a:lnTo>
                    <a:pt x="113677" y="476796"/>
                  </a:lnTo>
                  <a:lnTo>
                    <a:pt x="117551" y="476796"/>
                  </a:lnTo>
                  <a:lnTo>
                    <a:pt x="117551" y="278244"/>
                  </a:lnTo>
                  <a:close/>
                </a:path>
                <a:path w="708025" h="884555">
                  <a:moveTo>
                    <a:pt x="117551" y="98501"/>
                  </a:moveTo>
                  <a:lnTo>
                    <a:pt x="116217" y="98501"/>
                  </a:lnTo>
                  <a:lnTo>
                    <a:pt x="113677" y="98501"/>
                  </a:lnTo>
                  <a:lnTo>
                    <a:pt x="112344" y="98501"/>
                  </a:lnTo>
                  <a:lnTo>
                    <a:pt x="112344" y="193141"/>
                  </a:lnTo>
                  <a:lnTo>
                    <a:pt x="113677" y="193141"/>
                  </a:lnTo>
                  <a:lnTo>
                    <a:pt x="113677" y="194310"/>
                  </a:lnTo>
                  <a:lnTo>
                    <a:pt x="117551" y="194310"/>
                  </a:lnTo>
                  <a:lnTo>
                    <a:pt x="117551" y="98501"/>
                  </a:lnTo>
                  <a:close/>
                </a:path>
                <a:path w="708025" h="884555">
                  <a:moveTo>
                    <a:pt x="138010" y="295973"/>
                  </a:moveTo>
                  <a:lnTo>
                    <a:pt x="136677" y="295973"/>
                  </a:lnTo>
                  <a:lnTo>
                    <a:pt x="136677" y="294817"/>
                  </a:lnTo>
                  <a:lnTo>
                    <a:pt x="132803" y="294817"/>
                  </a:lnTo>
                  <a:lnTo>
                    <a:pt x="132803" y="493242"/>
                  </a:lnTo>
                  <a:lnTo>
                    <a:pt x="134137" y="493242"/>
                  </a:lnTo>
                  <a:lnTo>
                    <a:pt x="134137" y="494385"/>
                  </a:lnTo>
                  <a:lnTo>
                    <a:pt x="138010" y="494385"/>
                  </a:lnTo>
                  <a:lnTo>
                    <a:pt x="138010" y="295973"/>
                  </a:lnTo>
                  <a:close/>
                </a:path>
                <a:path w="708025" h="884555">
                  <a:moveTo>
                    <a:pt x="138010" y="116230"/>
                  </a:moveTo>
                  <a:lnTo>
                    <a:pt x="136677" y="116230"/>
                  </a:lnTo>
                  <a:lnTo>
                    <a:pt x="134137" y="116230"/>
                  </a:lnTo>
                  <a:lnTo>
                    <a:pt x="132803" y="116230"/>
                  </a:lnTo>
                  <a:lnTo>
                    <a:pt x="132803" y="210883"/>
                  </a:lnTo>
                  <a:lnTo>
                    <a:pt x="134137" y="210883"/>
                  </a:lnTo>
                  <a:lnTo>
                    <a:pt x="134137" y="212039"/>
                  </a:lnTo>
                  <a:lnTo>
                    <a:pt x="138010" y="212039"/>
                  </a:lnTo>
                  <a:lnTo>
                    <a:pt x="138010" y="116230"/>
                  </a:lnTo>
                  <a:close/>
                </a:path>
                <a:path w="708025" h="884555">
                  <a:moveTo>
                    <a:pt x="273291" y="413207"/>
                  </a:moveTo>
                  <a:lnTo>
                    <a:pt x="271957" y="413207"/>
                  </a:lnTo>
                  <a:lnTo>
                    <a:pt x="271957" y="412038"/>
                  </a:lnTo>
                  <a:lnTo>
                    <a:pt x="268084" y="412038"/>
                  </a:lnTo>
                  <a:lnTo>
                    <a:pt x="268084" y="609625"/>
                  </a:lnTo>
                  <a:lnTo>
                    <a:pt x="269417" y="609625"/>
                  </a:lnTo>
                  <a:lnTo>
                    <a:pt x="269417" y="610768"/>
                  </a:lnTo>
                  <a:lnTo>
                    <a:pt x="273291" y="610768"/>
                  </a:lnTo>
                  <a:lnTo>
                    <a:pt x="273291" y="413207"/>
                  </a:lnTo>
                  <a:close/>
                </a:path>
                <a:path w="708025" h="884555">
                  <a:moveTo>
                    <a:pt x="291363" y="428866"/>
                  </a:moveTo>
                  <a:lnTo>
                    <a:pt x="287489" y="428866"/>
                  </a:lnTo>
                  <a:lnTo>
                    <a:pt x="287489" y="626325"/>
                  </a:lnTo>
                  <a:lnTo>
                    <a:pt x="291363" y="626325"/>
                  </a:lnTo>
                  <a:lnTo>
                    <a:pt x="291363" y="428866"/>
                  </a:lnTo>
                  <a:close/>
                </a:path>
                <a:path w="708025" h="884555">
                  <a:moveTo>
                    <a:pt x="303326" y="439242"/>
                  </a:moveTo>
                  <a:lnTo>
                    <a:pt x="301244" y="439242"/>
                  </a:lnTo>
                  <a:lnTo>
                    <a:pt x="301244" y="437426"/>
                  </a:lnTo>
                  <a:lnTo>
                    <a:pt x="300647" y="437426"/>
                  </a:lnTo>
                  <a:lnTo>
                    <a:pt x="300647" y="436918"/>
                  </a:lnTo>
                  <a:lnTo>
                    <a:pt x="296773" y="436918"/>
                  </a:lnTo>
                  <a:lnTo>
                    <a:pt x="296773" y="634314"/>
                  </a:lnTo>
                  <a:lnTo>
                    <a:pt x="297370" y="634314"/>
                  </a:lnTo>
                  <a:lnTo>
                    <a:pt x="297370" y="634822"/>
                  </a:lnTo>
                  <a:lnTo>
                    <a:pt x="299453" y="634822"/>
                  </a:lnTo>
                  <a:lnTo>
                    <a:pt x="299453" y="636612"/>
                  </a:lnTo>
                  <a:lnTo>
                    <a:pt x="303326" y="636612"/>
                  </a:lnTo>
                  <a:lnTo>
                    <a:pt x="303326" y="439242"/>
                  </a:lnTo>
                  <a:close/>
                </a:path>
                <a:path w="708025" h="884555">
                  <a:moveTo>
                    <a:pt x="319913" y="453605"/>
                  </a:moveTo>
                  <a:lnTo>
                    <a:pt x="318579" y="453605"/>
                  </a:lnTo>
                  <a:lnTo>
                    <a:pt x="318579" y="452450"/>
                  </a:lnTo>
                  <a:lnTo>
                    <a:pt x="314693" y="452450"/>
                  </a:lnTo>
                  <a:lnTo>
                    <a:pt x="314693" y="649732"/>
                  </a:lnTo>
                  <a:lnTo>
                    <a:pt x="316026" y="649732"/>
                  </a:lnTo>
                  <a:lnTo>
                    <a:pt x="316026" y="650875"/>
                  </a:lnTo>
                  <a:lnTo>
                    <a:pt x="319913" y="650875"/>
                  </a:lnTo>
                  <a:lnTo>
                    <a:pt x="319913" y="453605"/>
                  </a:lnTo>
                  <a:close/>
                </a:path>
                <a:path w="708025" h="884555">
                  <a:moveTo>
                    <a:pt x="340360" y="471335"/>
                  </a:moveTo>
                  <a:lnTo>
                    <a:pt x="339026" y="471335"/>
                  </a:lnTo>
                  <a:lnTo>
                    <a:pt x="339026" y="470179"/>
                  </a:lnTo>
                  <a:lnTo>
                    <a:pt x="335153" y="470179"/>
                  </a:lnTo>
                  <a:lnTo>
                    <a:pt x="335153" y="667334"/>
                  </a:lnTo>
                  <a:lnTo>
                    <a:pt x="336486" y="667334"/>
                  </a:lnTo>
                  <a:lnTo>
                    <a:pt x="336486" y="668477"/>
                  </a:lnTo>
                  <a:lnTo>
                    <a:pt x="340360" y="668477"/>
                  </a:lnTo>
                  <a:lnTo>
                    <a:pt x="340360" y="471335"/>
                  </a:lnTo>
                  <a:close/>
                </a:path>
                <a:path w="708025" h="884555">
                  <a:moveTo>
                    <a:pt x="358444" y="486994"/>
                  </a:moveTo>
                  <a:lnTo>
                    <a:pt x="354558" y="486994"/>
                  </a:lnTo>
                  <a:lnTo>
                    <a:pt x="354558" y="684034"/>
                  </a:lnTo>
                  <a:lnTo>
                    <a:pt x="358444" y="684034"/>
                  </a:lnTo>
                  <a:lnTo>
                    <a:pt x="358444" y="486994"/>
                  </a:lnTo>
                  <a:close/>
                </a:path>
                <a:path w="708025" h="884555">
                  <a:moveTo>
                    <a:pt x="370408" y="497357"/>
                  </a:moveTo>
                  <a:lnTo>
                    <a:pt x="368325" y="497357"/>
                  </a:lnTo>
                  <a:lnTo>
                    <a:pt x="368325" y="495566"/>
                  </a:lnTo>
                  <a:lnTo>
                    <a:pt x="367728" y="495566"/>
                  </a:lnTo>
                  <a:lnTo>
                    <a:pt x="367728" y="495046"/>
                  </a:lnTo>
                  <a:lnTo>
                    <a:pt x="363842" y="495046"/>
                  </a:lnTo>
                  <a:lnTo>
                    <a:pt x="363842" y="692023"/>
                  </a:lnTo>
                  <a:lnTo>
                    <a:pt x="364439" y="692023"/>
                  </a:lnTo>
                  <a:lnTo>
                    <a:pt x="364439" y="692531"/>
                  </a:lnTo>
                  <a:lnTo>
                    <a:pt x="366534" y="692531"/>
                  </a:lnTo>
                  <a:lnTo>
                    <a:pt x="366534" y="694321"/>
                  </a:lnTo>
                  <a:lnTo>
                    <a:pt x="370408" y="694321"/>
                  </a:lnTo>
                  <a:lnTo>
                    <a:pt x="370408" y="497357"/>
                  </a:lnTo>
                  <a:close/>
                </a:path>
                <a:path w="708025" h="884555">
                  <a:moveTo>
                    <a:pt x="386981" y="511721"/>
                  </a:moveTo>
                  <a:lnTo>
                    <a:pt x="385648" y="511721"/>
                  </a:lnTo>
                  <a:lnTo>
                    <a:pt x="385648" y="510565"/>
                  </a:lnTo>
                  <a:lnTo>
                    <a:pt x="381762" y="510565"/>
                  </a:lnTo>
                  <a:lnTo>
                    <a:pt x="381762" y="707440"/>
                  </a:lnTo>
                  <a:lnTo>
                    <a:pt x="383095" y="707440"/>
                  </a:lnTo>
                  <a:lnTo>
                    <a:pt x="383095" y="708583"/>
                  </a:lnTo>
                  <a:lnTo>
                    <a:pt x="386981" y="708583"/>
                  </a:lnTo>
                  <a:lnTo>
                    <a:pt x="386981" y="511721"/>
                  </a:lnTo>
                  <a:close/>
                </a:path>
                <a:path w="708025" h="884555">
                  <a:moveTo>
                    <a:pt x="386981" y="331939"/>
                  </a:moveTo>
                  <a:lnTo>
                    <a:pt x="385648" y="331939"/>
                  </a:lnTo>
                  <a:lnTo>
                    <a:pt x="383095" y="331939"/>
                  </a:lnTo>
                  <a:lnTo>
                    <a:pt x="381762" y="331939"/>
                  </a:lnTo>
                  <a:lnTo>
                    <a:pt x="381762" y="426643"/>
                  </a:lnTo>
                  <a:lnTo>
                    <a:pt x="383095" y="426643"/>
                  </a:lnTo>
                  <a:lnTo>
                    <a:pt x="383095" y="427799"/>
                  </a:lnTo>
                  <a:lnTo>
                    <a:pt x="386981" y="427799"/>
                  </a:lnTo>
                  <a:lnTo>
                    <a:pt x="386981" y="331939"/>
                  </a:lnTo>
                  <a:close/>
                </a:path>
                <a:path w="708025" h="884555">
                  <a:moveTo>
                    <a:pt x="407441" y="529463"/>
                  </a:moveTo>
                  <a:lnTo>
                    <a:pt x="406107" y="529463"/>
                  </a:lnTo>
                  <a:lnTo>
                    <a:pt x="406107" y="528307"/>
                  </a:lnTo>
                  <a:lnTo>
                    <a:pt x="402221" y="528307"/>
                  </a:lnTo>
                  <a:lnTo>
                    <a:pt x="402221" y="725043"/>
                  </a:lnTo>
                  <a:lnTo>
                    <a:pt x="403555" y="725043"/>
                  </a:lnTo>
                  <a:lnTo>
                    <a:pt x="403555" y="726186"/>
                  </a:lnTo>
                  <a:lnTo>
                    <a:pt x="407441" y="726186"/>
                  </a:lnTo>
                  <a:lnTo>
                    <a:pt x="407441" y="529463"/>
                  </a:lnTo>
                  <a:close/>
                </a:path>
                <a:path w="708025" h="884555">
                  <a:moveTo>
                    <a:pt x="407441" y="349669"/>
                  </a:moveTo>
                  <a:lnTo>
                    <a:pt x="406107" y="349669"/>
                  </a:lnTo>
                  <a:lnTo>
                    <a:pt x="403555" y="349669"/>
                  </a:lnTo>
                  <a:lnTo>
                    <a:pt x="402221" y="349669"/>
                  </a:lnTo>
                  <a:lnTo>
                    <a:pt x="402221" y="444360"/>
                  </a:lnTo>
                  <a:lnTo>
                    <a:pt x="403555" y="444360"/>
                  </a:lnTo>
                  <a:lnTo>
                    <a:pt x="403555" y="445528"/>
                  </a:lnTo>
                  <a:lnTo>
                    <a:pt x="407441" y="445528"/>
                  </a:lnTo>
                  <a:lnTo>
                    <a:pt x="407441" y="349669"/>
                  </a:lnTo>
                  <a:close/>
                </a:path>
                <a:path w="708025" h="884555">
                  <a:moveTo>
                    <a:pt x="425513" y="545122"/>
                  </a:moveTo>
                  <a:lnTo>
                    <a:pt x="421627" y="545122"/>
                  </a:lnTo>
                  <a:lnTo>
                    <a:pt x="421627" y="741730"/>
                  </a:lnTo>
                  <a:lnTo>
                    <a:pt x="425513" y="741730"/>
                  </a:lnTo>
                  <a:lnTo>
                    <a:pt x="425513" y="545122"/>
                  </a:lnTo>
                  <a:close/>
                </a:path>
                <a:path w="708025" h="884555">
                  <a:moveTo>
                    <a:pt x="425513" y="366483"/>
                  </a:moveTo>
                  <a:lnTo>
                    <a:pt x="421627" y="366483"/>
                  </a:lnTo>
                  <a:lnTo>
                    <a:pt x="421627" y="461187"/>
                  </a:lnTo>
                  <a:lnTo>
                    <a:pt x="425513" y="461187"/>
                  </a:lnTo>
                  <a:lnTo>
                    <a:pt x="425513" y="366483"/>
                  </a:lnTo>
                  <a:close/>
                </a:path>
                <a:path w="708025" h="884555">
                  <a:moveTo>
                    <a:pt x="437476" y="555498"/>
                  </a:moveTo>
                  <a:lnTo>
                    <a:pt x="435394" y="555498"/>
                  </a:lnTo>
                  <a:lnTo>
                    <a:pt x="435394" y="553681"/>
                  </a:lnTo>
                  <a:lnTo>
                    <a:pt x="434797" y="553681"/>
                  </a:lnTo>
                  <a:lnTo>
                    <a:pt x="434797" y="553173"/>
                  </a:lnTo>
                  <a:lnTo>
                    <a:pt x="430923" y="553173"/>
                  </a:lnTo>
                  <a:lnTo>
                    <a:pt x="430923" y="749731"/>
                  </a:lnTo>
                  <a:lnTo>
                    <a:pt x="431520" y="749731"/>
                  </a:lnTo>
                  <a:lnTo>
                    <a:pt x="431520" y="750239"/>
                  </a:lnTo>
                  <a:lnTo>
                    <a:pt x="433603" y="750239"/>
                  </a:lnTo>
                  <a:lnTo>
                    <a:pt x="433603" y="752030"/>
                  </a:lnTo>
                  <a:lnTo>
                    <a:pt x="437476" y="752030"/>
                  </a:lnTo>
                  <a:lnTo>
                    <a:pt x="437476" y="555498"/>
                  </a:lnTo>
                  <a:close/>
                </a:path>
                <a:path w="708025" h="884555">
                  <a:moveTo>
                    <a:pt x="438238" y="367677"/>
                  </a:moveTo>
                  <a:lnTo>
                    <a:pt x="437476" y="367677"/>
                  </a:lnTo>
                  <a:lnTo>
                    <a:pt x="437476" y="367017"/>
                  </a:lnTo>
                  <a:lnTo>
                    <a:pt x="435394" y="367017"/>
                  </a:lnTo>
                  <a:lnTo>
                    <a:pt x="434797" y="367017"/>
                  </a:lnTo>
                  <a:lnTo>
                    <a:pt x="434797" y="366496"/>
                  </a:lnTo>
                  <a:lnTo>
                    <a:pt x="430923" y="366496"/>
                  </a:lnTo>
                  <a:lnTo>
                    <a:pt x="430923" y="469239"/>
                  </a:lnTo>
                  <a:lnTo>
                    <a:pt x="431520" y="469239"/>
                  </a:lnTo>
                  <a:lnTo>
                    <a:pt x="431520" y="469760"/>
                  </a:lnTo>
                  <a:lnTo>
                    <a:pt x="433603" y="469760"/>
                  </a:lnTo>
                  <a:lnTo>
                    <a:pt x="433603" y="471551"/>
                  </a:lnTo>
                  <a:lnTo>
                    <a:pt x="437476" y="471551"/>
                  </a:lnTo>
                  <a:lnTo>
                    <a:pt x="437476" y="374307"/>
                  </a:lnTo>
                  <a:lnTo>
                    <a:pt x="438238" y="374307"/>
                  </a:lnTo>
                  <a:lnTo>
                    <a:pt x="438238" y="367677"/>
                  </a:lnTo>
                  <a:close/>
                </a:path>
                <a:path w="708025" h="884555">
                  <a:moveTo>
                    <a:pt x="454050" y="569861"/>
                  </a:moveTo>
                  <a:lnTo>
                    <a:pt x="452716" y="569861"/>
                  </a:lnTo>
                  <a:lnTo>
                    <a:pt x="452716" y="568706"/>
                  </a:lnTo>
                  <a:lnTo>
                    <a:pt x="448843" y="568706"/>
                  </a:lnTo>
                  <a:lnTo>
                    <a:pt x="448843" y="765149"/>
                  </a:lnTo>
                  <a:lnTo>
                    <a:pt x="450176" y="765149"/>
                  </a:lnTo>
                  <a:lnTo>
                    <a:pt x="450176" y="766292"/>
                  </a:lnTo>
                  <a:lnTo>
                    <a:pt x="454050" y="766292"/>
                  </a:lnTo>
                  <a:lnTo>
                    <a:pt x="454050" y="569861"/>
                  </a:lnTo>
                  <a:close/>
                </a:path>
                <a:path w="708025" h="884555">
                  <a:moveTo>
                    <a:pt x="454050" y="390067"/>
                  </a:moveTo>
                  <a:lnTo>
                    <a:pt x="452716" y="390067"/>
                  </a:lnTo>
                  <a:lnTo>
                    <a:pt x="450176" y="390067"/>
                  </a:lnTo>
                  <a:lnTo>
                    <a:pt x="448843" y="390067"/>
                  </a:lnTo>
                  <a:lnTo>
                    <a:pt x="448843" y="484771"/>
                  </a:lnTo>
                  <a:lnTo>
                    <a:pt x="450176" y="484771"/>
                  </a:lnTo>
                  <a:lnTo>
                    <a:pt x="450176" y="485927"/>
                  </a:lnTo>
                  <a:lnTo>
                    <a:pt x="454050" y="485927"/>
                  </a:lnTo>
                  <a:lnTo>
                    <a:pt x="454050" y="390067"/>
                  </a:lnTo>
                  <a:close/>
                </a:path>
                <a:path w="708025" h="884555">
                  <a:moveTo>
                    <a:pt x="474510" y="587578"/>
                  </a:moveTo>
                  <a:lnTo>
                    <a:pt x="473176" y="587578"/>
                  </a:lnTo>
                  <a:lnTo>
                    <a:pt x="473176" y="586422"/>
                  </a:lnTo>
                  <a:lnTo>
                    <a:pt x="469303" y="586422"/>
                  </a:lnTo>
                  <a:lnTo>
                    <a:pt x="469303" y="782739"/>
                  </a:lnTo>
                  <a:lnTo>
                    <a:pt x="470636" y="782739"/>
                  </a:lnTo>
                  <a:lnTo>
                    <a:pt x="470636" y="783894"/>
                  </a:lnTo>
                  <a:lnTo>
                    <a:pt x="474510" y="783894"/>
                  </a:lnTo>
                  <a:lnTo>
                    <a:pt x="474510" y="587578"/>
                  </a:lnTo>
                  <a:close/>
                </a:path>
                <a:path w="708025" h="884555">
                  <a:moveTo>
                    <a:pt x="474510" y="407784"/>
                  </a:moveTo>
                  <a:lnTo>
                    <a:pt x="473176" y="407784"/>
                  </a:lnTo>
                  <a:lnTo>
                    <a:pt x="470636" y="407784"/>
                  </a:lnTo>
                  <a:lnTo>
                    <a:pt x="469303" y="407784"/>
                  </a:lnTo>
                  <a:lnTo>
                    <a:pt x="469303" y="502500"/>
                  </a:lnTo>
                  <a:lnTo>
                    <a:pt x="470636" y="502500"/>
                  </a:lnTo>
                  <a:lnTo>
                    <a:pt x="470636" y="503656"/>
                  </a:lnTo>
                  <a:lnTo>
                    <a:pt x="474510" y="503656"/>
                  </a:lnTo>
                  <a:lnTo>
                    <a:pt x="474510" y="407784"/>
                  </a:lnTo>
                  <a:close/>
                </a:path>
                <a:path w="708025" h="884555">
                  <a:moveTo>
                    <a:pt x="492582" y="603250"/>
                  </a:moveTo>
                  <a:lnTo>
                    <a:pt x="488708" y="603250"/>
                  </a:lnTo>
                  <a:lnTo>
                    <a:pt x="488708" y="799439"/>
                  </a:lnTo>
                  <a:lnTo>
                    <a:pt x="492582" y="799439"/>
                  </a:lnTo>
                  <a:lnTo>
                    <a:pt x="492582" y="603250"/>
                  </a:lnTo>
                  <a:close/>
                </a:path>
                <a:path w="708025" h="884555">
                  <a:moveTo>
                    <a:pt x="492582" y="424599"/>
                  </a:moveTo>
                  <a:lnTo>
                    <a:pt x="488708" y="424599"/>
                  </a:lnTo>
                  <a:lnTo>
                    <a:pt x="488708" y="519315"/>
                  </a:lnTo>
                  <a:lnTo>
                    <a:pt x="492582" y="519315"/>
                  </a:lnTo>
                  <a:lnTo>
                    <a:pt x="492582" y="424599"/>
                  </a:lnTo>
                  <a:close/>
                </a:path>
                <a:path w="708025" h="884555">
                  <a:moveTo>
                    <a:pt x="504558" y="613625"/>
                  </a:moveTo>
                  <a:lnTo>
                    <a:pt x="502462" y="613625"/>
                  </a:lnTo>
                  <a:lnTo>
                    <a:pt x="502462" y="611809"/>
                  </a:lnTo>
                  <a:lnTo>
                    <a:pt x="501865" y="611809"/>
                  </a:lnTo>
                  <a:lnTo>
                    <a:pt x="501865" y="611289"/>
                  </a:lnTo>
                  <a:lnTo>
                    <a:pt x="497992" y="611289"/>
                  </a:lnTo>
                  <a:lnTo>
                    <a:pt x="497992" y="807427"/>
                  </a:lnTo>
                  <a:lnTo>
                    <a:pt x="498589" y="807427"/>
                  </a:lnTo>
                  <a:lnTo>
                    <a:pt x="498589" y="807948"/>
                  </a:lnTo>
                  <a:lnTo>
                    <a:pt x="500672" y="807948"/>
                  </a:lnTo>
                  <a:lnTo>
                    <a:pt x="500672" y="809739"/>
                  </a:lnTo>
                  <a:lnTo>
                    <a:pt x="504558" y="809739"/>
                  </a:lnTo>
                  <a:lnTo>
                    <a:pt x="504558" y="613625"/>
                  </a:lnTo>
                  <a:close/>
                </a:path>
                <a:path w="708025" h="884555">
                  <a:moveTo>
                    <a:pt x="505320" y="425792"/>
                  </a:moveTo>
                  <a:lnTo>
                    <a:pt x="504558" y="425792"/>
                  </a:lnTo>
                  <a:lnTo>
                    <a:pt x="504558" y="425132"/>
                  </a:lnTo>
                  <a:lnTo>
                    <a:pt x="502462" y="425132"/>
                  </a:lnTo>
                  <a:lnTo>
                    <a:pt x="501865" y="425132"/>
                  </a:lnTo>
                  <a:lnTo>
                    <a:pt x="501865" y="424611"/>
                  </a:lnTo>
                  <a:lnTo>
                    <a:pt x="497992" y="424611"/>
                  </a:lnTo>
                  <a:lnTo>
                    <a:pt x="497992" y="527367"/>
                  </a:lnTo>
                  <a:lnTo>
                    <a:pt x="498589" y="527367"/>
                  </a:lnTo>
                  <a:lnTo>
                    <a:pt x="498589" y="527888"/>
                  </a:lnTo>
                  <a:lnTo>
                    <a:pt x="500672" y="527888"/>
                  </a:lnTo>
                  <a:lnTo>
                    <a:pt x="500672" y="529691"/>
                  </a:lnTo>
                  <a:lnTo>
                    <a:pt x="504558" y="529691"/>
                  </a:lnTo>
                  <a:lnTo>
                    <a:pt x="504558" y="432422"/>
                  </a:lnTo>
                  <a:lnTo>
                    <a:pt x="505320" y="432422"/>
                  </a:lnTo>
                  <a:lnTo>
                    <a:pt x="505320" y="425792"/>
                  </a:lnTo>
                  <a:close/>
                </a:path>
                <a:path w="708025" h="884555">
                  <a:moveTo>
                    <a:pt x="704811" y="787171"/>
                  </a:moveTo>
                  <a:lnTo>
                    <a:pt x="704215" y="787171"/>
                  </a:lnTo>
                  <a:lnTo>
                    <a:pt x="704215" y="786650"/>
                  </a:lnTo>
                  <a:lnTo>
                    <a:pt x="700341" y="786650"/>
                  </a:lnTo>
                  <a:lnTo>
                    <a:pt x="700341" y="883526"/>
                  </a:lnTo>
                  <a:lnTo>
                    <a:pt x="700938" y="883526"/>
                  </a:lnTo>
                  <a:lnTo>
                    <a:pt x="700938" y="884034"/>
                  </a:lnTo>
                  <a:lnTo>
                    <a:pt x="704811" y="884034"/>
                  </a:lnTo>
                  <a:lnTo>
                    <a:pt x="704811" y="787171"/>
                  </a:lnTo>
                  <a:close/>
                </a:path>
                <a:path w="708025" h="884555">
                  <a:moveTo>
                    <a:pt x="707669" y="601116"/>
                  </a:moveTo>
                  <a:lnTo>
                    <a:pt x="704811" y="601116"/>
                  </a:lnTo>
                  <a:lnTo>
                    <a:pt x="704811" y="600456"/>
                  </a:lnTo>
                  <a:lnTo>
                    <a:pt x="704215" y="600456"/>
                  </a:lnTo>
                  <a:lnTo>
                    <a:pt x="704215" y="599935"/>
                  </a:lnTo>
                  <a:lnTo>
                    <a:pt x="700341" y="599935"/>
                  </a:lnTo>
                  <a:lnTo>
                    <a:pt x="700341" y="702729"/>
                  </a:lnTo>
                  <a:lnTo>
                    <a:pt x="700938" y="702729"/>
                  </a:lnTo>
                  <a:lnTo>
                    <a:pt x="700938" y="703237"/>
                  </a:lnTo>
                  <a:lnTo>
                    <a:pt x="704811" y="703237"/>
                  </a:lnTo>
                  <a:lnTo>
                    <a:pt x="704811" y="607745"/>
                  </a:lnTo>
                  <a:lnTo>
                    <a:pt x="707669" y="607745"/>
                  </a:lnTo>
                  <a:lnTo>
                    <a:pt x="707669" y="6011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403175" y="2297967"/>
              <a:ext cx="527685" cy="652780"/>
            </a:xfrm>
            <a:custGeom>
              <a:avLst/>
              <a:gdLst/>
              <a:ahLst/>
              <a:cxnLst/>
              <a:rect l="l" t="t" r="r" b="b"/>
              <a:pathLst>
                <a:path w="527684" h="652780">
                  <a:moveTo>
                    <a:pt x="5207" y="105905"/>
                  </a:moveTo>
                  <a:lnTo>
                    <a:pt x="3873" y="105905"/>
                  </a:lnTo>
                  <a:lnTo>
                    <a:pt x="3873" y="104749"/>
                  </a:lnTo>
                  <a:lnTo>
                    <a:pt x="0" y="104749"/>
                  </a:lnTo>
                  <a:lnTo>
                    <a:pt x="0" y="294474"/>
                  </a:lnTo>
                  <a:lnTo>
                    <a:pt x="3873" y="294474"/>
                  </a:lnTo>
                  <a:lnTo>
                    <a:pt x="3873" y="293662"/>
                  </a:lnTo>
                  <a:lnTo>
                    <a:pt x="5207" y="293662"/>
                  </a:lnTo>
                  <a:lnTo>
                    <a:pt x="5207" y="105905"/>
                  </a:lnTo>
                  <a:close/>
                </a:path>
                <a:path w="527684" h="652780">
                  <a:moveTo>
                    <a:pt x="25666" y="123634"/>
                  </a:moveTo>
                  <a:lnTo>
                    <a:pt x="24333" y="123634"/>
                  </a:lnTo>
                  <a:lnTo>
                    <a:pt x="24333" y="122478"/>
                  </a:lnTo>
                  <a:lnTo>
                    <a:pt x="20459" y="122478"/>
                  </a:lnTo>
                  <a:lnTo>
                    <a:pt x="20459" y="282054"/>
                  </a:lnTo>
                  <a:lnTo>
                    <a:pt x="24333" y="282054"/>
                  </a:lnTo>
                  <a:lnTo>
                    <a:pt x="24333" y="281241"/>
                  </a:lnTo>
                  <a:lnTo>
                    <a:pt x="25666" y="281241"/>
                  </a:lnTo>
                  <a:lnTo>
                    <a:pt x="25666" y="123634"/>
                  </a:lnTo>
                  <a:close/>
                </a:path>
                <a:path w="527684" h="652780">
                  <a:moveTo>
                    <a:pt x="43738" y="139293"/>
                  </a:moveTo>
                  <a:lnTo>
                    <a:pt x="39865" y="139293"/>
                  </a:lnTo>
                  <a:lnTo>
                    <a:pt x="39865" y="270268"/>
                  </a:lnTo>
                  <a:lnTo>
                    <a:pt x="43738" y="270268"/>
                  </a:lnTo>
                  <a:lnTo>
                    <a:pt x="43738" y="139293"/>
                  </a:lnTo>
                  <a:close/>
                </a:path>
                <a:path w="527684" h="652780">
                  <a:moveTo>
                    <a:pt x="55714" y="149656"/>
                  </a:moveTo>
                  <a:lnTo>
                    <a:pt x="53632" y="149656"/>
                  </a:lnTo>
                  <a:lnTo>
                    <a:pt x="53632" y="147866"/>
                  </a:lnTo>
                  <a:lnTo>
                    <a:pt x="53022" y="147866"/>
                  </a:lnTo>
                  <a:lnTo>
                    <a:pt x="53022" y="147345"/>
                  </a:lnTo>
                  <a:lnTo>
                    <a:pt x="49149" y="147345"/>
                  </a:lnTo>
                  <a:lnTo>
                    <a:pt x="49149" y="264629"/>
                  </a:lnTo>
                  <a:lnTo>
                    <a:pt x="53022" y="264629"/>
                  </a:lnTo>
                  <a:lnTo>
                    <a:pt x="53022" y="264261"/>
                  </a:lnTo>
                  <a:lnTo>
                    <a:pt x="53632" y="264261"/>
                  </a:lnTo>
                  <a:lnTo>
                    <a:pt x="53632" y="263004"/>
                  </a:lnTo>
                  <a:lnTo>
                    <a:pt x="55714" y="263004"/>
                  </a:lnTo>
                  <a:lnTo>
                    <a:pt x="55714" y="149656"/>
                  </a:lnTo>
                  <a:close/>
                </a:path>
                <a:path w="527684" h="652780">
                  <a:moveTo>
                    <a:pt x="72288" y="164020"/>
                  </a:moveTo>
                  <a:lnTo>
                    <a:pt x="70954" y="164020"/>
                  </a:lnTo>
                  <a:lnTo>
                    <a:pt x="70954" y="162864"/>
                  </a:lnTo>
                  <a:lnTo>
                    <a:pt x="67068" y="162864"/>
                  </a:lnTo>
                  <a:lnTo>
                    <a:pt x="67068" y="260464"/>
                  </a:lnTo>
                  <a:lnTo>
                    <a:pt x="68402" y="260464"/>
                  </a:lnTo>
                  <a:lnTo>
                    <a:pt x="68402" y="261607"/>
                  </a:lnTo>
                  <a:lnTo>
                    <a:pt x="72288" y="261607"/>
                  </a:lnTo>
                  <a:lnTo>
                    <a:pt x="72288" y="164020"/>
                  </a:lnTo>
                  <a:close/>
                </a:path>
                <a:path w="527684" h="652780">
                  <a:moveTo>
                    <a:pt x="92748" y="181749"/>
                  </a:moveTo>
                  <a:lnTo>
                    <a:pt x="91401" y="181749"/>
                  </a:lnTo>
                  <a:lnTo>
                    <a:pt x="91401" y="180594"/>
                  </a:lnTo>
                  <a:lnTo>
                    <a:pt x="87528" y="180594"/>
                  </a:lnTo>
                  <a:lnTo>
                    <a:pt x="87528" y="278066"/>
                  </a:lnTo>
                  <a:lnTo>
                    <a:pt x="88861" y="278066"/>
                  </a:lnTo>
                  <a:lnTo>
                    <a:pt x="88861" y="279209"/>
                  </a:lnTo>
                  <a:lnTo>
                    <a:pt x="92748" y="279209"/>
                  </a:lnTo>
                  <a:lnTo>
                    <a:pt x="92748" y="181749"/>
                  </a:lnTo>
                  <a:close/>
                </a:path>
                <a:path w="527684" h="652780">
                  <a:moveTo>
                    <a:pt x="92748" y="1930"/>
                  </a:moveTo>
                  <a:lnTo>
                    <a:pt x="91401" y="1930"/>
                  </a:lnTo>
                  <a:lnTo>
                    <a:pt x="90805" y="1930"/>
                  </a:lnTo>
                  <a:lnTo>
                    <a:pt x="90805" y="0"/>
                  </a:lnTo>
                  <a:lnTo>
                    <a:pt x="89471" y="0"/>
                  </a:lnTo>
                  <a:lnTo>
                    <a:pt x="89471" y="1930"/>
                  </a:lnTo>
                  <a:lnTo>
                    <a:pt x="88861" y="1930"/>
                  </a:lnTo>
                  <a:lnTo>
                    <a:pt x="87528" y="1930"/>
                  </a:lnTo>
                  <a:lnTo>
                    <a:pt x="87528" y="96659"/>
                  </a:lnTo>
                  <a:lnTo>
                    <a:pt x="88861" y="96659"/>
                  </a:lnTo>
                  <a:lnTo>
                    <a:pt x="88861" y="97828"/>
                  </a:lnTo>
                  <a:lnTo>
                    <a:pt x="92748" y="97828"/>
                  </a:lnTo>
                  <a:lnTo>
                    <a:pt x="92748" y="1930"/>
                  </a:lnTo>
                  <a:close/>
                </a:path>
                <a:path w="527684" h="652780">
                  <a:moveTo>
                    <a:pt x="110820" y="197421"/>
                  </a:moveTo>
                  <a:lnTo>
                    <a:pt x="106934" y="197421"/>
                  </a:lnTo>
                  <a:lnTo>
                    <a:pt x="106934" y="294767"/>
                  </a:lnTo>
                  <a:lnTo>
                    <a:pt x="110820" y="294767"/>
                  </a:lnTo>
                  <a:lnTo>
                    <a:pt x="110820" y="197421"/>
                  </a:lnTo>
                  <a:close/>
                </a:path>
                <a:path w="527684" h="652780">
                  <a:moveTo>
                    <a:pt x="122783" y="207797"/>
                  </a:moveTo>
                  <a:lnTo>
                    <a:pt x="120700" y="207797"/>
                  </a:lnTo>
                  <a:lnTo>
                    <a:pt x="120700" y="205981"/>
                  </a:lnTo>
                  <a:lnTo>
                    <a:pt x="120103" y="205981"/>
                  </a:lnTo>
                  <a:lnTo>
                    <a:pt x="120103" y="205460"/>
                  </a:lnTo>
                  <a:lnTo>
                    <a:pt x="116230" y="205460"/>
                  </a:lnTo>
                  <a:lnTo>
                    <a:pt x="116230" y="302755"/>
                  </a:lnTo>
                  <a:lnTo>
                    <a:pt x="116827" y="302755"/>
                  </a:lnTo>
                  <a:lnTo>
                    <a:pt x="116827" y="303263"/>
                  </a:lnTo>
                  <a:lnTo>
                    <a:pt x="118910" y="303263"/>
                  </a:lnTo>
                  <a:lnTo>
                    <a:pt x="118910" y="305054"/>
                  </a:lnTo>
                  <a:lnTo>
                    <a:pt x="122783" y="305054"/>
                  </a:lnTo>
                  <a:lnTo>
                    <a:pt x="122783" y="207797"/>
                  </a:lnTo>
                  <a:close/>
                </a:path>
                <a:path w="527684" h="652780">
                  <a:moveTo>
                    <a:pt x="139357" y="222161"/>
                  </a:moveTo>
                  <a:lnTo>
                    <a:pt x="138023" y="222161"/>
                  </a:lnTo>
                  <a:lnTo>
                    <a:pt x="138023" y="221005"/>
                  </a:lnTo>
                  <a:lnTo>
                    <a:pt x="134150" y="221005"/>
                  </a:lnTo>
                  <a:lnTo>
                    <a:pt x="134150" y="318173"/>
                  </a:lnTo>
                  <a:lnTo>
                    <a:pt x="135483" y="318173"/>
                  </a:lnTo>
                  <a:lnTo>
                    <a:pt x="135483" y="319316"/>
                  </a:lnTo>
                  <a:lnTo>
                    <a:pt x="139357" y="319316"/>
                  </a:lnTo>
                  <a:lnTo>
                    <a:pt x="139357" y="222161"/>
                  </a:lnTo>
                  <a:close/>
                </a:path>
                <a:path w="527684" h="652780">
                  <a:moveTo>
                    <a:pt x="139357" y="42316"/>
                  </a:moveTo>
                  <a:lnTo>
                    <a:pt x="138023" y="42316"/>
                  </a:lnTo>
                  <a:lnTo>
                    <a:pt x="135483" y="42316"/>
                  </a:lnTo>
                  <a:lnTo>
                    <a:pt x="134150" y="42316"/>
                  </a:lnTo>
                  <a:lnTo>
                    <a:pt x="134150" y="137058"/>
                  </a:lnTo>
                  <a:lnTo>
                    <a:pt x="135483" y="137058"/>
                  </a:lnTo>
                  <a:lnTo>
                    <a:pt x="135483" y="138214"/>
                  </a:lnTo>
                  <a:lnTo>
                    <a:pt x="139357" y="138214"/>
                  </a:lnTo>
                  <a:lnTo>
                    <a:pt x="139357" y="42316"/>
                  </a:lnTo>
                  <a:close/>
                </a:path>
                <a:path w="527684" h="652780">
                  <a:moveTo>
                    <a:pt x="159816" y="239877"/>
                  </a:moveTo>
                  <a:lnTo>
                    <a:pt x="158483" y="239877"/>
                  </a:lnTo>
                  <a:lnTo>
                    <a:pt x="158483" y="238721"/>
                  </a:lnTo>
                  <a:lnTo>
                    <a:pt x="154597" y="238721"/>
                  </a:lnTo>
                  <a:lnTo>
                    <a:pt x="154597" y="335775"/>
                  </a:lnTo>
                  <a:lnTo>
                    <a:pt x="155930" y="335775"/>
                  </a:lnTo>
                  <a:lnTo>
                    <a:pt x="155930" y="336918"/>
                  </a:lnTo>
                  <a:lnTo>
                    <a:pt x="159816" y="336918"/>
                  </a:lnTo>
                  <a:lnTo>
                    <a:pt x="159816" y="239877"/>
                  </a:lnTo>
                  <a:close/>
                </a:path>
                <a:path w="527684" h="652780">
                  <a:moveTo>
                    <a:pt x="159816" y="60058"/>
                  </a:moveTo>
                  <a:lnTo>
                    <a:pt x="158483" y="60058"/>
                  </a:lnTo>
                  <a:lnTo>
                    <a:pt x="154597" y="60045"/>
                  </a:lnTo>
                  <a:lnTo>
                    <a:pt x="154597" y="154800"/>
                  </a:lnTo>
                  <a:lnTo>
                    <a:pt x="155930" y="154800"/>
                  </a:lnTo>
                  <a:lnTo>
                    <a:pt x="155930" y="155956"/>
                  </a:lnTo>
                  <a:lnTo>
                    <a:pt x="159816" y="155956"/>
                  </a:lnTo>
                  <a:lnTo>
                    <a:pt x="159816" y="60058"/>
                  </a:lnTo>
                  <a:close/>
                </a:path>
                <a:path w="527684" h="652780">
                  <a:moveTo>
                    <a:pt x="177888" y="255549"/>
                  </a:moveTo>
                  <a:lnTo>
                    <a:pt x="174002" y="255549"/>
                  </a:lnTo>
                  <a:lnTo>
                    <a:pt x="174002" y="352463"/>
                  </a:lnTo>
                  <a:lnTo>
                    <a:pt x="177888" y="352463"/>
                  </a:lnTo>
                  <a:lnTo>
                    <a:pt x="177888" y="255549"/>
                  </a:lnTo>
                  <a:close/>
                </a:path>
                <a:path w="527684" h="652780">
                  <a:moveTo>
                    <a:pt x="177888" y="76873"/>
                  </a:moveTo>
                  <a:lnTo>
                    <a:pt x="174002" y="76873"/>
                  </a:lnTo>
                  <a:lnTo>
                    <a:pt x="174002" y="171615"/>
                  </a:lnTo>
                  <a:lnTo>
                    <a:pt x="177888" y="171615"/>
                  </a:lnTo>
                  <a:lnTo>
                    <a:pt x="177888" y="76873"/>
                  </a:lnTo>
                  <a:close/>
                </a:path>
                <a:path w="527684" h="652780">
                  <a:moveTo>
                    <a:pt x="189852" y="265912"/>
                  </a:moveTo>
                  <a:lnTo>
                    <a:pt x="185978" y="265912"/>
                  </a:lnTo>
                  <a:lnTo>
                    <a:pt x="185978" y="362762"/>
                  </a:lnTo>
                  <a:lnTo>
                    <a:pt x="189852" y="362762"/>
                  </a:lnTo>
                  <a:lnTo>
                    <a:pt x="189852" y="265912"/>
                  </a:lnTo>
                  <a:close/>
                </a:path>
                <a:path w="527684" h="652780">
                  <a:moveTo>
                    <a:pt x="189852" y="77393"/>
                  </a:moveTo>
                  <a:lnTo>
                    <a:pt x="187172" y="77393"/>
                  </a:lnTo>
                  <a:lnTo>
                    <a:pt x="187172" y="76873"/>
                  </a:lnTo>
                  <a:lnTo>
                    <a:pt x="183299" y="76873"/>
                  </a:lnTo>
                  <a:lnTo>
                    <a:pt x="183299" y="179666"/>
                  </a:lnTo>
                  <a:lnTo>
                    <a:pt x="185978" y="179666"/>
                  </a:lnTo>
                  <a:lnTo>
                    <a:pt x="185978" y="181991"/>
                  </a:lnTo>
                  <a:lnTo>
                    <a:pt x="189852" y="181991"/>
                  </a:lnTo>
                  <a:lnTo>
                    <a:pt x="189852" y="77393"/>
                  </a:lnTo>
                  <a:close/>
                </a:path>
                <a:path w="527684" h="652780">
                  <a:moveTo>
                    <a:pt x="206425" y="280276"/>
                  </a:moveTo>
                  <a:lnTo>
                    <a:pt x="205092" y="280276"/>
                  </a:lnTo>
                  <a:lnTo>
                    <a:pt x="205092" y="279120"/>
                  </a:lnTo>
                  <a:lnTo>
                    <a:pt x="201218" y="279120"/>
                  </a:lnTo>
                  <a:lnTo>
                    <a:pt x="201218" y="375869"/>
                  </a:lnTo>
                  <a:lnTo>
                    <a:pt x="202552" y="375869"/>
                  </a:lnTo>
                  <a:lnTo>
                    <a:pt x="202552" y="377024"/>
                  </a:lnTo>
                  <a:lnTo>
                    <a:pt x="206425" y="377024"/>
                  </a:lnTo>
                  <a:lnTo>
                    <a:pt x="206425" y="280276"/>
                  </a:lnTo>
                  <a:close/>
                </a:path>
                <a:path w="527684" h="652780">
                  <a:moveTo>
                    <a:pt x="206425" y="100444"/>
                  </a:moveTo>
                  <a:lnTo>
                    <a:pt x="205092" y="100444"/>
                  </a:lnTo>
                  <a:lnTo>
                    <a:pt x="202552" y="100444"/>
                  </a:lnTo>
                  <a:lnTo>
                    <a:pt x="201218" y="100444"/>
                  </a:lnTo>
                  <a:lnTo>
                    <a:pt x="201218" y="195186"/>
                  </a:lnTo>
                  <a:lnTo>
                    <a:pt x="202552" y="195186"/>
                  </a:lnTo>
                  <a:lnTo>
                    <a:pt x="202552" y="196342"/>
                  </a:lnTo>
                  <a:lnTo>
                    <a:pt x="206425" y="196342"/>
                  </a:lnTo>
                  <a:lnTo>
                    <a:pt x="206425" y="100444"/>
                  </a:lnTo>
                  <a:close/>
                </a:path>
                <a:path w="527684" h="652780">
                  <a:moveTo>
                    <a:pt x="226885" y="298018"/>
                  </a:moveTo>
                  <a:lnTo>
                    <a:pt x="225552" y="298018"/>
                  </a:lnTo>
                  <a:lnTo>
                    <a:pt x="225552" y="296862"/>
                  </a:lnTo>
                  <a:lnTo>
                    <a:pt x="221678" y="296862"/>
                  </a:lnTo>
                  <a:lnTo>
                    <a:pt x="221678" y="393471"/>
                  </a:lnTo>
                  <a:lnTo>
                    <a:pt x="223012" y="393471"/>
                  </a:lnTo>
                  <a:lnTo>
                    <a:pt x="223012" y="394627"/>
                  </a:lnTo>
                  <a:lnTo>
                    <a:pt x="226885" y="394627"/>
                  </a:lnTo>
                  <a:lnTo>
                    <a:pt x="226885" y="298018"/>
                  </a:lnTo>
                  <a:close/>
                </a:path>
                <a:path w="527684" h="652780">
                  <a:moveTo>
                    <a:pt x="226885" y="118160"/>
                  </a:moveTo>
                  <a:lnTo>
                    <a:pt x="225552" y="118160"/>
                  </a:lnTo>
                  <a:lnTo>
                    <a:pt x="223012" y="118160"/>
                  </a:lnTo>
                  <a:lnTo>
                    <a:pt x="221678" y="118160"/>
                  </a:lnTo>
                  <a:lnTo>
                    <a:pt x="221678" y="212915"/>
                  </a:lnTo>
                  <a:lnTo>
                    <a:pt x="223012" y="212915"/>
                  </a:lnTo>
                  <a:lnTo>
                    <a:pt x="223012" y="214071"/>
                  </a:lnTo>
                  <a:lnTo>
                    <a:pt x="226885" y="214071"/>
                  </a:lnTo>
                  <a:lnTo>
                    <a:pt x="226885" y="118160"/>
                  </a:lnTo>
                  <a:close/>
                </a:path>
                <a:path w="527684" h="652780">
                  <a:moveTo>
                    <a:pt x="313156" y="372783"/>
                  </a:moveTo>
                  <a:lnTo>
                    <a:pt x="309283" y="372783"/>
                  </a:lnTo>
                  <a:lnTo>
                    <a:pt x="309283" y="468845"/>
                  </a:lnTo>
                  <a:lnTo>
                    <a:pt x="313156" y="468845"/>
                  </a:lnTo>
                  <a:lnTo>
                    <a:pt x="313156" y="372783"/>
                  </a:lnTo>
                  <a:close/>
                </a:path>
                <a:path w="527684" h="652780">
                  <a:moveTo>
                    <a:pt x="325132" y="383159"/>
                  </a:moveTo>
                  <a:lnTo>
                    <a:pt x="323049" y="383159"/>
                  </a:lnTo>
                  <a:lnTo>
                    <a:pt x="323049" y="381342"/>
                  </a:lnTo>
                  <a:lnTo>
                    <a:pt x="322440" y="381342"/>
                  </a:lnTo>
                  <a:lnTo>
                    <a:pt x="322440" y="380822"/>
                  </a:lnTo>
                  <a:lnTo>
                    <a:pt x="318566" y="380822"/>
                  </a:lnTo>
                  <a:lnTo>
                    <a:pt x="318566" y="476834"/>
                  </a:lnTo>
                  <a:lnTo>
                    <a:pt x="319176" y="476834"/>
                  </a:lnTo>
                  <a:lnTo>
                    <a:pt x="319176" y="477354"/>
                  </a:lnTo>
                  <a:lnTo>
                    <a:pt x="321246" y="477354"/>
                  </a:lnTo>
                  <a:lnTo>
                    <a:pt x="321246" y="479145"/>
                  </a:lnTo>
                  <a:lnTo>
                    <a:pt x="325132" y="479145"/>
                  </a:lnTo>
                  <a:lnTo>
                    <a:pt x="325132" y="383159"/>
                  </a:lnTo>
                  <a:close/>
                </a:path>
                <a:path w="527684" h="652780">
                  <a:moveTo>
                    <a:pt x="390118" y="439470"/>
                  </a:moveTo>
                  <a:lnTo>
                    <a:pt x="386245" y="439470"/>
                  </a:lnTo>
                  <a:lnTo>
                    <a:pt x="386245" y="535063"/>
                  </a:lnTo>
                  <a:lnTo>
                    <a:pt x="390118" y="535063"/>
                  </a:lnTo>
                  <a:lnTo>
                    <a:pt x="390118" y="439470"/>
                  </a:lnTo>
                  <a:close/>
                </a:path>
                <a:path w="527684" h="652780">
                  <a:moveTo>
                    <a:pt x="447319" y="489038"/>
                  </a:moveTo>
                  <a:lnTo>
                    <a:pt x="443433" y="489038"/>
                  </a:lnTo>
                  <a:lnTo>
                    <a:pt x="443433" y="584250"/>
                  </a:lnTo>
                  <a:lnTo>
                    <a:pt x="447319" y="584250"/>
                  </a:lnTo>
                  <a:lnTo>
                    <a:pt x="447319" y="489038"/>
                  </a:lnTo>
                  <a:close/>
                </a:path>
                <a:path w="527684" h="652780">
                  <a:moveTo>
                    <a:pt x="447319" y="310311"/>
                  </a:moveTo>
                  <a:lnTo>
                    <a:pt x="443433" y="310311"/>
                  </a:lnTo>
                  <a:lnTo>
                    <a:pt x="443433" y="405104"/>
                  </a:lnTo>
                  <a:lnTo>
                    <a:pt x="447319" y="405104"/>
                  </a:lnTo>
                  <a:lnTo>
                    <a:pt x="447319" y="310311"/>
                  </a:lnTo>
                  <a:close/>
                </a:path>
                <a:path w="527684" h="652780">
                  <a:moveTo>
                    <a:pt x="459270" y="499402"/>
                  </a:moveTo>
                  <a:lnTo>
                    <a:pt x="457200" y="499402"/>
                  </a:lnTo>
                  <a:lnTo>
                    <a:pt x="457200" y="497598"/>
                  </a:lnTo>
                  <a:lnTo>
                    <a:pt x="456603" y="497598"/>
                  </a:lnTo>
                  <a:lnTo>
                    <a:pt x="456603" y="497078"/>
                  </a:lnTo>
                  <a:lnTo>
                    <a:pt x="452716" y="497078"/>
                  </a:lnTo>
                  <a:lnTo>
                    <a:pt x="452716" y="592239"/>
                  </a:lnTo>
                  <a:lnTo>
                    <a:pt x="453313" y="592239"/>
                  </a:lnTo>
                  <a:lnTo>
                    <a:pt x="453313" y="592759"/>
                  </a:lnTo>
                  <a:lnTo>
                    <a:pt x="455396" y="592759"/>
                  </a:lnTo>
                  <a:lnTo>
                    <a:pt x="455396" y="594550"/>
                  </a:lnTo>
                  <a:lnTo>
                    <a:pt x="459270" y="594550"/>
                  </a:lnTo>
                  <a:lnTo>
                    <a:pt x="459270" y="499402"/>
                  </a:lnTo>
                  <a:close/>
                </a:path>
                <a:path w="527684" h="652780">
                  <a:moveTo>
                    <a:pt x="460044" y="311505"/>
                  </a:moveTo>
                  <a:lnTo>
                    <a:pt x="459270" y="311505"/>
                  </a:lnTo>
                  <a:lnTo>
                    <a:pt x="459270" y="310832"/>
                  </a:lnTo>
                  <a:lnTo>
                    <a:pt x="457200" y="310832"/>
                  </a:lnTo>
                  <a:lnTo>
                    <a:pt x="456603" y="310832"/>
                  </a:lnTo>
                  <a:lnTo>
                    <a:pt x="456603" y="310311"/>
                  </a:lnTo>
                  <a:lnTo>
                    <a:pt x="452716" y="310311"/>
                  </a:lnTo>
                  <a:lnTo>
                    <a:pt x="452716" y="413143"/>
                  </a:lnTo>
                  <a:lnTo>
                    <a:pt x="453313" y="413143"/>
                  </a:lnTo>
                  <a:lnTo>
                    <a:pt x="453313" y="413664"/>
                  </a:lnTo>
                  <a:lnTo>
                    <a:pt x="455396" y="413664"/>
                  </a:lnTo>
                  <a:lnTo>
                    <a:pt x="455396" y="415467"/>
                  </a:lnTo>
                  <a:lnTo>
                    <a:pt x="459270" y="415467"/>
                  </a:lnTo>
                  <a:lnTo>
                    <a:pt x="459270" y="318135"/>
                  </a:lnTo>
                  <a:lnTo>
                    <a:pt x="460044" y="318135"/>
                  </a:lnTo>
                  <a:lnTo>
                    <a:pt x="460044" y="311505"/>
                  </a:lnTo>
                  <a:close/>
                </a:path>
                <a:path w="527684" h="652780">
                  <a:moveTo>
                    <a:pt x="475843" y="513765"/>
                  </a:moveTo>
                  <a:lnTo>
                    <a:pt x="474510" y="513765"/>
                  </a:lnTo>
                  <a:lnTo>
                    <a:pt x="474510" y="512610"/>
                  </a:lnTo>
                  <a:lnTo>
                    <a:pt x="470636" y="512610"/>
                  </a:lnTo>
                  <a:lnTo>
                    <a:pt x="470636" y="607669"/>
                  </a:lnTo>
                  <a:lnTo>
                    <a:pt x="471970" y="607669"/>
                  </a:lnTo>
                  <a:lnTo>
                    <a:pt x="471970" y="608812"/>
                  </a:lnTo>
                  <a:lnTo>
                    <a:pt x="475843" y="608812"/>
                  </a:lnTo>
                  <a:lnTo>
                    <a:pt x="475843" y="513765"/>
                  </a:lnTo>
                  <a:close/>
                </a:path>
                <a:path w="527684" h="652780">
                  <a:moveTo>
                    <a:pt x="475843" y="333883"/>
                  </a:moveTo>
                  <a:lnTo>
                    <a:pt x="474510" y="333883"/>
                  </a:lnTo>
                  <a:lnTo>
                    <a:pt x="471970" y="333883"/>
                  </a:lnTo>
                  <a:lnTo>
                    <a:pt x="470636" y="333883"/>
                  </a:lnTo>
                  <a:lnTo>
                    <a:pt x="470636" y="428675"/>
                  </a:lnTo>
                  <a:lnTo>
                    <a:pt x="471970" y="428675"/>
                  </a:lnTo>
                  <a:lnTo>
                    <a:pt x="471970" y="429831"/>
                  </a:lnTo>
                  <a:lnTo>
                    <a:pt x="475843" y="429831"/>
                  </a:lnTo>
                  <a:lnTo>
                    <a:pt x="475843" y="333883"/>
                  </a:lnTo>
                  <a:close/>
                </a:path>
                <a:path w="527684" h="652780">
                  <a:moveTo>
                    <a:pt x="496316" y="531495"/>
                  </a:moveTo>
                  <a:lnTo>
                    <a:pt x="494969" y="531495"/>
                  </a:lnTo>
                  <a:lnTo>
                    <a:pt x="494969" y="530339"/>
                  </a:lnTo>
                  <a:lnTo>
                    <a:pt x="491096" y="530339"/>
                  </a:lnTo>
                  <a:lnTo>
                    <a:pt x="491096" y="625259"/>
                  </a:lnTo>
                  <a:lnTo>
                    <a:pt x="492429" y="625259"/>
                  </a:lnTo>
                  <a:lnTo>
                    <a:pt x="492429" y="626414"/>
                  </a:lnTo>
                  <a:lnTo>
                    <a:pt x="496316" y="626414"/>
                  </a:lnTo>
                  <a:lnTo>
                    <a:pt x="496316" y="531495"/>
                  </a:lnTo>
                  <a:close/>
                </a:path>
                <a:path w="527684" h="652780">
                  <a:moveTo>
                    <a:pt x="496316" y="351612"/>
                  </a:moveTo>
                  <a:lnTo>
                    <a:pt x="494969" y="351612"/>
                  </a:lnTo>
                  <a:lnTo>
                    <a:pt x="492429" y="351612"/>
                  </a:lnTo>
                  <a:lnTo>
                    <a:pt x="491096" y="351612"/>
                  </a:lnTo>
                  <a:lnTo>
                    <a:pt x="491096" y="446405"/>
                  </a:lnTo>
                  <a:lnTo>
                    <a:pt x="492429" y="446405"/>
                  </a:lnTo>
                  <a:lnTo>
                    <a:pt x="492429" y="447560"/>
                  </a:lnTo>
                  <a:lnTo>
                    <a:pt x="496316" y="447560"/>
                  </a:lnTo>
                  <a:lnTo>
                    <a:pt x="496316" y="351612"/>
                  </a:lnTo>
                  <a:close/>
                </a:path>
                <a:path w="527684" h="652780">
                  <a:moveTo>
                    <a:pt x="514375" y="547154"/>
                  </a:moveTo>
                  <a:lnTo>
                    <a:pt x="510501" y="547154"/>
                  </a:lnTo>
                  <a:lnTo>
                    <a:pt x="510501" y="641959"/>
                  </a:lnTo>
                  <a:lnTo>
                    <a:pt x="514375" y="641959"/>
                  </a:lnTo>
                  <a:lnTo>
                    <a:pt x="514375" y="547154"/>
                  </a:lnTo>
                  <a:close/>
                </a:path>
                <a:path w="527684" h="652780">
                  <a:moveTo>
                    <a:pt x="514375" y="368427"/>
                  </a:moveTo>
                  <a:lnTo>
                    <a:pt x="510501" y="368427"/>
                  </a:lnTo>
                  <a:lnTo>
                    <a:pt x="510501" y="463232"/>
                  </a:lnTo>
                  <a:lnTo>
                    <a:pt x="514375" y="463232"/>
                  </a:lnTo>
                  <a:lnTo>
                    <a:pt x="514375" y="368427"/>
                  </a:lnTo>
                  <a:close/>
                </a:path>
                <a:path w="527684" h="652780">
                  <a:moveTo>
                    <a:pt x="526351" y="557530"/>
                  </a:moveTo>
                  <a:lnTo>
                    <a:pt x="524268" y="557530"/>
                  </a:lnTo>
                  <a:lnTo>
                    <a:pt x="524268" y="555726"/>
                  </a:lnTo>
                  <a:lnTo>
                    <a:pt x="523671" y="555726"/>
                  </a:lnTo>
                  <a:lnTo>
                    <a:pt x="523671" y="555205"/>
                  </a:lnTo>
                  <a:lnTo>
                    <a:pt x="519785" y="555205"/>
                  </a:lnTo>
                  <a:lnTo>
                    <a:pt x="519785" y="649947"/>
                  </a:lnTo>
                  <a:lnTo>
                    <a:pt x="520395" y="649947"/>
                  </a:lnTo>
                  <a:lnTo>
                    <a:pt x="520395" y="650468"/>
                  </a:lnTo>
                  <a:lnTo>
                    <a:pt x="522465" y="650468"/>
                  </a:lnTo>
                  <a:lnTo>
                    <a:pt x="522465" y="652259"/>
                  </a:lnTo>
                  <a:lnTo>
                    <a:pt x="526351" y="652259"/>
                  </a:lnTo>
                  <a:lnTo>
                    <a:pt x="526351" y="557530"/>
                  </a:lnTo>
                  <a:close/>
                </a:path>
                <a:path w="527684" h="652780">
                  <a:moveTo>
                    <a:pt x="527113" y="369620"/>
                  </a:moveTo>
                  <a:lnTo>
                    <a:pt x="526351" y="369620"/>
                  </a:lnTo>
                  <a:lnTo>
                    <a:pt x="526351" y="368947"/>
                  </a:lnTo>
                  <a:lnTo>
                    <a:pt x="524268" y="368947"/>
                  </a:lnTo>
                  <a:lnTo>
                    <a:pt x="523671" y="368947"/>
                  </a:lnTo>
                  <a:lnTo>
                    <a:pt x="523671" y="368427"/>
                  </a:lnTo>
                  <a:lnTo>
                    <a:pt x="519785" y="368427"/>
                  </a:lnTo>
                  <a:lnTo>
                    <a:pt x="519785" y="471284"/>
                  </a:lnTo>
                  <a:lnTo>
                    <a:pt x="520395" y="471284"/>
                  </a:lnTo>
                  <a:lnTo>
                    <a:pt x="520395" y="471792"/>
                  </a:lnTo>
                  <a:lnTo>
                    <a:pt x="522465" y="471792"/>
                  </a:lnTo>
                  <a:lnTo>
                    <a:pt x="522465" y="473595"/>
                  </a:lnTo>
                  <a:lnTo>
                    <a:pt x="526351" y="473595"/>
                  </a:lnTo>
                  <a:lnTo>
                    <a:pt x="526351" y="376237"/>
                  </a:lnTo>
                  <a:lnTo>
                    <a:pt x="527113" y="376237"/>
                  </a:lnTo>
                  <a:lnTo>
                    <a:pt x="527113" y="369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739674" y="2573734"/>
              <a:ext cx="427990" cy="482600"/>
            </a:xfrm>
            <a:custGeom>
              <a:avLst/>
              <a:gdLst/>
              <a:ahLst/>
              <a:cxnLst/>
              <a:rect l="l" t="t" r="r" b="b"/>
              <a:pathLst>
                <a:path w="427990" h="482600">
                  <a:moveTo>
                    <a:pt x="5207" y="121754"/>
                  </a:moveTo>
                  <a:lnTo>
                    <a:pt x="3873" y="121754"/>
                  </a:lnTo>
                  <a:lnTo>
                    <a:pt x="3873" y="120599"/>
                  </a:lnTo>
                  <a:lnTo>
                    <a:pt x="0" y="120599"/>
                  </a:lnTo>
                  <a:lnTo>
                    <a:pt x="0" y="216484"/>
                  </a:lnTo>
                  <a:lnTo>
                    <a:pt x="1333" y="216484"/>
                  </a:lnTo>
                  <a:lnTo>
                    <a:pt x="1333" y="217627"/>
                  </a:lnTo>
                  <a:lnTo>
                    <a:pt x="5207" y="217627"/>
                  </a:lnTo>
                  <a:lnTo>
                    <a:pt x="5207" y="121754"/>
                  </a:lnTo>
                  <a:close/>
                </a:path>
                <a:path w="427990" h="482600">
                  <a:moveTo>
                    <a:pt x="25666" y="139471"/>
                  </a:moveTo>
                  <a:lnTo>
                    <a:pt x="24333" y="139471"/>
                  </a:lnTo>
                  <a:lnTo>
                    <a:pt x="24333" y="138315"/>
                  </a:lnTo>
                  <a:lnTo>
                    <a:pt x="20459" y="138315"/>
                  </a:lnTo>
                  <a:lnTo>
                    <a:pt x="20459" y="234086"/>
                  </a:lnTo>
                  <a:lnTo>
                    <a:pt x="21793" y="234086"/>
                  </a:lnTo>
                  <a:lnTo>
                    <a:pt x="21793" y="235242"/>
                  </a:lnTo>
                  <a:lnTo>
                    <a:pt x="25666" y="235242"/>
                  </a:lnTo>
                  <a:lnTo>
                    <a:pt x="25666" y="139471"/>
                  </a:lnTo>
                  <a:close/>
                </a:path>
                <a:path w="427990" h="482600">
                  <a:moveTo>
                    <a:pt x="43738" y="155143"/>
                  </a:moveTo>
                  <a:lnTo>
                    <a:pt x="39865" y="155143"/>
                  </a:lnTo>
                  <a:lnTo>
                    <a:pt x="39865" y="250786"/>
                  </a:lnTo>
                  <a:lnTo>
                    <a:pt x="43738" y="250786"/>
                  </a:lnTo>
                  <a:lnTo>
                    <a:pt x="43738" y="155143"/>
                  </a:lnTo>
                  <a:close/>
                </a:path>
                <a:path w="427990" h="482600">
                  <a:moveTo>
                    <a:pt x="55702" y="165506"/>
                  </a:moveTo>
                  <a:lnTo>
                    <a:pt x="53619" y="165506"/>
                  </a:lnTo>
                  <a:lnTo>
                    <a:pt x="53619" y="163703"/>
                  </a:lnTo>
                  <a:lnTo>
                    <a:pt x="53022" y="163703"/>
                  </a:lnTo>
                  <a:lnTo>
                    <a:pt x="53022" y="163182"/>
                  </a:lnTo>
                  <a:lnTo>
                    <a:pt x="49149" y="163182"/>
                  </a:lnTo>
                  <a:lnTo>
                    <a:pt x="49149" y="258775"/>
                  </a:lnTo>
                  <a:lnTo>
                    <a:pt x="49745" y="258775"/>
                  </a:lnTo>
                  <a:lnTo>
                    <a:pt x="49745" y="259295"/>
                  </a:lnTo>
                  <a:lnTo>
                    <a:pt x="51828" y="259295"/>
                  </a:lnTo>
                  <a:lnTo>
                    <a:pt x="51828" y="261086"/>
                  </a:lnTo>
                  <a:lnTo>
                    <a:pt x="55702" y="261086"/>
                  </a:lnTo>
                  <a:lnTo>
                    <a:pt x="55702" y="165506"/>
                  </a:lnTo>
                  <a:close/>
                </a:path>
                <a:path w="427990" h="482600">
                  <a:moveTo>
                    <a:pt x="72275" y="179870"/>
                  </a:moveTo>
                  <a:lnTo>
                    <a:pt x="70942" y="179870"/>
                  </a:lnTo>
                  <a:lnTo>
                    <a:pt x="70942" y="178714"/>
                  </a:lnTo>
                  <a:lnTo>
                    <a:pt x="67068" y="178714"/>
                  </a:lnTo>
                  <a:lnTo>
                    <a:pt x="67068" y="274193"/>
                  </a:lnTo>
                  <a:lnTo>
                    <a:pt x="68402" y="274193"/>
                  </a:lnTo>
                  <a:lnTo>
                    <a:pt x="68402" y="275336"/>
                  </a:lnTo>
                  <a:lnTo>
                    <a:pt x="72275" y="275336"/>
                  </a:lnTo>
                  <a:lnTo>
                    <a:pt x="72275" y="179870"/>
                  </a:lnTo>
                  <a:close/>
                </a:path>
                <a:path w="427990" h="482600">
                  <a:moveTo>
                    <a:pt x="72275" y="0"/>
                  </a:moveTo>
                  <a:lnTo>
                    <a:pt x="70942" y="0"/>
                  </a:lnTo>
                  <a:lnTo>
                    <a:pt x="68402" y="0"/>
                  </a:lnTo>
                  <a:lnTo>
                    <a:pt x="67068" y="0"/>
                  </a:lnTo>
                  <a:lnTo>
                    <a:pt x="67068" y="94780"/>
                  </a:lnTo>
                  <a:lnTo>
                    <a:pt x="68402" y="94780"/>
                  </a:lnTo>
                  <a:lnTo>
                    <a:pt x="68402" y="95935"/>
                  </a:lnTo>
                  <a:lnTo>
                    <a:pt x="72275" y="95935"/>
                  </a:lnTo>
                  <a:lnTo>
                    <a:pt x="72275" y="0"/>
                  </a:lnTo>
                  <a:close/>
                </a:path>
                <a:path w="427990" h="482600">
                  <a:moveTo>
                    <a:pt x="92735" y="197599"/>
                  </a:moveTo>
                  <a:lnTo>
                    <a:pt x="91401" y="197599"/>
                  </a:lnTo>
                  <a:lnTo>
                    <a:pt x="91401" y="196443"/>
                  </a:lnTo>
                  <a:lnTo>
                    <a:pt x="87528" y="196443"/>
                  </a:lnTo>
                  <a:lnTo>
                    <a:pt x="87528" y="291795"/>
                  </a:lnTo>
                  <a:lnTo>
                    <a:pt x="88861" y="291795"/>
                  </a:lnTo>
                  <a:lnTo>
                    <a:pt x="88861" y="292938"/>
                  </a:lnTo>
                  <a:lnTo>
                    <a:pt x="92735" y="292938"/>
                  </a:lnTo>
                  <a:lnTo>
                    <a:pt x="92735" y="197599"/>
                  </a:lnTo>
                  <a:close/>
                </a:path>
                <a:path w="427990" h="482600">
                  <a:moveTo>
                    <a:pt x="92735" y="17729"/>
                  </a:moveTo>
                  <a:lnTo>
                    <a:pt x="91401" y="17729"/>
                  </a:lnTo>
                  <a:lnTo>
                    <a:pt x="88861" y="17729"/>
                  </a:lnTo>
                  <a:lnTo>
                    <a:pt x="87528" y="17729"/>
                  </a:lnTo>
                  <a:lnTo>
                    <a:pt x="87528" y="112509"/>
                  </a:lnTo>
                  <a:lnTo>
                    <a:pt x="88861" y="112509"/>
                  </a:lnTo>
                  <a:lnTo>
                    <a:pt x="88861" y="113665"/>
                  </a:lnTo>
                  <a:lnTo>
                    <a:pt x="92735" y="113665"/>
                  </a:lnTo>
                  <a:lnTo>
                    <a:pt x="92735" y="17729"/>
                  </a:lnTo>
                  <a:close/>
                </a:path>
                <a:path w="427990" h="482600">
                  <a:moveTo>
                    <a:pt x="207556" y="297103"/>
                  </a:moveTo>
                  <a:lnTo>
                    <a:pt x="206222" y="297103"/>
                  </a:lnTo>
                  <a:lnTo>
                    <a:pt x="206222" y="295948"/>
                  </a:lnTo>
                  <a:lnTo>
                    <a:pt x="202349" y="295948"/>
                  </a:lnTo>
                  <a:lnTo>
                    <a:pt x="202349" y="390575"/>
                  </a:lnTo>
                  <a:lnTo>
                    <a:pt x="203682" y="390575"/>
                  </a:lnTo>
                  <a:lnTo>
                    <a:pt x="203682" y="391718"/>
                  </a:lnTo>
                  <a:lnTo>
                    <a:pt x="207556" y="391718"/>
                  </a:lnTo>
                  <a:lnTo>
                    <a:pt x="207556" y="297103"/>
                  </a:lnTo>
                  <a:close/>
                </a:path>
                <a:path w="427990" h="482600">
                  <a:moveTo>
                    <a:pt x="228015" y="314833"/>
                  </a:moveTo>
                  <a:lnTo>
                    <a:pt x="226682" y="314833"/>
                  </a:lnTo>
                  <a:lnTo>
                    <a:pt x="226682" y="313677"/>
                  </a:lnTo>
                  <a:lnTo>
                    <a:pt x="222796" y="313677"/>
                  </a:lnTo>
                  <a:lnTo>
                    <a:pt x="222796" y="408165"/>
                  </a:lnTo>
                  <a:lnTo>
                    <a:pt x="224129" y="408165"/>
                  </a:lnTo>
                  <a:lnTo>
                    <a:pt x="224129" y="409321"/>
                  </a:lnTo>
                  <a:lnTo>
                    <a:pt x="228015" y="409321"/>
                  </a:lnTo>
                  <a:lnTo>
                    <a:pt x="228015" y="314833"/>
                  </a:lnTo>
                  <a:close/>
                </a:path>
                <a:path w="427990" h="482600">
                  <a:moveTo>
                    <a:pt x="246087" y="330504"/>
                  </a:moveTo>
                  <a:lnTo>
                    <a:pt x="242201" y="330504"/>
                  </a:lnTo>
                  <a:lnTo>
                    <a:pt x="242201" y="424865"/>
                  </a:lnTo>
                  <a:lnTo>
                    <a:pt x="246087" y="424865"/>
                  </a:lnTo>
                  <a:lnTo>
                    <a:pt x="246087" y="330504"/>
                  </a:lnTo>
                  <a:close/>
                </a:path>
                <a:path w="427990" h="482600">
                  <a:moveTo>
                    <a:pt x="258051" y="340868"/>
                  </a:moveTo>
                  <a:lnTo>
                    <a:pt x="255968" y="340868"/>
                  </a:lnTo>
                  <a:lnTo>
                    <a:pt x="255968" y="339064"/>
                  </a:lnTo>
                  <a:lnTo>
                    <a:pt x="255371" y="339064"/>
                  </a:lnTo>
                  <a:lnTo>
                    <a:pt x="255371" y="338543"/>
                  </a:lnTo>
                  <a:lnTo>
                    <a:pt x="251498" y="338543"/>
                  </a:lnTo>
                  <a:lnTo>
                    <a:pt x="251498" y="432854"/>
                  </a:lnTo>
                  <a:lnTo>
                    <a:pt x="252095" y="432854"/>
                  </a:lnTo>
                  <a:lnTo>
                    <a:pt x="252095" y="433374"/>
                  </a:lnTo>
                  <a:lnTo>
                    <a:pt x="254177" y="433374"/>
                  </a:lnTo>
                  <a:lnTo>
                    <a:pt x="254177" y="435165"/>
                  </a:lnTo>
                  <a:lnTo>
                    <a:pt x="258051" y="435165"/>
                  </a:lnTo>
                  <a:lnTo>
                    <a:pt x="258051" y="340868"/>
                  </a:lnTo>
                  <a:close/>
                </a:path>
                <a:path w="427990" h="482600">
                  <a:moveTo>
                    <a:pt x="274624" y="355231"/>
                  </a:moveTo>
                  <a:lnTo>
                    <a:pt x="273291" y="355231"/>
                  </a:lnTo>
                  <a:lnTo>
                    <a:pt x="273291" y="354076"/>
                  </a:lnTo>
                  <a:lnTo>
                    <a:pt x="269417" y="354076"/>
                  </a:lnTo>
                  <a:lnTo>
                    <a:pt x="269417" y="448284"/>
                  </a:lnTo>
                  <a:lnTo>
                    <a:pt x="270751" y="448284"/>
                  </a:lnTo>
                  <a:lnTo>
                    <a:pt x="270751" y="449427"/>
                  </a:lnTo>
                  <a:lnTo>
                    <a:pt x="274624" y="449427"/>
                  </a:lnTo>
                  <a:lnTo>
                    <a:pt x="274624" y="355231"/>
                  </a:lnTo>
                  <a:close/>
                </a:path>
                <a:path w="427990" h="482600">
                  <a:moveTo>
                    <a:pt x="295084" y="372960"/>
                  </a:moveTo>
                  <a:lnTo>
                    <a:pt x="293751" y="372960"/>
                  </a:lnTo>
                  <a:lnTo>
                    <a:pt x="293751" y="371805"/>
                  </a:lnTo>
                  <a:lnTo>
                    <a:pt x="289877" y="371805"/>
                  </a:lnTo>
                  <a:lnTo>
                    <a:pt x="289877" y="465874"/>
                  </a:lnTo>
                  <a:lnTo>
                    <a:pt x="291211" y="465874"/>
                  </a:lnTo>
                  <a:lnTo>
                    <a:pt x="291211" y="467029"/>
                  </a:lnTo>
                  <a:lnTo>
                    <a:pt x="295084" y="467029"/>
                  </a:lnTo>
                  <a:lnTo>
                    <a:pt x="295084" y="372960"/>
                  </a:lnTo>
                  <a:close/>
                </a:path>
                <a:path w="427990" h="482600">
                  <a:moveTo>
                    <a:pt x="313156" y="388620"/>
                  </a:moveTo>
                  <a:lnTo>
                    <a:pt x="309283" y="388620"/>
                  </a:lnTo>
                  <a:lnTo>
                    <a:pt x="309283" y="482574"/>
                  </a:lnTo>
                  <a:lnTo>
                    <a:pt x="313156" y="482574"/>
                  </a:lnTo>
                  <a:lnTo>
                    <a:pt x="313156" y="388620"/>
                  </a:lnTo>
                  <a:close/>
                </a:path>
                <a:path w="427990" h="482600">
                  <a:moveTo>
                    <a:pt x="341706" y="233438"/>
                  </a:moveTo>
                  <a:lnTo>
                    <a:pt x="340372" y="233438"/>
                  </a:lnTo>
                  <a:lnTo>
                    <a:pt x="337820" y="233438"/>
                  </a:lnTo>
                  <a:lnTo>
                    <a:pt x="336486" y="233438"/>
                  </a:lnTo>
                  <a:lnTo>
                    <a:pt x="336486" y="328269"/>
                  </a:lnTo>
                  <a:lnTo>
                    <a:pt x="337820" y="328269"/>
                  </a:lnTo>
                  <a:lnTo>
                    <a:pt x="337820" y="329425"/>
                  </a:lnTo>
                  <a:lnTo>
                    <a:pt x="341706" y="329425"/>
                  </a:lnTo>
                  <a:lnTo>
                    <a:pt x="341706" y="233438"/>
                  </a:lnTo>
                  <a:close/>
                </a:path>
                <a:path w="427990" h="482600">
                  <a:moveTo>
                    <a:pt x="362153" y="251167"/>
                  </a:moveTo>
                  <a:lnTo>
                    <a:pt x="360819" y="251167"/>
                  </a:lnTo>
                  <a:lnTo>
                    <a:pt x="358279" y="251167"/>
                  </a:lnTo>
                  <a:lnTo>
                    <a:pt x="356946" y="251167"/>
                  </a:lnTo>
                  <a:lnTo>
                    <a:pt x="356946" y="345998"/>
                  </a:lnTo>
                  <a:lnTo>
                    <a:pt x="358279" y="345998"/>
                  </a:lnTo>
                  <a:lnTo>
                    <a:pt x="358279" y="347154"/>
                  </a:lnTo>
                  <a:lnTo>
                    <a:pt x="362153" y="347154"/>
                  </a:lnTo>
                  <a:lnTo>
                    <a:pt x="362153" y="251167"/>
                  </a:lnTo>
                  <a:close/>
                </a:path>
                <a:path w="427990" h="482600">
                  <a:moveTo>
                    <a:pt x="380238" y="267982"/>
                  </a:moveTo>
                  <a:lnTo>
                    <a:pt x="376351" y="267982"/>
                  </a:lnTo>
                  <a:lnTo>
                    <a:pt x="376351" y="362826"/>
                  </a:lnTo>
                  <a:lnTo>
                    <a:pt x="380238" y="362826"/>
                  </a:lnTo>
                  <a:lnTo>
                    <a:pt x="380238" y="267982"/>
                  </a:lnTo>
                  <a:close/>
                </a:path>
                <a:path w="427990" h="482600">
                  <a:moveTo>
                    <a:pt x="392963" y="269176"/>
                  </a:moveTo>
                  <a:lnTo>
                    <a:pt x="392201" y="269176"/>
                  </a:lnTo>
                  <a:lnTo>
                    <a:pt x="392201" y="268516"/>
                  </a:lnTo>
                  <a:lnTo>
                    <a:pt x="390118" y="268516"/>
                  </a:lnTo>
                  <a:lnTo>
                    <a:pt x="389521" y="268503"/>
                  </a:lnTo>
                  <a:lnTo>
                    <a:pt x="389521" y="267982"/>
                  </a:lnTo>
                  <a:lnTo>
                    <a:pt x="385635" y="267982"/>
                  </a:lnTo>
                  <a:lnTo>
                    <a:pt x="385635" y="370865"/>
                  </a:lnTo>
                  <a:lnTo>
                    <a:pt x="386232" y="370865"/>
                  </a:lnTo>
                  <a:lnTo>
                    <a:pt x="386232" y="371386"/>
                  </a:lnTo>
                  <a:lnTo>
                    <a:pt x="388327" y="371386"/>
                  </a:lnTo>
                  <a:lnTo>
                    <a:pt x="388327" y="373189"/>
                  </a:lnTo>
                  <a:lnTo>
                    <a:pt x="392201" y="373189"/>
                  </a:lnTo>
                  <a:lnTo>
                    <a:pt x="392201" y="275805"/>
                  </a:lnTo>
                  <a:lnTo>
                    <a:pt x="392963" y="275805"/>
                  </a:lnTo>
                  <a:lnTo>
                    <a:pt x="392963" y="269176"/>
                  </a:lnTo>
                  <a:close/>
                </a:path>
                <a:path w="427990" h="482600">
                  <a:moveTo>
                    <a:pt x="408774" y="291553"/>
                  </a:moveTo>
                  <a:lnTo>
                    <a:pt x="407441" y="291553"/>
                  </a:lnTo>
                  <a:lnTo>
                    <a:pt x="404901" y="291553"/>
                  </a:lnTo>
                  <a:lnTo>
                    <a:pt x="403555" y="291553"/>
                  </a:lnTo>
                  <a:lnTo>
                    <a:pt x="403555" y="386397"/>
                  </a:lnTo>
                  <a:lnTo>
                    <a:pt x="404901" y="386397"/>
                  </a:lnTo>
                  <a:lnTo>
                    <a:pt x="404901" y="387553"/>
                  </a:lnTo>
                  <a:lnTo>
                    <a:pt x="408774" y="387553"/>
                  </a:lnTo>
                  <a:lnTo>
                    <a:pt x="408774" y="291553"/>
                  </a:lnTo>
                  <a:close/>
                </a:path>
                <a:path w="427990" h="482600">
                  <a:moveTo>
                    <a:pt x="427901" y="309283"/>
                  </a:moveTo>
                  <a:lnTo>
                    <a:pt x="424014" y="309283"/>
                  </a:lnTo>
                  <a:lnTo>
                    <a:pt x="424014" y="404126"/>
                  </a:lnTo>
                  <a:lnTo>
                    <a:pt x="427901" y="404126"/>
                  </a:lnTo>
                  <a:lnTo>
                    <a:pt x="427901" y="3092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7007992" y="2993953"/>
              <a:ext cx="219075" cy="786765"/>
            </a:xfrm>
            <a:custGeom>
              <a:avLst/>
              <a:gdLst/>
              <a:ahLst/>
              <a:cxnLst/>
              <a:rect l="l" t="t" r="r" b="b"/>
              <a:pathLst>
                <a:path w="219075" h="786764">
                  <a:moveTo>
                    <a:pt x="219019" y="771812"/>
                  </a:moveTo>
                  <a:lnTo>
                    <a:pt x="219019" y="170"/>
                  </a:lnTo>
                  <a:lnTo>
                    <a:pt x="217709" y="0"/>
                  </a:lnTo>
                  <a:lnTo>
                    <a:pt x="217709" y="771642"/>
                  </a:lnTo>
                </a:path>
                <a:path w="219075" h="786764">
                  <a:moveTo>
                    <a:pt x="194494" y="786596"/>
                  </a:moveTo>
                  <a:lnTo>
                    <a:pt x="194494" y="14953"/>
                  </a:lnTo>
                  <a:lnTo>
                    <a:pt x="193183" y="14783"/>
                  </a:lnTo>
                  <a:lnTo>
                    <a:pt x="193183" y="786425"/>
                  </a:lnTo>
                </a:path>
                <a:path w="219075" h="786764">
                  <a:moveTo>
                    <a:pt x="9858" y="132026"/>
                  </a:moveTo>
                  <a:lnTo>
                    <a:pt x="9136" y="132460"/>
                  </a:lnTo>
                  <a:lnTo>
                    <a:pt x="0" y="13125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958012" y="3125219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94" y="29133"/>
                  </a:moveTo>
                  <a:lnTo>
                    <a:pt x="3873" y="29133"/>
                  </a:lnTo>
                  <a:lnTo>
                    <a:pt x="3873" y="28956"/>
                  </a:lnTo>
                  <a:lnTo>
                    <a:pt x="0" y="28956"/>
                  </a:lnTo>
                  <a:lnTo>
                    <a:pt x="0" y="800595"/>
                  </a:lnTo>
                  <a:lnTo>
                    <a:pt x="1308" y="800595"/>
                  </a:lnTo>
                  <a:lnTo>
                    <a:pt x="1308" y="800773"/>
                  </a:lnTo>
                  <a:lnTo>
                    <a:pt x="5194" y="800773"/>
                  </a:lnTo>
                  <a:lnTo>
                    <a:pt x="5194" y="29133"/>
                  </a:lnTo>
                  <a:close/>
                </a:path>
                <a:path w="65404" h="801370">
                  <a:moveTo>
                    <a:pt x="29718" y="14351"/>
                  </a:moveTo>
                  <a:lnTo>
                    <a:pt x="28409" y="14351"/>
                  </a:lnTo>
                  <a:lnTo>
                    <a:pt x="28409" y="14173"/>
                  </a:lnTo>
                  <a:lnTo>
                    <a:pt x="24523" y="14173"/>
                  </a:lnTo>
                  <a:lnTo>
                    <a:pt x="24523" y="785812"/>
                  </a:lnTo>
                  <a:lnTo>
                    <a:pt x="25831" y="785812"/>
                  </a:lnTo>
                  <a:lnTo>
                    <a:pt x="25831" y="785990"/>
                  </a:lnTo>
                  <a:lnTo>
                    <a:pt x="29718" y="785990"/>
                  </a:lnTo>
                  <a:lnTo>
                    <a:pt x="29718" y="14351"/>
                  </a:lnTo>
                  <a:close/>
                </a:path>
                <a:path w="65404" h="801370">
                  <a:moveTo>
                    <a:pt x="51917" y="0"/>
                  </a:moveTo>
                  <a:lnTo>
                    <a:pt x="48031" y="0"/>
                  </a:lnTo>
                  <a:lnTo>
                    <a:pt x="48031" y="771639"/>
                  </a:lnTo>
                  <a:lnTo>
                    <a:pt x="51917" y="771639"/>
                  </a:lnTo>
                  <a:lnTo>
                    <a:pt x="51917" y="0"/>
                  </a:lnTo>
                  <a:close/>
                </a:path>
                <a:path w="65404" h="801370">
                  <a:moveTo>
                    <a:pt x="65227" y="177"/>
                  </a:moveTo>
                  <a:lnTo>
                    <a:pt x="61341" y="177"/>
                  </a:lnTo>
                  <a:lnTo>
                    <a:pt x="61341" y="762"/>
                  </a:lnTo>
                  <a:lnTo>
                    <a:pt x="57886" y="762"/>
                  </a:lnTo>
                  <a:lnTo>
                    <a:pt x="57886" y="1193"/>
                  </a:lnTo>
                  <a:lnTo>
                    <a:pt x="57175" y="1193"/>
                  </a:lnTo>
                  <a:lnTo>
                    <a:pt x="57175" y="772845"/>
                  </a:lnTo>
                  <a:lnTo>
                    <a:pt x="61048" y="772845"/>
                  </a:lnTo>
                  <a:lnTo>
                    <a:pt x="61048" y="772668"/>
                  </a:lnTo>
                  <a:lnTo>
                    <a:pt x="63817" y="772668"/>
                  </a:lnTo>
                  <a:lnTo>
                    <a:pt x="63817" y="771829"/>
                  </a:lnTo>
                  <a:lnTo>
                    <a:pt x="65227" y="771829"/>
                  </a:lnTo>
                  <a:lnTo>
                    <a:pt x="65227" y="1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685016" y="3188680"/>
              <a:ext cx="219075" cy="835660"/>
            </a:xfrm>
            <a:custGeom>
              <a:avLst/>
              <a:gdLst/>
              <a:ahLst/>
              <a:cxnLst/>
              <a:rect l="l" t="t" r="r" b="b"/>
              <a:pathLst>
                <a:path w="219075" h="835660">
                  <a:moveTo>
                    <a:pt x="114086" y="835080"/>
                  </a:moveTo>
                  <a:lnTo>
                    <a:pt x="114086" y="63438"/>
                  </a:lnTo>
                  <a:lnTo>
                    <a:pt x="112775" y="63267"/>
                  </a:lnTo>
                  <a:lnTo>
                    <a:pt x="112775" y="834909"/>
                  </a:lnTo>
                </a:path>
                <a:path w="219075" h="835660">
                  <a:moveTo>
                    <a:pt x="219019" y="771820"/>
                  </a:moveTo>
                  <a:lnTo>
                    <a:pt x="219019" y="178"/>
                  </a:lnTo>
                  <a:lnTo>
                    <a:pt x="217709" y="0"/>
                  </a:lnTo>
                  <a:lnTo>
                    <a:pt x="217709" y="771642"/>
                  </a:lnTo>
                </a:path>
                <a:path w="219075" h="835660">
                  <a:moveTo>
                    <a:pt x="194494" y="786603"/>
                  </a:moveTo>
                  <a:lnTo>
                    <a:pt x="194494" y="14961"/>
                  </a:lnTo>
                  <a:lnTo>
                    <a:pt x="193183" y="14791"/>
                  </a:lnTo>
                  <a:lnTo>
                    <a:pt x="193183" y="786433"/>
                  </a:lnTo>
                </a:path>
                <a:path w="219075" h="835660">
                  <a:moveTo>
                    <a:pt x="9858" y="132026"/>
                  </a:moveTo>
                  <a:lnTo>
                    <a:pt x="9136" y="132460"/>
                  </a:lnTo>
                  <a:lnTo>
                    <a:pt x="0" y="131266"/>
                  </a:lnTo>
                </a:path>
                <a:path w="219075" h="835660">
                  <a:moveTo>
                    <a:pt x="9858" y="132026"/>
                  </a:moveTo>
                  <a:lnTo>
                    <a:pt x="11905" y="13229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635038" y="3319948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81" y="29133"/>
                  </a:moveTo>
                  <a:lnTo>
                    <a:pt x="3873" y="29133"/>
                  </a:lnTo>
                  <a:lnTo>
                    <a:pt x="3873" y="28968"/>
                  </a:lnTo>
                  <a:lnTo>
                    <a:pt x="0" y="28968"/>
                  </a:lnTo>
                  <a:lnTo>
                    <a:pt x="0" y="800608"/>
                  </a:lnTo>
                  <a:lnTo>
                    <a:pt x="1308" y="800608"/>
                  </a:lnTo>
                  <a:lnTo>
                    <a:pt x="1308" y="800773"/>
                  </a:lnTo>
                  <a:lnTo>
                    <a:pt x="5181" y="800773"/>
                  </a:lnTo>
                  <a:lnTo>
                    <a:pt x="5181" y="29133"/>
                  </a:lnTo>
                  <a:close/>
                </a:path>
                <a:path w="65404" h="801370">
                  <a:moveTo>
                    <a:pt x="29718" y="14351"/>
                  </a:moveTo>
                  <a:lnTo>
                    <a:pt x="28397" y="14351"/>
                  </a:lnTo>
                  <a:lnTo>
                    <a:pt x="28397" y="14173"/>
                  </a:lnTo>
                  <a:lnTo>
                    <a:pt x="24523" y="14173"/>
                  </a:lnTo>
                  <a:lnTo>
                    <a:pt x="24523" y="785812"/>
                  </a:lnTo>
                  <a:lnTo>
                    <a:pt x="25831" y="785812"/>
                  </a:lnTo>
                  <a:lnTo>
                    <a:pt x="25831" y="785990"/>
                  </a:lnTo>
                  <a:lnTo>
                    <a:pt x="29718" y="785990"/>
                  </a:lnTo>
                  <a:lnTo>
                    <a:pt x="29718" y="14351"/>
                  </a:lnTo>
                  <a:close/>
                </a:path>
                <a:path w="65404" h="801370">
                  <a:moveTo>
                    <a:pt x="51904" y="0"/>
                  </a:moveTo>
                  <a:lnTo>
                    <a:pt x="48031" y="0"/>
                  </a:lnTo>
                  <a:lnTo>
                    <a:pt x="48031" y="771652"/>
                  </a:lnTo>
                  <a:lnTo>
                    <a:pt x="51904" y="771652"/>
                  </a:lnTo>
                  <a:lnTo>
                    <a:pt x="51904" y="0"/>
                  </a:lnTo>
                  <a:close/>
                </a:path>
                <a:path w="65404" h="801370">
                  <a:moveTo>
                    <a:pt x="65214" y="190"/>
                  </a:moveTo>
                  <a:lnTo>
                    <a:pt x="61341" y="190"/>
                  </a:lnTo>
                  <a:lnTo>
                    <a:pt x="61341" y="762"/>
                  </a:lnTo>
                  <a:lnTo>
                    <a:pt x="57886" y="762"/>
                  </a:lnTo>
                  <a:lnTo>
                    <a:pt x="57886" y="1193"/>
                  </a:lnTo>
                  <a:lnTo>
                    <a:pt x="57162" y="1193"/>
                  </a:lnTo>
                  <a:lnTo>
                    <a:pt x="57162" y="772845"/>
                  </a:lnTo>
                  <a:lnTo>
                    <a:pt x="61048" y="772845"/>
                  </a:lnTo>
                  <a:lnTo>
                    <a:pt x="61048" y="772680"/>
                  </a:lnTo>
                  <a:lnTo>
                    <a:pt x="63817" y="772680"/>
                  </a:lnTo>
                  <a:lnTo>
                    <a:pt x="63817" y="771829"/>
                  </a:lnTo>
                  <a:lnTo>
                    <a:pt x="65214" y="771829"/>
                  </a:lnTo>
                  <a:lnTo>
                    <a:pt x="65214" y="1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5581043" y="3071414"/>
              <a:ext cx="750570" cy="1226820"/>
            </a:xfrm>
            <a:custGeom>
              <a:avLst/>
              <a:gdLst/>
              <a:ahLst/>
              <a:cxnLst/>
              <a:rect l="l" t="t" r="r" b="b"/>
              <a:pathLst>
                <a:path w="750570" h="1226820">
                  <a:moveTo>
                    <a:pt x="1310" y="1226225"/>
                  </a:moveTo>
                  <a:lnTo>
                    <a:pt x="1310" y="454374"/>
                  </a:lnTo>
                  <a:lnTo>
                    <a:pt x="0" y="454203"/>
                  </a:lnTo>
                  <a:lnTo>
                    <a:pt x="0" y="1226055"/>
                  </a:lnTo>
                </a:path>
                <a:path w="750570" h="1226820">
                  <a:moveTo>
                    <a:pt x="106004" y="1162749"/>
                  </a:moveTo>
                  <a:lnTo>
                    <a:pt x="106004" y="390905"/>
                  </a:lnTo>
                  <a:lnTo>
                    <a:pt x="104685" y="390734"/>
                  </a:lnTo>
                  <a:lnTo>
                    <a:pt x="104685" y="1162586"/>
                  </a:lnTo>
                </a:path>
                <a:path w="750570" h="1226820">
                  <a:moveTo>
                    <a:pt x="81533" y="1177586"/>
                  </a:moveTo>
                  <a:lnTo>
                    <a:pt x="81533" y="405735"/>
                  </a:lnTo>
                  <a:lnTo>
                    <a:pt x="80222" y="405572"/>
                  </a:lnTo>
                  <a:lnTo>
                    <a:pt x="80222" y="1177416"/>
                  </a:lnTo>
                </a:path>
                <a:path w="750570" h="1226820">
                  <a:moveTo>
                    <a:pt x="750490" y="772022"/>
                  </a:moveTo>
                  <a:lnTo>
                    <a:pt x="750490" y="170"/>
                  </a:lnTo>
                  <a:lnTo>
                    <a:pt x="749180" y="0"/>
                  </a:lnTo>
                  <a:lnTo>
                    <a:pt x="749180" y="771851"/>
                  </a:lnTo>
                </a:path>
                <a:path w="750570" h="1226820">
                  <a:moveTo>
                    <a:pt x="726027" y="786852"/>
                  </a:moveTo>
                  <a:lnTo>
                    <a:pt x="726027" y="15008"/>
                  </a:lnTo>
                  <a:lnTo>
                    <a:pt x="724709" y="14837"/>
                  </a:lnTo>
                  <a:lnTo>
                    <a:pt x="724709" y="786689"/>
                  </a:lnTo>
                </a:path>
                <a:path w="750570" h="1226820">
                  <a:moveTo>
                    <a:pt x="541825" y="132437"/>
                  </a:moveTo>
                  <a:lnTo>
                    <a:pt x="541104" y="132871"/>
                  </a:lnTo>
                  <a:lnTo>
                    <a:pt x="531967" y="131692"/>
                  </a:lnTo>
                </a:path>
                <a:path w="750570" h="1226820">
                  <a:moveTo>
                    <a:pt x="541825" y="132437"/>
                  </a:moveTo>
                  <a:lnTo>
                    <a:pt x="543873" y="1327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063145" y="3203108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81" y="29235"/>
                  </a:moveTo>
                  <a:lnTo>
                    <a:pt x="3873" y="29235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12"/>
                  </a:lnTo>
                  <a:lnTo>
                    <a:pt x="1308" y="800912"/>
                  </a:lnTo>
                  <a:lnTo>
                    <a:pt x="1308" y="801077"/>
                  </a:lnTo>
                  <a:lnTo>
                    <a:pt x="5181" y="801077"/>
                  </a:lnTo>
                  <a:lnTo>
                    <a:pt x="5181" y="29235"/>
                  </a:lnTo>
                  <a:close/>
                </a:path>
                <a:path w="65404" h="801370">
                  <a:moveTo>
                    <a:pt x="29654" y="14389"/>
                  </a:moveTo>
                  <a:lnTo>
                    <a:pt x="28333" y="14389"/>
                  </a:lnTo>
                  <a:lnTo>
                    <a:pt x="28333" y="14224"/>
                  </a:lnTo>
                  <a:lnTo>
                    <a:pt x="24460" y="14224"/>
                  </a:lnTo>
                  <a:lnTo>
                    <a:pt x="24460" y="786079"/>
                  </a:lnTo>
                  <a:lnTo>
                    <a:pt x="25781" y="786079"/>
                  </a:lnTo>
                  <a:lnTo>
                    <a:pt x="25781" y="786244"/>
                  </a:lnTo>
                  <a:lnTo>
                    <a:pt x="29654" y="786244"/>
                  </a:lnTo>
                  <a:lnTo>
                    <a:pt x="29654" y="14389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17" y="0"/>
                  </a:lnTo>
                  <a:lnTo>
                    <a:pt x="47917" y="771855"/>
                  </a:lnTo>
                  <a:lnTo>
                    <a:pt x="51803" y="771855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65"/>
                  </a:moveTo>
                  <a:lnTo>
                    <a:pt x="61226" y="165"/>
                  </a:lnTo>
                  <a:lnTo>
                    <a:pt x="61226" y="749"/>
                  </a:lnTo>
                  <a:lnTo>
                    <a:pt x="57785" y="749"/>
                  </a:lnTo>
                  <a:lnTo>
                    <a:pt x="57785" y="1181"/>
                  </a:lnTo>
                  <a:lnTo>
                    <a:pt x="57061" y="1181"/>
                  </a:lnTo>
                  <a:lnTo>
                    <a:pt x="57061" y="773023"/>
                  </a:lnTo>
                  <a:lnTo>
                    <a:pt x="60934" y="773023"/>
                  </a:lnTo>
                  <a:lnTo>
                    <a:pt x="60934" y="772858"/>
                  </a:lnTo>
                  <a:lnTo>
                    <a:pt x="63703" y="772858"/>
                  </a:lnTo>
                  <a:lnTo>
                    <a:pt x="63703" y="772007"/>
                  </a:lnTo>
                  <a:lnTo>
                    <a:pt x="65112" y="772007"/>
                  </a:lnTo>
                  <a:lnTo>
                    <a:pt x="65112" y="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5790763" y="3266785"/>
              <a:ext cx="219075" cy="835660"/>
            </a:xfrm>
            <a:custGeom>
              <a:avLst/>
              <a:gdLst/>
              <a:ahLst/>
              <a:cxnLst/>
              <a:rect l="l" t="t" r="r" b="b"/>
              <a:pathLst>
                <a:path w="219075" h="835660">
                  <a:moveTo>
                    <a:pt x="113837" y="835483"/>
                  </a:moveTo>
                  <a:lnTo>
                    <a:pt x="113837" y="63639"/>
                  </a:lnTo>
                  <a:lnTo>
                    <a:pt x="112519" y="63469"/>
                  </a:lnTo>
                  <a:lnTo>
                    <a:pt x="112519" y="835320"/>
                  </a:lnTo>
                </a:path>
                <a:path w="219075" h="835660">
                  <a:moveTo>
                    <a:pt x="218523" y="772014"/>
                  </a:moveTo>
                  <a:lnTo>
                    <a:pt x="218523" y="170"/>
                  </a:lnTo>
                  <a:lnTo>
                    <a:pt x="217212" y="0"/>
                  </a:lnTo>
                  <a:lnTo>
                    <a:pt x="217212" y="771843"/>
                  </a:lnTo>
                </a:path>
                <a:path w="219075" h="835660">
                  <a:moveTo>
                    <a:pt x="194060" y="786852"/>
                  </a:moveTo>
                  <a:lnTo>
                    <a:pt x="194060" y="15000"/>
                  </a:lnTo>
                  <a:lnTo>
                    <a:pt x="192741" y="14829"/>
                  </a:lnTo>
                  <a:lnTo>
                    <a:pt x="192741" y="786681"/>
                  </a:lnTo>
                </a:path>
                <a:path w="219075" h="835660">
                  <a:moveTo>
                    <a:pt x="9858" y="132429"/>
                  </a:moveTo>
                  <a:lnTo>
                    <a:pt x="9144" y="132863"/>
                  </a:lnTo>
                  <a:lnTo>
                    <a:pt x="0" y="131684"/>
                  </a:lnTo>
                </a:path>
                <a:path w="219075" h="835660">
                  <a:moveTo>
                    <a:pt x="9858" y="132429"/>
                  </a:moveTo>
                  <a:lnTo>
                    <a:pt x="11905" y="1326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5740895" y="3398472"/>
              <a:ext cx="65405" cy="801370"/>
            </a:xfrm>
            <a:custGeom>
              <a:avLst/>
              <a:gdLst/>
              <a:ahLst/>
              <a:cxnLst/>
              <a:rect l="l" t="t" r="r" b="b"/>
              <a:pathLst>
                <a:path w="65404" h="801370">
                  <a:moveTo>
                    <a:pt x="5181" y="29222"/>
                  </a:moveTo>
                  <a:lnTo>
                    <a:pt x="3873" y="29222"/>
                  </a:lnTo>
                  <a:lnTo>
                    <a:pt x="3873" y="29057"/>
                  </a:lnTo>
                  <a:lnTo>
                    <a:pt x="0" y="29057"/>
                  </a:lnTo>
                  <a:lnTo>
                    <a:pt x="0" y="800912"/>
                  </a:lnTo>
                  <a:lnTo>
                    <a:pt x="1308" y="800912"/>
                  </a:lnTo>
                  <a:lnTo>
                    <a:pt x="1308" y="801077"/>
                  </a:lnTo>
                  <a:lnTo>
                    <a:pt x="5181" y="801077"/>
                  </a:lnTo>
                  <a:lnTo>
                    <a:pt x="5181" y="29222"/>
                  </a:lnTo>
                  <a:close/>
                </a:path>
                <a:path w="65404" h="801370">
                  <a:moveTo>
                    <a:pt x="29654" y="14401"/>
                  </a:moveTo>
                  <a:lnTo>
                    <a:pt x="28346" y="14401"/>
                  </a:lnTo>
                  <a:lnTo>
                    <a:pt x="28346" y="14224"/>
                  </a:lnTo>
                  <a:lnTo>
                    <a:pt x="24472" y="14224"/>
                  </a:lnTo>
                  <a:lnTo>
                    <a:pt x="24472" y="786066"/>
                  </a:lnTo>
                  <a:lnTo>
                    <a:pt x="25781" y="786066"/>
                  </a:lnTo>
                  <a:lnTo>
                    <a:pt x="25781" y="786244"/>
                  </a:lnTo>
                  <a:lnTo>
                    <a:pt x="29654" y="786244"/>
                  </a:lnTo>
                  <a:lnTo>
                    <a:pt x="29654" y="14401"/>
                  </a:lnTo>
                  <a:close/>
                </a:path>
                <a:path w="65404" h="801370">
                  <a:moveTo>
                    <a:pt x="51803" y="0"/>
                  </a:moveTo>
                  <a:lnTo>
                    <a:pt x="47917" y="0"/>
                  </a:lnTo>
                  <a:lnTo>
                    <a:pt x="47917" y="771855"/>
                  </a:lnTo>
                  <a:lnTo>
                    <a:pt x="51803" y="771855"/>
                  </a:lnTo>
                  <a:lnTo>
                    <a:pt x="51803" y="0"/>
                  </a:lnTo>
                  <a:close/>
                </a:path>
                <a:path w="65404" h="801370">
                  <a:moveTo>
                    <a:pt x="65112" y="165"/>
                  </a:moveTo>
                  <a:lnTo>
                    <a:pt x="61226" y="165"/>
                  </a:lnTo>
                  <a:lnTo>
                    <a:pt x="61226" y="749"/>
                  </a:lnTo>
                  <a:lnTo>
                    <a:pt x="57785" y="749"/>
                  </a:lnTo>
                  <a:lnTo>
                    <a:pt x="57785" y="1181"/>
                  </a:lnTo>
                  <a:lnTo>
                    <a:pt x="57073" y="1181"/>
                  </a:lnTo>
                  <a:lnTo>
                    <a:pt x="57073" y="773036"/>
                  </a:lnTo>
                  <a:lnTo>
                    <a:pt x="60947" y="773036"/>
                  </a:lnTo>
                  <a:lnTo>
                    <a:pt x="60947" y="772858"/>
                  </a:lnTo>
                  <a:lnTo>
                    <a:pt x="63703" y="772858"/>
                  </a:lnTo>
                  <a:lnTo>
                    <a:pt x="63703" y="772007"/>
                  </a:lnTo>
                  <a:lnTo>
                    <a:pt x="65112" y="772007"/>
                  </a:lnTo>
                  <a:lnTo>
                    <a:pt x="65112" y="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6390094" y="3170600"/>
              <a:ext cx="164465" cy="896619"/>
            </a:xfrm>
            <a:custGeom>
              <a:avLst/>
              <a:gdLst/>
              <a:ahLst/>
              <a:cxnLst/>
              <a:rect l="l" t="t" r="r" b="b"/>
              <a:pathLst>
                <a:path w="164465" h="896620">
                  <a:moveTo>
                    <a:pt x="68161" y="814983"/>
                  </a:moveTo>
                  <a:lnTo>
                    <a:pt x="68161" y="43341"/>
                  </a:lnTo>
                  <a:lnTo>
                    <a:pt x="63949" y="39719"/>
                  </a:lnTo>
                </a:path>
                <a:path w="164465" h="896620">
                  <a:moveTo>
                    <a:pt x="69495" y="814976"/>
                  </a:moveTo>
                  <a:lnTo>
                    <a:pt x="69495" y="43333"/>
                  </a:lnTo>
                  <a:lnTo>
                    <a:pt x="68161" y="43341"/>
                  </a:lnTo>
                </a:path>
                <a:path w="164465" h="896620">
                  <a:moveTo>
                    <a:pt x="152331" y="895865"/>
                  </a:moveTo>
                  <a:lnTo>
                    <a:pt x="152331" y="124223"/>
                  </a:lnTo>
                  <a:lnTo>
                    <a:pt x="151160" y="123207"/>
                  </a:lnTo>
                </a:path>
                <a:path w="164465" h="896620">
                  <a:moveTo>
                    <a:pt x="154418" y="895857"/>
                  </a:moveTo>
                  <a:lnTo>
                    <a:pt x="154418" y="124215"/>
                  </a:lnTo>
                  <a:lnTo>
                    <a:pt x="152331" y="124223"/>
                  </a:lnTo>
                </a:path>
                <a:path w="164465" h="896620">
                  <a:moveTo>
                    <a:pt x="155015" y="896369"/>
                  </a:moveTo>
                  <a:lnTo>
                    <a:pt x="155015" y="124727"/>
                  </a:lnTo>
                  <a:lnTo>
                    <a:pt x="154418" y="124215"/>
                  </a:lnTo>
                </a:path>
                <a:path w="164465" h="896620">
                  <a:moveTo>
                    <a:pt x="164307" y="896299"/>
                  </a:moveTo>
                  <a:lnTo>
                    <a:pt x="164307" y="124704"/>
                  </a:lnTo>
                  <a:lnTo>
                    <a:pt x="155015" y="124727"/>
                  </a:lnTo>
                </a:path>
                <a:path w="164465" h="896620">
                  <a:moveTo>
                    <a:pt x="0" y="781190"/>
                  </a:moveTo>
                  <a:lnTo>
                    <a:pt x="0" y="9547"/>
                  </a:lnTo>
                  <a:lnTo>
                    <a:pt x="15923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387376" y="3188135"/>
              <a:ext cx="5080" cy="772160"/>
            </a:xfrm>
            <a:custGeom>
              <a:avLst/>
              <a:gdLst/>
              <a:ahLst/>
              <a:cxnLst/>
              <a:rect l="l" t="t" r="r" b="b"/>
              <a:pathLst>
                <a:path w="5079" h="772160">
                  <a:moveTo>
                    <a:pt x="4610" y="0"/>
                  </a:moveTo>
                  <a:lnTo>
                    <a:pt x="736" y="0"/>
                  </a:lnTo>
                  <a:lnTo>
                    <a:pt x="736" y="431"/>
                  </a:lnTo>
                  <a:lnTo>
                    <a:pt x="0" y="431"/>
                  </a:lnTo>
                  <a:lnTo>
                    <a:pt x="0" y="1943"/>
                  </a:lnTo>
                  <a:lnTo>
                    <a:pt x="736" y="1943"/>
                  </a:lnTo>
                  <a:lnTo>
                    <a:pt x="736" y="771639"/>
                  </a:lnTo>
                  <a:lnTo>
                    <a:pt x="4610" y="771639"/>
                  </a:lnTo>
                  <a:lnTo>
                    <a:pt x="46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385541" y="3190068"/>
              <a:ext cx="3810" cy="774065"/>
            </a:xfrm>
            <a:custGeom>
              <a:avLst/>
              <a:gdLst/>
              <a:ahLst/>
              <a:cxnLst/>
              <a:rect l="l" t="t" r="r" b="b"/>
              <a:pathLst>
                <a:path w="3810" h="774064">
                  <a:moveTo>
                    <a:pt x="3785" y="0"/>
                  </a:moveTo>
                  <a:lnTo>
                    <a:pt x="0" y="2272"/>
                  </a:lnTo>
                  <a:lnTo>
                    <a:pt x="0" y="77391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5857976" y="2100939"/>
              <a:ext cx="534670" cy="1863725"/>
            </a:xfrm>
            <a:custGeom>
              <a:avLst/>
              <a:gdLst/>
              <a:ahLst/>
              <a:cxnLst/>
              <a:rect l="l" t="t" r="r" b="b"/>
              <a:pathLst>
                <a:path w="534670" h="1863725">
                  <a:moveTo>
                    <a:pt x="3886" y="0"/>
                  </a:moveTo>
                  <a:lnTo>
                    <a:pt x="0" y="0"/>
                  </a:lnTo>
                  <a:lnTo>
                    <a:pt x="0" y="142951"/>
                  </a:lnTo>
                  <a:lnTo>
                    <a:pt x="3886" y="142951"/>
                  </a:lnTo>
                  <a:lnTo>
                    <a:pt x="3886" y="0"/>
                  </a:lnTo>
                  <a:close/>
                </a:path>
                <a:path w="534670" h="1863725">
                  <a:moveTo>
                    <a:pt x="517588" y="1717294"/>
                  </a:moveTo>
                  <a:lnTo>
                    <a:pt x="513715" y="1717294"/>
                  </a:lnTo>
                  <a:lnTo>
                    <a:pt x="513715" y="1725269"/>
                  </a:lnTo>
                  <a:lnTo>
                    <a:pt x="511632" y="1725269"/>
                  </a:lnTo>
                  <a:lnTo>
                    <a:pt x="511632" y="1863242"/>
                  </a:lnTo>
                  <a:lnTo>
                    <a:pt x="515518" y="1863242"/>
                  </a:lnTo>
                  <a:lnTo>
                    <a:pt x="515518" y="1861997"/>
                  </a:lnTo>
                  <a:lnTo>
                    <a:pt x="517588" y="1861997"/>
                  </a:lnTo>
                  <a:lnTo>
                    <a:pt x="517588" y="1717294"/>
                  </a:lnTo>
                  <a:close/>
                </a:path>
                <a:path w="534670" h="1863725">
                  <a:moveTo>
                    <a:pt x="527443" y="1091133"/>
                  </a:moveTo>
                  <a:lnTo>
                    <a:pt x="523557" y="1091133"/>
                  </a:lnTo>
                  <a:lnTo>
                    <a:pt x="523557" y="1091565"/>
                  </a:lnTo>
                  <a:lnTo>
                    <a:pt x="522846" y="1091565"/>
                  </a:lnTo>
                  <a:lnTo>
                    <a:pt x="522846" y="1863204"/>
                  </a:lnTo>
                  <a:lnTo>
                    <a:pt x="526732" y="1863204"/>
                  </a:lnTo>
                  <a:lnTo>
                    <a:pt x="526732" y="1862772"/>
                  </a:lnTo>
                  <a:lnTo>
                    <a:pt x="527443" y="1862772"/>
                  </a:lnTo>
                  <a:lnTo>
                    <a:pt x="527443" y="1091133"/>
                  </a:lnTo>
                  <a:close/>
                </a:path>
                <a:path w="534670" h="1863725">
                  <a:moveTo>
                    <a:pt x="533285" y="1089139"/>
                  </a:moveTo>
                  <a:lnTo>
                    <a:pt x="529399" y="1089139"/>
                  </a:lnTo>
                  <a:lnTo>
                    <a:pt x="529399" y="1859267"/>
                  </a:lnTo>
                  <a:lnTo>
                    <a:pt x="533285" y="1859267"/>
                  </a:lnTo>
                  <a:lnTo>
                    <a:pt x="533285" y="1089139"/>
                  </a:lnTo>
                  <a:close/>
                </a:path>
                <a:path w="534670" h="1863725">
                  <a:moveTo>
                    <a:pt x="534047" y="1079220"/>
                  </a:moveTo>
                  <a:lnTo>
                    <a:pt x="530136" y="1079220"/>
                  </a:lnTo>
                  <a:lnTo>
                    <a:pt x="530136" y="1087196"/>
                  </a:lnTo>
                  <a:lnTo>
                    <a:pt x="534047" y="1087196"/>
                  </a:lnTo>
                  <a:lnTo>
                    <a:pt x="534047" y="10792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/>
          <p:nvPr/>
        </p:nvSpPr>
        <p:spPr>
          <a:xfrm>
            <a:off x="2876041" y="3673218"/>
            <a:ext cx="0" cy="772160"/>
          </a:xfrm>
          <a:custGeom>
            <a:avLst/>
            <a:gdLst/>
            <a:ahLst/>
            <a:cxnLst/>
            <a:rect l="l" t="t" r="r" b="b"/>
            <a:pathLst>
              <a:path w="0" h="772160">
                <a:moveTo>
                  <a:pt x="0" y="0"/>
                </a:moveTo>
                <a:lnTo>
                  <a:pt x="0" y="90251"/>
                </a:lnTo>
                <a:lnTo>
                  <a:pt x="0" y="771867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901474" y="3038194"/>
            <a:ext cx="46990" cy="398780"/>
          </a:xfrm>
          <a:custGeom>
            <a:avLst/>
            <a:gdLst/>
            <a:ahLst/>
            <a:cxnLst/>
            <a:rect l="l" t="t" r="r" b="b"/>
            <a:pathLst>
              <a:path w="46989" h="398779">
                <a:moveTo>
                  <a:pt x="46211" y="0"/>
                </a:moveTo>
                <a:lnTo>
                  <a:pt x="46459" y="4390"/>
                </a:lnTo>
              </a:path>
              <a:path w="46989" h="398779">
                <a:moveTo>
                  <a:pt x="0" y="395349"/>
                </a:moveTo>
                <a:lnTo>
                  <a:pt x="23" y="323209"/>
                </a:lnTo>
                <a:lnTo>
                  <a:pt x="116" y="1372"/>
                </a:lnTo>
              </a:path>
              <a:path w="46989" h="398779">
                <a:moveTo>
                  <a:pt x="46351" y="398366"/>
                </a:moveTo>
                <a:lnTo>
                  <a:pt x="46374" y="312885"/>
                </a:lnTo>
                <a:lnTo>
                  <a:pt x="46459" y="4390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1831893" y="3636221"/>
            <a:ext cx="46990" cy="398780"/>
          </a:xfrm>
          <a:custGeom>
            <a:avLst/>
            <a:gdLst/>
            <a:ahLst/>
            <a:cxnLst/>
            <a:rect l="l" t="t" r="r" b="b"/>
            <a:pathLst>
              <a:path w="46989" h="398779">
                <a:moveTo>
                  <a:pt x="46211" y="0"/>
                </a:moveTo>
                <a:lnTo>
                  <a:pt x="46467" y="4382"/>
                </a:lnTo>
              </a:path>
              <a:path w="46989" h="398779">
                <a:moveTo>
                  <a:pt x="0" y="395349"/>
                </a:moveTo>
                <a:lnTo>
                  <a:pt x="23" y="323209"/>
                </a:lnTo>
                <a:lnTo>
                  <a:pt x="116" y="1365"/>
                </a:lnTo>
              </a:path>
              <a:path w="46989" h="398779">
                <a:moveTo>
                  <a:pt x="46351" y="398359"/>
                </a:moveTo>
                <a:lnTo>
                  <a:pt x="46374" y="312877"/>
                </a:lnTo>
                <a:lnTo>
                  <a:pt x="46467" y="4382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366683" y="3337429"/>
            <a:ext cx="46990" cy="398780"/>
          </a:xfrm>
          <a:custGeom>
            <a:avLst/>
            <a:gdLst/>
            <a:ahLst/>
            <a:cxnLst/>
            <a:rect l="l" t="t" r="r" b="b"/>
            <a:pathLst>
              <a:path w="46989" h="398779">
                <a:moveTo>
                  <a:pt x="46211" y="0"/>
                </a:moveTo>
                <a:lnTo>
                  <a:pt x="46467" y="4390"/>
                </a:lnTo>
              </a:path>
              <a:path w="46989" h="398779">
                <a:moveTo>
                  <a:pt x="0" y="395349"/>
                </a:moveTo>
                <a:lnTo>
                  <a:pt x="23" y="323216"/>
                </a:lnTo>
                <a:lnTo>
                  <a:pt x="116" y="1372"/>
                </a:lnTo>
              </a:path>
              <a:path w="46989" h="398779">
                <a:moveTo>
                  <a:pt x="46351" y="398366"/>
                </a:moveTo>
                <a:lnTo>
                  <a:pt x="46374" y="312885"/>
                </a:lnTo>
                <a:lnTo>
                  <a:pt x="46467" y="4390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1474615" y="4857660"/>
            <a:ext cx="2540" cy="508634"/>
          </a:xfrm>
          <a:custGeom>
            <a:avLst/>
            <a:gdLst/>
            <a:ahLst/>
            <a:cxnLst/>
            <a:rect l="l" t="t" r="r" b="b"/>
            <a:pathLst>
              <a:path w="2540" h="508635">
                <a:moveTo>
                  <a:pt x="0" y="0"/>
                </a:moveTo>
                <a:lnTo>
                  <a:pt x="387" y="100551"/>
                </a:lnTo>
                <a:lnTo>
                  <a:pt x="1473" y="360943"/>
                </a:lnTo>
              </a:path>
              <a:path w="2540" h="508635">
                <a:moveTo>
                  <a:pt x="1473" y="360943"/>
                </a:moveTo>
                <a:lnTo>
                  <a:pt x="2016" y="508629"/>
                </a:lnTo>
              </a:path>
            </a:pathLst>
          </a:custGeom>
          <a:ln w="38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3" name="object 93"/>
          <p:cNvGrpSpPr/>
          <p:nvPr/>
        </p:nvGrpSpPr>
        <p:grpSpPr>
          <a:xfrm>
            <a:off x="1543773" y="519591"/>
            <a:ext cx="16222344" cy="11222355"/>
            <a:chOff x="1543773" y="519591"/>
            <a:chExt cx="16222344" cy="11222355"/>
          </a:xfrm>
        </p:grpSpPr>
        <p:pic>
          <p:nvPicPr>
            <p:cNvPr id="94" name="object 9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3773" y="519591"/>
              <a:ext cx="6225988" cy="5128799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2876041" y="2061555"/>
              <a:ext cx="2984500" cy="2681605"/>
            </a:xfrm>
            <a:custGeom>
              <a:avLst/>
              <a:gdLst/>
              <a:ahLst/>
              <a:cxnLst/>
              <a:rect l="l" t="t" r="r" b="b"/>
              <a:pathLst>
                <a:path w="2984500" h="2681604">
                  <a:moveTo>
                    <a:pt x="696275" y="2681570"/>
                  </a:moveTo>
                  <a:lnTo>
                    <a:pt x="696275" y="2680693"/>
                  </a:lnTo>
                </a:path>
                <a:path w="2984500" h="2681604">
                  <a:moveTo>
                    <a:pt x="2406286" y="0"/>
                  </a:moveTo>
                  <a:lnTo>
                    <a:pt x="2672107" y="228699"/>
                  </a:lnTo>
                  <a:lnTo>
                    <a:pt x="2983884" y="39378"/>
                  </a:lnTo>
                </a:path>
                <a:path w="2984500" h="2681604">
                  <a:moveTo>
                    <a:pt x="0" y="1611663"/>
                  </a:moveTo>
                  <a:lnTo>
                    <a:pt x="716642" y="2228219"/>
                  </a:lnTo>
                  <a:lnTo>
                    <a:pt x="2836733" y="94085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3590745" y="4289775"/>
              <a:ext cx="4445" cy="441325"/>
            </a:xfrm>
            <a:custGeom>
              <a:avLst/>
              <a:gdLst/>
              <a:ahLst/>
              <a:cxnLst/>
              <a:rect l="l" t="t" r="r" b="b"/>
              <a:pathLst>
                <a:path w="4445" h="441325">
                  <a:moveTo>
                    <a:pt x="3878" y="440956"/>
                  </a:moveTo>
                  <a:lnTo>
                    <a:pt x="0" y="440956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40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5391691" y="2528200"/>
              <a:ext cx="1304925" cy="791845"/>
            </a:xfrm>
            <a:custGeom>
              <a:avLst/>
              <a:gdLst/>
              <a:ahLst/>
              <a:cxnLst/>
              <a:rect l="l" t="t" r="r" b="b"/>
              <a:pathLst>
                <a:path w="1304925" h="791845">
                  <a:moveTo>
                    <a:pt x="1304610" y="791699"/>
                  </a:moveTo>
                  <a:lnTo>
                    <a:pt x="688425" y="261578"/>
                  </a:lnTo>
                </a:path>
                <a:path w="1304925" h="791845">
                  <a:moveTo>
                    <a:pt x="688425" y="295852"/>
                  </a:moveTo>
                  <a:lnTo>
                    <a:pt x="486438" y="418501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5876190" y="2946702"/>
              <a:ext cx="4445" cy="403225"/>
            </a:xfrm>
            <a:custGeom>
              <a:avLst/>
              <a:gdLst/>
              <a:ahLst/>
              <a:cxnLst/>
              <a:rect l="l" t="t" r="r" b="b"/>
              <a:pathLst>
                <a:path w="4445" h="403225">
                  <a:moveTo>
                    <a:pt x="3878" y="403059"/>
                  </a:moveTo>
                  <a:lnTo>
                    <a:pt x="0" y="403059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030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25840" y="3126615"/>
              <a:ext cx="266030" cy="121283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3436373" y="2741224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4" h="18414">
                  <a:moveTo>
                    <a:pt x="5320" y="12285"/>
                  </a:moveTo>
                  <a:lnTo>
                    <a:pt x="2070" y="8578"/>
                  </a:lnTo>
                  <a:lnTo>
                    <a:pt x="255" y="4390"/>
                  </a:lnTo>
                  <a:lnTo>
                    <a:pt x="0" y="0"/>
                  </a:lnTo>
                </a:path>
                <a:path w="46354" h="18414">
                  <a:moveTo>
                    <a:pt x="15171" y="17296"/>
                  </a:moveTo>
                  <a:lnTo>
                    <a:pt x="9788" y="15264"/>
                  </a:lnTo>
                </a:path>
                <a:path w="46354" h="18414">
                  <a:moveTo>
                    <a:pt x="45024" y="7298"/>
                  </a:moveTo>
                  <a:lnTo>
                    <a:pt x="42209" y="11192"/>
                  </a:lnTo>
                </a:path>
                <a:path w="46354" h="18414">
                  <a:moveTo>
                    <a:pt x="21096" y="18258"/>
                  </a:moveTo>
                  <a:lnTo>
                    <a:pt x="15171" y="17296"/>
                  </a:lnTo>
                </a:path>
                <a:path w="46354" h="18414">
                  <a:moveTo>
                    <a:pt x="9788" y="15264"/>
                  </a:moveTo>
                  <a:lnTo>
                    <a:pt x="5320" y="12285"/>
                  </a:lnTo>
                </a:path>
                <a:path w="46354" h="18414">
                  <a:moveTo>
                    <a:pt x="42209" y="11192"/>
                  </a:moveTo>
                  <a:lnTo>
                    <a:pt x="38090" y="14418"/>
                  </a:lnTo>
                </a:path>
                <a:path w="46354" h="18414">
                  <a:moveTo>
                    <a:pt x="27162" y="18079"/>
                  </a:moveTo>
                  <a:lnTo>
                    <a:pt x="21096" y="18258"/>
                  </a:lnTo>
                </a:path>
                <a:path w="46354" h="18414">
                  <a:moveTo>
                    <a:pt x="46351" y="3017"/>
                  </a:moveTo>
                  <a:lnTo>
                    <a:pt x="45024" y="7298"/>
                  </a:lnTo>
                </a:path>
                <a:path w="46354" h="18414">
                  <a:moveTo>
                    <a:pt x="38090" y="14418"/>
                  </a:moveTo>
                  <a:lnTo>
                    <a:pt x="32963" y="16768"/>
                  </a:lnTo>
                </a:path>
                <a:path w="46354" h="18414">
                  <a:moveTo>
                    <a:pt x="32963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91049" y="3424958"/>
              <a:ext cx="266030" cy="120756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2901590" y="3039567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5" h="18414">
                  <a:moveTo>
                    <a:pt x="5313" y="12285"/>
                  </a:moveTo>
                  <a:lnTo>
                    <a:pt x="2063" y="8570"/>
                  </a:lnTo>
                  <a:lnTo>
                    <a:pt x="248" y="4382"/>
                  </a:lnTo>
                  <a:lnTo>
                    <a:pt x="0" y="0"/>
                  </a:lnTo>
                </a:path>
                <a:path w="46355" h="18414">
                  <a:moveTo>
                    <a:pt x="15163" y="17296"/>
                  </a:moveTo>
                  <a:lnTo>
                    <a:pt x="9780" y="15256"/>
                  </a:lnTo>
                </a:path>
                <a:path w="46355" h="18414">
                  <a:moveTo>
                    <a:pt x="45017" y="7298"/>
                  </a:moveTo>
                  <a:lnTo>
                    <a:pt x="42201" y="11184"/>
                  </a:lnTo>
                </a:path>
                <a:path w="46355" h="18414">
                  <a:moveTo>
                    <a:pt x="21089" y="18258"/>
                  </a:moveTo>
                  <a:lnTo>
                    <a:pt x="15163" y="17296"/>
                  </a:lnTo>
                </a:path>
                <a:path w="46355" h="18414">
                  <a:moveTo>
                    <a:pt x="9780" y="15256"/>
                  </a:moveTo>
                  <a:lnTo>
                    <a:pt x="5313" y="12285"/>
                  </a:lnTo>
                </a:path>
                <a:path w="46355" h="18414">
                  <a:moveTo>
                    <a:pt x="42201" y="11184"/>
                  </a:moveTo>
                  <a:lnTo>
                    <a:pt x="38082" y="14418"/>
                  </a:lnTo>
                </a:path>
                <a:path w="46355" h="18414">
                  <a:moveTo>
                    <a:pt x="27162" y="18079"/>
                  </a:moveTo>
                  <a:lnTo>
                    <a:pt x="21089" y="18258"/>
                  </a:lnTo>
                </a:path>
                <a:path w="46355" h="18414">
                  <a:moveTo>
                    <a:pt x="46343" y="3017"/>
                  </a:moveTo>
                  <a:lnTo>
                    <a:pt x="45017" y="7298"/>
                  </a:lnTo>
                </a:path>
                <a:path w="46355" h="18414">
                  <a:moveTo>
                    <a:pt x="38082" y="14418"/>
                  </a:moveTo>
                  <a:lnTo>
                    <a:pt x="32956" y="16768"/>
                  </a:lnTo>
                </a:path>
                <a:path w="46355" h="18414">
                  <a:moveTo>
                    <a:pt x="32956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60630" y="2827380"/>
              <a:ext cx="266030" cy="12931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3971164" y="2441990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4" h="18414">
                  <a:moveTo>
                    <a:pt x="5320" y="12285"/>
                  </a:moveTo>
                  <a:lnTo>
                    <a:pt x="2063" y="8578"/>
                  </a:lnTo>
                  <a:lnTo>
                    <a:pt x="255" y="4390"/>
                  </a:lnTo>
                  <a:lnTo>
                    <a:pt x="0" y="0"/>
                  </a:lnTo>
                </a:path>
                <a:path w="46354" h="18414">
                  <a:moveTo>
                    <a:pt x="15171" y="17296"/>
                  </a:moveTo>
                  <a:lnTo>
                    <a:pt x="9788" y="15256"/>
                  </a:lnTo>
                </a:path>
                <a:path w="46354" h="18414">
                  <a:moveTo>
                    <a:pt x="45024" y="7298"/>
                  </a:moveTo>
                  <a:lnTo>
                    <a:pt x="42209" y="11192"/>
                  </a:lnTo>
                </a:path>
                <a:path w="46354" h="18414">
                  <a:moveTo>
                    <a:pt x="21096" y="18258"/>
                  </a:moveTo>
                  <a:lnTo>
                    <a:pt x="15171" y="17296"/>
                  </a:lnTo>
                </a:path>
                <a:path w="46354" h="18414">
                  <a:moveTo>
                    <a:pt x="9788" y="15256"/>
                  </a:moveTo>
                  <a:lnTo>
                    <a:pt x="5320" y="12285"/>
                  </a:lnTo>
                </a:path>
                <a:path w="46354" h="18414">
                  <a:moveTo>
                    <a:pt x="42209" y="11192"/>
                  </a:moveTo>
                  <a:lnTo>
                    <a:pt x="38090" y="14418"/>
                  </a:lnTo>
                </a:path>
                <a:path w="46354" h="18414">
                  <a:moveTo>
                    <a:pt x="27162" y="18079"/>
                  </a:moveTo>
                  <a:lnTo>
                    <a:pt x="21096" y="18258"/>
                  </a:lnTo>
                </a:path>
                <a:path w="46354" h="18414">
                  <a:moveTo>
                    <a:pt x="46351" y="3017"/>
                  </a:moveTo>
                  <a:lnTo>
                    <a:pt x="45024" y="7298"/>
                  </a:lnTo>
                </a:path>
                <a:path w="46354" h="18414">
                  <a:moveTo>
                    <a:pt x="38090" y="14418"/>
                  </a:moveTo>
                  <a:lnTo>
                    <a:pt x="32963" y="16768"/>
                  </a:lnTo>
                </a:path>
                <a:path w="46354" h="18414">
                  <a:moveTo>
                    <a:pt x="32963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21467" y="4022977"/>
              <a:ext cx="266030" cy="107563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1832009" y="3637586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5" h="18414">
                  <a:moveTo>
                    <a:pt x="5313" y="12285"/>
                  </a:moveTo>
                  <a:lnTo>
                    <a:pt x="2063" y="8578"/>
                  </a:lnTo>
                  <a:lnTo>
                    <a:pt x="248" y="4390"/>
                  </a:lnTo>
                  <a:lnTo>
                    <a:pt x="0" y="0"/>
                  </a:lnTo>
                </a:path>
                <a:path w="46355" h="18414">
                  <a:moveTo>
                    <a:pt x="15163" y="17296"/>
                  </a:moveTo>
                  <a:lnTo>
                    <a:pt x="9780" y="15264"/>
                  </a:lnTo>
                </a:path>
                <a:path w="46355" h="18414">
                  <a:moveTo>
                    <a:pt x="45017" y="7298"/>
                  </a:moveTo>
                  <a:lnTo>
                    <a:pt x="42201" y="11192"/>
                  </a:lnTo>
                </a:path>
                <a:path w="46355" h="18414">
                  <a:moveTo>
                    <a:pt x="21089" y="18258"/>
                  </a:moveTo>
                  <a:lnTo>
                    <a:pt x="15163" y="17296"/>
                  </a:lnTo>
                </a:path>
                <a:path w="46355" h="18414">
                  <a:moveTo>
                    <a:pt x="9780" y="15264"/>
                  </a:moveTo>
                  <a:lnTo>
                    <a:pt x="5313" y="12285"/>
                  </a:lnTo>
                </a:path>
                <a:path w="46355" h="18414">
                  <a:moveTo>
                    <a:pt x="42201" y="11192"/>
                  </a:moveTo>
                  <a:lnTo>
                    <a:pt x="38090" y="14418"/>
                  </a:lnTo>
                </a:path>
                <a:path w="46355" h="18414">
                  <a:moveTo>
                    <a:pt x="27162" y="18079"/>
                  </a:moveTo>
                  <a:lnTo>
                    <a:pt x="21089" y="18258"/>
                  </a:lnTo>
                </a:path>
                <a:path w="46355" h="18414">
                  <a:moveTo>
                    <a:pt x="46351" y="3017"/>
                  </a:moveTo>
                  <a:lnTo>
                    <a:pt x="45017" y="7298"/>
                  </a:lnTo>
                </a:path>
                <a:path w="46355" h="18414">
                  <a:moveTo>
                    <a:pt x="38090" y="14418"/>
                  </a:moveTo>
                  <a:lnTo>
                    <a:pt x="32956" y="16768"/>
                  </a:lnTo>
                </a:path>
                <a:path w="46355" h="18414">
                  <a:moveTo>
                    <a:pt x="32956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30204" y="2230253"/>
              <a:ext cx="266038" cy="121283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5040746" y="1844862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4" h="18414">
                  <a:moveTo>
                    <a:pt x="5320" y="12285"/>
                  </a:moveTo>
                  <a:lnTo>
                    <a:pt x="2063" y="8578"/>
                  </a:lnTo>
                  <a:lnTo>
                    <a:pt x="255" y="4390"/>
                  </a:lnTo>
                  <a:lnTo>
                    <a:pt x="0" y="0"/>
                  </a:lnTo>
                </a:path>
                <a:path w="46354" h="18414">
                  <a:moveTo>
                    <a:pt x="15171" y="17296"/>
                  </a:moveTo>
                  <a:lnTo>
                    <a:pt x="9788" y="15256"/>
                  </a:lnTo>
                </a:path>
                <a:path w="46354" h="18414">
                  <a:moveTo>
                    <a:pt x="45024" y="7298"/>
                  </a:moveTo>
                  <a:lnTo>
                    <a:pt x="42209" y="11192"/>
                  </a:lnTo>
                </a:path>
                <a:path w="46354" h="18414">
                  <a:moveTo>
                    <a:pt x="21096" y="18258"/>
                  </a:moveTo>
                  <a:lnTo>
                    <a:pt x="15171" y="17296"/>
                  </a:lnTo>
                </a:path>
                <a:path w="46354" h="18414">
                  <a:moveTo>
                    <a:pt x="9788" y="15256"/>
                  </a:moveTo>
                  <a:lnTo>
                    <a:pt x="5320" y="12285"/>
                  </a:lnTo>
                </a:path>
                <a:path w="46354" h="18414">
                  <a:moveTo>
                    <a:pt x="42209" y="11192"/>
                  </a:moveTo>
                  <a:lnTo>
                    <a:pt x="38090" y="14418"/>
                  </a:lnTo>
                </a:path>
                <a:path w="46354" h="18414">
                  <a:moveTo>
                    <a:pt x="27162" y="18079"/>
                  </a:moveTo>
                  <a:lnTo>
                    <a:pt x="21096" y="18258"/>
                  </a:lnTo>
                </a:path>
                <a:path w="46354" h="18414">
                  <a:moveTo>
                    <a:pt x="46351" y="3017"/>
                  </a:moveTo>
                  <a:lnTo>
                    <a:pt x="45024" y="7298"/>
                  </a:lnTo>
                </a:path>
                <a:path w="46354" h="18414">
                  <a:moveTo>
                    <a:pt x="38090" y="14418"/>
                  </a:moveTo>
                  <a:lnTo>
                    <a:pt x="32963" y="16768"/>
                  </a:lnTo>
                </a:path>
                <a:path w="46354" h="18414">
                  <a:moveTo>
                    <a:pt x="32963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95413" y="2529038"/>
              <a:ext cx="266038" cy="129327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4505955" y="2143647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4" h="18414">
                  <a:moveTo>
                    <a:pt x="5320" y="12285"/>
                  </a:moveTo>
                  <a:lnTo>
                    <a:pt x="2063" y="8578"/>
                  </a:lnTo>
                  <a:lnTo>
                    <a:pt x="255" y="4390"/>
                  </a:lnTo>
                  <a:lnTo>
                    <a:pt x="0" y="0"/>
                  </a:lnTo>
                </a:path>
                <a:path w="46354" h="18414">
                  <a:moveTo>
                    <a:pt x="15171" y="17296"/>
                  </a:moveTo>
                  <a:lnTo>
                    <a:pt x="9788" y="15264"/>
                  </a:lnTo>
                </a:path>
                <a:path w="46354" h="18414">
                  <a:moveTo>
                    <a:pt x="45024" y="7306"/>
                  </a:moveTo>
                  <a:lnTo>
                    <a:pt x="42209" y="11192"/>
                  </a:lnTo>
                </a:path>
                <a:path w="46354" h="18414">
                  <a:moveTo>
                    <a:pt x="21096" y="18258"/>
                  </a:moveTo>
                  <a:lnTo>
                    <a:pt x="15171" y="17296"/>
                  </a:lnTo>
                </a:path>
                <a:path w="46354" h="18414">
                  <a:moveTo>
                    <a:pt x="9788" y="15264"/>
                  </a:moveTo>
                  <a:lnTo>
                    <a:pt x="5320" y="12285"/>
                  </a:lnTo>
                </a:path>
                <a:path w="46354" h="18414">
                  <a:moveTo>
                    <a:pt x="42209" y="11192"/>
                  </a:moveTo>
                  <a:lnTo>
                    <a:pt x="38090" y="14418"/>
                  </a:lnTo>
                </a:path>
                <a:path w="46354" h="18414">
                  <a:moveTo>
                    <a:pt x="27162" y="18079"/>
                  </a:moveTo>
                  <a:lnTo>
                    <a:pt x="21096" y="18258"/>
                  </a:lnTo>
                </a:path>
                <a:path w="46354" h="18414">
                  <a:moveTo>
                    <a:pt x="46351" y="3017"/>
                  </a:moveTo>
                  <a:lnTo>
                    <a:pt x="45024" y="7306"/>
                  </a:lnTo>
                </a:path>
                <a:path w="46354" h="18414">
                  <a:moveTo>
                    <a:pt x="38090" y="14418"/>
                  </a:moveTo>
                  <a:lnTo>
                    <a:pt x="32963" y="16768"/>
                  </a:lnTo>
                </a:path>
                <a:path w="46354" h="18414">
                  <a:moveTo>
                    <a:pt x="32963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56258" y="3724192"/>
              <a:ext cx="266030" cy="113938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2366800" y="3338802"/>
              <a:ext cx="46355" cy="18415"/>
            </a:xfrm>
            <a:custGeom>
              <a:avLst/>
              <a:gdLst/>
              <a:ahLst/>
              <a:cxnLst/>
              <a:rect l="l" t="t" r="r" b="b"/>
              <a:pathLst>
                <a:path w="46355" h="18414">
                  <a:moveTo>
                    <a:pt x="5313" y="12285"/>
                  </a:moveTo>
                  <a:lnTo>
                    <a:pt x="2063" y="8578"/>
                  </a:lnTo>
                  <a:lnTo>
                    <a:pt x="248" y="4382"/>
                  </a:lnTo>
                  <a:lnTo>
                    <a:pt x="0" y="0"/>
                  </a:lnTo>
                </a:path>
                <a:path w="46355" h="18414">
                  <a:moveTo>
                    <a:pt x="15163" y="17296"/>
                  </a:moveTo>
                  <a:lnTo>
                    <a:pt x="9780" y="15256"/>
                  </a:lnTo>
                </a:path>
                <a:path w="46355" h="18414">
                  <a:moveTo>
                    <a:pt x="45017" y="7298"/>
                  </a:moveTo>
                  <a:lnTo>
                    <a:pt x="42201" y="11184"/>
                  </a:lnTo>
                </a:path>
                <a:path w="46355" h="18414">
                  <a:moveTo>
                    <a:pt x="21089" y="18258"/>
                  </a:moveTo>
                  <a:lnTo>
                    <a:pt x="15163" y="17296"/>
                  </a:lnTo>
                </a:path>
                <a:path w="46355" h="18414">
                  <a:moveTo>
                    <a:pt x="9780" y="15256"/>
                  </a:moveTo>
                  <a:lnTo>
                    <a:pt x="5313" y="12285"/>
                  </a:lnTo>
                </a:path>
                <a:path w="46355" h="18414">
                  <a:moveTo>
                    <a:pt x="42201" y="11184"/>
                  </a:moveTo>
                  <a:lnTo>
                    <a:pt x="38090" y="14418"/>
                  </a:lnTo>
                </a:path>
                <a:path w="46355" h="18414">
                  <a:moveTo>
                    <a:pt x="27162" y="18079"/>
                  </a:moveTo>
                  <a:lnTo>
                    <a:pt x="21089" y="18258"/>
                  </a:lnTo>
                </a:path>
                <a:path w="46355" h="18414">
                  <a:moveTo>
                    <a:pt x="46351" y="3017"/>
                  </a:moveTo>
                  <a:lnTo>
                    <a:pt x="45017" y="7298"/>
                  </a:lnTo>
                </a:path>
                <a:path w="46355" h="18414">
                  <a:moveTo>
                    <a:pt x="38090" y="14418"/>
                  </a:moveTo>
                  <a:lnTo>
                    <a:pt x="32956" y="16768"/>
                  </a:lnTo>
                </a:path>
                <a:path w="46355" h="18414">
                  <a:moveTo>
                    <a:pt x="32956" y="16768"/>
                  </a:moveTo>
                  <a:lnTo>
                    <a:pt x="27162" y="180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27913" y="4024862"/>
              <a:ext cx="199970" cy="256846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5532769" y="1518163"/>
              <a:ext cx="1733550" cy="1837055"/>
            </a:xfrm>
            <a:custGeom>
              <a:avLst/>
              <a:gdLst/>
              <a:ahLst/>
              <a:cxnLst/>
              <a:rect l="l" t="t" r="r" b="b"/>
              <a:pathLst>
                <a:path w="1733550" h="1837054">
                  <a:moveTo>
                    <a:pt x="0" y="0"/>
                  </a:moveTo>
                  <a:lnTo>
                    <a:pt x="29745" y="25773"/>
                  </a:lnTo>
                  <a:lnTo>
                    <a:pt x="65020" y="4506"/>
                  </a:lnTo>
                </a:path>
                <a:path w="1733550" h="1837054">
                  <a:moveTo>
                    <a:pt x="549131" y="475890"/>
                  </a:moveTo>
                  <a:lnTo>
                    <a:pt x="578877" y="501663"/>
                  </a:lnTo>
                  <a:lnTo>
                    <a:pt x="614160" y="480404"/>
                  </a:lnTo>
                </a:path>
                <a:path w="1733550" h="1837054">
                  <a:moveTo>
                    <a:pt x="1108075" y="960280"/>
                  </a:moveTo>
                  <a:lnTo>
                    <a:pt x="1137820" y="986062"/>
                  </a:lnTo>
                  <a:lnTo>
                    <a:pt x="1173103" y="964795"/>
                  </a:lnTo>
                </a:path>
                <a:path w="1733550" h="1837054">
                  <a:moveTo>
                    <a:pt x="1668190" y="1445687"/>
                  </a:moveTo>
                  <a:lnTo>
                    <a:pt x="1697927" y="1471461"/>
                  </a:lnTo>
                  <a:lnTo>
                    <a:pt x="1733210" y="1450202"/>
                  </a:lnTo>
                </a:path>
                <a:path w="1733550" h="1837054">
                  <a:moveTo>
                    <a:pt x="1092392" y="1836538"/>
                  </a:moveTo>
                  <a:lnTo>
                    <a:pt x="1127675" y="18152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6623191" y="3354702"/>
              <a:ext cx="4445" cy="88265"/>
            </a:xfrm>
            <a:custGeom>
              <a:avLst/>
              <a:gdLst/>
              <a:ahLst/>
              <a:cxnLst/>
              <a:rect l="l" t="t" r="r" b="b"/>
              <a:pathLst>
                <a:path w="4445" h="88264">
                  <a:moveTo>
                    <a:pt x="3909" y="87699"/>
                  </a:moveTo>
                  <a:lnTo>
                    <a:pt x="0" y="87699"/>
                  </a:lnTo>
                  <a:lnTo>
                    <a:pt x="0" y="0"/>
                  </a:lnTo>
                  <a:lnTo>
                    <a:pt x="3909" y="0"/>
                  </a:lnTo>
                  <a:lnTo>
                    <a:pt x="3909" y="87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6379499" y="3141848"/>
              <a:ext cx="65405" cy="26034"/>
            </a:xfrm>
            <a:custGeom>
              <a:avLst/>
              <a:gdLst/>
              <a:ahLst/>
              <a:cxnLst/>
              <a:rect l="l" t="t" r="r" b="b"/>
              <a:pathLst>
                <a:path w="65404" h="26035">
                  <a:moveTo>
                    <a:pt x="0" y="0"/>
                  </a:moveTo>
                  <a:lnTo>
                    <a:pt x="29745" y="25773"/>
                  </a:lnTo>
                  <a:lnTo>
                    <a:pt x="65028" y="450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6407297" y="3167622"/>
              <a:ext cx="4445" cy="10795"/>
            </a:xfrm>
            <a:custGeom>
              <a:avLst/>
              <a:gdLst/>
              <a:ahLst/>
              <a:cxnLst/>
              <a:rect l="l" t="t" r="r" b="b"/>
              <a:pathLst>
                <a:path w="4445" h="10794">
                  <a:moveTo>
                    <a:pt x="3885" y="10439"/>
                  </a:moveTo>
                  <a:lnTo>
                    <a:pt x="0" y="10439"/>
                  </a:lnTo>
                  <a:lnTo>
                    <a:pt x="0" y="0"/>
                  </a:lnTo>
                  <a:lnTo>
                    <a:pt x="3885" y="0"/>
                  </a:lnTo>
                  <a:lnTo>
                    <a:pt x="3885" y="104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6304511" y="3041809"/>
              <a:ext cx="65405" cy="26034"/>
            </a:xfrm>
            <a:custGeom>
              <a:avLst/>
              <a:gdLst/>
              <a:ahLst/>
              <a:cxnLst/>
              <a:rect l="l" t="t" r="r" b="b"/>
              <a:pathLst>
                <a:path w="65404" h="26035">
                  <a:moveTo>
                    <a:pt x="0" y="0"/>
                  </a:moveTo>
                  <a:lnTo>
                    <a:pt x="29745" y="25781"/>
                  </a:lnTo>
                  <a:lnTo>
                    <a:pt x="65028" y="451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6332317" y="3067590"/>
              <a:ext cx="4445" cy="1270"/>
            </a:xfrm>
            <a:custGeom>
              <a:avLst/>
              <a:gdLst/>
              <a:ahLst/>
              <a:cxnLst/>
              <a:rect l="l" t="t" r="r" b="b"/>
              <a:pathLst>
                <a:path w="4445" h="1269">
                  <a:moveTo>
                    <a:pt x="3878" y="1070"/>
                  </a:moveTo>
                  <a:lnTo>
                    <a:pt x="0" y="1070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1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5600116" y="3467997"/>
              <a:ext cx="65405" cy="26034"/>
            </a:xfrm>
            <a:custGeom>
              <a:avLst/>
              <a:gdLst/>
              <a:ahLst/>
              <a:cxnLst/>
              <a:rect l="l" t="t" r="r" b="b"/>
              <a:pathLst>
                <a:path w="65404" h="26035">
                  <a:moveTo>
                    <a:pt x="0" y="0"/>
                  </a:moveTo>
                  <a:lnTo>
                    <a:pt x="29737" y="25773"/>
                  </a:lnTo>
                  <a:lnTo>
                    <a:pt x="65020" y="450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5627914" y="3493771"/>
              <a:ext cx="4445" cy="2540"/>
            </a:xfrm>
            <a:custGeom>
              <a:avLst/>
              <a:gdLst/>
              <a:ahLst/>
              <a:cxnLst/>
              <a:rect l="l" t="t" r="r" b="b"/>
              <a:pathLst>
                <a:path w="4445" h="2539">
                  <a:moveTo>
                    <a:pt x="3878" y="1915"/>
                  </a:moveTo>
                  <a:lnTo>
                    <a:pt x="0" y="1915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19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4887374" y="3900631"/>
              <a:ext cx="65405" cy="26034"/>
            </a:xfrm>
            <a:custGeom>
              <a:avLst/>
              <a:gdLst/>
              <a:ahLst/>
              <a:cxnLst/>
              <a:rect l="l" t="t" r="r" b="b"/>
              <a:pathLst>
                <a:path w="65404" h="26035">
                  <a:moveTo>
                    <a:pt x="0" y="0"/>
                  </a:moveTo>
                  <a:lnTo>
                    <a:pt x="29737" y="25773"/>
                  </a:lnTo>
                  <a:lnTo>
                    <a:pt x="65020" y="451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4915173" y="3926405"/>
              <a:ext cx="4445" cy="8890"/>
            </a:xfrm>
            <a:custGeom>
              <a:avLst/>
              <a:gdLst/>
              <a:ahLst/>
              <a:cxnLst/>
              <a:rect l="l" t="t" r="r" b="b"/>
              <a:pathLst>
                <a:path w="4445" h="8889">
                  <a:moveTo>
                    <a:pt x="3878" y="8686"/>
                  </a:moveTo>
                  <a:lnTo>
                    <a:pt x="0" y="8686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86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2056109" y="1496345"/>
              <a:ext cx="5713730" cy="4152265"/>
            </a:xfrm>
            <a:custGeom>
              <a:avLst/>
              <a:gdLst/>
              <a:ahLst/>
              <a:cxnLst/>
              <a:rect l="l" t="t" r="r" b="b"/>
              <a:pathLst>
                <a:path w="5713730" h="4152265">
                  <a:moveTo>
                    <a:pt x="2145189" y="2820654"/>
                  </a:moveTo>
                  <a:lnTo>
                    <a:pt x="2174934" y="2846428"/>
                  </a:lnTo>
                </a:path>
                <a:path w="5713730" h="4152265">
                  <a:moveTo>
                    <a:pt x="2203368" y="2829287"/>
                  </a:moveTo>
                  <a:lnTo>
                    <a:pt x="2210209" y="2825161"/>
                  </a:lnTo>
                </a:path>
                <a:path w="5713730" h="4152265">
                  <a:moveTo>
                    <a:pt x="1451908" y="3240963"/>
                  </a:moveTo>
                  <a:lnTo>
                    <a:pt x="1481645" y="3266737"/>
                  </a:lnTo>
                  <a:lnTo>
                    <a:pt x="1492993" y="3259896"/>
                  </a:lnTo>
                </a:path>
                <a:path w="5713730" h="4152265">
                  <a:moveTo>
                    <a:pt x="1510956" y="3249076"/>
                  </a:moveTo>
                  <a:lnTo>
                    <a:pt x="1516207" y="3245904"/>
                  </a:lnTo>
                </a:path>
                <a:path w="5713730" h="4152265">
                  <a:moveTo>
                    <a:pt x="5603963" y="1864507"/>
                  </a:moveTo>
                  <a:lnTo>
                    <a:pt x="5713674" y="1804560"/>
                  </a:lnTo>
                </a:path>
                <a:path w="5713730" h="4152265">
                  <a:moveTo>
                    <a:pt x="4188090" y="2638313"/>
                  </a:moveTo>
                  <a:lnTo>
                    <a:pt x="4374549" y="2536412"/>
                  </a:lnTo>
                </a:path>
                <a:path w="5713730" h="4152265">
                  <a:moveTo>
                    <a:pt x="5213329" y="2077997"/>
                  </a:moveTo>
                  <a:lnTo>
                    <a:pt x="5603963" y="1864507"/>
                  </a:lnTo>
                </a:path>
                <a:path w="5713730" h="4152265">
                  <a:moveTo>
                    <a:pt x="5713674" y="2831521"/>
                  </a:moveTo>
                  <a:lnTo>
                    <a:pt x="4702583" y="2703473"/>
                  </a:lnTo>
                </a:path>
                <a:path w="5713730" h="4152265">
                  <a:moveTo>
                    <a:pt x="4486735" y="2676133"/>
                  </a:moveTo>
                  <a:lnTo>
                    <a:pt x="4188090" y="2638313"/>
                  </a:lnTo>
                  <a:lnTo>
                    <a:pt x="4779330" y="4001258"/>
                  </a:lnTo>
                </a:path>
                <a:path w="5713730" h="4152265">
                  <a:moveTo>
                    <a:pt x="5713674" y="1997146"/>
                  </a:moveTo>
                  <a:lnTo>
                    <a:pt x="5603963" y="1864507"/>
                  </a:lnTo>
                </a:path>
                <a:path w="5713730" h="4152265">
                  <a:moveTo>
                    <a:pt x="5713674" y="1872000"/>
                  </a:moveTo>
                  <a:lnTo>
                    <a:pt x="5603963" y="1864507"/>
                  </a:lnTo>
                </a:path>
                <a:path w="5713730" h="4152265">
                  <a:moveTo>
                    <a:pt x="4188090" y="2638313"/>
                  </a:moveTo>
                  <a:lnTo>
                    <a:pt x="2506923" y="3557106"/>
                  </a:lnTo>
                  <a:lnTo>
                    <a:pt x="2440701" y="4152047"/>
                  </a:lnTo>
                </a:path>
                <a:path w="5713730" h="4152265">
                  <a:moveTo>
                    <a:pt x="4779330" y="4001258"/>
                  </a:moveTo>
                  <a:lnTo>
                    <a:pt x="2506923" y="3557106"/>
                  </a:lnTo>
                </a:path>
                <a:path w="5713730" h="4152265">
                  <a:moveTo>
                    <a:pt x="1418331" y="4152047"/>
                  </a:moveTo>
                  <a:lnTo>
                    <a:pt x="2506923" y="3557106"/>
                  </a:lnTo>
                </a:path>
                <a:path w="5713730" h="4152265">
                  <a:moveTo>
                    <a:pt x="0" y="2764065"/>
                  </a:moveTo>
                  <a:lnTo>
                    <a:pt x="1480141" y="4039876"/>
                  </a:lnTo>
                  <a:lnTo>
                    <a:pt x="1480141" y="4088120"/>
                  </a:lnTo>
                </a:path>
                <a:path w="5713730" h="4152265">
                  <a:moveTo>
                    <a:pt x="1480141" y="4039876"/>
                  </a:moveTo>
                  <a:lnTo>
                    <a:pt x="1493629" y="4031701"/>
                  </a:lnTo>
                </a:path>
                <a:path w="5713730" h="4152265">
                  <a:moveTo>
                    <a:pt x="3634203" y="106826"/>
                  </a:moveTo>
                  <a:lnTo>
                    <a:pt x="3634436" y="105880"/>
                  </a:lnTo>
                </a:path>
                <a:path w="5713730" h="4152265">
                  <a:moveTo>
                    <a:pt x="3594127" y="72109"/>
                  </a:moveTo>
                  <a:lnTo>
                    <a:pt x="3595787" y="65501"/>
                  </a:lnTo>
                </a:path>
                <a:path w="5713730" h="4152265">
                  <a:moveTo>
                    <a:pt x="3662257" y="123098"/>
                  </a:moveTo>
                  <a:lnTo>
                    <a:pt x="3662630" y="121617"/>
                  </a:lnTo>
                </a:path>
                <a:path w="5713730" h="4152265">
                  <a:moveTo>
                    <a:pt x="3595189" y="64989"/>
                  </a:moveTo>
                  <a:lnTo>
                    <a:pt x="3595562" y="63507"/>
                  </a:lnTo>
                </a:path>
                <a:path w="5713730" h="4152265">
                  <a:moveTo>
                    <a:pt x="3661203" y="130226"/>
                  </a:moveTo>
                  <a:lnTo>
                    <a:pt x="3662855" y="123618"/>
                  </a:lnTo>
                </a:path>
                <a:path w="5713730" h="4152265">
                  <a:moveTo>
                    <a:pt x="3701271" y="164943"/>
                  </a:moveTo>
                  <a:lnTo>
                    <a:pt x="3701512" y="163997"/>
                  </a:lnTo>
                </a:path>
                <a:path w="5713730" h="4152265">
                  <a:moveTo>
                    <a:pt x="3680818" y="147220"/>
                  </a:moveTo>
                  <a:lnTo>
                    <a:pt x="3681051" y="146266"/>
                  </a:lnTo>
                </a:path>
                <a:path w="5713730" h="4152265">
                  <a:moveTo>
                    <a:pt x="3613742" y="89103"/>
                  </a:moveTo>
                  <a:lnTo>
                    <a:pt x="3613983" y="88157"/>
                  </a:lnTo>
                </a:path>
                <a:path w="5713730" h="4152265">
                  <a:moveTo>
                    <a:pt x="3546667" y="30986"/>
                  </a:moveTo>
                  <a:lnTo>
                    <a:pt x="3546907" y="30039"/>
                  </a:lnTo>
                </a:path>
                <a:path w="5713730" h="4152265">
                  <a:moveTo>
                    <a:pt x="3567128" y="48709"/>
                  </a:moveTo>
                  <a:lnTo>
                    <a:pt x="3567368" y="47762"/>
                  </a:lnTo>
                </a:path>
                <a:path w="5713730" h="4152265">
                  <a:moveTo>
                    <a:pt x="3528432" y="5615"/>
                  </a:moveTo>
                  <a:lnTo>
                    <a:pt x="3528796" y="4134"/>
                  </a:lnTo>
                </a:path>
                <a:path w="5713730" h="4152265">
                  <a:moveTo>
                    <a:pt x="3527129" y="13712"/>
                  </a:moveTo>
                  <a:lnTo>
                    <a:pt x="3529029" y="6135"/>
                  </a:lnTo>
                </a:path>
                <a:path w="5713730" h="4152265">
                  <a:moveTo>
                    <a:pt x="3525011" y="11882"/>
                  </a:moveTo>
                  <a:lnTo>
                    <a:pt x="3525011" y="2381"/>
                  </a:lnTo>
                  <a:lnTo>
                    <a:pt x="3522933" y="2381"/>
                  </a:lnTo>
                  <a:lnTo>
                    <a:pt x="3522933" y="10075"/>
                  </a:lnTo>
                </a:path>
                <a:path w="5713730" h="4152265">
                  <a:moveTo>
                    <a:pt x="3522933" y="2381"/>
                  </a:moveTo>
                  <a:lnTo>
                    <a:pt x="3522328" y="1861"/>
                  </a:lnTo>
                  <a:lnTo>
                    <a:pt x="3522328" y="9555"/>
                  </a:lnTo>
                </a:path>
                <a:path w="5713730" h="4152265">
                  <a:moveTo>
                    <a:pt x="3511702" y="690"/>
                  </a:moveTo>
                  <a:lnTo>
                    <a:pt x="351091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5569548" y="1496267"/>
              <a:ext cx="8890" cy="4445"/>
            </a:xfrm>
            <a:custGeom>
              <a:avLst/>
              <a:gdLst/>
              <a:ahLst/>
              <a:cxnLst/>
              <a:rect l="l" t="t" r="r" b="b"/>
              <a:pathLst>
                <a:path w="8889" h="4444">
                  <a:moveTo>
                    <a:pt x="8888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8888" y="0"/>
                  </a:lnTo>
                  <a:lnTo>
                    <a:pt x="8888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5784388" y="1676079"/>
              <a:ext cx="67310" cy="68580"/>
            </a:xfrm>
            <a:custGeom>
              <a:avLst/>
              <a:gdLst/>
              <a:ahLst/>
              <a:cxnLst/>
              <a:rect l="l" t="t" r="r" b="b"/>
              <a:pathLst>
                <a:path w="67310" h="68580">
                  <a:moveTo>
                    <a:pt x="40068" y="43326"/>
                  </a:moveTo>
                  <a:lnTo>
                    <a:pt x="40309" y="42379"/>
                  </a:lnTo>
                </a:path>
                <a:path w="67310" h="68580">
                  <a:moveTo>
                    <a:pt x="66757" y="67975"/>
                  </a:moveTo>
                  <a:lnTo>
                    <a:pt x="65625" y="66998"/>
                  </a:lnTo>
                </a:path>
                <a:path w="67310" h="68580">
                  <a:moveTo>
                    <a:pt x="0" y="8609"/>
                  </a:moveTo>
                  <a:lnTo>
                    <a:pt x="1652" y="2001"/>
                  </a:lnTo>
                </a:path>
                <a:path w="67310" h="68580">
                  <a:moveTo>
                    <a:pt x="19607" y="25603"/>
                  </a:moveTo>
                  <a:lnTo>
                    <a:pt x="19848" y="24649"/>
                  </a:lnTo>
                </a:path>
                <a:path w="67310" h="68580">
                  <a:moveTo>
                    <a:pt x="1054" y="1481"/>
                  </a:moveTo>
                  <a:lnTo>
                    <a:pt x="142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5597779" y="1521793"/>
              <a:ext cx="48260" cy="38735"/>
            </a:xfrm>
            <a:custGeom>
              <a:avLst/>
              <a:gdLst/>
              <a:ahLst/>
              <a:cxnLst/>
              <a:rect l="l" t="t" r="r" b="b"/>
              <a:pathLst>
                <a:path w="48260" h="38734">
                  <a:moveTo>
                    <a:pt x="406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406" y="3873"/>
                  </a:lnTo>
                  <a:lnTo>
                    <a:pt x="406" y="0"/>
                  </a:lnTo>
                  <a:close/>
                </a:path>
                <a:path w="48260" h="38734">
                  <a:moveTo>
                    <a:pt x="48221" y="34556"/>
                  </a:moveTo>
                  <a:lnTo>
                    <a:pt x="38938" y="34556"/>
                  </a:lnTo>
                  <a:lnTo>
                    <a:pt x="38938" y="38417"/>
                  </a:lnTo>
                  <a:lnTo>
                    <a:pt x="48221" y="38417"/>
                  </a:lnTo>
                  <a:lnTo>
                    <a:pt x="48221" y="3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5583091" y="1502239"/>
              <a:ext cx="200025" cy="173355"/>
            </a:xfrm>
            <a:custGeom>
              <a:avLst/>
              <a:gdLst/>
              <a:ahLst/>
              <a:cxnLst/>
              <a:rect l="l" t="t" r="r" b="b"/>
              <a:pathLst>
                <a:path w="200025" h="173355">
                  <a:moveTo>
                    <a:pt x="67130" y="57884"/>
                  </a:moveTo>
                  <a:lnTo>
                    <a:pt x="66369" y="57217"/>
                  </a:lnTo>
                </a:path>
                <a:path w="200025" h="173355">
                  <a:moveTo>
                    <a:pt x="85558" y="82533"/>
                  </a:moveTo>
                  <a:lnTo>
                    <a:pt x="82177" y="79601"/>
                  </a:lnTo>
                </a:path>
                <a:path w="200025" h="173355">
                  <a:moveTo>
                    <a:pt x="134430" y="118002"/>
                  </a:moveTo>
                  <a:lnTo>
                    <a:pt x="133833" y="117483"/>
                  </a:lnTo>
                </a:path>
                <a:path w="200025" h="173355">
                  <a:moveTo>
                    <a:pt x="199745" y="172785"/>
                  </a:moveTo>
                  <a:lnTo>
                    <a:pt x="197659" y="172785"/>
                  </a:lnTo>
                  <a:lnTo>
                    <a:pt x="197062" y="172265"/>
                  </a:lnTo>
                  <a:lnTo>
                    <a:pt x="187777" y="172257"/>
                  </a:lnTo>
                  <a:lnTo>
                    <a:pt x="172847" y="159328"/>
                  </a:lnTo>
                </a:path>
                <a:path w="200025" h="173355">
                  <a:moveTo>
                    <a:pt x="604" y="519"/>
                  </a:moveTo>
                  <a:lnTo>
                    <a:pt x="0" y="0"/>
                  </a:lnTo>
                </a:path>
                <a:path w="200025" h="173355">
                  <a:moveTo>
                    <a:pt x="66369" y="57217"/>
                  </a:moveTo>
                  <a:lnTo>
                    <a:pt x="65602" y="56558"/>
                  </a:lnTo>
                </a:path>
                <a:path w="200025" h="173355">
                  <a:moveTo>
                    <a:pt x="101296" y="97324"/>
                  </a:moveTo>
                  <a:lnTo>
                    <a:pt x="85318" y="83480"/>
                  </a:lnTo>
                </a:path>
                <a:path w="200025" h="173355">
                  <a:moveTo>
                    <a:pt x="106011" y="100256"/>
                  </a:moveTo>
                  <a:lnTo>
                    <a:pt x="102630" y="9732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5617311" y="1539516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5688862" y="1603450"/>
              <a:ext cx="15240" cy="13335"/>
            </a:xfrm>
            <a:custGeom>
              <a:avLst/>
              <a:gdLst/>
              <a:ahLst/>
              <a:cxnLst/>
              <a:rect l="l" t="t" r="r" b="b"/>
              <a:pathLst>
                <a:path w="15239" h="13334">
                  <a:moveTo>
                    <a:pt x="14930" y="1293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5646607" y="1556859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86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5598192" y="1523724"/>
              <a:ext cx="119380" cy="94615"/>
            </a:xfrm>
            <a:custGeom>
              <a:avLst/>
              <a:gdLst/>
              <a:ahLst/>
              <a:cxnLst/>
              <a:rect l="l" t="t" r="r" b="b"/>
              <a:pathLst>
                <a:path w="119379" h="94615">
                  <a:moveTo>
                    <a:pt x="119104" y="94517"/>
                  </a:moveTo>
                  <a:lnTo>
                    <a:pt x="118336" y="93850"/>
                  </a:lnTo>
                </a:path>
                <a:path w="119379" h="94615">
                  <a:moveTo>
                    <a:pt x="3381" y="2931"/>
                  </a:moveTo>
                  <a:lnTo>
                    <a:pt x="0" y="0"/>
                  </a:lnTo>
                </a:path>
                <a:path w="119379" h="94615">
                  <a:moveTo>
                    <a:pt x="38532" y="34546"/>
                  </a:moveTo>
                  <a:lnTo>
                    <a:pt x="23602" y="216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684380" y="1597625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10" h="20955">
                  <a:moveTo>
                    <a:pt x="1333" y="0"/>
                  </a:moveTo>
                  <a:lnTo>
                    <a:pt x="0" y="0"/>
                  </a:lnTo>
                  <a:lnTo>
                    <a:pt x="0" y="3886"/>
                  </a:lnTo>
                  <a:lnTo>
                    <a:pt x="1333" y="3886"/>
                  </a:lnTo>
                  <a:lnTo>
                    <a:pt x="1333" y="0"/>
                  </a:lnTo>
                  <a:close/>
                </a:path>
                <a:path w="29210" h="20955">
                  <a:moveTo>
                    <a:pt x="28702" y="16827"/>
                  </a:moveTo>
                  <a:lnTo>
                    <a:pt x="19405" y="16827"/>
                  </a:lnTo>
                  <a:lnTo>
                    <a:pt x="19405" y="20701"/>
                  </a:lnTo>
                  <a:lnTo>
                    <a:pt x="28702" y="20701"/>
                  </a:lnTo>
                  <a:lnTo>
                    <a:pt x="28702" y="16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5581121" y="1498726"/>
              <a:ext cx="150495" cy="141605"/>
            </a:xfrm>
            <a:custGeom>
              <a:avLst/>
              <a:gdLst/>
              <a:ahLst/>
              <a:cxnLst/>
              <a:rect l="l" t="t" r="r" b="b"/>
              <a:pathLst>
                <a:path w="150495" h="141605">
                  <a:moveTo>
                    <a:pt x="149881" y="141232"/>
                  </a:moveTo>
                  <a:lnTo>
                    <a:pt x="134748" y="128117"/>
                  </a:lnTo>
                </a:path>
                <a:path w="150495" h="141605">
                  <a:moveTo>
                    <a:pt x="2342" y="2032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731002" y="1638020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5601333" y="1527610"/>
              <a:ext cx="134620" cy="115570"/>
            </a:xfrm>
            <a:custGeom>
              <a:avLst/>
              <a:gdLst/>
              <a:ahLst/>
              <a:cxnLst/>
              <a:rect l="l" t="t" r="r" b="b"/>
              <a:pathLst>
                <a:path w="134620" h="115569">
                  <a:moveTo>
                    <a:pt x="112348" y="89297"/>
                  </a:moveTo>
                  <a:lnTo>
                    <a:pt x="111751" y="88777"/>
                  </a:lnTo>
                </a:path>
                <a:path w="134620" h="115569">
                  <a:moveTo>
                    <a:pt x="20701" y="16768"/>
                  </a:moveTo>
                  <a:lnTo>
                    <a:pt x="17311" y="13844"/>
                  </a:lnTo>
                </a:path>
                <a:path w="134620" h="115569">
                  <a:moveTo>
                    <a:pt x="115195" y="89964"/>
                  </a:moveTo>
                  <a:lnTo>
                    <a:pt x="114427" y="89305"/>
                  </a:lnTo>
                </a:path>
                <a:path w="134620" h="115569">
                  <a:moveTo>
                    <a:pt x="134384" y="115280"/>
                  </a:moveTo>
                  <a:lnTo>
                    <a:pt x="131002" y="112348"/>
                  </a:lnTo>
                </a:path>
                <a:path w="134620" h="115569">
                  <a:moveTo>
                    <a:pt x="15977" y="1384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5663934" y="1579902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5646009" y="1558278"/>
              <a:ext cx="106045" cy="99695"/>
            </a:xfrm>
            <a:custGeom>
              <a:avLst/>
              <a:gdLst/>
              <a:ahLst/>
              <a:cxnLst/>
              <a:rect l="l" t="t" r="r" b="b"/>
              <a:pathLst>
                <a:path w="106045" h="99694">
                  <a:moveTo>
                    <a:pt x="105453" y="99403"/>
                  </a:moveTo>
                  <a:lnTo>
                    <a:pt x="89475" y="85558"/>
                  </a:lnTo>
                </a:path>
                <a:path w="106045" h="99694">
                  <a:moveTo>
                    <a:pt x="17924" y="23563"/>
                  </a:moveTo>
                  <a:lnTo>
                    <a:pt x="2784" y="10447"/>
                  </a:lnTo>
                </a:path>
                <a:path w="106045" h="99694">
                  <a:moveTo>
                    <a:pt x="597" y="511"/>
                  </a:moveTo>
                  <a:lnTo>
                    <a:pt x="0" y="0"/>
                  </a:lnTo>
                </a:path>
                <a:path w="106045" h="99694">
                  <a:moveTo>
                    <a:pt x="4444" y="3847"/>
                  </a:moveTo>
                  <a:lnTo>
                    <a:pt x="3847" y="332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5713682" y="1614976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78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5751463" y="1657682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76"/>
                  </a:moveTo>
                  <a:lnTo>
                    <a:pt x="32141" y="18009"/>
                  </a:lnTo>
                  <a:lnTo>
                    <a:pt x="31373" y="17342"/>
                  </a:lnTo>
                </a:path>
                <a:path w="100329" h="79375">
                  <a:moveTo>
                    <a:pt x="33134" y="20678"/>
                  </a:moveTo>
                  <a:lnTo>
                    <a:pt x="32537" y="20158"/>
                  </a:lnTo>
                </a:path>
                <a:path w="100329" h="79375">
                  <a:moveTo>
                    <a:pt x="51330" y="43326"/>
                  </a:moveTo>
                  <a:lnTo>
                    <a:pt x="47948" y="40394"/>
                  </a:lnTo>
                  <a:lnTo>
                    <a:pt x="46614" y="40394"/>
                  </a:lnTo>
                  <a:lnTo>
                    <a:pt x="31482" y="27278"/>
                  </a:lnTo>
                </a:path>
                <a:path w="100329" h="79375">
                  <a:moveTo>
                    <a:pt x="71783" y="61049"/>
                  </a:moveTo>
                  <a:lnTo>
                    <a:pt x="68402" y="58117"/>
                  </a:lnTo>
                  <a:lnTo>
                    <a:pt x="67067" y="58117"/>
                  </a:lnTo>
                  <a:lnTo>
                    <a:pt x="51090" y="44272"/>
                  </a:lnTo>
                </a:path>
                <a:path w="100329" h="79375">
                  <a:moveTo>
                    <a:pt x="99977" y="76794"/>
                  </a:moveTo>
                  <a:lnTo>
                    <a:pt x="99209" y="76127"/>
                  </a:lnTo>
                  <a:lnTo>
                    <a:pt x="98449" y="75460"/>
                  </a:lnTo>
                  <a:lnTo>
                    <a:pt x="96363" y="75460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1995"/>
                  </a:lnTo>
                </a:path>
                <a:path w="100329" h="79375">
                  <a:moveTo>
                    <a:pt x="100210" y="78787"/>
                  </a:moveTo>
                  <a:lnTo>
                    <a:pt x="99605" y="782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5596242" y="1523724"/>
              <a:ext cx="526415" cy="466725"/>
            </a:xfrm>
            <a:custGeom>
              <a:avLst/>
              <a:gdLst/>
              <a:ahLst/>
              <a:cxnLst/>
              <a:rect l="l" t="t" r="r" b="b"/>
              <a:pathLst>
                <a:path w="526414" h="466725">
                  <a:moveTo>
                    <a:pt x="3886" y="0"/>
                  </a:moveTo>
                  <a:lnTo>
                    <a:pt x="0" y="0"/>
                  </a:lnTo>
                  <a:lnTo>
                    <a:pt x="0" y="95745"/>
                  </a:lnTo>
                  <a:lnTo>
                    <a:pt x="3886" y="95745"/>
                  </a:lnTo>
                  <a:lnTo>
                    <a:pt x="3886" y="0"/>
                  </a:lnTo>
                  <a:close/>
                </a:path>
                <a:path w="526414" h="466725">
                  <a:moveTo>
                    <a:pt x="24333" y="17741"/>
                  </a:moveTo>
                  <a:lnTo>
                    <a:pt x="22999" y="17741"/>
                  </a:lnTo>
                  <a:lnTo>
                    <a:pt x="20459" y="17741"/>
                  </a:lnTo>
                  <a:lnTo>
                    <a:pt x="19126" y="17741"/>
                  </a:lnTo>
                  <a:lnTo>
                    <a:pt x="19126" y="112318"/>
                  </a:lnTo>
                  <a:lnTo>
                    <a:pt x="20459" y="112318"/>
                  </a:lnTo>
                  <a:lnTo>
                    <a:pt x="20459" y="113474"/>
                  </a:lnTo>
                  <a:lnTo>
                    <a:pt x="24333" y="113474"/>
                  </a:lnTo>
                  <a:lnTo>
                    <a:pt x="24333" y="17741"/>
                  </a:lnTo>
                  <a:close/>
                </a:path>
                <a:path w="526414" h="466725">
                  <a:moveTo>
                    <a:pt x="42418" y="34556"/>
                  </a:moveTo>
                  <a:lnTo>
                    <a:pt x="38531" y="34556"/>
                  </a:lnTo>
                  <a:lnTo>
                    <a:pt x="38531" y="129133"/>
                  </a:lnTo>
                  <a:lnTo>
                    <a:pt x="42418" y="129133"/>
                  </a:lnTo>
                  <a:lnTo>
                    <a:pt x="42418" y="34556"/>
                  </a:lnTo>
                  <a:close/>
                </a:path>
                <a:path w="526414" h="466725">
                  <a:moveTo>
                    <a:pt x="55156" y="35737"/>
                  </a:moveTo>
                  <a:lnTo>
                    <a:pt x="54381" y="35737"/>
                  </a:lnTo>
                  <a:lnTo>
                    <a:pt x="54381" y="35077"/>
                  </a:lnTo>
                  <a:lnTo>
                    <a:pt x="52298" y="35077"/>
                  </a:lnTo>
                  <a:lnTo>
                    <a:pt x="51701" y="35077"/>
                  </a:lnTo>
                  <a:lnTo>
                    <a:pt x="51701" y="34556"/>
                  </a:lnTo>
                  <a:lnTo>
                    <a:pt x="47828" y="34556"/>
                  </a:lnTo>
                  <a:lnTo>
                    <a:pt x="47828" y="137185"/>
                  </a:lnTo>
                  <a:lnTo>
                    <a:pt x="48425" y="137185"/>
                  </a:lnTo>
                  <a:lnTo>
                    <a:pt x="48425" y="137706"/>
                  </a:lnTo>
                  <a:lnTo>
                    <a:pt x="50507" y="137706"/>
                  </a:lnTo>
                  <a:lnTo>
                    <a:pt x="50507" y="139509"/>
                  </a:lnTo>
                  <a:lnTo>
                    <a:pt x="54381" y="139509"/>
                  </a:lnTo>
                  <a:lnTo>
                    <a:pt x="54381" y="42367"/>
                  </a:lnTo>
                  <a:lnTo>
                    <a:pt x="55156" y="42367"/>
                  </a:lnTo>
                  <a:lnTo>
                    <a:pt x="55156" y="35737"/>
                  </a:lnTo>
                  <a:close/>
                </a:path>
                <a:path w="526414" h="466725">
                  <a:moveTo>
                    <a:pt x="70954" y="58127"/>
                  </a:moveTo>
                  <a:lnTo>
                    <a:pt x="69621" y="58127"/>
                  </a:lnTo>
                  <a:lnTo>
                    <a:pt x="67081" y="58127"/>
                  </a:lnTo>
                  <a:lnTo>
                    <a:pt x="65747" y="58127"/>
                  </a:lnTo>
                  <a:lnTo>
                    <a:pt x="65747" y="152717"/>
                  </a:lnTo>
                  <a:lnTo>
                    <a:pt x="67081" y="152717"/>
                  </a:lnTo>
                  <a:lnTo>
                    <a:pt x="67081" y="153873"/>
                  </a:lnTo>
                  <a:lnTo>
                    <a:pt x="70954" y="153873"/>
                  </a:lnTo>
                  <a:lnTo>
                    <a:pt x="70954" y="58127"/>
                  </a:lnTo>
                  <a:close/>
                </a:path>
                <a:path w="526414" h="466725">
                  <a:moveTo>
                    <a:pt x="91414" y="75844"/>
                  </a:moveTo>
                  <a:lnTo>
                    <a:pt x="90081" y="75844"/>
                  </a:lnTo>
                  <a:lnTo>
                    <a:pt x="87528" y="75844"/>
                  </a:lnTo>
                  <a:lnTo>
                    <a:pt x="86194" y="75844"/>
                  </a:lnTo>
                  <a:lnTo>
                    <a:pt x="86194" y="170446"/>
                  </a:lnTo>
                  <a:lnTo>
                    <a:pt x="87528" y="170446"/>
                  </a:lnTo>
                  <a:lnTo>
                    <a:pt x="87528" y="171602"/>
                  </a:lnTo>
                  <a:lnTo>
                    <a:pt x="91414" y="171602"/>
                  </a:lnTo>
                  <a:lnTo>
                    <a:pt x="91414" y="75844"/>
                  </a:lnTo>
                  <a:close/>
                </a:path>
                <a:path w="526414" h="466725">
                  <a:moveTo>
                    <a:pt x="109486" y="92671"/>
                  </a:moveTo>
                  <a:lnTo>
                    <a:pt x="105600" y="92671"/>
                  </a:lnTo>
                  <a:lnTo>
                    <a:pt x="105600" y="187261"/>
                  </a:lnTo>
                  <a:lnTo>
                    <a:pt x="109486" y="187261"/>
                  </a:lnTo>
                  <a:lnTo>
                    <a:pt x="109486" y="92671"/>
                  </a:lnTo>
                  <a:close/>
                </a:path>
                <a:path w="526414" h="466725">
                  <a:moveTo>
                    <a:pt x="122224" y="93853"/>
                  </a:moveTo>
                  <a:lnTo>
                    <a:pt x="121450" y="93853"/>
                  </a:lnTo>
                  <a:lnTo>
                    <a:pt x="121450" y="93192"/>
                  </a:lnTo>
                  <a:lnTo>
                    <a:pt x="119367" y="93192"/>
                  </a:lnTo>
                  <a:lnTo>
                    <a:pt x="118770" y="93192"/>
                  </a:lnTo>
                  <a:lnTo>
                    <a:pt x="118770" y="92671"/>
                  </a:lnTo>
                  <a:lnTo>
                    <a:pt x="114896" y="92671"/>
                  </a:lnTo>
                  <a:lnTo>
                    <a:pt x="114896" y="195313"/>
                  </a:lnTo>
                  <a:lnTo>
                    <a:pt x="115493" y="195313"/>
                  </a:lnTo>
                  <a:lnTo>
                    <a:pt x="115493" y="195834"/>
                  </a:lnTo>
                  <a:lnTo>
                    <a:pt x="117576" y="195834"/>
                  </a:lnTo>
                  <a:lnTo>
                    <a:pt x="117576" y="197637"/>
                  </a:lnTo>
                  <a:lnTo>
                    <a:pt x="121450" y="197637"/>
                  </a:lnTo>
                  <a:lnTo>
                    <a:pt x="121450" y="100482"/>
                  </a:lnTo>
                  <a:lnTo>
                    <a:pt x="122224" y="100482"/>
                  </a:lnTo>
                  <a:lnTo>
                    <a:pt x="122224" y="93853"/>
                  </a:lnTo>
                  <a:close/>
                </a:path>
                <a:path w="526414" h="466725">
                  <a:moveTo>
                    <a:pt x="138023" y="116243"/>
                  </a:moveTo>
                  <a:lnTo>
                    <a:pt x="136690" y="116243"/>
                  </a:lnTo>
                  <a:lnTo>
                    <a:pt x="134150" y="116243"/>
                  </a:lnTo>
                  <a:lnTo>
                    <a:pt x="132816" y="116243"/>
                  </a:lnTo>
                  <a:lnTo>
                    <a:pt x="132816" y="210845"/>
                  </a:lnTo>
                  <a:lnTo>
                    <a:pt x="134150" y="210845"/>
                  </a:lnTo>
                  <a:lnTo>
                    <a:pt x="134150" y="212001"/>
                  </a:lnTo>
                  <a:lnTo>
                    <a:pt x="138023" y="212001"/>
                  </a:lnTo>
                  <a:lnTo>
                    <a:pt x="138023" y="116243"/>
                  </a:lnTo>
                  <a:close/>
                </a:path>
                <a:path w="526414" h="466725">
                  <a:moveTo>
                    <a:pt x="494969" y="425526"/>
                  </a:moveTo>
                  <a:lnTo>
                    <a:pt x="493636" y="425526"/>
                  </a:lnTo>
                  <a:lnTo>
                    <a:pt x="489762" y="425513"/>
                  </a:lnTo>
                  <a:lnTo>
                    <a:pt x="489762" y="466686"/>
                  </a:lnTo>
                  <a:lnTo>
                    <a:pt x="493636" y="466686"/>
                  </a:lnTo>
                  <a:lnTo>
                    <a:pt x="493636" y="465886"/>
                  </a:lnTo>
                  <a:lnTo>
                    <a:pt x="494969" y="465886"/>
                  </a:lnTo>
                  <a:lnTo>
                    <a:pt x="494969" y="425526"/>
                  </a:lnTo>
                  <a:close/>
                </a:path>
                <a:path w="526414" h="466725">
                  <a:moveTo>
                    <a:pt x="513054" y="442341"/>
                  </a:moveTo>
                  <a:lnTo>
                    <a:pt x="509181" y="442341"/>
                  </a:lnTo>
                  <a:lnTo>
                    <a:pt x="509181" y="454990"/>
                  </a:lnTo>
                  <a:lnTo>
                    <a:pt x="513054" y="454990"/>
                  </a:lnTo>
                  <a:lnTo>
                    <a:pt x="513054" y="442341"/>
                  </a:lnTo>
                  <a:close/>
                </a:path>
                <a:path w="526414" h="466725">
                  <a:moveTo>
                    <a:pt x="525792" y="443534"/>
                  </a:moveTo>
                  <a:lnTo>
                    <a:pt x="525018" y="443534"/>
                  </a:lnTo>
                  <a:lnTo>
                    <a:pt x="525018" y="442874"/>
                  </a:lnTo>
                  <a:lnTo>
                    <a:pt x="522935" y="442874"/>
                  </a:lnTo>
                  <a:lnTo>
                    <a:pt x="522338" y="442861"/>
                  </a:lnTo>
                  <a:lnTo>
                    <a:pt x="522338" y="442353"/>
                  </a:lnTo>
                  <a:lnTo>
                    <a:pt x="518464" y="442353"/>
                  </a:lnTo>
                  <a:lnTo>
                    <a:pt x="518464" y="449389"/>
                  </a:lnTo>
                  <a:lnTo>
                    <a:pt x="521144" y="449389"/>
                  </a:lnTo>
                  <a:lnTo>
                    <a:pt x="521144" y="450926"/>
                  </a:lnTo>
                  <a:lnTo>
                    <a:pt x="525018" y="450926"/>
                  </a:lnTo>
                  <a:lnTo>
                    <a:pt x="525018" y="450164"/>
                  </a:lnTo>
                  <a:lnTo>
                    <a:pt x="525792" y="450164"/>
                  </a:lnTo>
                  <a:lnTo>
                    <a:pt x="525792" y="4435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5852588" y="1733925"/>
              <a:ext cx="241935" cy="219075"/>
            </a:xfrm>
            <a:custGeom>
              <a:avLst/>
              <a:gdLst/>
              <a:ahLst/>
              <a:cxnLst/>
              <a:rect l="l" t="t" r="r" b="b"/>
              <a:pathLst>
                <a:path w="241935" h="219075">
                  <a:moveTo>
                    <a:pt x="107144" y="102692"/>
                  </a:moveTo>
                  <a:lnTo>
                    <a:pt x="107376" y="101738"/>
                  </a:lnTo>
                </a:path>
                <a:path w="241935" h="219075">
                  <a:moveTo>
                    <a:pt x="67067" y="67967"/>
                  </a:moveTo>
                  <a:lnTo>
                    <a:pt x="68727" y="61367"/>
                  </a:lnTo>
                </a:path>
                <a:path w="241935" h="219075">
                  <a:moveTo>
                    <a:pt x="135198" y="118964"/>
                  </a:moveTo>
                  <a:lnTo>
                    <a:pt x="135570" y="117483"/>
                  </a:lnTo>
                </a:path>
                <a:path w="241935" h="219075">
                  <a:moveTo>
                    <a:pt x="68130" y="60847"/>
                  </a:moveTo>
                  <a:lnTo>
                    <a:pt x="68502" y="59366"/>
                  </a:lnTo>
                </a:path>
                <a:path w="241935" h="219075">
                  <a:moveTo>
                    <a:pt x="134143" y="126084"/>
                  </a:moveTo>
                  <a:lnTo>
                    <a:pt x="135803" y="119484"/>
                  </a:lnTo>
                </a:path>
                <a:path w="241935" h="219075">
                  <a:moveTo>
                    <a:pt x="174212" y="160801"/>
                  </a:moveTo>
                  <a:lnTo>
                    <a:pt x="174452" y="159855"/>
                  </a:lnTo>
                </a:path>
                <a:path w="241935" h="219075">
                  <a:moveTo>
                    <a:pt x="153759" y="143078"/>
                  </a:moveTo>
                  <a:lnTo>
                    <a:pt x="153991" y="142132"/>
                  </a:lnTo>
                </a:path>
                <a:path w="241935" h="219075">
                  <a:moveTo>
                    <a:pt x="86683" y="84961"/>
                  </a:moveTo>
                  <a:lnTo>
                    <a:pt x="86923" y="84015"/>
                  </a:lnTo>
                </a:path>
                <a:path w="241935" h="219075">
                  <a:moveTo>
                    <a:pt x="19607" y="26852"/>
                  </a:moveTo>
                  <a:lnTo>
                    <a:pt x="19848" y="25897"/>
                  </a:lnTo>
                </a:path>
                <a:path w="241935" h="219075">
                  <a:moveTo>
                    <a:pt x="40068" y="44574"/>
                  </a:moveTo>
                  <a:lnTo>
                    <a:pt x="40309" y="43620"/>
                  </a:lnTo>
                </a:path>
                <a:path w="241935" h="219075">
                  <a:moveTo>
                    <a:pt x="1372" y="1481"/>
                  </a:moveTo>
                  <a:lnTo>
                    <a:pt x="1745" y="0"/>
                  </a:lnTo>
                </a:path>
                <a:path w="241935" h="219075">
                  <a:moveTo>
                    <a:pt x="0" y="9858"/>
                  </a:moveTo>
                  <a:lnTo>
                    <a:pt x="1970" y="1993"/>
                  </a:lnTo>
                </a:path>
                <a:path w="241935" h="219075">
                  <a:moveTo>
                    <a:pt x="241287" y="218919"/>
                  </a:moveTo>
                  <a:lnTo>
                    <a:pt x="241528" y="217972"/>
                  </a:lnTo>
                </a:path>
                <a:path w="241935" h="219075">
                  <a:moveTo>
                    <a:pt x="201219" y="184202"/>
                  </a:moveTo>
                  <a:lnTo>
                    <a:pt x="202871" y="177601"/>
                  </a:lnTo>
                </a:path>
                <a:path w="241935" h="219075">
                  <a:moveTo>
                    <a:pt x="220827" y="201196"/>
                  </a:moveTo>
                  <a:lnTo>
                    <a:pt x="221067" y="200249"/>
                  </a:lnTo>
                </a:path>
                <a:path w="241935" h="219075">
                  <a:moveTo>
                    <a:pt x="202274" y="177082"/>
                  </a:moveTo>
                  <a:lnTo>
                    <a:pt x="202646" y="1756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866270" y="1755232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333" y="0"/>
                  </a:moveTo>
                  <a:lnTo>
                    <a:pt x="0" y="0"/>
                  </a:lnTo>
                  <a:lnTo>
                    <a:pt x="0" y="3886"/>
                  </a:lnTo>
                  <a:lnTo>
                    <a:pt x="1333" y="3886"/>
                  </a:lnTo>
                  <a:lnTo>
                    <a:pt x="1333" y="0"/>
                  </a:lnTo>
                  <a:close/>
                </a:path>
                <a:path w="49529" h="38735">
                  <a:moveTo>
                    <a:pt x="49149" y="34556"/>
                  </a:moveTo>
                  <a:lnTo>
                    <a:pt x="39865" y="34556"/>
                  </a:lnTo>
                  <a:lnTo>
                    <a:pt x="39865" y="38417"/>
                  </a:lnTo>
                  <a:lnTo>
                    <a:pt x="49149" y="38417"/>
                  </a:lnTo>
                  <a:lnTo>
                    <a:pt x="49149" y="3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5918112" y="1792236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34"/>
                  </a:moveTo>
                  <a:lnTo>
                    <a:pt x="767" y="667"/>
                  </a:lnTo>
                </a:path>
                <a:path w="134620" h="116839">
                  <a:moveTo>
                    <a:pt x="19956" y="25975"/>
                  </a:moveTo>
                  <a:lnTo>
                    <a:pt x="16575" y="23051"/>
                  </a:lnTo>
                </a:path>
                <a:path w="134620" h="116839">
                  <a:moveTo>
                    <a:pt x="68836" y="61444"/>
                  </a:moveTo>
                  <a:lnTo>
                    <a:pt x="68231" y="60925"/>
                  </a:lnTo>
                </a:path>
                <a:path w="134620" h="116839">
                  <a:moveTo>
                    <a:pt x="134143" y="116234"/>
                  </a:moveTo>
                  <a:lnTo>
                    <a:pt x="132065" y="116234"/>
                  </a:lnTo>
                  <a:lnTo>
                    <a:pt x="131460" y="115714"/>
                  </a:lnTo>
                  <a:lnTo>
                    <a:pt x="122175" y="115707"/>
                  </a:lnTo>
                  <a:lnTo>
                    <a:pt x="107245" y="102769"/>
                  </a:lnTo>
                </a:path>
                <a:path w="134620" h="116839">
                  <a:moveTo>
                    <a:pt x="767" y="667"/>
                  </a:moveTo>
                  <a:lnTo>
                    <a:pt x="0" y="0"/>
                  </a:lnTo>
                </a:path>
                <a:path w="134620" h="116839">
                  <a:moveTo>
                    <a:pt x="35694" y="40774"/>
                  </a:moveTo>
                  <a:lnTo>
                    <a:pt x="19716" y="26929"/>
                  </a:lnTo>
                </a:path>
                <a:path w="134620" h="116839">
                  <a:moveTo>
                    <a:pt x="40409" y="43706"/>
                  </a:moveTo>
                  <a:lnTo>
                    <a:pt x="37028" y="40774"/>
                  </a:lnTo>
                </a:path>
                <a:path w="134620" h="116839">
                  <a:moveTo>
                    <a:pt x="55107" y="57589"/>
                  </a:moveTo>
                  <a:lnTo>
                    <a:pt x="40177" y="4465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5916026" y="1790297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8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5867612" y="1757170"/>
              <a:ext cx="119380" cy="94615"/>
            </a:xfrm>
            <a:custGeom>
              <a:avLst/>
              <a:gdLst/>
              <a:ahLst/>
              <a:cxnLst/>
              <a:rect l="l" t="t" r="r" b="b"/>
              <a:pathLst>
                <a:path w="119379" h="94614">
                  <a:moveTo>
                    <a:pt x="119104" y="94509"/>
                  </a:moveTo>
                  <a:lnTo>
                    <a:pt x="118336" y="93850"/>
                  </a:lnTo>
                </a:path>
                <a:path w="119379" h="94614">
                  <a:moveTo>
                    <a:pt x="3381" y="2931"/>
                  </a:moveTo>
                  <a:lnTo>
                    <a:pt x="0" y="0"/>
                  </a:lnTo>
                </a:path>
                <a:path w="119379" h="94614">
                  <a:moveTo>
                    <a:pt x="38532" y="34538"/>
                  </a:moveTo>
                  <a:lnTo>
                    <a:pt x="23602" y="216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5953798" y="1831076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10" h="2095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29210" h="20955">
                  <a:moveTo>
                    <a:pt x="28702" y="16827"/>
                  </a:moveTo>
                  <a:lnTo>
                    <a:pt x="19418" y="16827"/>
                  </a:lnTo>
                  <a:lnTo>
                    <a:pt x="19418" y="20688"/>
                  </a:lnTo>
                  <a:lnTo>
                    <a:pt x="28702" y="20688"/>
                  </a:lnTo>
                  <a:lnTo>
                    <a:pt x="28702" y="16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5870761" y="1761049"/>
              <a:ext cx="134620" cy="115570"/>
            </a:xfrm>
            <a:custGeom>
              <a:avLst/>
              <a:gdLst/>
              <a:ahLst/>
              <a:cxnLst/>
              <a:rect l="l" t="t" r="r" b="b"/>
              <a:pathLst>
                <a:path w="134620" h="115569">
                  <a:moveTo>
                    <a:pt x="130994" y="112348"/>
                  </a:moveTo>
                  <a:lnTo>
                    <a:pt x="129660" y="112348"/>
                  </a:lnTo>
                  <a:lnTo>
                    <a:pt x="114528" y="99240"/>
                  </a:lnTo>
                </a:path>
                <a:path w="134620" h="115569">
                  <a:moveTo>
                    <a:pt x="112340" y="89305"/>
                  </a:moveTo>
                  <a:lnTo>
                    <a:pt x="111743" y="88785"/>
                  </a:lnTo>
                </a:path>
                <a:path w="134620" h="115569">
                  <a:moveTo>
                    <a:pt x="20693" y="16776"/>
                  </a:moveTo>
                  <a:lnTo>
                    <a:pt x="17311" y="13844"/>
                  </a:lnTo>
                </a:path>
                <a:path w="134620" h="115569">
                  <a:moveTo>
                    <a:pt x="115187" y="89972"/>
                  </a:moveTo>
                  <a:lnTo>
                    <a:pt x="114419" y="89305"/>
                  </a:lnTo>
                </a:path>
                <a:path w="134620" h="115569">
                  <a:moveTo>
                    <a:pt x="134376" y="115280"/>
                  </a:moveTo>
                  <a:lnTo>
                    <a:pt x="130994" y="112348"/>
                  </a:lnTo>
                </a:path>
                <a:path w="134620" h="115569">
                  <a:moveTo>
                    <a:pt x="15970" y="1384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5933353" y="1813349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5851146" y="1744055"/>
              <a:ext cx="170180" cy="147320"/>
            </a:xfrm>
            <a:custGeom>
              <a:avLst/>
              <a:gdLst/>
              <a:ahLst/>
              <a:cxnLst/>
              <a:rect l="l" t="t" r="r" b="b"/>
              <a:pathLst>
                <a:path w="170179" h="147319">
                  <a:moveTo>
                    <a:pt x="169736" y="147073"/>
                  </a:moveTo>
                  <a:lnTo>
                    <a:pt x="153759" y="133228"/>
                  </a:lnTo>
                </a:path>
                <a:path w="170179" h="147319">
                  <a:moveTo>
                    <a:pt x="82208" y="71225"/>
                  </a:moveTo>
                  <a:lnTo>
                    <a:pt x="67067" y="58117"/>
                  </a:lnTo>
                </a:path>
                <a:path w="170179" h="147319">
                  <a:moveTo>
                    <a:pt x="15132" y="13115"/>
                  </a:moveTo>
                  <a:lnTo>
                    <a:pt x="0" y="0"/>
                  </a:lnTo>
                </a:path>
                <a:path w="170179" h="147319">
                  <a:moveTo>
                    <a:pt x="64880" y="48181"/>
                  </a:moveTo>
                  <a:lnTo>
                    <a:pt x="64283" y="47661"/>
                  </a:lnTo>
                </a:path>
                <a:path w="170179" h="147319">
                  <a:moveTo>
                    <a:pt x="68727" y="51508"/>
                  </a:moveTo>
                  <a:lnTo>
                    <a:pt x="68130" y="5098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5983102" y="184841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6020883" y="1891128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69"/>
                  </a:moveTo>
                  <a:lnTo>
                    <a:pt x="32141" y="18002"/>
                  </a:lnTo>
                  <a:lnTo>
                    <a:pt x="31373" y="17342"/>
                  </a:lnTo>
                </a:path>
                <a:path w="100329" h="79375">
                  <a:moveTo>
                    <a:pt x="33134" y="20670"/>
                  </a:moveTo>
                  <a:lnTo>
                    <a:pt x="32537" y="20150"/>
                  </a:lnTo>
                </a:path>
                <a:path w="100329" h="79375">
                  <a:moveTo>
                    <a:pt x="51330" y="43318"/>
                  </a:moveTo>
                  <a:lnTo>
                    <a:pt x="47948" y="40386"/>
                  </a:lnTo>
                  <a:lnTo>
                    <a:pt x="46614" y="40386"/>
                  </a:lnTo>
                  <a:lnTo>
                    <a:pt x="31482" y="27270"/>
                  </a:lnTo>
                </a:path>
                <a:path w="100329" h="79375">
                  <a:moveTo>
                    <a:pt x="71791" y="61041"/>
                  </a:moveTo>
                  <a:lnTo>
                    <a:pt x="68402" y="58117"/>
                  </a:lnTo>
                  <a:lnTo>
                    <a:pt x="67067" y="58109"/>
                  </a:lnTo>
                  <a:lnTo>
                    <a:pt x="51090" y="44272"/>
                  </a:lnTo>
                </a:path>
                <a:path w="100329" h="79375">
                  <a:moveTo>
                    <a:pt x="99985" y="76786"/>
                  </a:moveTo>
                  <a:lnTo>
                    <a:pt x="99217" y="76119"/>
                  </a:lnTo>
                  <a:lnTo>
                    <a:pt x="98449" y="75460"/>
                  </a:lnTo>
                  <a:lnTo>
                    <a:pt x="96363" y="75452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1995"/>
                  </a:lnTo>
                </a:path>
                <a:path w="100329" h="79375">
                  <a:moveTo>
                    <a:pt x="100210" y="78787"/>
                  </a:moveTo>
                  <a:lnTo>
                    <a:pt x="99613" y="782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5864339" y="1757175"/>
              <a:ext cx="123825" cy="198120"/>
            </a:xfrm>
            <a:custGeom>
              <a:avLst/>
              <a:gdLst/>
              <a:ahLst/>
              <a:cxnLst/>
              <a:rect l="l" t="t" r="r" b="b"/>
              <a:pathLst>
                <a:path w="123825" h="198119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94627"/>
                  </a:lnTo>
                  <a:lnTo>
                    <a:pt x="1333" y="94627"/>
                  </a:lnTo>
                  <a:lnTo>
                    <a:pt x="1333" y="95783"/>
                  </a:lnTo>
                  <a:lnTo>
                    <a:pt x="5207" y="95783"/>
                  </a:lnTo>
                  <a:lnTo>
                    <a:pt x="5207" y="0"/>
                  </a:lnTo>
                  <a:close/>
                </a:path>
                <a:path w="123825" h="198119">
                  <a:moveTo>
                    <a:pt x="43738" y="34544"/>
                  </a:moveTo>
                  <a:lnTo>
                    <a:pt x="39865" y="34544"/>
                  </a:lnTo>
                  <a:lnTo>
                    <a:pt x="39865" y="129171"/>
                  </a:lnTo>
                  <a:lnTo>
                    <a:pt x="43738" y="129171"/>
                  </a:lnTo>
                  <a:lnTo>
                    <a:pt x="43738" y="34544"/>
                  </a:lnTo>
                  <a:close/>
                </a:path>
                <a:path w="123825" h="198119">
                  <a:moveTo>
                    <a:pt x="56476" y="35737"/>
                  </a:moveTo>
                  <a:lnTo>
                    <a:pt x="55702" y="35737"/>
                  </a:lnTo>
                  <a:lnTo>
                    <a:pt x="55702" y="35064"/>
                  </a:lnTo>
                  <a:lnTo>
                    <a:pt x="53619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137223"/>
                  </a:lnTo>
                  <a:lnTo>
                    <a:pt x="49745" y="137223"/>
                  </a:lnTo>
                  <a:lnTo>
                    <a:pt x="49745" y="137744"/>
                  </a:lnTo>
                  <a:lnTo>
                    <a:pt x="51828" y="137744"/>
                  </a:lnTo>
                  <a:lnTo>
                    <a:pt x="51828" y="139547"/>
                  </a:lnTo>
                  <a:lnTo>
                    <a:pt x="55702" y="139547"/>
                  </a:lnTo>
                  <a:lnTo>
                    <a:pt x="55702" y="42367"/>
                  </a:lnTo>
                  <a:lnTo>
                    <a:pt x="56476" y="42367"/>
                  </a:lnTo>
                  <a:lnTo>
                    <a:pt x="56476" y="35737"/>
                  </a:lnTo>
                  <a:close/>
                </a:path>
                <a:path w="123825" h="198119">
                  <a:moveTo>
                    <a:pt x="72275" y="58115"/>
                  </a:moveTo>
                  <a:lnTo>
                    <a:pt x="70942" y="58115"/>
                  </a:lnTo>
                  <a:lnTo>
                    <a:pt x="68402" y="58115"/>
                  </a:lnTo>
                  <a:lnTo>
                    <a:pt x="67068" y="58115"/>
                  </a:lnTo>
                  <a:lnTo>
                    <a:pt x="67068" y="152755"/>
                  </a:lnTo>
                  <a:lnTo>
                    <a:pt x="68402" y="152755"/>
                  </a:lnTo>
                  <a:lnTo>
                    <a:pt x="68402" y="153911"/>
                  </a:lnTo>
                  <a:lnTo>
                    <a:pt x="72275" y="153911"/>
                  </a:lnTo>
                  <a:lnTo>
                    <a:pt x="72275" y="58115"/>
                  </a:lnTo>
                  <a:close/>
                </a:path>
                <a:path w="123825" h="198119">
                  <a:moveTo>
                    <a:pt x="92735" y="75844"/>
                  </a:moveTo>
                  <a:lnTo>
                    <a:pt x="91401" y="75844"/>
                  </a:lnTo>
                  <a:lnTo>
                    <a:pt x="88861" y="75844"/>
                  </a:lnTo>
                  <a:lnTo>
                    <a:pt x="87528" y="75844"/>
                  </a:lnTo>
                  <a:lnTo>
                    <a:pt x="87528" y="170484"/>
                  </a:lnTo>
                  <a:lnTo>
                    <a:pt x="88861" y="170484"/>
                  </a:lnTo>
                  <a:lnTo>
                    <a:pt x="88861" y="171640"/>
                  </a:lnTo>
                  <a:lnTo>
                    <a:pt x="92735" y="171640"/>
                  </a:lnTo>
                  <a:lnTo>
                    <a:pt x="92735" y="75844"/>
                  </a:lnTo>
                  <a:close/>
                </a:path>
                <a:path w="123825" h="198119">
                  <a:moveTo>
                    <a:pt x="110820" y="92659"/>
                  </a:moveTo>
                  <a:lnTo>
                    <a:pt x="106934" y="92659"/>
                  </a:lnTo>
                  <a:lnTo>
                    <a:pt x="106934" y="187299"/>
                  </a:lnTo>
                  <a:lnTo>
                    <a:pt x="110820" y="187299"/>
                  </a:lnTo>
                  <a:lnTo>
                    <a:pt x="110820" y="92659"/>
                  </a:lnTo>
                  <a:close/>
                </a:path>
                <a:path w="123825" h="198119">
                  <a:moveTo>
                    <a:pt x="123545" y="93853"/>
                  </a:moveTo>
                  <a:lnTo>
                    <a:pt x="122770" y="93853"/>
                  </a:lnTo>
                  <a:lnTo>
                    <a:pt x="122770" y="93179"/>
                  </a:lnTo>
                  <a:lnTo>
                    <a:pt x="120700" y="93179"/>
                  </a:lnTo>
                  <a:lnTo>
                    <a:pt x="120103" y="93179"/>
                  </a:lnTo>
                  <a:lnTo>
                    <a:pt x="120103" y="92659"/>
                  </a:lnTo>
                  <a:lnTo>
                    <a:pt x="116217" y="92659"/>
                  </a:lnTo>
                  <a:lnTo>
                    <a:pt x="116217" y="195351"/>
                  </a:lnTo>
                  <a:lnTo>
                    <a:pt x="116814" y="195351"/>
                  </a:lnTo>
                  <a:lnTo>
                    <a:pt x="116814" y="195872"/>
                  </a:lnTo>
                  <a:lnTo>
                    <a:pt x="118897" y="195872"/>
                  </a:lnTo>
                  <a:lnTo>
                    <a:pt x="118897" y="197675"/>
                  </a:lnTo>
                  <a:lnTo>
                    <a:pt x="122770" y="197675"/>
                  </a:lnTo>
                  <a:lnTo>
                    <a:pt x="122770" y="100469"/>
                  </a:lnTo>
                  <a:lnTo>
                    <a:pt x="123545" y="100469"/>
                  </a:lnTo>
                  <a:lnTo>
                    <a:pt x="123545" y="938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6122062" y="1967364"/>
              <a:ext cx="267970" cy="243840"/>
            </a:xfrm>
            <a:custGeom>
              <a:avLst/>
              <a:gdLst/>
              <a:ahLst/>
              <a:cxnLst/>
              <a:rect l="l" t="t" r="r" b="b"/>
              <a:pathLst>
                <a:path w="267970" h="243839">
                  <a:moveTo>
                    <a:pt x="107090" y="102692"/>
                  </a:moveTo>
                  <a:lnTo>
                    <a:pt x="107322" y="101745"/>
                  </a:lnTo>
                </a:path>
                <a:path w="267970" h="243839">
                  <a:moveTo>
                    <a:pt x="67021" y="67975"/>
                  </a:moveTo>
                  <a:lnTo>
                    <a:pt x="68673" y="61367"/>
                  </a:lnTo>
                </a:path>
                <a:path w="267970" h="243839">
                  <a:moveTo>
                    <a:pt x="135151" y="118964"/>
                  </a:moveTo>
                  <a:lnTo>
                    <a:pt x="135516" y="117483"/>
                  </a:lnTo>
                </a:path>
                <a:path w="267970" h="243839">
                  <a:moveTo>
                    <a:pt x="68076" y="60847"/>
                  </a:moveTo>
                  <a:lnTo>
                    <a:pt x="68448" y="59366"/>
                  </a:lnTo>
                </a:path>
                <a:path w="267970" h="243839">
                  <a:moveTo>
                    <a:pt x="134089" y="126092"/>
                  </a:moveTo>
                  <a:lnTo>
                    <a:pt x="135749" y="119484"/>
                  </a:lnTo>
                </a:path>
                <a:path w="267970" h="243839">
                  <a:moveTo>
                    <a:pt x="174165" y="160809"/>
                  </a:moveTo>
                  <a:lnTo>
                    <a:pt x="174398" y="159863"/>
                  </a:lnTo>
                </a:path>
                <a:path w="267970" h="243839">
                  <a:moveTo>
                    <a:pt x="153704" y="143086"/>
                  </a:moveTo>
                  <a:lnTo>
                    <a:pt x="153945" y="142132"/>
                  </a:lnTo>
                </a:path>
                <a:path w="267970" h="243839">
                  <a:moveTo>
                    <a:pt x="86629" y="84969"/>
                  </a:moveTo>
                  <a:lnTo>
                    <a:pt x="86869" y="84015"/>
                  </a:lnTo>
                </a:path>
                <a:path w="267970" h="243839">
                  <a:moveTo>
                    <a:pt x="19607" y="26650"/>
                  </a:moveTo>
                  <a:lnTo>
                    <a:pt x="19793" y="25905"/>
                  </a:lnTo>
                </a:path>
                <a:path w="267970" h="243839">
                  <a:moveTo>
                    <a:pt x="40014" y="44574"/>
                  </a:moveTo>
                  <a:lnTo>
                    <a:pt x="40254" y="43628"/>
                  </a:lnTo>
                </a:path>
                <a:path w="267970" h="243839">
                  <a:moveTo>
                    <a:pt x="1318" y="1481"/>
                  </a:moveTo>
                  <a:lnTo>
                    <a:pt x="1690" y="0"/>
                  </a:lnTo>
                </a:path>
                <a:path w="267970" h="243839">
                  <a:moveTo>
                    <a:pt x="0" y="9648"/>
                  </a:moveTo>
                  <a:lnTo>
                    <a:pt x="1915" y="2001"/>
                  </a:lnTo>
                </a:path>
                <a:path w="267970" h="243839">
                  <a:moveTo>
                    <a:pt x="241233" y="218926"/>
                  </a:moveTo>
                  <a:lnTo>
                    <a:pt x="241474" y="217972"/>
                  </a:lnTo>
                </a:path>
                <a:path w="267970" h="243839">
                  <a:moveTo>
                    <a:pt x="267922" y="243576"/>
                  </a:moveTo>
                  <a:lnTo>
                    <a:pt x="266790" y="242598"/>
                  </a:lnTo>
                </a:path>
                <a:path w="267970" h="243839">
                  <a:moveTo>
                    <a:pt x="201165" y="184202"/>
                  </a:moveTo>
                  <a:lnTo>
                    <a:pt x="202817" y="177601"/>
                  </a:lnTo>
                </a:path>
                <a:path w="267970" h="243839">
                  <a:moveTo>
                    <a:pt x="220780" y="201196"/>
                  </a:moveTo>
                  <a:lnTo>
                    <a:pt x="221013" y="200249"/>
                  </a:lnTo>
                </a:path>
                <a:path w="267970" h="243839">
                  <a:moveTo>
                    <a:pt x="202219" y="177082"/>
                  </a:moveTo>
                  <a:lnTo>
                    <a:pt x="202592" y="1756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6175565" y="2023224"/>
              <a:ext cx="9525" cy="4445"/>
            </a:xfrm>
            <a:custGeom>
              <a:avLst/>
              <a:gdLst/>
              <a:ahLst/>
              <a:cxnLst/>
              <a:rect l="l" t="t" r="r" b="b"/>
              <a:pathLst>
                <a:path w="9525" h="4444">
                  <a:moveTo>
                    <a:pt x="928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9284" y="0"/>
                  </a:lnTo>
                  <a:lnTo>
                    <a:pt x="928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6187532" y="2025683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26"/>
                  </a:moveTo>
                  <a:lnTo>
                    <a:pt x="767" y="659"/>
                  </a:lnTo>
                </a:path>
                <a:path w="134620" h="116839">
                  <a:moveTo>
                    <a:pt x="19956" y="25975"/>
                  </a:moveTo>
                  <a:lnTo>
                    <a:pt x="16575" y="23043"/>
                  </a:lnTo>
                </a:path>
                <a:path w="134620" h="116839">
                  <a:moveTo>
                    <a:pt x="68836" y="61444"/>
                  </a:moveTo>
                  <a:lnTo>
                    <a:pt x="68231" y="60925"/>
                  </a:lnTo>
                </a:path>
                <a:path w="134620" h="116839">
                  <a:moveTo>
                    <a:pt x="134143" y="116226"/>
                  </a:moveTo>
                  <a:lnTo>
                    <a:pt x="132065" y="116226"/>
                  </a:lnTo>
                  <a:lnTo>
                    <a:pt x="131467" y="115707"/>
                  </a:lnTo>
                  <a:lnTo>
                    <a:pt x="122175" y="115699"/>
                  </a:lnTo>
                  <a:lnTo>
                    <a:pt x="107245" y="102762"/>
                  </a:lnTo>
                </a:path>
                <a:path w="134620" h="116839">
                  <a:moveTo>
                    <a:pt x="767" y="659"/>
                  </a:moveTo>
                  <a:lnTo>
                    <a:pt x="0" y="0"/>
                  </a:lnTo>
                </a:path>
                <a:path w="134620" h="116839">
                  <a:moveTo>
                    <a:pt x="35694" y="40766"/>
                  </a:moveTo>
                  <a:lnTo>
                    <a:pt x="19716" y="26921"/>
                  </a:lnTo>
                </a:path>
                <a:path w="134620" h="116839">
                  <a:moveTo>
                    <a:pt x="40409" y="43698"/>
                  </a:moveTo>
                  <a:lnTo>
                    <a:pt x="37028" y="4076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6156158" y="2006393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6227709" y="2070335"/>
              <a:ext cx="15240" cy="13335"/>
            </a:xfrm>
            <a:custGeom>
              <a:avLst/>
              <a:gdLst/>
              <a:ahLst/>
              <a:cxnLst/>
              <a:rect l="l" t="t" r="r" b="b"/>
              <a:pathLst>
                <a:path w="15239" h="13335">
                  <a:moveTo>
                    <a:pt x="14930" y="12929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6185446" y="2023744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86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6160634" y="2012218"/>
              <a:ext cx="95885" cy="73025"/>
            </a:xfrm>
            <a:custGeom>
              <a:avLst/>
              <a:gdLst/>
              <a:ahLst/>
              <a:cxnLst/>
              <a:rect l="l" t="t" r="r" b="b"/>
              <a:pathLst>
                <a:path w="95885" h="73025">
                  <a:moveTo>
                    <a:pt x="95502" y="72908"/>
                  </a:moveTo>
                  <a:lnTo>
                    <a:pt x="94734" y="72241"/>
                  </a:lnTo>
                </a:path>
                <a:path w="95885" h="73025">
                  <a:moveTo>
                    <a:pt x="14930" y="1293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6223216" y="2064515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10" h="2095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29210" h="20955">
                  <a:moveTo>
                    <a:pt x="28702" y="16827"/>
                  </a:moveTo>
                  <a:lnTo>
                    <a:pt x="19418" y="16827"/>
                  </a:lnTo>
                  <a:lnTo>
                    <a:pt x="19418" y="20688"/>
                  </a:lnTo>
                  <a:lnTo>
                    <a:pt x="28702" y="20688"/>
                  </a:lnTo>
                  <a:lnTo>
                    <a:pt x="28702" y="16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6146929" y="2000335"/>
              <a:ext cx="127635" cy="109855"/>
            </a:xfrm>
            <a:custGeom>
              <a:avLst/>
              <a:gdLst/>
              <a:ahLst/>
              <a:cxnLst/>
              <a:rect l="l" t="t" r="r" b="b"/>
              <a:pathLst>
                <a:path w="127635" h="109855">
                  <a:moveTo>
                    <a:pt x="124246" y="106508"/>
                  </a:moveTo>
                  <a:lnTo>
                    <a:pt x="122912" y="106508"/>
                  </a:lnTo>
                  <a:lnTo>
                    <a:pt x="107780" y="93392"/>
                  </a:lnTo>
                </a:path>
                <a:path w="127635" h="109855">
                  <a:moveTo>
                    <a:pt x="105593" y="83456"/>
                  </a:moveTo>
                  <a:lnTo>
                    <a:pt x="104995" y="82937"/>
                  </a:lnTo>
                </a:path>
                <a:path w="127635" h="109855">
                  <a:moveTo>
                    <a:pt x="13945" y="10928"/>
                  </a:moveTo>
                  <a:lnTo>
                    <a:pt x="10563" y="7996"/>
                  </a:lnTo>
                </a:path>
                <a:path w="127635" h="109855">
                  <a:moveTo>
                    <a:pt x="108439" y="84123"/>
                  </a:moveTo>
                  <a:lnTo>
                    <a:pt x="107679" y="83456"/>
                  </a:lnTo>
                </a:path>
                <a:path w="127635" h="109855">
                  <a:moveTo>
                    <a:pt x="127636" y="109440"/>
                  </a:moveTo>
                  <a:lnTo>
                    <a:pt x="124246" y="106508"/>
                  </a:lnTo>
                </a:path>
                <a:path w="127635" h="109855">
                  <a:moveTo>
                    <a:pt x="9229" y="7996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6202773" y="2046787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6184849" y="2025163"/>
              <a:ext cx="106045" cy="99695"/>
            </a:xfrm>
            <a:custGeom>
              <a:avLst/>
              <a:gdLst/>
              <a:ahLst/>
              <a:cxnLst/>
              <a:rect l="l" t="t" r="r" b="b"/>
              <a:pathLst>
                <a:path w="106045" h="99694">
                  <a:moveTo>
                    <a:pt x="105453" y="99403"/>
                  </a:moveTo>
                  <a:lnTo>
                    <a:pt x="89475" y="85558"/>
                  </a:lnTo>
                </a:path>
                <a:path w="106045" h="99694">
                  <a:moveTo>
                    <a:pt x="17924" y="23563"/>
                  </a:moveTo>
                  <a:lnTo>
                    <a:pt x="2792" y="10447"/>
                  </a:lnTo>
                </a:path>
                <a:path w="106045" h="99694">
                  <a:moveTo>
                    <a:pt x="597" y="511"/>
                  </a:moveTo>
                  <a:lnTo>
                    <a:pt x="0" y="0"/>
                  </a:lnTo>
                </a:path>
                <a:path w="106045" h="99694">
                  <a:moveTo>
                    <a:pt x="4444" y="3847"/>
                  </a:moveTo>
                  <a:lnTo>
                    <a:pt x="3847" y="332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6252522" y="2081853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8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6290302" y="2124567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76"/>
                  </a:moveTo>
                  <a:lnTo>
                    <a:pt x="32141" y="18009"/>
                  </a:lnTo>
                  <a:lnTo>
                    <a:pt x="31373" y="17342"/>
                  </a:lnTo>
                </a:path>
                <a:path w="100329" h="79375">
                  <a:moveTo>
                    <a:pt x="33134" y="20670"/>
                  </a:moveTo>
                  <a:lnTo>
                    <a:pt x="32537" y="20158"/>
                  </a:lnTo>
                </a:path>
                <a:path w="100329" h="79375">
                  <a:moveTo>
                    <a:pt x="51330" y="43326"/>
                  </a:moveTo>
                  <a:lnTo>
                    <a:pt x="47948" y="40394"/>
                  </a:lnTo>
                  <a:lnTo>
                    <a:pt x="46614" y="40394"/>
                  </a:lnTo>
                  <a:lnTo>
                    <a:pt x="31482" y="27278"/>
                  </a:lnTo>
                </a:path>
                <a:path w="100329" h="79375">
                  <a:moveTo>
                    <a:pt x="71791" y="61049"/>
                  </a:moveTo>
                  <a:lnTo>
                    <a:pt x="68409" y="58117"/>
                  </a:lnTo>
                  <a:lnTo>
                    <a:pt x="67075" y="58117"/>
                  </a:lnTo>
                  <a:lnTo>
                    <a:pt x="51090" y="44272"/>
                  </a:lnTo>
                </a:path>
                <a:path w="100329" h="79375">
                  <a:moveTo>
                    <a:pt x="99985" y="76786"/>
                  </a:moveTo>
                  <a:lnTo>
                    <a:pt x="99217" y="76127"/>
                  </a:lnTo>
                  <a:lnTo>
                    <a:pt x="98449" y="75460"/>
                  </a:lnTo>
                  <a:lnTo>
                    <a:pt x="96363" y="75460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1995"/>
                  </a:lnTo>
                </a:path>
                <a:path w="100329" h="79375">
                  <a:moveTo>
                    <a:pt x="100210" y="78787"/>
                  </a:moveTo>
                  <a:lnTo>
                    <a:pt x="99613" y="782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6154217" y="2008343"/>
              <a:ext cx="506730" cy="467359"/>
            </a:xfrm>
            <a:custGeom>
              <a:avLst/>
              <a:gdLst/>
              <a:ahLst/>
              <a:cxnLst/>
              <a:rect l="l" t="t" r="r" b="b"/>
              <a:pathLst>
                <a:path w="506729" h="467360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94678"/>
                  </a:lnTo>
                  <a:lnTo>
                    <a:pt x="1333" y="94678"/>
                  </a:lnTo>
                  <a:lnTo>
                    <a:pt x="1333" y="95834"/>
                  </a:lnTo>
                  <a:lnTo>
                    <a:pt x="5207" y="95834"/>
                  </a:lnTo>
                  <a:lnTo>
                    <a:pt x="5207" y="0"/>
                  </a:lnTo>
                  <a:close/>
                </a:path>
                <a:path w="506729" h="467360">
                  <a:moveTo>
                    <a:pt x="23279" y="16814"/>
                  </a:moveTo>
                  <a:lnTo>
                    <a:pt x="19405" y="16814"/>
                  </a:lnTo>
                  <a:lnTo>
                    <a:pt x="19405" y="111493"/>
                  </a:lnTo>
                  <a:lnTo>
                    <a:pt x="23279" y="111493"/>
                  </a:lnTo>
                  <a:lnTo>
                    <a:pt x="23279" y="16814"/>
                  </a:lnTo>
                  <a:close/>
                </a:path>
                <a:path w="506729" h="467360">
                  <a:moveTo>
                    <a:pt x="36017" y="18008"/>
                  </a:moveTo>
                  <a:lnTo>
                    <a:pt x="35242" y="18008"/>
                  </a:lnTo>
                  <a:lnTo>
                    <a:pt x="35242" y="17348"/>
                  </a:lnTo>
                  <a:lnTo>
                    <a:pt x="33159" y="17348"/>
                  </a:lnTo>
                  <a:lnTo>
                    <a:pt x="32562" y="17335"/>
                  </a:lnTo>
                  <a:lnTo>
                    <a:pt x="32562" y="16827"/>
                  </a:lnTo>
                  <a:lnTo>
                    <a:pt x="28689" y="16827"/>
                  </a:lnTo>
                  <a:lnTo>
                    <a:pt x="28689" y="119545"/>
                  </a:lnTo>
                  <a:lnTo>
                    <a:pt x="29286" y="119545"/>
                  </a:lnTo>
                  <a:lnTo>
                    <a:pt x="29286" y="120065"/>
                  </a:lnTo>
                  <a:lnTo>
                    <a:pt x="31369" y="120065"/>
                  </a:lnTo>
                  <a:lnTo>
                    <a:pt x="31369" y="121869"/>
                  </a:lnTo>
                  <a:lnTo>
                    <a:pt x="35242" y="121869"/>
                  </a:lnTo>
                  <a:lnTo>
                    <a:pt x="35242" y="24638"/>
                  </a:lnTo>
                  <a:lnTo>
                    <a:pt x="36017" y="24638"/>
                  </a:lnTo>
                  <a:lnTo>
                    <a:pt x="36017" y="18008"/>
                  </a:lnTo>
                  <a:close/>
                </a:path>
                <a:path w="506729" h="467360">
                  <a:moveTo>
                    <a:pt x="51828" y="40386"/>
                  </a:moveTo>
                  <a:lnTo>
                    <a:pt x="50495" y="40386"/>
                  </a:lnTo>
                  <a:lnTo>
                    <a:pt x="47942" y="40386"/>
                  </a:lnTo>
                  <a:lnTo>
                    <a:pt x="46609" y="40386"/>
                  </a:lnTo>
                  <a:lnTo>
                    <a:pt x="46609" y="135064"/>
                  </a:lnTo>
                  <a:lnTo>
                    <a:pt x="47942" y="135064"/>
                  </a:lnTo>
                  <a:lnTo>
                    <a:pt x="47942" y="136232"/>
                  </a:lnTo>
                  <a:lnTo>
                    <a:pt x="51828" y="136232"/>
                  </a:lnTo>
                  <a:lnTo>
                    <a:pt x="51828" y="40386"/>
                  </a:lnTo>
                  <a:close/>
                </a:path>
                <a:path w="506729" h="467360">
                  <a:moveTo>
                    <a:pt x="72275" y="58115"/>
                  </a:moveTo>
                  <a:lnTo>
                    <a:pt x="70942" y="58115"/>
                  </a:lnTo>
                  <a:lnTo>
                    <a:pt x="68402" y="58115"/>
                  </a:lnTo>
                  <a:lnTo>
                    <a:pt x="67068" y="58115"/>
                  </a:lnTo>
                  <a:lnTo>
                    <a:pt x="67068" y="152793"/>
                  </a:lnTo>
                  <a:lnTo>
                    <a:pt x="68402" y="152793"/>
                  </a:lnTo>
                  <a:lnTo>
                    <a:pt x="68402" y="153949"/>
                  </a:lnTo>
                  <a:lnTo>
                    <a:pt x="72275" y="153949"/>
                  </a:lnTo>
                  <a:lnTo>
                    <a:pt x="72275" y="58115"/>
                  </a:lnTo>
                  <a:close/>
                </a:path>
                <a:path w="506729" h="467360">
                  <a:moveTo>
                    <a:pt x="90360" y="74930"/>
                  </a:moveTo>
                  <a:lnTo>
                    <a:pt x="86474" y="74930"/>
                  </a:lnTo>
                  <a:lnTo>
                    <a:pt x="86474" y="169621"/>
                  </a:lnTo>
                  <a:lnTo>
                    <a:pt x="90360" y="169621"/>
                  </a:lnTo>
                  <a:lnTo>
                    <a:pt x="90360" y="74930"/>
                  </a:lnTo>
                  <a:close/>
                </a:path>
                <a:path w="506729" h="467360">
                  <a:moveTo>
                    <a:pt x="103085" y="76123"/>
                  </a:moveTo>
                  <a:lnTo>
                    <a:pt x="102323" y="76123"/>
                  </a:lnTo>
                  <a:lnTo>
                    <a:pt x="102323" y="75450"/>
                  </a:lnTo>
                  <a:lnTo>
                    <a:pt x="100241" y="75450"/>
                  </a:lnTo>
                  <a:lnTo>
                    <a:pt x="99644" y="75450"/>
                  </a:lnTo>
                  <a:lnTo>
                    <a:pt x="99644" y="74930"/>
                  </a:lnTo>
                  <a:lnTo>
                    <a:pt x="95758" y="74930"/>
                  </a:lnTo>
                  <a:lnTo>
                    <a:pt x="95758" y="177660"/>
                  </a:lnTo>
                  <a:lnTo>
                    <a:pt x="96354" y="177660"/>
                  </a:lnTo>
                  <a:lnTo>
                    <a:pt x="96354" y="178181"/>
                  </a:lnTo>
                  <a:lnTo>
                    <a:pt x="98450" y="178181"/>
                  </a:lnTo>
                  <a:lnTo>
                    <a:pt x="98450" y="179997"/>
                  </a:lnTo>
                  <a:lnTo>
                    <a:pt x="102323" y="179997"/>
                  </a:lnTo>
                  <a:lnTo>
                    <a:pt x="102323" y="82753"/>
                  </a:lnTo>
                  <a:lnTo>
                    <a:pt x="103085" y="82753"/>
                  </a:lnTo>
                  <a:lnTo>
                    <a:pt x="103085" y="76123"/>
                  </a:lnTo>
                  <a:close/>
                </a:path>
                <a:path w="506729" h="467360">
                  <a:moveTo>
                    <a:pt x="493915" y="424599"/>
                  </a:moveTo>
                  <a:lnTo>
                    <a:pt x="490042" y="424599"/>
                  </a:lnTo>
                  <a:lnTo>
                    <a:pt x="490042" y="466877"/>
                  </a:lnTo>
                  <a:lnTo>
                    <a:pt x="493915" y="466877"/>
                  </a:lnTo>
                  <a:lnTo>
                    <a:pt x="493915" y="424599"/>
                  </a:lnTo>
                  <a:close/>
                </a:path>
                <a:path w="506729" h="467360">
                  <a:moveTo>
                    <a:pt x="506653" y="425792"/>
                  </a:moveTo>
                  <a:lnTo>
                    <a:pt x="505891" y="425792"/>
                  </a:lnTo>
                  <a:lnTo>
                    <a:pt x="505891" y="425132"/>
                  </a:lnTo>
                  <a:lnTo>
                    <a:pt x="503796" y="425132"/>
                  </a:lnTo>
                  <a:lnTo>
                    <a:pt x="503199" y="425132"/>
                  </a:lnTo>
                  <a:lnTo>
                    <a:pt x="503199" y="424611"/>
                  </a:lnTo>
                  <a:lnTo>
                    <a:pt x="499325" y="424611"/>
                  </a:lnTo>
                  <a:lnTo>
                    <a:pt x="499325" y="461276"/>
                  </a:lnTo>
                  <a:lnTo>
                    <a:pt x="503199" y="461276"/>
                  </a:lnTo>
                  <a:lnTo>
                    <a:pt x="503199" y="460921"/>
                  </a:lnTo>
                  <a:lnTo>
                    <a:pt x="503796" y="460921"/>
                  </a:lnTo>
                  <a:lnTo>
                    <a:pt x="503796" y="459663"/>
                  </a:lnTo>
                  <a:lnTo>
                    <a:pt x="505891" y="459663"/>
                  </a:lnTo>
                  <a:lnTo>
                    <a:pt x="505891" y="432422"/>
                  </a:lnTo>
                  <a:lnTo>
                    <a:pt x="506653" y="432422"/>
                  </a:lnTo>
                  <a:lnTo>
                    <a:pt x="506653" y="425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6391428" y="2200803"/>
              <a:ext cx="268605" cy="243840"/>
            </a:xfrm>
            <a:custGeom>
              <a:avLst/>
              <a:gdLst/>
              <a:ahLst/>
              <a:cxnLst/>
              <a:rect l="l" t="t" r="r" b="b"/>
              <a:pathLst>
                <a:path w="268604" h="243839">
                  <a:moveTo>
                    <a:pt x="107144" y="102692"/>
                  </a:moveTo>
                  <a:lnTo>
                    <a:pt x="107384" y="101745"/>
                  </a:lnTo>
                </a:path>
                <a:path w="268604" h="243839">
                  <a:moveTo>
                    <a:pt x="67075" y="67975"/>
                  </a:moveTo>
                  <a:lnTo>
                    <a:pt x="68727" y="61374"/>
                  </a:lnTo>
                </a:path>
                <a:path w="268604" h="243839">
                  <a:moveTo>
                    <a:pt x="135206" y="118972"/>
                  </a:moveTo>
                  <a:lnTo>
                    <a:pt x="135578" y="117491"/>
                  </a:lnTo>
                </a:path>
                <a:path w="268604" h="243839">
                  <a:moveTo>
                    <a:pt x="68130" y="60855"/>
                  </a:moveTo>
                  <a:lnTo>
                    <a:pt x="68502" y="59373"/>
                  </a:lnTo>
                </a:path>
                <a:path w="268604" h="243839">
                  <a:moveTo>
                    <a:pt x="134143" y="126092"/>
                  </a:moveTo>
                  <a:lnTo>
                    <a:pt x="135803" y="119492"/>
                  </a:lnTo>
                </a:path>
                <a:path w="268604" h="243839">
                  <a:moveTo>
                    <a:pt x="174220" y="160809"/>
                  </a:moveTo>
                  <a:lnTo>
                    <a:pt x="174452" y="159863"/>
                  </a:lnTo>
                </a:path>
                <a:path w="268604" h="243839">
                  <a:moveTo>
                    <a:pt x="153759" y="143086"/>
                  </a:moveTo>
                  <a:lnTo>
                    <a:pt x="153999" y="142140"/>
                  </a:lnTo>
                </a:path>
                <a:path w="268604" h="243839">
                  <a:moveTo>
                    <a:pt x="86683" y="84969"/>
                  </a:moveTo>
                  <a:lnTo>
                    <a:pt x="86923" y="84023"/>
                  </a:lnTo>
                </a:path>
                <a:path w="268604" h="243839">
                  <a:moveTo>
                    <a:pt x="19615" y="26852"/>
                  </a:moveTo>
                  <a:lnTo>
                    <a:pt x="19848" y="25905"/>
                  </a:lnTo>
                </a:path>
                <a:path w="268604" h="243839">
                  <a:moveTo>
                    <a:pt x="40068" y="44582"/>
                  </a:moveTo>
                  <a:lnTo>
                    <a:pt x="40309" y="43628"/>
                  </a:lnTo>
                </a:path>
                <a:path w="268604" h="243839">
                  <a:moveTo>
                    <a:pt x="1372" y="1481"/>
                  </a:moveTo>
                  <a:lnTo>
                    <a:pt x="1745" y="0"/>
                  </a:lnTo>
                </a:path>
                <a:path w="268604" h="243839">
                  <a:moveTo>
                    <a:pt x="0" y="9858"/>
                  </a:moveTo>
                  <a:lnTo>
                    <a:pt x="1970" y="2001"/>
                  </a:lnTo>
                </a:path>
                <a:path w="268604" h="243839">
                  <a:moveTo>
                    <a:pt x="241287" y="218926"/>
                  </a:moveTo>
                  <a:lnTo>
                    <a:pt x="241528" y="217980"/>
                  </a:lnTo>
                </a:path>
                <a:path w="268604" h="243839">
                  <a:moveTo>
                    <a:pt x="267977" y="243576"/>
                  </a:moveTo>
                  <a:lnTo>
                    <a:pt x="266852" y="242598"/>
                  </a:lnTo>
                </a:path>
                <a:path w="268604" h="243839">
                  <a:moveTo>
                    <a:pt x="201219" y="184210"/>
                  </a:moveTo>
                  <a:lnTo>
                    <a:pt x="202879" y="177601"/>
                  </a:lnTo>
                </a:path>
                <a:path w="268604" h="243839">
                  <a:moveTo>
                    <a:pt x="220834" y="201203"/>
                  </a:moveTo>
                  <a:lnTo>
                    <a:pt x="221067" y="200257"/>
                  </a:lnTo>
                </a:path>
                <a:path w="268604" h="243839">
                  <a:moveTo>
                    <a:pt x="202274" y="177082"/>
                  </a:moveTo>
                  <a:lnTo>
                    <a:pt x="202646" y="1756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6405105" y="2222122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346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46" y="3873"/>
                  </a:lnTo>
                  <a:lnTo>
                    <a:pt x="1346" y="0"/>
                  </a:lnTo>
                  <a:close/>
                </a:path>
                <a:path w="49529" h="38735">
                  <a:moveTo>
                    <a:pt x="49161" y="34544"/>
                  </a:moveTo>
                  <a:lnTo>
                    <a:pt x="39878" y="34544"/>
                  </a:lnTo>
                  <a:lnTo>
                    <a:pt x="39878" y="38417"/>
                  </a:lnTo>
                  <a:lnTo>
                    <a:pt x="49161" y="38417"/>
                  </a:lnTo>
                  <a:lnTo>
                    <a:pt x="49161" y="34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6456952" y="2259121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26"/>
                  </a:moveTo>
                  <a:lnTo>
                    <a:pt x="767" y="667"/>
                  </a:lnTo>
                </a:path>
                <a:path w="134620" h="116839">
                  <a:moveTo>
                    <a:pt x="19956" y="25975"/>
                  </a:moveTo>
                  <a:lnTo>
                    <a:pt x="16575" y="23043"/>
                  </a:lnTo>
                </a:path>
                <a:path w="134620" h="116839">
                  <a:moveTo>
                    <a:pt x="68836" y="61444"/>
                  </a:moveTo>
                  <a:lnTo>
                    <a:pt x="68239" y="60925"/>
                  </a:lnTo>
                </a:path>
                <a:path w="134620" h="116839">
                  <a:moveTo>
                    <a:pt x="134143" y="116234"/>
                  </a:moveTo>
                  <a:lnTo>
                    <a:pt x="132065" y="116226"/>
                  </a:lnTo>
                  <a:lnTo>
                    <a:pt x="131467" y="115714"/>
                  </a:lnTo>
                  <a:lnTo>
                    <a:pt x="122175" y="115707"/>
                  </a:lnTo>
                  <a:lnTo>
                    <a:pt x="107245" y="102769"/>
                  </a:lnTo>
                </a:path>
                <a:path w="134620" h="116839">
                  <a:moveTo>
                    <a:pt x="767" y="667"/>
                  </a:moveTo>
                  <a:lnTo>
                    <a:pt x="0" y="0"/>
                  </a:lnTo>
                </a:path>
                <a:path w="134620" h="116839">
                  <a:moveTo>
                    <a:pt x="35694" y="40774"/>
                  </a:moveTo>
                  <a:lnTo>
                    <a:pt x="19716" y="26929"/>
                  </a:lnTo>
                </a:path>
                <a:path w="134620" h="116839">
                  <a:moveTo>
                    <a:pt x="40417" y="43706"/>
                  </a:moveTo>
                  <a:lnTo>
                    <a:pt x="37035" y="407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6425578" y="2239839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6497129" y="2303774"/>
              <a:ext cx="15240" cy="13335"/>
            </a:xfrm>
            <a:custGeom>
              <a:avLst/>
              <a:gdLst/>
              <a:ahLst/>
              <a:cxnLst/>
              <a:rect l="l" t="t" r="r" b="b"/>
              <a:pathLst>
                <a:path w="15240" h="13335">
                  <a:moveTo>
                    <a:pt x="14930" y="1293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6454874" y="2257182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6406451" y="2224056"/>
              <a:ext cx="119380" cy="94615"/>
            </a:xfrm>
            <a:custGeom>
              <a:avLst/>
              <a:gdLst/>
              <a:ahLst/>
              <a:cxnLst/>
              <a:rect l="l" t="t" r="r" b="b"/>
              <a:pathLst>
                <a:path w="119379" h="94614">
                  <a:moveTo>
                    <a:pt x="119104" y="94509"/>
                  </a:moveTo>
                  <a:lnTo>
                    <a:pt x="118344" y="93850"/>
                  </a:lnTo>
                </a:path>
                <a:path w="119379" h="94614">
                  <a:moveTo>
                    <a:pt x="3381" y="2924"/>
                  </a:moveTo>
                  <a:lnTo>
                    <a:pt x="0" y="0"/>
                  </a:lnTo>
                </a:path>
                <a:path w="119379" h="94614">
                  <a:moveTo>
                    <a:pt x="38532" y="34538"/>
                  </a:moveTo>
                  <a:lnTo>
                    <a:pt x="23602" y="216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6512060" y="2314780"/>
              <a:ext cx="9525" cy="4445"/>
            </a:xfrm>
            <a:custGeom>
              <a:avLst/>
              <a:gdLst/>
              <a:ahLst/>
              <a:cxnLst/>
              <a:rect l="l" t="t" r="r" b="b"/>
              <a:pathLst>
                <a:path w="9525" h="4444">
                  <a:moveTo>
                    <a:pt x="928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9284" y="0"/>
                  </a:lnTo>
                  <a:lnTo>
                    <a:pt x="928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6409600" y="2227934"/>
              <a:ext cx="134620" cy="115570"/>
            </a:xfrm>
            <a:custGeom>
              <a:avLst/>
              <a:gdLst/>
              <a:ahLst/>
              <a:cxnLst/>
              <a:rect l="l" t="t" r="r" b="b"/>
              <a:pathLst>
                <a:path w="134620" h="115569">
                  <a:moveTo>
                    <a:pt x="131002" y="112348"/>
                  </a:moveTo>
                  <a:lnTo>
                    <a:pt x="129668" y="112348"/>
                  </a:lnTo>
                  <a:lnTo>
                    <a:pt x="114528" y="99232"/>
                  </a:lnTo>
                </a:path>
                <a:path w="134620" h="115569">
                  <a:moveTo>
                    <a:pt x="112340" y="89305"/>
                  </a:moveTo>
                  <a:lnTo>
                    <a:pt x="111743" y="88785"/>
                  </a:lnTo>
                </a:path>
                <a:path w="134620" h="115569">
                  <a:moveTo>
                    <a:pt x="20693" y="16776"/>
                  </a:moveTo>
                  <a:lnTo>
                    <a:pt x="17311" y="13844"/>
                  </a:lnTo>
                </a:path>
                <a:path w="134620" h="115569">
                  <a:moveTo>
                    <a:pt x="115195" y="89972"/>
                  </a:moveTo>
                  <a:lnTo>
                    <a:pt x="114427" y="89305"/>
                  </a:lnTo>
                </a:path>
                <a:path w="134620" h="115569">
                  <a:moveTo>
                    <a:pt x="134384" y="115280"/>
                  </a:moveTo>
                  <a:lnTo>
                    <a:pt x="131002" y="112348"/>
                  </a:lnTo>
                </a:path>
                <a:path w="134620" h="115569">
                  <a:moveTo>
                    <a:pt x="15977" y="1384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6472193" y="2280226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6389985" y="2210940"/>
              <a:ext cx="170180" cy="147320"/>
            </a:xfrm>
            <a:custGeom>
              <a:avLst/>
              <a:gdLst/>
              <a:ahLst/>
              <a:cxnLst/>
              <a:rect l="l" t="t" r="r" b="b"/>
              <a:pathLst>
                <a:path w="170179" h="147319">
                  <a:moveTo>
                    <a:pt x="169736" y="147065"/>
                  </a:moveTo>
                  <a:lnTo>
                    <a:pt x="153759" y="133228"/>
                  </a:lnTo>
                </a:path>
                <a:path w="170179" h="147319">
                  <a:moveTo>
                    <a:pt x="82208" y="71225"/>
                  </a:moveTo>
                  <a:lnTo>
                    <a:pt x="67075" y="58117"/>
                  </a:lnTo>
                </a:path>
                <a:path w="170179" h="147319">
                  <a:moveTo>
                    <a:pt x="15132" y="13115"/>
                  </a:moveTo>
                  <a:lnTo>
                    <a:pt x="0" y="0"/>
                  </a:lnTo>
                </a:path>
                <a:path w="170179" h="147319">
                  <a:moveTo>
                    <a:pt x="64888" y="48181"/>
                  </a:moveTo>
                  <a:lnTo>
                    <a:pt x="64283" y="47661"/>
                  </a:lnTo>
                </a:path>
                <a:path w="170179" h="147319">
                  <a:moveTo>
                    <a:pt x="68727" y="51508"/>
                  </a:moveTo>
                  <a:lnTo>
                    <a:pt x="68130" y="5098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6521942" y="2315300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8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6559722" y="2358005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7"/>
                  </a:lnTo>
                  <a:lnTo>
                    <a:pt x="0" y="0"/>
                  </a:lnTo>
                </a:path>
                <a:path w="100329" h="79375">
                  <a:moveTo>
                    <a:pt x="32909" y="18676"/>
                  </a:moveTo>
                  <a:lnTo>
                    <a:pt x="32141" y="18009"/>
                  </a:lnTo>
                  <a:lnTo>
                    <a:pt x="31373" y="17350"/>
                  </a:lnTo>
                </a:path>
                <a:path w="100329" h="79375">
                  <a:moveTo>
                    <a:pt x="33134" y="20678"/>
                  </a:moveTo>
                  <a:lnTo>
                    <a:pt x="32537" y="20158"/>
                  </a:lnTo>
                </a:path>
                <a:path w="100329" h="79375">
                  <a:moveTo>
                    <a:pt x="51330" y="43326"/>
                  </a:moveTo>
                  <a:lnTo>
                    <a:pt x="47948" y="40394"/>
                  </a:lnTo>
                  <a:lnTo>
                    <a:pt x="46614" y="40394"/>
                  </a:lnTo>
                  <a:lnTo>
                    <a:pt x="31482" y="27278"/>
                  </a:lnTo>
                </a:path>
                <a:path w="100329" h="79375">
                  <a:moveTo>
                    <a:pt x="71791" y="61049"/>
                  </a:moveTo>
                  <a:lnTo>
                    <a:pt x="68409" y="58117"/>
                  </a:lnTo>
                  <a:lnTo>
                    <a:pt x="67075" y="58117"/>
                  </a:lnTo>
                  <a:lnTo>
                    <a:pt x="51097" y="44272"/>
                  </a:lnTo>
                </a:path>
                <a:path w="100329" h="79375">
                  <a:moveTo>
                    <a:pt x="99985" y="76794"/>
                  </a:moveTo>
                  <a:lnTo>
                    <a:pt x="99217" y="76127"/>
                  </a:lnTo>
                  <a:lnTo>
                    <a:pt x="98449" y="75460"/>
                  </a:lnTo>
                  <a:lnTo>
                    <a:pt x="96363" y="75460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2003"/>
                  </a:lnTo>
                </a:path>
                <a:path w="100329" h="79375">
                  <a:moveTo>
                    <a:pt x="100210" y="78795"/>
                  </a:moveTo>
                  <a:lnTo>
                    <a:pt x="99613" y="782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6403175" y="2224065"/>
              <a:ext cx="123825" cy="198120"/>
            </a:xfrm>
            <a:custGeom>
              <a:avLst/>
              <a:gdLst/>
              <a:ahLst/>
              <a:cxnLst/>
              <a:rect l="l" t="t" r="r" b="b"/>
              <a:pathLst>
                <a:path w="123825" h="198119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94703"/>
                  </a:lnTo>
                  <a:lnTo>
                    <a:pt x="1333" y="94703"/>
                  </a:lnTo>
                  <a:lnTo>
                    <a:pt x="1333" y="95872"/>
                  </a:lnTo>
                  <a:lnTo>
                    <a:pt x="5207" y="95872"/>
                  </a:lnTo>
                  <a:lnTo>
                    <a:pt x="5207" y="0"/>
                  </a:lnTo>
                  <a:close/>
                </a:path>
                <a:path w="123825" h="198119">
                  <a:moveTo>
                    <a:pt x="25666" y="17716"/>
                  </a:moveTo>
                  <a:lnTo>
                    <a:pt x="24333" y="17716"/>
                  </a:lnTo>
                  <a:lnTo>
                    <a:pt x="21793" y="17716"/>
                  </a:lnTo>
                  <a:lnTo>
                    <a:pt x="20459" y="17716"/>
                  </a:lnTo>
                  <a:lnTo>
                    <a:pt x="20459" y="112433"/>
                  </a:lnTo>
                  <a:lnTo>
                    <a:pt x="21793" y="112433"/>
                  </a:lnTo>
                  <a:lnTo>
                    <a:pt x="21793" y="113588"/>
                  </a:lnTo>
                  <a:lnTo>
                    <a:pt x="25666" y="113588"/>
                  </a:lnTo>
                  <a:lnTo>
                    <a:pt x="25666" y="17716"/>
                  </a:lnTo>
                  <a:close/>
                </a:path>
                <a:path w="123825" h="198119">
                  <a:moveTo>
                    <a:pt x="43738" y="34531"/>
                  </a:moveTo>
                  <a:lnTo>
                    <a:pt x="39865" y="34531"/>
                  </a:lnTo>
                  <a:lnTo>
                    <a:pt x="39865" y="129260"/>
                  </a:lnTo>
                  <a:lnTo>
                    <a:pt x="43738" y="129260"/>
                  </a:lnTo>
                  <a:lnTo>
                    <a:pt x="43738" y="34531"/>
                  </a:lnTo>
                  <a:close/>
                </a:path>
                <a:path w="123825" h="198119">
                  <a:moveTo>
                    <a:pt x="56476" y="35725"/>
                  </a:moveTo>
                  <a:lnTo>
                    <a:pt x="55714" y="35725"/>
                  </a:lnTo>
                  <a:lnTo>
                    <a:pt x="55714" y="35064"/>
                  </a:lnTo>
                  <a:lnTo>
                    <a:pt x="53632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137299"/>
                  </a:lnTo>
                  <a:lnTo>
                    <a:pt x="49758" y="137299"/>
                  </a:lnTo>
                  <a:lnTo>
                    <a:pt x="49758" y="137820"/>
                  </a:lnTo>
                  <a:lnTo>
                    <a:pt x="51828" y="137820"/>
                  </a:lnTo>
                  <a:lnTo>
                    <a:pt x="51828" y="139636"/>
                  </a:lnTo>
                  <a:lnTo>
                    <a:pt x="55714" y="139636"/>
                  </a:lnTo>
                  <a:lnTo>
                    <a:pt x="55714" y="42354"/>
                  </a:lnTo>
                  <a:lnTo>
                    <a:pt x="56476" y="42354"/>
                  </a:lnTo>
                  <a:lnTo>
                    <a:pt x="56476" y="35725"/>
                  </a:lnTo>
                  <a:close/>
                </a:path>
                <a:path w="123825" h="198119">
                  <a:moveTo>
                    <a:pt x="72288" y="58102"/>
                  </a:moveTo>
                  <a:lnTo>
                    <a:pt x="70954" y="58102"/>
                  </a:lnTo>
                  <a:lnTo>
                    <a:pt x="68402" y="58102"/>
                  </a:lnTo>
                  <a:lnTo>
                    <a:pt x="67068" y="58102"/>
                  </a:lnTo>
                  <a:lnTo>
                    <a:pt x="67068" y="152844"/>
                  </a:lnTo>
                  <a:lnTo>
                    <a:pt x="68402" y="152844"/>
                  </a:lnTo>
                  <a:lnTo>
                    <a:pt x="68402" y="154000"/>
                  </a:lnTo>
                  <a:lnTo>
                    <a:pt x="72288" y="154000"/>
                  </a:lnTo>
                  <a:lnTo>
                    <a:pt x="72288" y="58102"/>
                  </a:lnTo>
                  <a:close/>
                </a:path>
                <a:path w="123825" h="198119">
                  <a:moveTo>
                    <a:pt x="110820" y="92646"/>
                  </a:moveTo>
                  <a:lnTo>
                    <a:pt x="106934" y="92646"/>
                  </a:lnTo>
                  <a:lnTo>
                    <a:pt x="106934" y="187388"/>
                  </a:lnTo>
                  <a:lnTo>
                    <a:pt x="110820" y="187388"/>
                  </a:lnTo>
                  <a:lnTo>
                    <a:pt x="110820" y="92646"/>
                  </a:lnTo>
                  <a:close/>
                </a:path>
                <a:path w="123825" h="198119">
                  <a:moveTo>
                    <a:pt x="123558" y="93840"/>
                  </a:moveTo>
                  <a:lnTo>
                    <a:pt x="122783" y="93840"/>
                  </a:lnTo>
                  <a:lnTo>
                    <a:pt x="122783" y="93179"/>
                  </a:lnTo>
                  <a:lnTo>
                    <a:pt x="120700" y="93179"/>
                  </a:lnTo>
                  <a:lnTo>
                    <a:pt x="120103" y="93179"/>
                  </a:lnTo>
                  <a:lnTo>
                    <a:pt x="120103" y="92659"/>
                  </a:lnTo>
                  <a:lnTo>
                    <a:pt x="116230" y="92659"/>
                  </a:lnTo>
                  <a:lnTo>
                    <a:pt x="116230" y="195440"/>
                  </a:lnTo>
                  <a:lnTo>
                    <a:pt x="116827" y="195440"/>
                  </a:lnTo>
                  <a:lnTo>
                    <a:pt x="116827" y="195961"/>
                  </a:lnTo>
                  <a:lnTo>
                    <a:pt x="118910" y="195961"/>
                  </a:lnTo>
                  <a:lnTo>
                    <a:pt x="118910" y="197751"/>
                  </a:lnTo>
                  <a:lnTo>
                    <a:pt x="122783" y="197751"/>
                  </a:lnTo>
                  <a:lnTo>
                    <a:pt x="122783" y="100469"/>
                  </a:lnTo>
                  <a:lnTo>
                    <a:pt x="123558" y="100469"/>
                  </a:lnTo>
                  <a:lnTo>
                    <a:pt x="123558" y="938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6660847" y="2434249"/>
              <a:ext cx="268605" cy="243840"/>
            </a:xfrm>
            <a:custGeom>
              <a:avLst/>
              <a:gdLst/>
              <a:ahLst/>
              <a:cxnLst/>
              <a:rect l="l" t="t" r="r" b="b"/>
              <a:pathLst>
                <a:path w="268604" h="243839">
                  <a:moveTo>
                    <a:pt x="107144" y="102692"/>
                  </a:moveTo>
                  <a:lnTo>
                    <a:pt x="107384" y="101745"/>
                  </a:lnTo>
                </a:path>
                <a:path w="268604" h="243839">
                  <a:moveTo>
                    <a:pt x="67075" y="67975"/>
                  </a:moveTo>
                  <a:lnTo>
                    <a:pt x="68727" y="61367"/>
                  </a:lnTo>
                </a:path>
                <a:path w="268604" h="243839">
                  <a:moveTo>
                    <a:pt x="135206" y="118964"/>
                  </a:moveTo>
                  <a:lnTo>
                    <a:pt x="135578" y="117483"/>
                  </a:lnTo>
                </a:path>
                <a:path w="268604" h="243839">
                  <a:moveTo>
                    <a:pt x="68130" y="60847"/>
                  </a:moveTo>
                  <a:lnTo>
                    <a:pt x="68502" y="59366"/>
                  </a:lnTo>
                </a:path>
                <a:path w="268604" h="243839">
                  <a:moveTo>
                    <a:pt x="134151" y="126084"/>
                  </a:moveTo>
                  <a:lnTo>
                    <a:pt x="135803" y="119484"/>
                  </a:lnTo>
                </a:path>
                <a:path w="268604" h="243839">
                  <a:moveTo>
                    <a:pt x="174220" y="160809"/>
                  </a:moveTo>
                  <a:lnTo>
                    <a:pt x="174452" y="159855"/>
                  </a:lnTo>
                </a:path>
                <a:path w="268604" h="243839">
                  <a:moveTo>
                    <a:pt x="153759" y="143078"/>
                  </a:moveTo>
                  <a:lnTo>
                    <a:pt x="153999" y="142132"/>
                  </a:lnTo>
                </a:path>
                <a:path w="268604" h="243839">
                  <a:moveTo>
                    <a:pt x="86691" y="84969"/>
                  </a:moveTo>
                  <a:lnTo>
                    <a:pt x="86923" y="84015"/>
                  </a:lnTo>
                </a:path>
                <a:path w="268604" h="243839">
                  <a:moveTo>
                    <a:pt x="19646" y="26720"/>
                  </a:moveTo>
                  <a:lnTo>
                    <a:pt x="19855" y="25897"/>
                  </a:lnTo>
                </a:path>
                <a:path w="268604" h="243839">
                  <a:moveTo>
                    <a:pt x="40107" y="44450"/>
                  </a:moveTo>
                  <a:lnTo>
                    <a:pt x="40309" y="43628"/>
                  </a:lnTo>
                </a:path>
                <a:path w="268604" h="243839">
                  <a:moveTo>
                    <a:pt x="1372" y="1481"/>
                  </a:moveTo>
                  <a:lnTo>
                    <a:pt x="1745" y="0"/>
                  </a:lnTo>
                </a:path>
                <a:path w="268604" h="243839">
                  <a:moveTo>
                    <a:pt x="0" y="9858"/>
                  </a:moveTo>
                  <a:lnTo>
                    <a:pt x="1970" y="2001"/>
                  </a:lnTo>
                </a:path>
                <a:path w="268604" h="243839">
                  <a:moveTo>
                    <a:pt x="241287" y="218926"/>
                  </a:moveTo>
                  <a:lnTo>
                    <a:pt x="241528" y="217972"/>
                  </a:lnTo>
                </a:path>
                <a:path w="268604" h="243839">
                  <a:moveTo>
                    <a:pt x="267977" y="243576"/>
                  </a:moveTo>
                  <a:lnTo>
                    <a:pt x="266852" y="242598"/>
                  </a:lnTo>
                </a:path>
                <a:path w="268604" h="243839">
                  <a:moveTo>
                    <a:pt x="201219" y="184202"/>
                  </a:moveTo>
                  <a:lnTo>
                    <a:pt x="202879" y="177601"/>
                  </a:lnTo>
                </a:path>
                <a:path w="268604" h="243839">
                  <a:moveTo>
                    <a:pt x="220834" y="201196"/>
                  </a:moveTo>
                  <a:lnTo>
                    <a:pt x="221075" y="200249"/>
                  </a:lnTo>
                </a:path>
                <a:path w="268604" h="243839">
                  <a:moveTo>
                    <a:pt x="202274" y="177082"/>
                  </a:moveTo>
                  <a:lnTo>
                    <a:pt x="202646" y="1756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6674536" y="2455561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066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066" y="3873"/>
                  </a:lnTo>
                  <a:lnTo>
                    <a:pt x="1066" y="0"/>
                  </a:lnTo>
                  <a:close/>
                </a:path>
                <a:path w="49529" h="38735">
                  <a:moveTo>
                    <a:pt x="49149" y="34544"/>
                  </a:moveTo>
                  <a:lnTo>
                    <a:pt x="39865" y="34544"/>
                  </a:lnTo>
                  <a:lnTo>
                    <a:pt x="39865" y="38417"/>
                  </a:lnTo>
                  <a:lnTo>
                    <a:pt x="49149" y="38417"/>
                  </a:lnTo>
                  <a:lnTo>
                    <a:pt x="49149" y="34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6726372" y="2492560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34"/>
                  </a:moveTo>
                  <a:lnTo>
                    <a:pt x="767" y="667"/>
                  </a:lnTo>
                </a:path>
                <a:path w="134620" h="116839">
                  <a:moveTo>
                    <a:pt x="19956" y="25983"/>
                  </a:moveTo>
                  <a:lnTo>
                    <a:pt x="16575" y="23051"/>
                  </a:lnTo>
                </a:path>
                <a:path w="134620" h="116839">
                  <a:moveTo>
                    <a:pt x="68836" y="61444"/>
                  </a:moveTo>
                  <a:lnTo>
                    <a:pt x="68239" y="60932"/>
                  </a:lnTo>
                </a:path>
                <a:path w="134620" h="116839">
                  <a:moveTo>
                    <a:pt x="134143" y="116234"/>
                  </a:moveTo>
                  <a:lnTo>
                    <a:pt x="132065" y="116234"/>
                  </a:lnTo>
                  <a:lnTo>
                    <a:pt x="131467" y="115714"/>
                  </a:lnTo>
                  <a:lnTo>
                    <a:pt x="122183" y="115707"/>
                  </a:lnTo>
                  <a:lnTo>
                    <a:pt x="107252" y="102769"/>
                  </a:lnTo>
                </a:path>
                <a:path w="134620" h="116839">
                  <a:moveTo>
                    <a:pt x="767" y="667"/>
                  </a:moveTo>
                  <a:lnTo>
                    <a:pt x="0" y="0"/>
                  </a:lnTo>
                </a:path>
                <a:path w="134620" h="116839">
                  <a:moveTo>
                    <a:pt x="35701" y="40774"/>
                  </a:moveTo>
                  <a:lnTo>
                    <a:pt x="19724" y="26929"/>
                  </a:lnTo>
                </a:path>
                <a:path w="134620" h="116839">
                  <a:moveTo>
                    <a:pt x="40417" y="43706"/>
                  </a:moveTo>
                  <a:lnTo>
                    <a:pt x="37035" y="40774"/>
                  </a:lnTo>
                </a:path>
                <a:path w="134620" h="116839">
                  <a:moveTo>
                    <a:pt x="55107" y="57589"/>
                  </a:moveTo>
                  <a:lnTo>
                    <a:pt x="40177" y="4465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6724293" y="2490621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6705864" y="2484641"/>
              <a:ext cx="89535" cy="67945"/>
            </a:xfrm>
            <a:custGeom>
              <a:avLst/>
              <a:gdLst/>
              <a:ahLst/>
              <a:cxnLst/>
              <a:rect l="l" t="t" r="r" b="b"/>
              <a:pathLst>
                <a:path w="89534" h="67944">
                  <a:moveTo>
                    <a:pt x="89118" y="67370"/>
                  </a:moveTo>
                  <a:lnTo>
                    <a:pt x="88351" y="66703"/>
                  </a:lnTo>
                </a:path>
                <a:path w="89534" h="67944">
                  <a:moveTo>
                    <a:pt x="8539" y="7391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6762064" y="2531405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09" h="2095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29209" h="20955">
                  <a:moveTo>
                    <a:pt x="28689" y="16814"/>
                  </a:moveTo>
                  <a:lnTo>
                    <a:pt x="19405" y="16814"/>
                  </a:lnTo>
                  <a:lnTo>
                    <a:pt x="19405" y="20688"/>
                  </a:lnTo>
                  <a:lnTo>
                    <a:pt x="28689" y="20688"/>
                  </a:lnTo>
                  <a:lnTo>
                    <a:pt x="28689" y="16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6790764" y="2550158"/>
              <a:ext cx="22860" cy="26670"/>
            </a:xfrm>
            <a:custGeom>
              <a:avLst/>
              <a:gdLst/>
              <a:ahLst/>
              <a:cxnLst/>
              <a:rect l="l" t="t" r="r" b="b"/>
              <a:pathLst>
                <a:path w="22859" h="26669">
                  <a:moveTo>
                    <a:pt x="19258" y="23571"/>
                  </a:moveTo>
                  <a:lnTo>
                    <a:pt x="17924" y="23571"/>
                  </a:lnTo>
                  <a:lnTo>
                    <a:pt x="2784" y="10455"/>
                  </a:lnTo>
                </a:path>
                <a:path w="22859" h="26669">
                  <a:moveTo>
                    <a:pt x="597" y="519"/>
                  </a:moveTo>
                  <a:lnTo>
                    <a:pt x="0" y="0"/>
                  </a:lnTo>
                </a:path>
                <a:path w="22859" h="26669">
                  <a:moveTo>
                    <a:pt x="3451" y="1186"/>
                  </a:moveTo>
                  <a:lnTo>
                    <a:pt x="2683" y="519"/>
                  </a:lnTo>
                </a:path>
                <a:path w="22859" h="26669">
                  <a:moveTo>
                    <a:pt x="22640" y="26502"/>
                  </a:moveTo>
                  <a:lnTo>
                    <a:pt x="19258" y="2357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6741613" y="2513673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6659405" y="2444379"/>
              <a:ext cx="170180" cy="147320"/>
            </a:xfrm>
            <a:custGeom>
              <a:avLst/>
              <a:gdLst/>
              <a:ahLst/>
              <a:cxnLst/>
              <a:rect l="l" t="t" r="r" b="b"/>
              <a:pathLst>
                <a:path w="170179" h="147319">
                  <a:moveTo>
                    <a:pt x="169736" y="147073"/>
                  </a:moveTo>
                  <a:lnTo>
                    <a:pt x="153759" y="133228"/>
                  </a:lnTo>
                </a:path>
                <a:path w="170179" h="147319">
                  <a:moveTo>
                    <a:pt x="82208" y="71233"/>
                  </a:moveTo>
                  <a:lnTo>
                    <a:pt x="67075" y="58117"/>
                  </a:lnTo>
                </a:path>
                <a:path w="170179" h="147319">
                  <a:moveTo>
                    <a:pt x="15132" y="13115"/>
                  </a:moveTo>
                  <a:lnTo>
                    <a:pt x="0" y="0"/>
                  </a:lnTo>
                </a:path>
                <a:path w="170179" h="147319">
                  <a:moveTo>
                    <a:pt x="64888" y="48181"/>
                  </a:moveTo>
                  <a:lnTo>
                    <a:pt x="64283" y="47661"/>
                  </a:lnTo>
                </a:path>
                <a:path w="170179" h="147319">
                  <a:moveTo>
                    <a:pt x="68727" y="51516"/>
                  </a:moveTo>
                  <a:lnTo>
                    <a:pt x="68130" y="5099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6791361" y="2548738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86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6829142" y="2591452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15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69"/>
                  </a:moveTo>
                  <a:lnTo>
                    <a:pt x="32141" y="18009"/>
                  </a:lnTo>
                  <a:lnTo>
                    <a:pt x="31373" y="17342"/>
                  </a:lnTo>
                </a:path>
                <a:path w="100329" h="79375">
                  <a:moveTo>
                    <a:pt x="33142" y="20670"/>
                  </a:moveTo>
                  <a:lnTo>
                    <a:pt x="32537" y="20150"/>
                  </a:lnTo>
                </a:path>
                <a:path w="100329" h="79375">
                  <a:moveTo>
                    <a:pt x="51338" y="43318"/>
                  </a:moveTo>
                  <a:lnTo>
                    <a:pt x="47948" y="40394"/>
                  </a:lnTo>
                  <a:lnTo>
                    <a:pt x="46614" y="40386"/>
                  </a:lnTo>
                  <a:lnTo>
                    <a:pt x="31482" y="27278"/>
                  </a:lnTo>
                </a:path>
                <a:path w="100329" h="79375">
                  <a:moveTo>
                    <a:pt x="71791" y="61049"/>
                  </a:moveTo>
                  <a:lnTo>
                    <a:pt x="68409" y="58117"/>
                  </a:lnTo>
                  <a:lnTo>
                    <a:pt x="67075" y="58117"/>
                  </a:lnTo>
                  <a:lnTo>
                    <a:pt x="51097" y="44272"/>
                  </a:lnTo>
                </a:path>
                <a:path w="100329" h="79375">
                  <a:moveTo>
                    <a:pt x="99985" y="76786"/>
                  </a:moveTo>
                  <a:lnTo>
                    <a:pt x="99217" y="76127"/>
                  </a:lnTo>
                  <a:lnTo>
                    <a:pt x="98449" y="75460"/>
                  </a:lnTo>
                  <a:lnTo>
                    <a:pt x="96370" y="75460"/>
                  </a:lnTo>
                  <a:lnTo>
                    <a:pt x="95765" y="74940"/>
                  </a:lnTo>
                  <a:lnTo>
                    <a:pt x="86481" y="74932"/>
                  </a:lnTo>
                  <a:lnTo>
                    <a:pt x="71551" y="61995"/>
                  </a:lnTo>
                </a:path>
                <a:path w="100329" h="79375">
                  <a:moveTo>
                    <a:pt x="100210" y="78787"/>
                  </a:moveTo>
                  <a:lnTo>
                    <a:pt x="99613" y="782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6672592" y="2457504"/>
              <a:ext cx="527685" cy="600710"/>
            </a:xfrm>
            <a:custGeom>
              <a:avLst/>
              <a:gdLst/>
              <a:ahLst/>
              <a:cxnLst/>
              <a:rect l="l" t="t" r="r" b="b"/>
              <a:pathLst>
                <a:path w="527684" h="600710">
                  <a:moveTo>
                    <a:pt x="3873" y="0"/>
                  </a:moveTo>
                  <a:lnTo>
                    <a:pt x="0" y="0"/>
                  </a:lnTo>
                  <a:lnTo>
                    <a:pt x="0" y="635"/>
                  </a:lnTo>
                  <a:lnTo>
                    <a:pt x="3873" y="635"/>
                  </a:lnTo>
                  <a:lnTo>
                    <a:pt x="3873" y="0"/>
                  </a:lnTo>
                  <a:close/>
                </a:path>
                <a:path w="527684" h="600710">
                  <a:moveTo>
                    <a:pt x="43738" y="34531"/>
                  </a:moveTo>
                  <a:lnTo>
                    <a:pt x="39865" y="34531"/>
                  </a:lnTo>
                  <a:lnTo>
                    <a:pt x="39865" y="129311"/>
                  </a:lnTo>
                  <a:lnTo>
                    <a:pt x="43738" y="129311"/>
                  </a:lnTo>
                  <a:lnTo>
                    <a:pt x="43738" y="34531"/>
                  </a:lnTo>
                  <a:close/>
                </a:path>
                <a:path w="527684" h="600710">
                  <a:moveTo>
                    <a:pt x="56476" y="35725"/>
                  </a:moveTo>
                  <a:lnTo>
                    <a:pt x="55714" y="35725"/>
                  </a:lnTo>
                  <a:lnTo>
                    <a:pt x="55714" y="35064"/>
                  </a:lnTo>
                  <a:lnTo>
                    <a:pt x="53632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137363"/>
                  </a:lnTo>
                  <a:lnTo>
                    <a:pt x="49758" y="137363"/>
                  </a:lnTo>
                  <a:lnTo>
                    <a:pt x="49758" y="137883"/>
                  </a:lnTo>
                  <a:lnTo>
                    <a:pt x="51828" y="137883"/>
                  </a:lnTo>
                  <a:lnTo>
                    <a:pt x="51828" y="139674"/>
                  </a:lnTo>
                  <a:lnTo>
                    <a:pt x="55714" y="139674"/>
                  </a:lnTo>
                  <a:lnTo>
                    <a:pt x="55714" y="42354"/>
                  </a:lnTo>
                  <a:lnTo>
                    <a:pt x="56476" y="42354"/>
                  </a:lnTo>
                  <a:lnTo>
                    <a:pt x="56476" y="35725"/>
                  </a:lnTo>
                  <a:close/>
                </a:path>
                <a:path w="527684" h="600710">
                  <a:moveTo>
                    <a:pt x="72288" y="58115"/>
                  </a:moveTo>
                  <a:lnTo>
                    <a:pt x="70954" y="58115"/>
                  </a:lnTo>
                  <a:lnTo>
                    <a:pt x="68414" y="58115"/>
                  </a:lnTo>
                  <a:lnTo>
                    <a:pt x="67081" y="58115"/>
                  </a:lnTo>
                  <a:lnTo>
                    <a:pt x="67081" y="152882"/>
                  </a:lnTo>
                  <a:lnTo>
                    <a:pt x="68414" y="152882"/>
                  </a:lnTo>
                  <a:lnTo>
                    <a:pt x="68414" y="154038"/>
                  </a:lnTo>
                  <a:lnTo>
                    <a:pt x="72288" y="154038"/>
                  </a:lnTo>
                  <a:lnTo>
                    <a:pt x="72288" y="58115"/>
                  </a:lnTo>
                  <a:close/>
                </a:path>
                <a:path w="527684" h="600710">
                  <a:moveTo>
                    <a:pt x="92748" y="75831"/>
                  </a:moveTo>
                  <a:lnTo>
                    <a:pt x="91414" y="75831"/>
                  </a:lnTo>
                  <a:lnTo>
                    <a:pt x="88874" y="75831"/>
                  </a:lnTo>
                  <a:lnTo>
                    <a:pt x="87541" y="75831"/>
                  </a:lnTo>
                  <a:lnTo>
                    <a:pt x="87541" y="170611"/>
                  </a:lnTo>
                  <a:lnTo>
                    <a:pt x="88874" y="170611"/>
                  </a:lnTo>
                  <a:lnTo>
                    <a:pt x="88874" y="171767"/>
                  </a:lnTo>
                  <a:lnTo>
                    <a:pt x="92748" y="171767"/>
                  </a:lnTo>
                  <a:lnTo>
                    <a:pt x="92748" y="75831"/>
                  </a:lnTo>
                  <a:close/>
                </a:path>
                <a:path w="527684" h="600710">
                  <a:moveTo>
                    <a:pt x="110820" y="92646"/>
                  </a:moveTo>
                  <a:lnTo>
                    <a:pt x="106946" y="92646"/>
                  </a:lnTo>
                  <a:lnTo>
                    <a:pt x="106946" y="187426"/>
                  </a:lnTo>
                  <a:lnTo>
                    <a:pt x="110820" y="187426"/>
                  </a:lnTo>
                  <a:lnTo>
                    <a:pt x="110820" y="92646"/>
                  </a:lnTo>
                  <a:close/>
                </a:path>
                <a:path w="527684" h="600710">
                  <a:moveTo>
                    <a:pt x="123558" y="93840"/>
                  </a:moveTo>
                  <a:lnTo>
                    <a:pt x="122783" y="93840"/>
                  </a:lnTo>
                  <a:lnTo>
                    <a:pt x="122783" y="93179"/>
                  </a:lnTo>
                  <a:lnTo>
                    <a:pt x="120700" y="93179"/>
                  </a:lnTo>
                  <a:lnTo>
                    <a:pt x="120103" y="93179"/>
                  </a:lnTo>
                  <a:lnTo>
                    <a:pt x="120103" y="92659"/>
                  </a:lnTo>
                  <a:lnTo>
                    <a:pt x="116230" y="92659"/>
                  </a:lnTo>
                  <a:lnTo>
                    <a:pt x="116230" y="195478"/>
                  </a:lnTo>
                  <a:lnTo>
                    <a:pt x="116827" y="195478"/>
                  </a:lnTo>
                  <a:lnTo>
                    <a:pt x="116827" y="195999"/>
                  </a:lnTo>
                  <a:lnTo>
                    <a:pt x="118910" y="195999"/>
                  </a:lnTo>
                  <a:lnTo>
                    <a:pt x="118910" y="197815"/>
                  </a:lnTo>
                  <a:lnTo>
                    <a:pt x="122783" y="197815"/>
                  </a:lnTo>
                  <a:lnTo>
                    <a:pt x="122783" y="100482"/>
                  </a:lnTo>
                  <a:lnTo>
                    <a:pt x="123558" y="100482"/>
                  </a:lnTo>
                  <a:lnTo>
                    <a:pt x="123558" y="93840"/>
                  </a:lnTo>
                  <a:close/>
                </a:path>
                <a:path w="527684" h="600710">
                  <a:moveTo>
                    <a:pt x="447319" y="562978"/>
                  </a:moveTo>
                  <a:lnTo>
                    <a:pt x="443433" y="562978"/>
                  </a:lnTo>
                  <a:lnTo>
                    <a:pt x="443433" y="600138"/>
                  </a:lnTo>
                  <a:lnTo>
                    <a:pt x="447319" y="600138"/>
                  </a:lnTo>
                  <a:lnTo>
                    <a:pt x="447319" y="562978"/>
                  </a:lnTo>
                  <a:close/>
                </a:path>
                <a:path w="527684" h="600710">
                  <a:moveTo>
                    <a:pt x="459282" y="573354"/>
                  </a:moveTo>
                  <a:lnTo>
                    <a:pt x="457200" y="573354"/>
                  </a:lnTo>
                  <a:lnTo>
                    <a:pt x="457200" y="571550"/>
                  </a:lnTo>
                  <a:lnTo>
                    <a:pt x="456603" y="571550"/>
                  </a:lnTo>
                  <a:lnTo>
                    <a:pt x="456603" y="571030"/>
                  </a:lnTo>
                  <a:lnTo>
                    <a:pt x="452716" y="571030"/>
                  </a:lnTo>
                  <a:lnTo>
                    <a:pt x="452716" y="594537"/>
                  </a:lnTo>
                  <a:lnTo>
                    <a:pt x="456603" y="594537"/>
                  </a:lnTo>
                  <a:lnTo>
                    <a:pt x="456603" y="594182"/>
                  </a:lnTo>
                  <a:lnTo>
                    <a:pt x="457200" y="594182"/>
                  </a:lnTo>
                  <a:lnTo>
                    <a:pt x="457200" y="592924"/>
                  </a:lnTo>
                  <a:lnTo>
                    <a:pt x="459282" y="592924"/>
                  </a:lnTo>
                  <a:lnTo>
                    <a:pt x="459282" y="573354"/>
                  </a:lnTo>
                  <a:close/>
                </a:path>
                <a:path w="527684" h="600710">
                  <a:moveTo>
                    <a:pt x="496316" y="425513"/>
                  </a:moveTo>
                  <a:lnTo>
                    <a:pt x="492429" y="425513"/>
                  </a:lnTo>
                  <a:lnTo>
                    <a:pt x="492429" y="521512"/>
                  </a:lnTo>
                  <a:lnTo>
                    <a:pt x="496316" y="521512"/>
                  </a:lnTo>
                  <a:lnTo>
                    <a:pt x="496316" y="425513"/>
                  </a:lnTo>
                  <a:close/>
                </a:path>
                <a:path w="527684" h="600710">
                  <a:moveTo>
                    <a:pt x="514388" y="442328"/>
                  </a:moveTo>
                  <a:lnTo>
                    <a:pt x="510501" y="442328"/>
                  </a:lnTo>
                  <a:lnTo>
                    <a:pt x="510501" y="537171"/>
                  </a:lnTo>
                  <a:lnTo>
                    <a:pt x="514388" y="537171"/>
                  </a:lnTo>
                  <a:lnTo>
                    <a:pt x="514388" y="442328"/>
                  </a:lnTo>
                  <a:close/>
                </a:path>
                <a:path w="527684" h="600710">
                  <a:moveTo>
                    <a:pt x="527113" y="443522"/>
                  </a:moveTo>
                  <a:lnTo>
                    <a:pt x="526351" y="443522"/>
                  </a:lnTo>
                  <a:lnTo>
                    <a:pt x="526351" y="442849"/>
                  </a:lnTo>
                  <a:lnTo>
                    <a:pt x="524268" y="442849"/>
                  </a:lnTo>
                  <a:lnTo>
                    <a:pt x="523671" y="442849"/>
                  </a:lnTo>
                  <a:lnTo>
                    <a:pt x="523671" y="442328"/>
                  </a:lnTo>
                  <a:lnTo>
                    <a:pt x="519798" y="442328"/>
                  </a:lnTo>
                  <a:lnTo>
                    <a:pt x="519798" y="545223"/>
                  </a:lnTo>
                  <a:lnTo>
                    <a:pt x="520395" y="545223"/>
                  </a:lnTo>
                  <a:lnTo>
                    <a:pt x="520395" y="545744"/>
                  </a:lnTo>
                  <a:lnTo>
                    <a:pt x="522478" y="545744"/>
                  </a:lnTo>
                  <a:lnTo>
                    <a:pt x="522478" y="547547"/>
                  </a:lnTo>
                  <a:lnTo>
                    <a:pt x="526351" y="547547"/>
                  </a:lnTo>
                  <a:lnTo>
                    <a:pt x="526351" y="450151"/>
                  </a:lnTo>
                  <a:lnTo>
                    <a:pt x="527113" y="450151"/>
                  </a:lnTo>
                  <a:lnTo>
                    <a:pt x="527113" y="4435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6930267" y="2667688"/>
              <a:ext cx="268605" cy="243840"/>
            </a:xfrm>
            <a:custGeom>
              <a:avLst/>
              <a:gdLst/>
              <a:ahLst/>
              <a:cxnLst/>
              <a:rect l="l" t="t" r="r" b="b"/>
              <a:pathLst>
                <a:path w="268604" h="243839">
                  <a:moveTo>
                    <a:pt x="107144" y="102692"/>
                  </a:moveTo>
                  <a:lnTo>
                    <a:pt x="107384" y="101745"/>
                  </a:lnTo>
                </a:path>
                <a:path w="268604" h="243839">
                  <a:moveTo>
                    <a:pt x="67075" y="67975"/>
                  </a:moveTo>
                  <a:lnTo>
                    <a:pt x="68735" y="61374"/>
                  </a:lnTo>
                </a:path>
                <a:path w="268604" h="243839">
                  <a:moveTo>
                    <a:pt x="135206" y="118972"/>
                  </a:moveTo>
                  <a:lnTo>
                    <a:pt x="135578" y="117491"/>
                  </a:lnTo>
                </a:path>
                <a:path w="268604" h="243839">
                  <a:moveTo>
                    <a:pt x="68130" y="60855"/>
                  </a:moveTo>
                  <a:lnTo>
                    <a:pt x="68502" y="59373"/>
                  </a:lnTo>
                </a:path>
                <a:path w="268604" h="243839">
                  <a:moveTo>
                    <a:pt x="134151" y="126092"/>
                  </a:moveTo>
                  <a:lnTo>
                    <a:pt x="135803" y="119484"/>
                  </a:lnTo>
                </a:path>
                <a:path w="268604" h="243839">
                  <a:moveTo>
                    <a:pt x="174220" y="160809"/>
                  </a:moveTo>
                  <a:lnTo>
                    <a:pt x="174460" y="159863"/>
                  </a:lnTo>
                </a:path>
                <a:path w="268604" h="243839">
                  <a:moveTo>
                    <a:pt x="153759" y="143086"/>
                  </a:moveTo>
                  <a:lnTo>
                    <a:pt x="153999" y="142140"/>
                  </a:lnTo>
                </a:path>
                <a:path w="268604" h="243839">
                  <a:moveTo>
                    <a:pt x="86691" y="84969"/>
                  </a:moveTo>
                  <a:lnTo>
                    <a:pt x="86923" y="84023"/>
                  </a:lnTo>
                </a:path>
                <a:path w="268604" h="243839">
                  <a:moveTo>
                    <a:pt x="19615" y="26852"/>
                  </a:moveTo>
                  <a:lnTo>
                    <a:pt x="19855" y="25905"/>
                  </a:lnTo>
                </a:path>
                <a:path w="268604" h="243839">
                  <a:moveTo>
                    <a:pt x="40076" y="44582"/>
                  </a:moveTo>
                  <a:lnTo>
                    <a:pt x="40309" y="43628"/>
                  </a:lnTo>
                </a:path>
                <a:path w="268604" h="243839">
                  <a:moveTo>
                    <a:pt x="1372" y="1481"/>
                  </a:moveTo>
                  <a:lnTo>
                    <a:pt x="1745" y="0"/>
                  </a:lnTo>
                </a:path>
                <a:path w="268604" h="243839">
                  <a:moveTo>
                    <a:pt x="0" y="9858"/>
                  </a:moveTo>
                  <a:lnTo>
                    <a:pt x="1970" y="2001"/>
                  </a:lnTo>
                </a:path>
                <a:path w="268604" h="243839">
                  <a:moveTo>
                    <a:pt x="241295" y="218926"/>
                  </a:moveTo>
                  <a:lnTo>
                    <a:pt x="241528" y="217980"/>
                  </a:lnTo>
                </a:path>
                <a:path w="268604" h="243839">
                  <a:moveTo>
                    <a:pt x="267977" y="243576"/>
                  </a:moveTo>
                  <a:lnTo>
                    <a:pt x="266852" y="242598"/>
                  </a:lnTo>
                </a:path>
                <a:path w="268604" h="243839">
                  <a:moveTo>
                    <a:pt x="201219" y="184210"/>
                  </a:moveTo>
                  <a:lnTo>
                    <a:pt x="202879" y="177601"/>
                  </a:lnTo>
                </a:path>
                <a:path w="268604" h="243839">
                  <a:moveTo>
                    <a:pt x="220834" y="201203"/>
                  </a:moveTo>
                  <a:lnTo>
                    <a:pt x="221075" y="200249"/>
                  </a:lnTo>
                </a:path>
                <a:path w="268604" h="243839">
                  <a:moveTo>
                    <a:pt x="202281" y="177082"/>
                  </a:moveTo>
                  <a:lnTo>
                    <a:pt x="202654" y="1756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6943953" y="2689012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333" y="0"/>
                  </a:moveTo>
                  <a:lnTo>
                    <a:pt x="0" y="0"/>
                  </a:lnTo>
                  <a:lnTo>
                    <a:pt x="0" y="3860"/>
                  </a:lnTo>
                  <a:lnTo>
                    <a:pt x="1333" y="3860"/>
                  </a:lnTo>
                  <a:lnTo>
                    <a:pt x="1333" y="0"/>
                  </a:lnTo>
                  <a:close/>
                </a:path>
                <a:path w="49529" h="38735">
                  <a:moveTo>
                    <a:pt x="49161" y="34544"/>
                  </a:moveTo>
                  <a:lnTo>
                    <a:pt x="39865" y="34544"/>
                  </a:lnTo>
                  <a:lnTo>
                    <a:pt x="39865" y="38417"/>
                  </a:lnTo>
                  <a:lnTo>
                    <a:pt x="49161" y="38417"/>
                  </a:lnTo>
                  <a:lnTo>
                    <a:pt x="49161" y="34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6995792" y="2726007"/>
              <a:ext cx="134620" cy="116839"/>
            </a:xfrm>
            <a:custGeom>
              <a:avLst/>
              <a:gdLst/>
              <a:ahLst/>
              <a:cxnLst/>
              <a:rect l="l" t="t" r="r" b="b"/>
              <a:pathLst>
                <a:path w="134620" h="116839">
                  <a:moveTo>
                    <a:pt x="1535" y="1326"/>
                  </a:moveTo>
                  <a:lnTo>
                    <a:pt x="767" y="667"/>
                  </a:lnTo>
                </a:path>
                <a:path w="134620" h="116839">
                  <a:moveTo>
                    <a:pt x="19956" y="25975"/>
                  </a:moveTo>
                  <a:lnTo>
                    <a:pt x="16575" y="23043"/>
                  </a:lnTo>
                </a:path>
                <a:path w="134620" h="116839">
                  <a:moveTo>
                    <a:pt x="68836" y="61444"/>
                  </a:moveTo>
                  <a:lnTo>
                    <a:pt x="68239" y="60925"/>
                  </a:lnTo>
                </a:path>
                <a:path w="134620" h="116839">
                  <a:moveTo>
                    <a:pt x="134151" y="116234"/>
                  </a:moveTo>
                  <a:lnTo>
                    <a:pt x="132065" y="116226"/>
                  </a:lnTo>
                  <a:lnTo>
                    <a:pt x="131467" y="115707"/>
                  </a:lnTo>
                  <a:lnTo>
                    <a:pt x="122183" y="115707"/>
                  </a:lnTo>
                  <a:lnTo>
                    <a:pt x="107252" y="102769"/>
                  </a:lnTo>
                </a:path>
                <a:path w="134620" h="116839">
                  <a:moveTo>
                    <a:pt x="767" y="667"/>
                  </a:moveTo>
                  <a:lnTo>
                    <a:pt x="0" y="0"/>
                  </a:lnTo>
                </a:path>
                <a:path w="134620" h="116839">
                  <a:moveTo>
                    <a:pt x="35701" y="40766"/>
                  </a:moveTo>
                  <a:lnTo>
                    <a:pt x="19724" y="26929"/>
                  </a:lnTo>
                </a:path>
                <a:path w="134620" h="116839">
                  <a:moveTo>
                    <a:pt x="40417" y="43698"/>
                  </a:moveTo>
                  <a:lnTo>
                    <a:pt x="37035" y="4077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6964418" y="2706725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7035969" y="2770659"/>
              <a:ext cx="15240" cy="13335"/>
            </a:xfrm>
            <a:custGeom>
              <a:avLst/>
              <a:gdLst/>
              <a:ahLst/>
              <a:cxnLst/>
              <a:rect l="l" t="t" r="r" b="b"/>
              <a:pathLst>
                <a:path w="15240" h="13335">
                  <a:moveTo>
                    <a:pt x="14930" y="1293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6993713" y="2724067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6945299" y="2690941"/>
              <a:ext cx="119380" cy="94615"/>
            </a:xfrm>
            <a:custGeom>
              <a:avLst/>
              <a:gdLst/>
              <a:ahLst/>
              <a:cxnLst/>
              <a:rect l="l" t="t" r="r" b="b"/>
              <a:pathLst>
                <a:path w="119379" h="94614">
                  <a:moveTo>
                    <a:pt x="119104" y="94509"/>
                  </a:moveTo>
                  <a:lnTo>
                    <a:pt x="118336" y="93842"/>
                  </a:lnTo>
                </a:path>
                <a:path w="119379" h="94614">
                  <a:moveTo>
                    <a:pt x="3381" y="2924"/>
                  </a:moveTo>
                  <a:lnTo>
                    <a:pt x="0" y="0"/>
                  </a:lnTo>
                </a:path>
                <a:path w="119379" h="94614">
                  <a:moveTo>
                    <a:pt x="38525" y="34538"/>
                  </a:moveTo>
                  <a:lnTo>
                    <a:pt x="23602" y="216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7031482" y="2764844"/>
              <a:ext cx="29209" cy="20955"/>
            </a:xfrm>
            <a:custGeom>
              <a:avLst/>
              <a:gdLst/>
              <a:ahLst/>
              <a:cxnLst/>
              <a:rect l="l" t="t" r="r" b="b"/>
              <a:pathLst>
                <a:path w="29209" h="2095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29209" h="20955">
                  <a:moveTo>
                    <a:pt x="28702" y="16827"/>
                  </a:moveTo>
                  <a:lnTo>
                    <a:pt x="19405" y="16827"/>
                  </a:lnTo>
                  <a:lnTo>
                    <a:pt x="19405" y="20701"/>
                  </a:lnTo>
                  <a:lnTo>
                    <a:pt x="28702" y="20701"/>
                  </a:lnTo>
                  <a:lnTo>
                    <a:pt x="28702" y="16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6948440" y="2694819"/>
              <a:ext cx="134620" cy="115570"/>
            </a:xfrm>
            <a:custGeom>
              <a:avLst/>
              <a:gdLst/>
              <a:ahLst/>
              <a:cxnLst/>
              <a:rect l="l" t="t" r="r" b="b"/>
              <a:pathLst>
                <a:path w="134620" h="115569">
                  <a:moveTo>
                    <a:pt x="131002" y="112348"/>
                  </a:moveTo>
                  <a:lnTo>
                    <a:pt x="129668" y="112348"/>
                  </a:lnTo>
                  <a:lnTo>
                    <a:pt x="114535" y="99232"/>
                  </a:lnTo>
                </a:path>
                <a:path w="134620" h="115569">
                  <a:moveTo>
                    <a:pt x="112340" y="89297"/>
                  </a:moveTo>
                  <a:lnTo>
                    <a:pt x="111743" y="88785"/>
                  </a:lnTo>
                </a:path>
                <a:path w="134620" h="115569">
                  <a:moveTo>
                    <a:pt x="20693" y="16776"/>
                  </a:moveTo>
                  <a:lnTo>
                    <a:pt x="17311" y="13844"/>
                  </a:lnTo>
                </a:path>
                <a:path w="134620" h="115569">
                  <a:moveTo>
                    <a:pt x="115195" y="89964"/>
                  </a:moveTo>
                  <a:lnTo>
                    <a:pt x="114427" y="89305"/>
                  </a:lnTo>
                </a:path>
                <a:path w="134620" h="115569">
                  <a:moveTo>
                    <a:pt x="134384" y="115280"/>
                  </a:moveTo>
                  <a:lnTo>
                    <a:pt x="131002" y="112348"/>
                  </a:lnTo>
                </a:path>
                <a:path w="134620" h="115569">
                  <a:moveTo>
                    <a:pt x="15977" y="13844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7011033" y="2747111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6928824" y="2677825"/>
              <a:ext cx="170180" cy="147320"/>
            </a:xfrm>
            <a:custGeom>
              <a:avLst/>
              <a:gdLst/>
              <a:ahLst/>
              <a:cxnLst/>
              <a:rect l="l" t="t" r="r" b="b"/>
              <a:pathLst>
                <a:path w="170179" h="147319">
                  <a:moveTo>
                    <a:pt x="169736" y="147065"/>
                  </a:moveTo>
                  <a:lnTo>
                    <a:pt x="153759" y="133220"/>
                  </a:lnTo>
                </a:path>
                <a:path w="170179" h="147319">
                  <a:moveTo>
                    <a:pt x="82208" y="71225"/>
                  </a:moveTo>
                  <a:lnTo>
                    <a:pt x="67075" y="58117"/>
                  </a:lnTo>
                </a:path>
                <a:path w="170179" h="147319">
                  <a:moveTo>
                    <a:pt x="15140" y="13107"/>
                  </a:moveTo>
                  <a:lnTo>
                    <a:pt x="0" y="0"/>
                  </a:lnTo>
                </a:path>
                <a:path w="170179" h="147319">
                  <a:moveTo>
                    <a:pt x="64888" y="48181"/>
                  </a:moveTo>
                  <a:lnTo>
                    <a:pt x="64291" y="47661"/>
                  </a:lnTo>
                </a:path>
                <a:path w="170179" h="147319">
                  <a:moveTo>
                    <a:pt x="68727" y="51508"/>
                  </a:moveTo>
                  <a:lnTo>
                    <a:pt x="68130" y="5098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7060781" y="2782185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4">
                  <a:moveTo>
                    <a:pt x="2086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86" y="0"/>
                  </a:lnTo>
                  <a:lnTo>
                    <a:pt x="2086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7098561" y="2824891"/>
              <a:ext cx="100330" cy="79375"/>
            </a:xfrm>
            <a:custGeom>
              <a:avLst/>
              <a:gdLst/>
              <a:ahLst/>
              <a:cxnLst/>
              <a:rect l="l" t="t" r="r" b="b"/>
              <a:pathLst>
                <a:path w="100329" h="79375">
                  <a:moveTo>
                    <a:pt x="4723" y="2931"/>
                  </a:moveTo>
                  <a:lnTo>
                    <a:pt x="1334" y="0"/>
                  </a:lnTo>
                  <a:lnTo>
                    <a:pt x="0" y="0"/>
                  </a:lnTo>
                </a:path>
                <a:path w="100329" h="79375">
                  <a:moveTo>
                    <a:pt x="32909" y="18676"/>
                  </a:moveTo>
                  <a:lnTo>
                    <a:pt x="32141" y="18009"/>
                  </a:lnTo>
                  <a:lnTo>
                    <a:pt x="31381" y="17350"/>
                  </a:lnTo>
                </a:path>
                <a:path w="100329" h="79375">
                  <a:moveTo>
                    <a:pt x="33142" y="20678"/>
                  </a:moveTo>
                  <a:lnTo>
                    <a:pt x="32545" y="20158"/>
                  </a:lnTo>
                </a:path>
                <a:path w="100329" h="79375">
                  <a:moveTo>
                    <a:pt x="51338" y="43326"/>
                  </a:moveTo>
                  <a:lnTo>
                    <a:pt x="47956" y="40394"/>
                  </a:lnTo>
                  <a:lnTo>
                    <a:pt x="46614" y="40394"/>
                  </a:lnTo>
                  <a:lnTo>
                    <a:pt x="31482" y="27278"/>
                  </a:lnTo>
                </a:path>
                <a:path w="100329" h="79375">
                  <a:moveTo>
                    <a:pt x="71791" y="61049"/>
                  </a:moveTo>
                  <a:lnTo>
                    <a:pt x="68409" y="58117"/>
                  </a:lnTo>
                  <a:lnTo>
                    <a:pt x="67075" y="58117"/>
                  </a:lnTo>
                  <a:lnTo>
                    <a:pt x="51097" y="44272"/>
                  </a:lnTo>
                </a:path>
                <a:path w="100329" h="79375">
                  <a:moveTo>
                    <a:pt x="99985" y="76794"/>
                  </a:moveTo>
                  <a:lnTo>
                    <a:pt x="99217" y="76127"/>
                  </a:lnTo>
                  <a:lnTo>
                    <a:pt x="98449" y="75460"/>
                  </a:lnTo>
                  <a:lnTo>
                    <a:pt x="96370" y="75460"/>
                  </a:lnTo>
                  <a:lnTo>
                    <a:pt x="95773" y="74940"/>
                  </a:lnTo>
                  <a:lnTo>
                    <a:pt x="86481" y="74932"/>
                  </a:lnTo>
                  <a:lnTo>
                    <a:pt x="71551" y="62003"/>
                  </a:lnTo>
                </a:path>
                <a:path w="100329" h="79375">
                  <a:moveTo>
                    <a:pt x="100210" y="78795"/>
                  </a:moveTo>
                  <a:lnTo>
                    <a:pt x="99613" y="782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6942023" y="2690943"/>
              <a:ext cx="160020" cy="390525"/>
            </a:xfrm>
            <a:custGeom>
              <a:avLst/>
              <a:gdLst/>
              <a:ahLst/>
              <a:cxnLst/>
              <a:rect l="l" t="t" r="r" b="b"/>
              <a:pathLst>
                <a:path w="160020" h="390525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94805"/>
                  </a:lnTo>
                  <a:lnTo>
                    <a:pt x="1333" y="94805"/>
                  </a:lnTo>
                  <a:lnTo>
                    <a:pt x="1333" y="95961"/>
                  </a:lnTo>
                  <a:lnTo>
                    <a:pt x="5207" y="95961"/>
                  </a:lnTo>
                  <a:lnTo>
                    <a:pt x="5207" y="0"/>
                  </a:lnTo>
                  <a:close/>
                </a:path>
                <a:path w="160020" h="390525">
                  <a:moveTo>
                    <a:pt x="25666" y="17729"/>
                  </a:moveTo>
                  <a:lnTo>
                    <a:pt x="24333" y="17729"/>
                  </a:lnTo>
                  <a:lnTo>
                    <a:pt x="21780" y="17729"/>
                  </a:lnTo>
                  <a:lnTo>
                    <a:pt x="20447" y="17729"/>
                  </a:lnTo>
                  <a:lnTo>
                    <a:pt x="20447" y="112534"/>
                  </a:lnTo>
                  <a:lnTo>
                    <a:pt x="21780" y="112534"/>
                  </a:lnTo>
                  <a:lnTo>
                    <a:pt x="21780" y="113690"/>
                  </a:lnTo>
                  <a:lnTo>
                    <a:pt x="25666" y="113690"/>
                  </a:lnTo>
                  <a:lnTo>
                    <a:pt x="25666" y="17729"/>
                  </a:lnTo>
                  <a:close/>
                </a:path>
                <a:path w="160020" h="390525">
                  <a:moveTo>
                    <a:pt x="43738" y="34544"/>
                  </a:moveTo>
                  <a:lnTo>
                    <a:pt x="39852" y="34544"/>
                  </a:lnTo>
                  <a:lnTo>
                    <a:pt x="39852" y="129349"/>
                  </a:lnTo>
                  <a:lnTo>
                    <a:pt x="43738" y="129349"/>
                  </a:lnTo>
                  <a:lnTo>
                    <a:pt x="43738" y="34544"/>
                  </a:lnTo>
                  <a:close/>
                </a:path>
                <a:path w="160020" h="390525">
                  <a:moveTo>
                    <a:pt x="56464" y="35737"/>
                  </a:moveTo>
                  <a:lnTo>
                    <a:pt x="55702" y="35737"/>
                  </a:lnTo>
                  <a:lnTo>
                    <a:pt x="55702" y="35064"/>
                  </a:lnTo>
                  <a:lnTo>
                    <a:pt x="53619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137401"/>
                  </a:lnTo>
                  <a:lnTo>
                    <a:pt x="49745" y="137401"/>
                  </a:lnTo>
                  <a:lnTo>
                    <a:pt x="49745" y="137922"/>
                  </a:lnTo>
                  <a:lnTo>
                    <a:pt x="51828" y="137922"/>
                  </a:lnTo>
                  <a:lnTo>
                    <a:pt x="51828" y="139738"/>
                  </a:lnTo>
                  <a:lnTo>
                    <a:pt x="55702" y="139738"/>
                  </a:lnTo>
                  <a:lnTo>
                    <a:pt x="55702" y="42354"/>
                  </a:lnTo>
                  <a:lnTo>
                    <a:pt x="56464" y="42354"/>
                  </a:lnTo>
                  <a:lnTo>
                    <a:pt x="56464" y="35737"/>
                  </a:lnTo>
                  <a:close/>
                </a:path>
                <a:path w="160020" h="390525">
                  <a:moveTo>
                    <a:pt x="72275" y="58115"/>
                  </a:moveTo>
                  <a:lnTo>
                    <a:pt x="70942" y="58115"/>
                  </a:lnTo>
                  <a:lnTo>
                    <a:pt x="68402" y="58115"/>
                  </a:lnTo>
                  <a:lnTo>
                    <a:pt x="67068" y="58115"/>
                  </a:lnTo>
                  <a:lnTo>
                    <a:pt x="67068" y="152933"/>
                  </a:lnTo>
                  <a:lnTo>
                    <a:pt x="68402" y="152933"/>
                  </a:lnTo>
                  <a:lnTo>
                    <a:pt x="68402" y="154089"/>
                  </a:lnTo>
                  <a:lnTo>
                    <a:pt x="72275" y="154089"/>
                  </a:lnTo>
                  <a:lnTo>
                    <a:pt x="72275" y="58115"/>
                  </a:lnTo>
                  <a:close/>
                </a:path>
                <a:path w="160020" h="390525">
                  <a:moveTo>
                    <a:pt x="92735" y="75844"/>
                  </a:moveTo>
                  <a:lnTo>
                    <a:pt x="91401" y="75844"/>
                  </a:lnTo>
                  <a:lnTo>
                    <a:pt x="87528" y="75831"/>
                  </a:lnTo>
                  <a:lnTo>
                    <a:pt x="87528" y="170662"/>
                  </a:lnTo>
                  <a:lnTo>
                    <a:pt x="88861" y="170662"/>
                  </a:lnTo>
                  <a:lnTo>
                    <a:pt x="88861" y="171818"/>
                  </a:lnTo>
                  <a:lnTo>
                    <a:pt x="92735" y="171818"/>
                  </a:lnTo>
                  <a:lnTo>
                    <a:pt x="92735" y="75844"/>
                  </a:lnTo>
                  <a:close/>
                </a:path>
                <a:path w="160020" h="390525">
                  <a:moveTo>
                    <a:pt x="110807" y="92659"/>
                  </a:moveTo>
                  <a:lnTo>
                    <a:pt x="106934" y="92659"/>
                  </a:lnTo>
                  <a:lnTo>
                    <a:pt x="106934" y="187490"/>
                  </a:lnTo>
                  <a:lnTo>
                    <a:pt x="110807" y="187490"/>
                  </a:lnTo>
                  <a:lnTo>
                    <a:pt x="110807" y="92659"/>
                  </a:lnTo>
                  <a:close/>
                </a:path>
                <a:path w="160020" h="390525">
                  <a:moveTo>
                    <a:pt x="122783" y="281787"/>
                  </a:moveTo>
                  <a:lnTo>
                    <a:pt x="120688" y="281787"/>
                  </a:lnTo>
                  <a:lnTo>
                    <a:pt x="120688" y="279984"/>
                  </a:lnTo>
                  <a:lnTo>
                    <a:pt x="120091" y="279984"/>
                  </a:lnTo>
                  <a:lnTo>
                    <a:pt x="120091" y="279463"/>
                  </a:lnTo>
                  <a:lnTo>
                    <a:pt x="116217" y="279463"/>
                  </a:lnTo>
                  <a:lnTo>
                    <a:pt x="116217" y="373354"/>
                  </a:lnTo>
                  <a:lnTo>
                    <a:pt x="116814" y="373354"/>
                  </a:lnTo>
                  <a:lnTo>
                    <a:pt x="116814" y="373875"/>
                  </a:lnTo>
                  <a:lnTo>
                    <a:pt x="118897" y="373875"/>
                  </a:lnTo>
                  <a:lnTo>
                    <a:pt x="118897" y="375666"/>
                  </a:lnTo>
                  <a:lnTo>
                    <a:pt x="122783" y="375666"/>
                  </a:lnTo>
                  <a:lnTo>
                    <a:pt x="122783" y="281787"/>
                  </a:lnTo>
                  <a:close/>
                </a:path>
                <a:path w="160020" h="390525">
                  <a:moveTo>
                    <a:pt x="123545" y="93840"/>
                  </a:moveTo>
                  <a:lnTo>
                    <a:pt x="122783" y="93840"/>
                  </a:lnTo>
                  <a:lnTo>
                    <a:pt x="122783" y="93192"/>
                  </a:lnTo>
                  <a:lnTo>
                    <a:pt x="120688" y="93192"/>
                  </a:lnTo>
                  <a:lnTo>
                    <a:pt x="120091" y="93179"/>
                  </a:lnTo>
                  <a:lnTo>
                    <a:pt x="120091" y="92671"/>
                  </a:lnTo>
                  <a:lnTo>
                    <a:pt x="116217" y="92671"/>
                  </a:lnTo>
                  <a:lnTo>
                    <a:pt x="116217" y="195529"/>
                  </a:lnTo>
                  <a:lnTo>
                    <a:pt x="116814" y="195529"/>
                  </a:lnTo>
                  <a:lnTo>
                    <a:pt x="116814" y="196049"/>
                  </a:lnTo>
                  <a:lnTo>
                    <a:pt x="118897" y="196049"/>
                  </a:lnTo>
                  <a:lnTo>
                    <a:pt x="118897" y="197853"/>
                  </a:lnTo>
                  <a:lnTo>
                    <a:pt x="122783" y="197853"/>
                  </a:lnTo>
                  <a:lnTo>
                    <a:pt x="122783" y="100482"/>
                  </a:lnTo>
                  <a:lnTo>
                    <a:pt x="123545" y="100482"/>
                  </a:lnTo>
                  <a:lnTo>
                    <a:pt x="123545" y="93840"/>
                  </a:lnTo>
                  <a:close/>
                </a:path>
                <a:path w="160020" h="390525">
                  <a:moveTo>
                    <a:pt x="139357" y="296151"/>
                  </a:moveTo>
                  <a:lnTo>
                    <a:pt x="138023" y="296151"/>
                  </a:lnTo>
                  <a:lnTo>
                    <a:pt x="138023" y="294995"/>
                  </a:lnTo>
                  <a:lnTo>
                    <a:pt x="134137" y="294995"/>
                  </a:lnTo>
                  <a:lnTo>
                    <a:pt x="134137" y="388772"/>
                  </a:lnTo>
                  <a:lnTo>
                    <a:pt x="135470" y="388772"/>
                  </a:lnTo>
                  <a:lnTo>
                    <a:pt x="135470" y="389928"/>
                  </a:lnTo>
                  <a:lnTo>
                    <a:pt x="139357" y="389928"/>
                  </a:lnTo>
                  <a:lnTo>
                    <a:pt x="139357" y="296151"/>
                  </a:lnTo>
                  <a:close/>
                </a:path>
                <a:path w="160020" h="390525">
                  <a:moveTo>
                    <a:pt x="159804" y="313880"/>
                  </a:moveTo>
                  <a:lnTo>
                    <a:pt x="158470" y="313880"/>
                  </a:lnTo>
                  <a:lnTo>
                    <a:pt x="158470" y="312724"/>
                  </a:lnTo>
                  <a:lnTo>
                    <a:pt x="154597" y="312724"/>
                  </a:lnTo>
                  <a:lnTo>
                    <a:pt x="154597" y="385610"/>
                  </a:lnTo>
                  <a:lnTo>
                    <a:pt x="155930" y="385610"/>
                  </a:lnTo>
                  <a:lnTo>
                    <a:pt x="155930" y="385787"/>
                  </a:lnTo>
                  <a:lnTo>
                    <a:pt x="159804" y="385787"/>
                  </a:lnTo>
                  <a:lnTo>
                    <a:pt x="159804" y="3138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7199687" y="2901134"/>
              <a:ext cx="69215" cy="68580"/>
            </a:xfrm>
            <a:custGeom>
              <a:avLst/>
              <a:gdLst/>
              <a:ahLst/>
              <a:cxnLst/>
              <a:rect l="l" t="t" r="r" b="b"/>
              <a:pathLst>
                <a:path w="69215" h="68580">
                  <a:moveTo>
                    <a:pt x="67075" y="68060"/>
                  </a:moveTo>
                  <a:lnTo>
                    <a:pt x="68735" y="61367"/>
                  </a:lnTo>
                </a:path>
                <a:path w="69215" h="68580">
                  <a:moveTo>
                    <a:pt x="68130" y="60847"/>
                  </a:moveTo>
                  <a:lnTo>
                    <a:pt x="68502" y="59366"/>
                  </a:lnTo>
                </a:path>
                <a:path w="69215" h="68580">
                  <a:moveTo>
                    <a:pt x="19615" y="26852"/>
                  </a:moveTo>
                  <a:lnTo>
                    <a:pt x="19855" y="25897"/>
                  </a:lnTo>
                </a:path>
                <a:path w="69215" h="68580">
                  <a:moveTo>
                    <a:pt x="40091" y="44520"/>
                  </a:moveTo>
                  <a:lnTo>
                    <a:pt x="40309" y="43628"/>
                  </a:lnTo>
                </a:path>
                <a:path w="69215" h="68580">
                  <a:moveTo>
                    <a:pt x="1372" y="1481"/>
                  </a:moveTo>
                  <a:lnTo>
                    <a:pt x="1745" y="0"/>
                  </a:lnTo>
                </a:path>
                <a:path w="69215" h="68580">
                  <a:moveTo>
                    <a:pt x="0" y="9858"/>
                  </a:moveTo>
                  <a:lnTo>
                    <a:pt x="1977" y="20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7213384" y="2922451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49529" h="38735">
                  <a:moveTo>
                    <a:pt x="49149" y="34544"/>
                  </a:moveTo>
                  <a:lnTo>
                    <a:pt x="41694" y="34544"/>
                  </a:lnTo>
                  <a:lnTo>
                    <a:pt x="41694" y="38417"/>
                  </a:lnTo>
                  <a:lnTo>
                    <a:pt x="49149" y="38417"/>
                  </a:lnTo>
                  <a:lnTo>
                    <a:pt x="49149" y="345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7265211" y="295944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5">
                  <a:moveTo>
                    <a:pt x="1535" y="1334"/>
                  </a:moveTo>
                  <a:lnTo>
                    <a:pt x="767" y="667"/>
                  </a:lnTo>
                </a:path>
                <a:path w="1904" h="1905">
                  <a:moveTo>
                    <a:pt x="767" y="66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7233831" y="2940167"/>
              <a:ext cx="31750" cy="21590"/>
            </a:xfrm>
            <a:custGeom>
              <a:avLst/>
              <a:gdLst/>
              <a:ahLst/>
              <a:cxnLst/>
              <a:rect l="l" t="t" r="r" b="b"/>
              <a:pathLst>
                <a:path w="31750" h="21589">
                  <a:moveTo>
                    <a:pt x="1333" y="0"/>
                  </a:moveTo>
                  <a:lnTo>
                    <a:pt x="0" y="0"/>
                  </a:lnTo>
                  <a:lnTo>
                    <a:pt x="0" y="3873"/>
                  </a:lnTo>
                  <a:lnTo>
                    <a:pt x="1333" y="3873"/>
                  </a:lnTo>
                  <a:lnTo>
                    <a:pt x="1333" y="0"/>
                  </a:lnTo>
                  <a:close/>
                </a:path>
                <a:path w="31750" h="21589">
                  <a:moveTo>
                    <a:pt x="31369" y="17348"/>
                  </a:moveTo>
                  <a:lnTo>
                    <a:pt x="29298" y="17348"/>
                  </a:lnTo>
                  <a:lnTo>
                    <a:pt x="29298" y="21221"/>
                  </a:lnTo>
                  <a:lnTo>
                    <a:pt x="31369" y="21221"/>
                  </a:lnTo>
                  <a:lnTo>
                    <a:pt x="31369" y="173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7198244" y="2911264"/>
              <a:ext cx="69215" cy="52069"/>
            </a:xfrm>
            <a:custGeom>
              <a:avLst/>
              <a:gdLst/>
              <a:ahLst/>
              <a:cxnLst/>
              <a:rect l="l" t="t" r="r" b="b"/>
              <a:pathLst>
                <a:path w="69215" h="52069">
                  <a:moveTo>
                    <a:pt x="19855" y="16047"/>
                  </a:moveTo>
                  <a:lnTo>
                    <a:pt x="16474" y="13115"/>
                  </a:lnTo>
                </a:path>
                <a:path w="69215" h="52069">
                  <a:moveTo>
                    <a:pt x="37695" y="31505"/>
                  </a:moveTo>
                  <a:lnTo>
                    <a:pt x="36927" y="30838"/>
                  </a:lnTo>
                </a:path>
                <a:path w="69215" h="52069">
                  <a:moveTo>
                    <a:pt x="35593" y="30838"/>
                  </a:moveTo>
                  <a:lnTo>
                    <a:pt x="19615" y="16993"/>
                  </a:lnTo>
                </a:path>
                <a:path w="69215" h="52069">
                  <a:moveTo>
                    <a:pt x="15140" y="13115"/>
                  </a:moveTo>
                  <a:lnTo>
                    <a:pt x="0" y="0"/>
                  </a:lnTo>
                </a:path>
                <a:path w="69215" h="52069">
                  <a:moveTo>
                    <a:pt x="64888" y="48181"/>
                  </a:moveTo>
                  <a:lnTo>
                    <a:pt x="64291" y="47661"/>
                  </a:lnTo>
                </a:path>
                <a:path w="69215" h="52069">
                  <a:moveTo>
                    <a:pt x="68735" y="51516"/>
                  </a:moveTo>
                  <a:lnTo>
                    <a:pt x="68130" y="5099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7211441" y="2924381"/>
              <a:ext cx="56515" cy="43815"/>
            </a:xfrm>
            <a:custGeom>
              <a:avLst/>
              <a:gdLst/>
              <a:ahLst/>
              <a:cxnLst/>
              <a:rect l="l" t="t" r="r" b="b"/>
              <a:pathLst>
                <a:path w="56515" h="43814">
                  <a:moveTo>
                    <a:pt x="5207" y="0"/>
                  </a:moveTo>
                  <a:lnTo>
                    <a:pt x="3873" y="0"/>
                  </a:lnTo>
                  <a:lnTo>
                    <a:pt x="1333" y="0"/>
                  </a:lnTo>
                  <a:lnTo>
                    <a:pt x="0" y="0"/>
                  </a:lnTo>
                  <a:lnTo>
                    <a:pt x="0" y="31991"/>
                  </a:lnTo>
                  <a:lnTo>
                    <a:pt x="3873" y="31991"/>
                  </a:lnTo>
                  <a:lnTo>
                    <a:pt x="3873" y="31178"/>
                  </a:lnTo>
                  <a:lnTo>
                    <a:pt x="5207" y="31178"/>
                  </a:lnTo>
                  <a:lnTo>
                    <a:pt x="5207" y="0"/>
                  </a:lnTo>
                  <a:close/>
                </a:path>
                <a:path w="56515" h="43814">
                  <a:moveTo>
                    <a:pt x="25666" y="17729"/>
                  </a:moveTo>
                  <a:lnTo>
                    <a:pt x="24333" y="17729"/>
                  </a:lnTo>
                  <a:lnTo>
                    <a:pt x="21780" y="17729"/>
                  </a:lnTo>
                  <a:lnTo>
                    <a:pt x="20447" y="17729"/>
                  </a:lnTo>
                  <a:lnTo>
                    <a:pt x="20447" y="19659"/>
                  </a:lnTo>
                  <a:lnTo>
                    <a:pt x="24333" y="19659"/>
                  </a:lnTo>
                  <a:lnTo>
                    <a:pt x="24333" y="18846"/>
                  </a:lnTo>
                  <a:lnTo>
                    <a:pt x="25666" y="18846"/>
                  </a:lnTo>
                  <a:lnTo>
                    <a:pt x="25666" y="17729"/>
                  </a:lnTo>
                  <a:close/>
                </a:path>
                <a:path w="56515" h="43814">
                  <a:moveTo>
                    <a:pt x="56476" y="35737"/>
                  </a:moveTo>
                  <a:lnTo>
                    <a:pt x="55702" y="35737"/>
                  </a:lnTo>
                  <a:lnTo>
                    <a:pt x="55702" y="35064"/>
                  </a:lnTo>
                  <a:lnTo>
                    <a:pt x="53619" y="35064"/>
                  </a:lnTo>
                  <a:lnTo>
                    <a:pt x="53022" y="35064"/>
                  </a:lnTo>
                  <a:lnTo>
                    <a:pt x="53022" y="34544"/>
                  </a:lnTo>
                  <a:lnTo>
                    <a:pt x="49149" y="34544"/>
                  </a:lnTo>
                  <a:lnTo>
                    <a:pt x="49149" y="41008"/>
                  </a:lnTo>
                  <a:lnTo>
                    <a:pt x="49745" y="41008"/>
                  </a:lnTo>
                  <a:lnTo>
                    <a:pt x="49745" y="41529"/>
                  </a:lnTo>
                  <a:lnTo>
                    <a:pt x="51828" y="41529"/>
                  </a:lnTo>
                  <a:lnTo>
                    <a:pt x="51828" y="43319"/>
                  </a:lnTo>
                  <a:lnTo>
                    <a:pt x="55702" y="43319"/>
                  </a:lnTo>
                  <a:lnTo>
                    <a:pt x="55702" y="42367"/>
                  </a:lnTo>
                  <a:lnTo>
                    <a:pt x="56476" y="42367"/>
                  </a:lnTo>
                  <a:lnTo>
                    <a:pt x="56476" y="35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5420591" y="2968854"/>
              <a:ext cx="1849120" cy="1377950"/>
            </a:xfrm>
            <a:custGeom>
              <a:avLst/>
              <a:gdLst/>
              <a:ahLst/>
              <a:cxnLst/>
              <a:rect l="l" t="t" r="r" b="b"/>
              <a:pathLst>
                <a:path w="1849120" h="1377950">
                  <a:moveTo>
                    <a:pt x="1846172" y="248"/>
                  </a:moveTo>
                  <a:lnTo>
                    <a:pt x="1845388" y="403"/>
                  </a:lnTo>
                </a:path>
                <a:path w="1849120" h="1377950">
                  <a:moveTo>
                    <a:pt x="1602122" y="154193"/>
                  </a:moveTo>
                  <a:lnTo>
                    <a:pt x="1602836" y="153759"/>
                  </a:lnTo>
                </a:path>
                <a:path w="1849120" h="1377950">
                  <a:moveTo>
                    <a:pt x="1677660" y="880283"/>
                  </a:moveTo>
                  <a:lnTo>
                    <a:pt x="1677660" y="108641"/>
                  </a:lnTo>
                  <a:lnTo>
                    <a:pt x="1676947" y="109075"/>
                  </a:lnTo>
                  <a:lnTo>
                    <a:pt x="1676947" y="880717"/>
                  </a:lnTo>
                </a:path>
                <a:path w="1849120" h="1377950">
                  <a:moveTo>
                    <a:pt x="1758069" y="831807"/>
                  </a:moveTo>
                  <a:lnTo>
                    <a:pt x="1758069" y="60164"/>
                  </a:lnTo>
                  <a:lnTo>
                    <a:pt x="1757355" y="60599"/>
                  </a:lnTo>
                  <a:lnTo>
                    <a:pt x="1757355" y="832241"/>
                  </a:lnTo>
                </a:path>
                <a:path w="1849120" h="1377950">
                  <a:moveTo>
                    <a:pt x="1644301" y="893701"/>
                  </a:moveTo>
                  <a:lnTo>
                    <a:pt x="1644301" y="122059"/>
                  </a:lnTo>
                  <a:lnTo>
                    <a:pt x="1626112" y="133019"/>
                  </a:lnTo>
                </a:path>
                <a:path w="1849120" h="1377950">
                  <a:moveTo>
                    <a:pt x="1650638" y="119197"/>
                  </a:moveTo>
                  <a:lnTo>
                    <a:pt x="1645612" y="122230"/>
                  </a:lnTo>
                  <a:lnTo>
                    <a:pt x="1645612" y="893872"/>
                  </a:lnTo>
                </a:path>
                <a:path w="1849120" h="1377950">
                  <a:moveTo>
                    <a:pt x="1682523" y="105709"/>
                  </a:moveTo>
                  <a:lnTo>
                    <a:pt x="1683245" y="105282"/>
                  </a:lnTo>
                </a:path>
                <a:path w="1849120" h="1377950">
                  <a:moveTo>
                    <a:pt x="1701495" y="860179"/>
                  </a:moveTo>
                  <a:lnTo>
                    <a:pt x="1701495" y="88537"/>
                  </a:lnTo>
                  <a:lnTo>
                    <a:pt x="1700176" y="88366"/>
                  </a:lnTo>
                  <a:lnTo>
                    <a:pt x="1700176" y="860008"/>
                  </a:lnTo>
                </a:path>
                <a:path w="1849120" h="1377950">
                  <a:moveTo>
                    <a:pt x="1706521" y="85504"/>
                  </a:moveTo>
                  <a:lnTo>
                    <a:pt x="1701495" y="88537"/>
                  </a:lnTo>
                </a:path>
                <a:path w="1849120" h="1377950">
                  <a:moveTo>
                    <a:pt x="1731038" y="70721"/>
                  </a:moveTo>
                  <a:lnTo>
                    <a:pt x="1726020" y="73746"/>
                  </a:lnTo>
                  <a:lnTo>
                    <a:pt x="1726020" y="845388"/>
                  </a:lnTo>
                </a:path>
                <a:path w="1849120" h="1377950">
                  <a:moveTo>
                    <a:pt x="1748218" y="831046"/>
                  </a:moveTo>
                  <a:lnTo>
                    <a:pt x="1748218" y="59397"/>
                  </a:lnTo>
                  <a:lnTo>
                    <a:pt x="1731046" y="69751"/>
                  </a:lnTo>
                </a:path>
                <a:path w="1849120" h="1377950">
                  <a:moveTo>
                    <a:pt x="1748218" y="59397"/>
                  </a:moveTo>
                  <a:lnTo>
                    <a:pt x="1757355" y="60599"/>
                  </a:lnTo>
                </a:path>
                <a:path w="1849120" h="1377950">
                  <a:moveTo>
                    <a:pt x="1626112" y="133980"/>
                  </a:moveTo>
                  <a:lnTo>
                    <a:pt x="1621086" y="137013"/>
                  </a:lnTo>
                  <a:lnTo>
                    <a:pt x="1621086" y="908655"/>
                  </a:lnTo>
                </a:path>
                <a:path w="1849120" h="1377950">
                  <a:moveTo>
                    <a:pt x="1667810" y="879523"/>
                  </a:moveTo>
                  <a:lnTo>
                    <a:pt x="1667810" y="107881"/>
                  </a:lnTo>
                  <a:lnTo>
                    <a:pt x="1650638" y="118235"/>
                  </a:lnTo>
                </a:path>
                <a:path w="1849120" h="1377950">
                  <a:moveTo>
                    <a:pt x="1679716" y="880554"/>
                  </a:moveTo>
                  <a:lnTo>
                    <a:pt x="1679716" y="108912"/>
                  </a:lnTo>
                  <a:lnTo>
                    <a:pt x="1677660" y="108641"/>
                  </a:lnTo>
                </a:path>
                <a:path w="1849120" h="1377950">
                  <a:moveTo>
                    <a:pt x="1700176" y="88366"/>
                  </a:moveTo>
                  <a:lnTo>
                    <a:pt x="1683252" y="98565"/>
                  </a:lnTo>
                </a:path>
                <a:path w="1849120" h="1377950">
                  <a:moveTo>
                    <a:pt x="1724702" y="845217"/>
                  </a:moveTo>
                  <a:lnTo>
                    <a:pt x="1724702" y="73575"/>
                  </a:lnTo>
                  <a:lnTo>
                    <a:pt x="1706521" y="84542"/>
                  </a:lnTo>
                </a:path>
                <a:path w="1849120" h="1377950">
                  <a:moveTo>
                    <a:pt x="1761528" y="831225"/>
                  </a:moveTo>
                  <a:lnTo>
                    <a:pt x="1761528" y="59583"/>
                  </a:lnTo>
                  <a:lnTo>
                    <a:pt x="1760116" y="60436"/>
                  </a:lnTo>
                  <a:lnTo>
                    <a:pt x="1760116" y="832078"/>
                  </a:lnTo>
                </a:path>
                <a:path w="1849120" h="1377950">
                  <a:moveTo>
                    <a:pt x="1762932" y="58737"/>
                  </a:moveTo>
                  <a:lnTo>
                    <a:pt x="1761528" y="59583"/>
                  </a:lnTo>
                </a:path>
                <a:path w="1849120" h="1377950">
                  <a:moveTo>
                    <a:pt x="1758069" y="60164"/>
                  </a:moveTo>
                  <a:lnTo>
                    <a:pt x="1760116" y="60436"/>
                  </a:lnTo>
                </a:path>
                <a:path w="1849120" h="1377950">
                  <a:moveTo>
                    <a:pt x="1682523" y="107221"/>
                  </a:moveTo>
                  <a:lnTo>
                    <a:pt x="1681119" y="108067"/>
                  </a:lnTo>
                  <a:lnTo>
                    <a:pt x="1681119" y="879709"/>
                  </a:lnTo>
                </a:path>
                <a:path w="1849120" h="1377950">
                  <a:moveTo>
                    <a:pt x="1762932" y="57233"/>
                  </a:moveTo>
                  <a:lnTo>
                    <a:pt x="1763646" y="56798"/>
                  </a:lnTo>
                </a:path>
                <a:path w="1849120" h="1377950">
                  <a:moveTo>
                    <a:pt x="1619776" y="908485"/>
                  </a:moveTo>
                  <a:lnTo>
                    <a:pt x="1619776" y="136842"/>
                  </a:lnTo>
                  <a:lnTo>
                    <a:pt x="1602844" y="147050"/>
                  </a:lnTo>
                </a:path>
                <a:path w="1849120" h="1377950">
                  <a:moveTo>
                    <a:pt x="1679716" y="108912"/>
                  </a:moveTo>
                  <a:lnTo>
                    <a:pt x="1681119" y="108067"/>
                  </a:lnTo>
                </a:path>
                <a:path w="1849120" h="1377950">
                  <a:moveTo>
                    <a:pt x="1667810" y="107881"/>
                  </a:moveTo>
                  <a:lnTo>
                    <a:pt x="1676947" y="109075"/>
                  </a:lnTo>
                </a:path>
                <a:path w="1849120" h="1377950">
                  <a:moveTo>
                    <a:pt x="1619776" y="136842"/>
                  </a:moveTo>
                  <a:lnTo>
                    <a:pt x="1621086" y="137013"/>
                  </a:lnTo>
                </a:path>
                <a:path w="1849120" h="1377950">
                  <a:moveTo>
                    <a:pt x="1644301" y="122059"/>
                  </a:moveTo>
                  <a:lnTo>
                    <a:pt x="1645612" y="122230"/>
                  </a:lnTo>
                </a:path>
                <a:path w="1849120" h="1377950">
                  <a:moveTo>
                    <a:pt x="1724702" y="73575"/>
                  </a:moveTo>
                  <a:lnTo>
                    <a:pt x="1726020" y="73746"/>
                  </a:lnTo>
                </a:path>
                <a:path w="1849120" h="1377950">
                  <a:moveTo>
                    <a:pt x="1811447" y="22237"/>
                  </a:moveTo>
                  <a:lnTo>
                    <a:pt x="1806421" y="25269"/>
                  </a:lnTo>
                </a:path>
                <a:path w="1849120" h="1377950">
                  <a:moveTo>
                    <a:pt x="1786922" y="37028"/>
                  </a:moveTo>
                  <a:lnTo>
                    <a:pt x="1781896" y="40053"/>
                  </a:lnTo>
                </a:path>
                <a:path w="1849120" h="1377950">
                  <a:moveTo>
                    <a:pt x="1828619" y="782562"/>
                  </a:moveTo>
                  <a:lnTo>
                    <a:pt x="1828619" y="10920"/>
                  </a:lnTo>
                  <a:lnTo>
                    <a:pt x="1811447" y="21275"/>
                  </a:lnTo>
                </a:path>
                <a:path w="1849120" h="1377950">
                  <a:moveTo>
                    <a:pt x="1840207" y="783555"/>
                  </a:moveTo>
                  <a:lnTo>
                    <a:pt x="1840207" y="11913"/>
                  </a:lnTo>
                  <a:lnTo>
                    <a:pt x="1839494" y="12347"/>
                  </a:lnTo>
                  <a:lnTo>
                    <a:pt x="1839494" y="783990"/>
                  </a:lnTo>
                </a:path>
                <a:path w="1849120" h="1377950">
                  <a:moveTo>
                    <a:pt x="1842263" y="783827"/>
                  </a:moveTo>
                  <a:lnTo>
                    <a:pt x="1842263" y="12185"/>
                  </a:lnTo>
                  <a:lnTo>
                    <a:pt x="1840207" y="11913"/>
                  </a:lnTo>
                </a:path>
                <a:path w="1849120" h="1377950">
                  <a:moveTo>
                    <a:pt x="1805110" y="25099"/>
                  </a:moveTo>
                  <a:lnTo>
                    <a:pt x="1786930" y="36058"/>
                  </a:lnTo>
                </a:path>
                <a:path w="1849120" h="1377950">
                  <a:moveTo>
                    <a:pt x="1828619" y="10920"/>
                  </a:moveTo>
                  <a:lnTo>
                    <a:pt x="1839494" y="12347"/>
                  </a:lnTo>
                </a:path>
                <a:path w="1849120" h="1377950">
                  <a:moveTo>
                    <a:pt x="1780585" y="39882"/>
                  </a:moveTo>
                  <a:lnTo>
                    <a:pt x="1763661" y="50089"/>
                  </a:lnTo>
                </a:path>
                <a:path w="1849120" h="1377950">
                  <a:moveTo>
                    <a:pt x="1846040" y="8399"/>
                  </a:moveTo>
                  <a:lnTo>
                    <a:pt x="1846761" y="7965"/>
                  </a:lnTo>
                </a:path>
                <a:path w="1849120" h="1377950">
                  <a:moveTo>
                    <a:pt x="1848848" y="0"/>
                  </a:moveTo>
                  <a:lnTo>
                    <a:pt x="1846769" y="1248"/>
                  </a:lnTo>
                </a:path>
                <a:path w="1849120" h="1377950">
                  <a:moveTo>
                    <a:pt x="1539367" y="185319"/>
                  </a:moveTo>
                  <a:lnTo>
                    <a:pt x="1540678" y="185489"/>
                  </a:lnTo>
                  <a:lnTo>
                    <a:pt x="1545704" y="182464"/>
                  </a:lnTo>
                </a:path>
                <a:path w="1849120" h="1377950">
                  <a:moveTo>
                    <a:pt x="1602115" y="155698"/>
                  </a:moveTo>
                  <a:lnTo>
                    <a:pt x="1600711" y="156543"/>
                  </a:lnTo>
                </a:path>
                <a:path w="1849120" h="1377950">
                  <a:moveTo>
                    <a:pt x="1565203" y="170706"/>
                  </a:moveTo>
                  <a:lnTo>
                    <a:pt x="1563892" y="170535"/>
                  </a:lnTo>
                  <a:lnTo>
                    <a:pt x="1545704" y="181495"/>
                  </a:lnTo>
                </a:path>
                <a:path w="1849120" h="1377950">
                  <a:moveTo>
                    <a:pt x="1587401" y="156357"/>
                  </a:moveTo>
                  <a:lnTo>
                    <a:pt x="1570229" y="166712"/>
                  </a:lnTo>
                </a:path>
                <a:path w="1849120" h="1377950">
                  <a:moveTo>
                    <a:pt x="1599307" y="157389"/>
                  </a:moveTo>
                  <a:lnTo>
                    <a:pt x="1600711" y="156543"/>
                  </a:lnTo>
                </a:path>
                <a:path w="1849120" h="1377950">
                  <a:moveTo>
                    <a:pt x="1570229" y="167673"/>
                  </a:moveTo>
                  <a:lnTo>
                    <a:pt x="1565203" y="170706"/>
                  </a:lnTo>
                </a:path>
                <a:path w="1849120" h="1377950">
                  <a:moveTo>
                    <a:pt x="1597259" y="157125"/>
                  </a:moveTo>
                  <a:lnTo>
                    <a:pt x="1599307" y="157389"/>
                  </a:lnTo>
                </a:path>
                <a:path w="1849120" h="1377950">
                  <a:moveTo>
                    <a:pt x="1279138" y="348920"/>
                  </a:moveTo>
                  <a:lnTo>
                    <a:pt x="1279860" y="348494"/>
                  </a:lnTo>
                </a:path>
                <a:path w="1849120" h="1377950">
                  <a:moveTo>
                    <a:pt x="1354684" y="1075018"/>
                  </a:moveTo>
                  <a:lnTo>
                    <a:pt x="1354684" y="303376"/>
                  </a:lnTo>
                  <a:lnTo>
                    <a:pt x="1353970" y="303810"/>
                  </a:lnTo>
                  <a:lnTo>
                    <a:pt x="1353970" y="1075452"/>
                  </a:lnTo>
                </a:path>
                <a:path w="1849120" h="1377950">
                  <a:moveTo>
                    <a:pt x="1435092" y="1026542"/>
                  </a:moveTo>
                  <a:lnTo>
                    <a:pt x="1435092" y="254900"/>
                  </a:lnTo>
                  <a:lnTo>
                    <a:pt x="1434371" y="255326"/>
                  </a:lnTo>
                  <a:lnTo>
                    <a:pt x="1434371" y="1026968"/>
                  </a:lnTo>
                </a:path>
                <a:path w="1849120" h="1377950">
                  <a:moveTo>
                    <a:pt x="1321317" y="1088429"/>
                  </a:moveTo>
                  <a:lnTo>
                    <a:pt x="1321317" y="316786"/>
                  </a:lnTo>
                  <a:lnTo>
                    <a:pt x="1303136" y="327754"/>
                  </a:lnTo>
                </a:path>
                <a:path w="1849120" h="1377950">
                  <a:moveTo>
                    <a:pt x="1327661" y="313932"/>
                  </a:moveTo>
                  <a:lnTo>
                    <a:pt x="1322635" y="316957"/>
                  </a:lnTo>
                  <a:lnTo>
                    <a:pt x="1322635" y="1088599"/>
                  </a:lnTo>
                </a:path>
                <a:path w="1849120" h="1377950">
                  <a:moveTo>
                    <a:pt x="1359547" y="300444"/>
                  </a:moveTo>
                  <a:lnTo>
                    <a:pt x="1360268" y="300010"/>
                  </a:lnTo>
                </a:path>
                <a:path w="1849120" h="1377950">
                  <a:moveTo>
                    <a:pt x="1383537" y="280239"/>
                  </a:moveTo>
                  <a:lnTo>
                    <a:pt x="1378511" y="283264"/>
                  </a:lnTo>
                </a:path>
                <a:path w="1849120" h="1377950">
                  <a:moveTo>
                    <a:pt x="1408062" y="265448"/>
                  </a:moveTo>
                  <a:lnTo>
                    <a:pt x="1403036" y="268481"/>
                  </a:lnTo>
                  <a:lnTo>
                    <a:pt x="1403036" y="1040123"/>
                  </a:lnTo>
                </a:path>
                <a:path w="1849120" h="1377950">
                  <a:moveTo>
                    <a:pt x="1425234" y="1025774"/>
                  </a:moveTo>
                  <a:lnTo>
                    <a:pt x="1425234" y="254132"/>
                  </a:lnTo>
                  <a:lnTo>
                    <a:pt x="1408062" y="264486"/>
                  </a:lnTo>
                </a:path>
                <a:path w="1849120" h="1377950">
                  <a:moveTo>
                    <a:pt x="1425234" y="254132"/>
                  </a:moveTo>
                  <a:lnTo>
                    <a:pt x="1434371" y="255326"/>
                  </a:lnTo>
                </a:path>
                <a:path w="1849120" h="1377950">
                  <a:moveTo>
                    <a:pt x="1303136" y="328715"/>
                  </a:moveTo>
                  <a:lnTo>
                    <a:pt x="1298110" y="331748"/>
                  </a:lnTo>
                  <a:lnTo>
                    <a:pt x="1298110" y="1103390"/>
                  </a:lnTo>
                </a:path>
                <a:path w="1849120" h="1377950">
                  <a:moveTo>
                    <a:pt x="1344833" y="1074250"/>
                  </a:moveTo>
                  <a:lnTo>
                    <a:pt x="1344833" y="302608"/>
                  </a:lnTo>
                  <a:lnTo>
                    <a:pt x="1327661" y="312963"/>
                  </a:lnTo>
                </a:path>
                <a:path w="1849120" h="1377950">
                  <a:moveTo>
                    <a:pt x="1356731" y="1075290"/>
                  </a:moveTo>
                  <a:lnTo>
                    <a:pt x="1356731" y="303647"/>
                  </a:lnTo>
                  <a:lnTo>
                    <a:pt x="1354684" y="303376"/>
                  </a:lnTo>
                </a:path>
                <a:path w="1849120" h="1377950">
                  <a:moveTo>
                    <a:pt x="1377200" y="283093"/>
                  </a:moveTo>
                  <a:lnTo>
                    <a:pt x="1360276" y="293301"/>
                  </a:lnTo>
                </a:path>
                <a:path w="1849120" h="1377950">
                  <a:moveTo>
                    <a:pt x="1401725" y="1039952"/>
                  </a:moveTo>
                  <a:lnTo>
                    <a:pt x="1401725" y="268310"/>
                  </a:lnTo>
                  <a:lnTo>
                    <a:pt x="1383545" y="279270"/>
                  </a:lnTo>
                </a:path>
                <a:path w="1849120" h="1377950">
                  <a:moveTo>
                    <a:pt x="1438544" y="1025960"/>
                  </a:moveTo>
                  <a:lnTo>
                    <a:pt x="1438544" y="254318"/>
                  </a:lnTo>
                  <a:lnTo>
                    <a:pt x="1437140" y="255163"/>
                  </a:lnTo>
                  <a:lnTo>
                    <a:pt x="1437140" y="1026806"/>
                  </a:lnTo>
                </a:path>
                <a:path w="1849120" h="1377950">
                  <a:moveTo>
                    <a:pt x="1439948" y="253472"/>
                  </a:moveTo>
                  <a:lnTo>
                    <a:pt x="1438544" y="254318"/>
                  </a:lnTo>
                </a:path>
                <a:path w="1849120" h="1377950">
                  <a:moveTo>
                    <a:pt x="1435092" y="254900"/>
                  </a:moveTo>
                  <a:lnTo>
                    <a:pt x="1437140" y="255163"/>
                  </a:lnTo>
                </a:path>
                <a:path w="1849120" h="1377950">
                  <a:moveTo>
                    <a:pt x="1359547" y="301949"/>
                  </a:moveTo>
                  <a:lnTo>
                    <a:pt x="1358143" y="302794"/>
                  </a:lnTo>
                  <a:lnTo>
                    <a:pt x="1358143" y="1074436"/>
                  </a:lnTo>
                </a:path>
                <a:path w="1849120" h="1377950">
                  <a:moveTo>
                    <a:pt x="1439956" y="251968"/>
                  </a:moveTo>
                  <a:lnTo>
                    <a:pt x="1440669" y="251533"/>
                  </a:lnTo>
                </a:path>
                <a:path w="1849120" h="1377950">
                  <a:moveTo>
                    <a:pt x="1296791" y="1103212"/>
                  </a:moveTo>
                  <a:lnTo>
                    <a:pt x="1296791" y="331570"/>
                  </a:lnTo>
                  <a:lnTo>
                    <a:pt x="1279867" y="341777"/>
                  </a:lnTo>
                </a:path>
                <a:path w="1849120" h="1377950">
                  <a:moveTo>
                    <a:pt x="1356731" y="303647"/>
                  </a:moveTo>
                  <a:lnTo>
                    <a:pt x="1358143" y="302794"/>
                  </a:lnTo>
                </a:path>
                <a:path w="1849120" h="1377950">
                  <a:moveTo>
                    <a:pt x="1344833" y="302608"/>
                  </a:moveTo>
                  <a:lnTo>
                    <a:pt x="1353970" y="303810"/>
                  </a:lnTo>
                </a:path>
                <a:path w="1849120" h="1377950">
                  <a:moveTo>
                    <a:pt x="1296791" y="331570"/>
                  </a:moveTo>
                  <a:lnTo>
                    <a:pt x="1298110" y="331748"/>
                  </a:lnTo>
                </a:path>
                <a:path w="1849120" h="1377950">
                  <a:moveTo>
                    <a:pt x="1321317" y="316786"/>
                  </a:moveTo>
                  <a:lnTo>
                    <a:pt x="1322635" y="316957"/>
                  </a:lnTo>
                </a:path>
                <a:path w="1849120" h="1377950">
                  <a:moveTo>
                    <a:pt x="1401725" y="268310"/>
                  </a:moveTo>
                  <a:lnTo>
                    <a:pt x="1403036" y="268481"/>
                  </a:lnTo>
                </a:path>
                <a:path w="1849120" h="1377950">
                  <a:moveTo>
                    <a:pt x="1488471" y="216972"/>
                  </a:moveTo>
                  <a:lnTo>
                    <a:pt x="1483445" y="220004"/>
                  </a:lnTo>
                </a:path>
                <a:path w="1849120" h="1377950">
                  <a:moveTo>
                    <a:pt x="1463946" y="231755"/>
                  </a:moveTo>
                  <a:lnTo>
                    <a:pt x="1458920" y="234788"/>
                  </a:lnTo>
                </a:path>
                <a:path w="1849120" h="1377950">
                  <a:moveTo>
                    <a:pt x="1505643" y="977298"/>
                  </a:moveTo>
                  <a:lnTo>
                    <a:pt x="1505643" y="205655"/>
                  </a:lnTo>
                  <a:lnTo>
                    <a:pt x="1488471" y="216010"/>
                  </a:lnTo>
                </a:path>
                <a:path w="1849120" h="1377950">
                  <a:moveTo>
                    <a:pt x="1517231" y="978290"/>
                  </a:moveTo>
                  <a:lnTo>
                    <a:pt x="1517231" y="206648"/>
                  </a:lnTo>
                  <a:lnTo>
                    <a:pt x="1516517" y="207075"/>
                  </a:lnTo>
                  <a:lnTo>
                    <a:pt x="1516517" y="978717"/>
                  </a:lnTo>
                </a:path>
                <a:path w="1849120" h="1377950">
                  <a:moveTo>
                    <a:pt x="1519278" y="978554"/>
                  </a:moveTo>
                  <a:lnTo>
                    <a:pt x="1519278" y="206912"/>
                  </a:lnTo>
                  <a:lnTo>
                    <a:pt x="1517231" y="206648"/>
                  </a:lnTo>
                </a:path>
                <a:path w="1849120" h="1377950">
                  <a:moveTo>
                    <a:pt x="1482134" y="219826"/>
                  </a:moveTo>
                  <a:lnTo>
                    <a:pt x="1463946" y="230793"/>
                  </a:lnTo>
                </a:path>
                <a:path w="1849120" h="1377950">
                  <a:moveTo>
                    <a:pt x="1505643" y="205655"/>
                  </a:moveTo>
                  <a:lnTo>
                    <a:pt x="1516517" y="207075"/>
                  </a:lnTo>
                </a:path>
                <a:path w="1849120" h="1377950">
                  <a:moveTo>
                    <a:pt x="1457609" y="234617"/>
                  </a:moveTo>
                  <a:lnTo>
                    <a:pt x="1440677" y="244824"/>
                  </a:lnTo>
                </a:path>
                <a:path w="1849120" h="1377950">
                  <a:moveTo>
                    <a:pt x="1523063" y="203127"/>
                  </a:moveTo>
                  <a:lnTo>
                    <a:pt x="1523785" y="202693"/>
                  </a:lnTo>
                </a:path>
                <a:path w="1849120" h="1377950">
                  <a:moveTo>
                    <a:pt x="1525863" y="194735"/>
                  </a:moveTo>
                  <a:lnTo>
                    <a:pt x="1523792" y="195983"/>
                  </a:lnTo>
                </a:path>
                <a:path w="1849120" h="1377950">
                  <a:moveTo>
                    <a:pt x="1222727" y="377192"/>
                  </a:moveTo>
                  <a:lnTo>
                    <a:pt x="1217701" y="380224"/>
                  </a:lnTo>
                  <a:lnTo>
                    <a:pt x="1216391" y="380054"/>
                  </a:lnTo>
                  <a:lnTo>
                    <a:pt x="1205516" y="386608"/>
                  </a:lnTo>
                </a:path>
                <a:path w="1849120" h="1377950">
                  <a:moveTo>
                    <a:pt x="1279138" y="350425"/>
                  </a:moveTo>
                  <a:lnTo>
                    <a:pt x="1277734" y="351278"/>
                  </a:lnTo>
                </a:path>
                <a:path w="1849120" h="1377950">
                  <a:moveTo>
                    <a:pt x="1242227" y="365441"/>
                  </a:moveTo>
                  <a:lnTo>
                    <a:pt x="1240916" y="365263"/>
                  </a:lnTo>
                  <a:lnTo>
                    <a:pt x="1222727" y="376230"/>
                  </a:lnTo>
                </a:path>
                <a:path w="1849120" h="1377950">
                  <a:moveTo>
                    <a:pt x="1264425" y="351092"/>
                  </a:moveTo>
                  <a:lnTo>
                    <a:pt x="1247253" y="361447"/>
                  </a:lnTo>
                </a:path>
                <a:path w="1849120" h="1377950">
                  <a:moveTo>
                    <a:pt x="1276331" y="352124"/>
                  </a:moveTo>
                  <a:lnTo>
                    <a:pt x="1277734" y="351278"/>
                  </a:lnTo>
                </a:path>
                <a:path w="1849120" h="1377950">
                  <a:moveTo>
                    <a:pt x="1247253" y="362408"/>
                  </a:moveTo>
                  <a:lnTo>
                    <a:pt x="1242227" y="365441"/>
                  </a:lnTo>
                </a:path>
                <a:path w="1849120" h="1377950">
                  <a:moveTo>
                    <a:pt x="1204648" y="385855"/>
                  </a:moveTo>
                  <a:lnTo>
                    <a:pt x="1205516" y="386608"/>
                  </a:lnTo>
                  <a:lnTo>
                    <a:pt x="1205516" y="1158250"/>
                  </a:lnTo>
                </a:path>
                <a:path w="1849120" h="1377950">
                  <a:moveTo>
                    <a:pt x="62639" y="622784"/>
                  </a:moveTo>
                  <a:lnTo>
                    <a:pt x="63352" y="622350"/>
                  </a:lnTo>
                </a:path>
                <a:path w="1849120" h="1377950">
                  <a:moveTo>
                    <a:pt x="138014" y="1348936"/>
                  </a:moveTo>
                  <a:lnTo>
                    <a:pt x="138014" y="577093"/>
                  </a:lnTo>
                  <a:lnTo>
                    <a:pt x="137292" y="577527"/>
                  </a:lnTo>
                  <a:lnTo>
                    <a:pt x="137292" y="1349371"/>
                  </a:lnTo>
                </a:path>
                <a:path w="1849120" h="1377950">
                  <a:moveTo>
                    <a:pt x="218236" y="1300305"/>
                  </a:moveTo>
                  <a:lnTo>
                    <a:pt x="218236" y="528453"/>
                  </a:lnTo>
                  <a:lnTo>
                    <a:pt x="217515" y="528888"/>
                  </a:lnTo>
                  <a:lnTo>
                    <a:pt x="217515" y="1300739"/>
                  </a:lnTo>
                </a:path>
                <a:path w="1849120" h="1377950">
                  <a:moveTo>
                    <a:pt x="104693" y="1362417"/>
                  </a:moveTo>
                  <a:lnTo>
                    <a:pt x="104693" y="590565"/>
                  </a:lnTo>
                  <a:lnTo>
                    <a:pt x="86551" y="601563"/>
                  </a:lnTo>
                </a:path>
                <a:path w="1849120" h="1377950">
                  <a:moveTo>
                    <a:pt x="111022" y="587695"/>
                  </a:moveTo>
                  <a:lnTo>
                    <a:pt x="106011" y="590736"/>
                  </a:lnTo>
                  <a:lnTo>
                    <a:pt x="106011" y="1362587"/>
                  </a:lnTo>
                </a:path>
                <a:path w="1849120" h="1377950">
                  <a:moveTo>
                    <a:pt x="142861" y="574153"/>
                  </a:moveTo>
                  <a:lnTo>
                    <a:pt x="143575" y="573719"/>
                  </a:lnTo>
                </a:path>
                <a:path w="1849120" h="1377950">
                  <a:moveTo>
                    <a:pt x="166774" y="553894"/>
                  </a:moveTo>
                  <a:lnTo>
                    <a:pt x="161763" y="556934"/>
                  </a:lnTo>
                </a:path>
                <a:path w="1849120" h="1377950">
                  <a:moveTo>
                    <a:pt x="191244" y="539064"/>
                  </a:moveTo>
                  <a:lnTo>
                    <a:pt x="186234" y="542104"/>
                  </a:lnTo>
                  <a:lnTo>
                    <a:pt x="186234" y="1313948"/>
                  </a:lnTo>
                </a:path>
                <a:path w="1849120" h="1377950">
                  <a:moveTo>
                    <a:pt x="208378" y="1299560"/>
                  </a:moveTo>
                  <a:lnTo>
                    <a:pt x="208378" y="527709"/>
                  </a:lnTo>
                  <a:lnTo>
                    <a:pt x="191244" y="538094"/>
                  </a:lnTo>
                </a:path>
                <a:path w="1849120" h="1377950">
                  <a:moveTo>
                    <a:pt x="208378" y="527709"/>
                  </a:moveTo>
                  <a:lnTo>
                    <a:pt x="217515" y="528888"/>
                  </a:lnTo>
                </a:path>
                <a:path w="1849120" h="1377950">
                  <a:moveTo>
                    <a:pt x="86551" y="602533"/>
                  </a:moveTo>
                  <a:lnTo>
                    <a:pt x="81541" y="605573"/>
                  </a:lnTo>
                  <a:lnTo>
                    <a:pt x="81541" y="1377417"/>
                  </a:lnTo>
                </a:path>
                <a:path w="1849120" h="1377950">
                  <a:moveTo>
                    <a:pt x="128155" y="1348192"/>
                  </a:moveTo>
                  <a:lnTo>
                    <a:pt x="128155" y="576348"/>
                  </a:lnTo>
                  <a:lnTo>
                    <a:pt x="111022" y="586734"/>
                  </a:lnTo>
                </a:path>
                <a:path w="1849120" h="1377950">
                  <a:moveTo>
                    <a:pt x="140061" y="1349200"/>
                  </a:moveTo>
                  <a:lnTo>
                    <a:pt x="140061" y="577356"/>
                  </a:lnTo>
                  <a:lnTo>
                    <a:pt x="138014" y="577093"/>
                  </a:lnTo>
                </a:path>
                <a:path w="1849120" h="1377950">
                  <a:moveTo>
                    <a:pt x="160452" y="556764"/>
                  </a:moveTo>
                  <a:lnTo>
                    <a:pt x="143559" y="567002"/>
                  </a:lnTo>
                </a:path>
                <a:path w="1849120" h="1377950">
                  <a:moveTo>
                    <a:pt x="184915" y="1313778"/>
                  </a:moveTo>
                  <a:lnTo>
                    <a:pt x="184915" y="541934"/>
                  </a:lnTo>
                  <a:lnTo>
                    <a:pt x="166774" y="552932"/>
                  </a:lnTo>
                </a:path>
                <a:path w="1849120" h="1377950">
                  <a:moveTo>
                    <a:pt x="221688" y="1299716"/>
                  </a:moveTo>
                  <a:lnTo>
                    <a:pt x="221688" y="527872"/>
                  </a:lnTo>
                  <a:lnTo>
                    <a:pt x="220284" y="528717"/>
                  </a:lnTo>
                  <a:lnTo>
                    <a:pt x="220284" y="1300569"/>
                  </a:lnTo>
                </a:path>
                <a:path w="1849120" h="1377950">
                  <a:moveTo>
                    <a:pt x="223084" y="527019"/>
                  </a:moveTo>
                  <a:lnTo>
                    <a:pt x="221688" y="527872"/>
                  </a:lnTo>
                </a:path>
                <a:path w="1849120" h="1377950">
                  <a:moveTo>
                    <a:pt x="218236" y="528453"/>
                  </a:moveTo>
                  <a:lnTo>
                    <a:pt x="220284" y="528717"/>
                  </a:lnTo>
                </a:path>
                <a:path w="1849120" h="1377950">
                  <a:moveTo>
                    <a:pt x="142861" y="575658"/>
                  </a:moveTo>
                  <a:lnTo>
                    <a:pt x="141465" y="576503"/>
                  </a:lnTo>
                  <a:lnTo>
                    <a:pt x="141465" y="1348355"/>
                  </a:lnTo>
                </a:path>
                <a:path w="1849120" h="1377950">
                  <a:moveTo>
                    <a:pt x="223084" y="525514"/>
                  </a:moveTo>
                  <a:lnTo>
                    <a:pt x="223797" y="525079"/>
                  </a:lnTo>
                </a:path>
                <a:path w="1849120" h="1377950">
                  <a:moveTo>
                    <a:pt x="80222" y="1377254"/>
                  </a:moveTo>
                  <a:lnTo>
                    <a:pt x="80222" y="605403"/>
                  </a:lnTo>
                  <a:lnTo>
                    <a:pt x="63337" y="615641"/>
                  </a:lnTo>
                </a:path>
                <a:path w="1849120" h="1377950">
                  <a:moveTo>
                    <a:pt x="140061" y="577356"/>
                  </a:moveTo>
                  <a:lnTo>
                    <a:pt x="141465" y="576503"/>
                  </a:lnTo>
                </a:path>
                <a:path w="1849120" h="1377950">
                  <a:moveTo>
                    <a:pt x="128155" y="576348"/>
                  </a:moveTo>
                  <a:lnTo>
                    <a:pt x="137292" y="577527"/>
                  </a:lnTo>
                </a:path>
                <a:path w="1849120" h="1377950">
                  <a:moveTo>
                    <a:pt x="80222" y="605403"/>
                  </a:moveTo>
                  <a:lnTo>
                    <a:pt x="81541" y="605573"/>
                  </a:lnTo>
                </a:path>
                <a:path w="1849120" h="1377950">
                  <a:moveTo>
                    <a:pt x="104693" y="590565"/>
                  </a:moveTo>
                  <a:lnTo>
                    <a:pt x="106011" y="590736"/>
                  </a:lnTo>
                </a:path>
                <a:path w="1849120" h="1377950">
                  <a:moveTo>
                    <a:pt x="184915" y="541934"/>
                  </a:moveTo>
                  <a:lnTo>
                    <a:pt x="186234" y="542104"/>
                  </a:lnTo>
                </a:path>
                <a:path w="1849120" h="1377950">
                  <a:moveTo>
                    <a:pt x="271467" y="490425"/>
                  </a:moveTo>
                  <a:lnTo>
                    <a:pt x="266456" y="493465"/>
                  </a:lnTo>
                </a:path>
                <a:path w="1849120" h="1377950">
                  <a:moveTo>
                    <a:pt x="247004" y="505255"/>
                  </a:moveTo>
                  <a:lnTo>
                    <a:pt x="241986" y="508295"/>
                  </a:lnTo>
                </a:path>
                <a:path w="1849120" h="1377950">
                  <a:moveTo>
                    <a:pt x="288600" y="1250921"/>
                  </a:moveTo>
                  <a:lnTo>
                    <a:pt x="288600" y="479070"/>
                  </a:lnTo>
                  <a:lnTo>
                    <a:pt x="271467" y="489463"/>
                  </a:lnTo>
                </a:path>
                <a:path w="1849120" h="1377950">
                  <a:moveTo>
                    <a:pt x="300188" y="1251891"/>
                  </a:moveTo>
                  <a:lnTo>
                    <a:pt x="300188" y="480039"/>
                  </a:lnTo>
                  <a:lnTo>
                    <a:pt x="299475" y="480474"/>
                  </a:lnTo>
                  <a:lnTo>
                    <a:pt x="299475" y="1252325"/>
                  </a:lnTo>
                </a:path>
                <a:path w="1849120" h="1377950">
                  <a:moveTo>
                    <a:pt x="302244" y="1252154"/>
                  </a:moveTo>
                  <a:lnTo>
                    <a:pt x="302244" y="480303"/>
                  </a:lnTo>
                  <a:lnTo>
                    <a:pt x="300188" y="480039"/>
                  </a:lnTo>
                </a:path>
                <a:path w="1849120" h="1377950">
                  <a:moveTo>
                    <a:pt x="265138" y="493295"/>
                  </a:moveTo>
                  <a:lnTo>
                    <a:pt x="246996" y="504293"/>
                  </a:lnTo>
                </a:path>
                <a:path w="1849120" h="1377950">
                  <a:moveTo>
                    <a:pt x="288600" y="479070"/>
                  </a:moveTo>
                  <a:lnTo>
                    <a:pt x="299475" y="480474"/>
                  </a:lnTo>
                </a:path>
                <a:path w="1849120" h="1377950">
                  <a:moveTo>
                    <a:pt x="240675" y="508132"/>
                  </a:moveTo>
                  <a:lnTo>
                    <a:pt x="223782" y="518370"/>
                  </a:lnTo>
                </a:path>
                <a:path w="1849120" h="1377950">
                  <a:moveTo>
                    <a:pt x="306013" y="476510"/>
                  </a:moveTo>
                  <a:lnTo>
                    <a:pt x="306727" y="476076"/>
                  </a:lnTo>
                </a:path>
                <a:path w="1849120" h="1377950">
                  <a:moveTo>
                    <a:pt x="308782" y="468110"/>
                  </a:moveTo>
                  <a:lnTo>
                    <a:pt x="306711" y="469367"/>
                  </a:lnTo>
                </a:path>
                <a:path w="1849120" h="1377950">
                  <a:moveTo>
                    <a:pt x="0" y="654042"/>
                  </a:moveTo>
                  <a:lnTo>
                    <a:pt x="1318" y="654205"/>
                  </a:lnTo>
                  <a:lnTo>
                    <a:pt x="6329" y="651172"/>
                  </a:lnTo>
                </a:path>
                <a:path w="1849120" h="1377950">
                  <a:moveTo>
                    <a:pt x="62639" y="624289"/>
                  </a:moveTo>
                  <a:lnTo>
                    <a:pt x="61235" y="625142"/>
                  </a:lnTo>
                </a:path>
                <a:path w="1849120" h="1377950">
                  <a:moveTo>
                    <a:pt x="25781" y="639375"/>
                  </a:moveTo>
                  <a:lnTo>
                    <a:pt x="24470" y="639204"/>
                  </a:lnTo>
                  <a:lnTo>
                    <a:pt x="6329" y="650203"/>
                  </a:lnTo>
                </a:path>
                <a:path w="1849120" h="1377950">
                  <a:moveTo>
                    <a:pt x="47925" y="624979"/>
                  </a:moveTo>
                  <a:lnTo>
                    <a:pt x="30792" y="635373"/>
                  </a:lnTo>
                </a:path>
                <a:path w="1849120" h="1377950">
                  <a:moveTo>
                    <a:pt x="59839" y="625996"/>
                  </a:moveTo>
                  <a:lnTo>
                    <a:pt x="61235" y="625142"/>
                  </a:lnTo>
                </a:path>
                <a:path w="1849120" h="1377950">
                  <a:moveTo>
                    <a:pt x="30799" y="636335"/>
                  </a:moveTo>
                  <a:lnTo>
                    <a:pt x="25781" y="63937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5400408" y="3486776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15"/>
                  </a:lnTo>
                  <a:lnTo>
                    <a:pt x="3886" y="152615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24" y="97269"/>
                  </a:moveTo>
                  <a:lnTo>
                    <a:pt x="80225" y="97269"/>
                  </a:lnTo>
                  <a:lnTo>
                    <a:pt x="80225" y="103987"/>
                  </a:lnTo>
                  <a:lnTo>
                    <a:pt x="84124" y="103987"/>
                  </a:lnTo>
                  <a:lnTo>
                    <a:pt x="84124" y="97269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51" y="48641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65" y="0"/>
                  </a:lnTo>
                  <a:lnTo>
                    <a:pt x="240665" y="6705"/>
                  </a:lnTo>
                  <a:lnTo>
                    <a:pt x="244563" y="6705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4453856" y="4023062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9" y="154674"/>
                  </a:moveTo>
                  <a:lnTo>
                    <a:pt x="63352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82"/>
                  </a:lnTo>
                  <a:lnTo>
                    <a:pt x="137292" y="109416"/>
                  </a:lnTo>
                  <a:lnTo>
                    <a:pt x="137292" y="881260"/>
                  </a:lnTo>
                </a:path>
                <a:path w="309245" h="909320">
                  <a:moveTo>
                    <a:pt x="218236" y="832187"/>
                  </a:moveTo>
                  <a:lnTo>
                    <a:pt x="218236" y="60343"/>
                  </a:lnTo>
                  <a:lnTo>
                    <a:pt x="217515" y="60777"/>
                  </a:lnTo>
                  <a:lnTo>
                    <a:pt x="217515" y="832621"/>
                  </a:lnTo>
                </a:path>
                <a:path w="309245" h="909320">
                  <a:moveTo>
                    <a:pt x="104693" y="894306"/>
                  </a:moveTo>
                  <a:lnTo>
                    <a:pt x="104693" y="122455"/>
                  </a:lnTo>
                  <a:lnTo>
                    <a:pt x="86551" y="133453"/>
                  </a:lnTo>
                </a:path>
                <a:path w="309245" h="909320">
                  <a:moveTo>
                    <a:pt x="111022" y="119585"/>
                  </a:moveTo>
                  <a:lnTo>
                    <a:pt x="106004" y="122625"/>
                  </a:lnTo>
                  <a:lnTo>
                    <a:pt x="106004" y="894477"/>
                  </a:lnTo>
                </a:path>
                <a:path w="309245" h="909320">
                  <a:moveTo>
                    <a:pt x="142861" y="106035"/>
                  </a:moveTo>
                  <a:lnTo>
                    <a:pt x="143575" y="105608"/>
                  </a:lnTo>
                </a:path>
                <a:path w="309245" h="909320">
                  <a:moveTo>
                    <a:pt x="166774" y="85783"/>
                  </a:moveTo>
                  <a:lnTo>
                    <a:pt x="161763" y="88824"/>
                  </a:lnTo>
                </a:path>
                <a:path w="309245" h="909320">
                  <a:moveTo>
                    <a:pt x="191244" y="70946"/>
                  </a:moveTo>
                  <a:lnTo>
                    <a:pt x="186234" y="73986"/>
                  </a:lnTo>
                  <a:lnTo>
                    <a:pt x="186234" y="845838"/>
                  </a:lnTo>
                </a:path>
                <a:path w="309245" h="909320">
                  <a:moveTo>
                    <a:pt x="208378" y="831442"/>
                  </a:moveTo>
                  <a:lnTo>
                    <a:pt x="208378" y="59598"/>
                  </a:lnTo>
                  <a:lnTo>
                    <a:pt x="191244" y="69984"/>
                  </a:lnTo>
                </a:path>
                <a:path w="309245" h="909320">
                  <a:moveTo>
                    <a:pt x="208378" y="59598"/>
                  </a:moveTo>
                  <a:lnTo>
                    <a:pt x="217515" y="60777"/>
                  </a:lnTo>
                </a:path>
                <a:path w="309245" h="909320">
                  <a:moveTo>
                    <a:pt x="86551" y="134422"/>
                  </a:moveTo>
                  <a:lnTo>
                    <a:pt x="81541" y="137463"/>
                  </a:lnTo>
                  <a:lnTo>
                    <a:pt x="81541" y="909307"/>
                  </a:lnTo>
                </a:path>
                <a:path w="309245" h="909320">
                  <a:moveTo>
                    <a:pt x="128155" y="880081"/>
                  </a:moveTo>
                  <a:lnTo>
                    <a:pt x="128155" y="108230"/>
                  </a:lnTo>
                  <a:lnTo>
                    <a:pt x="111022" y="118623"/>
                  </a:lnTo>
                </a:path>
                <a:path w="309245" h="909320">
                  <a:moveTo>
                    <a:pt x="140061" y="881090"/>
                  </a:moveTo>
                  <a:lnTo>
                    <a:pt x="140061" y="109246"/>
                  </a:lnTo>
                  <a:lnTo>
                    <a:pt x="138006" y="108982"/>
                  </a:lnTo>
                </a:path>
                <a:path w="309245" h="909320">
                  <a:moveTo>
                    <a:pt x="160452" y="88653"/>
                  </a:moveTo>
                  <a:lnTo>
                    <a:pt x="143559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23"/>
                  </a:lnTo>
                  <a:lnTo>
                    <a:pt x="166774" y="84821"/>
                  </a:lnTo>
                </a:path>
                <a:path w="309245" h="909320">
                  <a:moveTo>
                    <a:pt x="221688" y="831605"/>
                  </a:moveTo>
                  <a:lnTo>
                    <a:pt x="221688" y="59753"/>
                  </a:lnTo>
                  <a:lnTo>
                    <a:pt x="220284" y="60607"/>
                  </a:lnTo>
                  <a:lnTo>
                    <a:pt x="220284" y="832458"/>
                  </a:lnTo>
                </a:path>
                <a:path w="309245" h="909320">
                  <a:moveTo>
                    <a:pt x="223084" y="58908"/>
                  </a:moveTo>
                  <a:lnTo>
                    <a:pt x="221688" y="59753"/>
                  </a:lnTo>
                </a:path>
                <a:path w="309245" h="909320">
                  <a:moveTo>
                    <a:pt x="218236" y="60343"/>
                  </a:moveTo>
                  <a:lnTo>
                    <a:pt x="220284" y="60607"/>
                  </a:lnTo>
                </a:path>
                <a:path w="309245" h="909320">
                  <a:moveTo>
                    <a:pt x="142861" y="107547"/>
                  </a:moveTo>
                  <a:lnTo>
                    <a:pt x="141465" y="108393"/>
                  </a:lnTo>
                  <a:lnTo>
                    <a:pt x="141465" y="880244"/>
                  </a:lnTo>
                </a:path>
                <a:path w="309245" h="909320">
                  <a:moveTo>
                    <a:pt x="223084" y="57403"/>
                  </a:moveTo>
                  <a:lnTo>
                    <a:pt x="223797" y="56969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92"/>
                  </a:lnTo>
                  <a:lnTo>
                    <a:pt x="63337" y="147530"/>
                  </a:lnTo>
                </a:path>
                <a:path w="309245" h="909320">
                  <a:moveTo>
                    <a:pt x="140061" y="109246"/>
                  </a:moveTo>
                  <a:lnTo>
                    <a:pt x="141465" y="108393"/>
                  </a:lnTo>
                </a:path>
                <a:path w="309245" h="909320">
                  <a:moveTo>
                    <a:pt x="128155" y="108230"/>
                  </a:moveTo>
                  <a:lnTo>
                    <a:pt x="137292" y="109416"/>
                  </a:lnTo>
                </a:path>
                <a:path w="309245" h="909320">
                  <a:moveTo>
                    <a:pt x="80222" y="137292"/>
                  </a:moveTo>
                  <a:lnTo>
                    <a:pt x="81541" y="137463"/>
                  </a:lnTo>
                </a:path>
                <a:path w="309245" h="909320">
                  <a:moveTo>
                    <a:pt x="104693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23"/>
                  </a:moveTo>
                  <a:lnTo>
                    <a:pt x="186234" y="73986"/>
                  </a:lnTo>
                </a:path>
                <a:path w="309245" h="909320">
                  <a:moveTo>
                    <a:pt x="271467" y="22314"/>
                  </a:moveTo>
                  <a:lnTo>
                    <a:pt x="266456" y="25355"/>
                  </a:lnTo>
                </a:path>
                <a:path w="309245" h="909320">
                  <a:moveTo>
                    <a:pt x="247004" y="37144"/>
                  </a:moveTo>
                  <a:lnTo>
                    <a:pt x="241986" y="40184"/>
                  </a:lnTo>
                </a:path>
                <a:path w="309245" h="909320">
                  <a:moveTo>
                    <a:pt x="288600" y="782811"/>
                  </a:moveTo>
                  <a:lnTo>
                    <a:pt x="288600" y="10959"/>
                  </a:lnTo>
                  <a:lnTo>
                    <a:pt x="271467" y="21345"/>
                  </a:lnTo>
                </a:path>
                <a:path w="309245" h="909320">
                  <a:moveTo>
                    <a:pt x="300188" y="783780"/>
                  </a:moveTo>
                  <a:lnTo>
                    <a:pt x="300188" y="11929"/>
                  </a:lnTo>
                  <a:lnTo>
                    <a:pt x="299475" y="12363"/>
                  </a:lnTo>
                  <a:lnTo>
                    <a:pt x="299475" y="784214"/>
                  </a:lnTo>
                </a:path>
                <a:path w="309245" h="909320">
                  <a:moveTo>
                    <a:pt x="302244" y="784044"/>
                  </a:moveTo>
                  <a:lnTo>
                    <a:pt x="302244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84"/>
                  </a:moveTo>
                  <a:lnTo>
                    <a:pt x="246996" y="36182"/>
                  </a:lnTo>
                </a:path>
                <a:path w="309245" h="909320">
                  <a:moveTo>
                    <a:pt x="288600" y="10959"/>
                  </a:moveTo>
                  <a:lnTo>
                    <a:pt x="299475" y="12363"/>
                  </a:lnTo>
                </a:path>
                <a:path w="309245" h="909320">
                  <a:moveTo>
                    <a:pt x="240675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13" y="8399"/>
                  </a:moveTo>
                  <a:lnTo>
                    <a:pt x="306727" y="7965"/>
                  </a:lnTo>
                </a:path>
                <a:path w="309245" h="909320">
                  <a:moveTo>
                    <a:pt x="308782" y="0"/>
                  </a:moveTo>
                  <a:lnTo>
                    <a:pt x="306711" y="1256"/>
                  </a:lnTo>
                </a:path>
                <a:path w="309245" h="909320">
                  <a:moveTo>
                    <a:pt x="0" y="185924"/>
                  </a:moveTo>
                  <a:lnTo>
                    <a:pt x="1318" y="186094"/>
                  </a:lnTo>
                  <a:lnTo>
                    <a:pt x="6329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32"/>
                  </a:lnTo>
                </a:path>
                <a:path w="309245" h="909320">
                  <a:moveTo>
                    <a:pt x="25781" y="171264"/>
                  </a:moveTo>
                  <a:lnTo>
                    <a:pt x="24470" y="171094"/>
                  </a:lnTo>
                  <a:lnTo>
                    <a:pt x="6329" y="182092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9" y="157877"/>
                  </a:moveTo>
                  <a:lnTo>
                    <a:pt x="61235" y="157032"/>
                  </a:lnTo>
                </a:path>
                <a:path w="309245" h="909320">
                  <a:moveTo>
                    <a:pt x="30799" y="168224"/>
                  </a:moveTo>
                  <a:lnTo>
                    <a:pt x="25781" y="17126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4433671" y="4072868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15"/>
                  </a:lnTo>
                  <a:lnTo>
                    <a:pt x="3886" y="152615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12" y="97269"/>
                  </a:moveTo>
                  <a:lnTo>
                    <a:pt x="80225" y="97269"/>
                  </a:lnTo>
                  <a:lnTo>
                    <a:pt x="80225" y="103987"/>
                  </a:lnTo>
                  <a:lnTo>
                    <a:pt x="84112" y="103987"/>
                  </a:lnTo>
                  <a:lnTo>
                    <a:pt x="84112" y="97269"/>
                  </a:lnTo>
                  <a:close/>
                </a:path>
                <a:path w="245110" h="153035">
                  <a:moveTo>
                    <a:pt x="164338" y="48628"/>
                  </a:moveTo>
                  <a:lnTo>
                    <a:pt x="160451" y="48628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28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77" y="0"/>
                  </a:lnTo>
                  <a:lnTo>
                    <a:pt x="240677" y="6718"/>
                  </a:lnTo>
                  <a:lnTo>
                    <a:pt x="244563" y="6718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5098351" y="3632335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44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74"/>
                  </a:lnTo>
                  <a:lnTo>
                    <a:pt x="137292" y="109409"/>
                  </a:lnTo>
                  <a:lnTo>
                    <a:pt x="137292" y="881260"/>
                  </a:lnTo>
                </a:path>
                <a:path w="309245" h="909320">
                  <a:moveTo>
                    <a:pt x="218228" y="832187"/>
                  </a:moveTo>
                  <a:lnTo>
                    <a:pt x="218228" y="60335"/>
                  </a:lnTo>
                  <a:lnTo>
                    <a:pt x="217515" y="60769"/>
                  </a:lnTo>
                  <a:lnTo>
                    <a:pt x="217515" y="832621"/>
                  </a:lnTo>
                </a:path>
                <a:path w="309245" h="909320">
                  <a:moveTo>
                    <a:pt x="104685" y="894298"/>
                  </a:moveTo>
                  <a:lnTo>
                    <a:pt x="104685" y="122455"/>
                  </a:lnTo>
                  <a:lnTo>
                    <a:pt x="86543" y="133453"/>
                  </a:lnTo>
                </a:path>
                <a:path w="309245" h="909320">
                  <a:moveTo>
                    <a:pt x="111014" y="119585"/>
                  </a:moveTo>
                  <a:lnTo>
                    <a:pt x="106004" y="122617"/>
                  </a:lnTo>
                  <a:lnTo>
                    <a:pt x="106004" y="894469"/>
                  </a:lnTo>
                </a:path>
                <a:path w="309245" h="909320">
                  <a:moveTo>
                    <a:pt x="142853" y="106035"/>
                  </a:moveTo>
                  <a:lnTo>
                    <a:pt x="143575" y="105600"/>
                  </a:lnTo>
                </a:path>
                <a:path w="309245" h="909320">
                  <a:moveTo>
                    <a:pt x="166774" y="85775"/>
                  </a:moveTo>
                  <a:lnTo>
                    <a:pt x="161755" y="88816"/>
                  </a:lnTo>
                </a:path>
                <a:path w="309245" h="909320">
                  <a:moveTo>
                    <a:pt x="191237" y="70946"/>
                  </a:moveTo>
                  <a:lnTo>
                    <a:pt x="186226" y="73986"/>
                  </a:lnTo>
                  <a:lnTo>
                    <a:pt x="186226" y="845830"/>
                  </a:lnTo>
                </a:path>
                <a:path w="309245" h="909320">
                  <a:moveTo>
                    <a:pt x="208370" y="831442"/>
                  </a:moveTo>
                  <a:lnTo>
                    <a:pt x="208370" y="59590"/>
                  </a:lnTo>
                  <a:lnTo>
                    <a:pt x="191237" y="69984"/>
                  </a:lnTo>
                </a:path>
                <a:path w="309245" h="909320">
                  <a:moveTo>
                    <a:pt x="208370" y="59590"/>
                  </a:moveTo>
                  <a:lnTo>
                    <a:pt x="217515" y="60769"/>
                  </a:lnTo>
                </a:path>
                <a:path w="309245" h="909320">
                  <a:moveTo>
                    <a:pt x="86551" y="134415"/>
                  </a:moveTo>
                  <a:lnTo>
                    <a:pt x="81533" y="137455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0"/>
                  </a:lnTo>
                  <a:lnTo>
                    <a:pt x="111014" y="118615"/>
                  </a:lnTo>
                </a:path>
                <a:path w="309245" h="909320">
                  <a:moveTo>
                    <a:pt x="140053" y="881090"/>
                  </a:moveTo>
                  <a:lnTo>
                    <a:pt x="140053" y="109238"/>
                  </a:lnTo>
                  <a:lnTo>
                    <a:pt x="138006" y="108974"/>
                  </a:lnTo>
                </a:path>
                <a:path w="309245" h="909320">
                  <a:moveTo>
                    <a:pt x="160444" y="88645"/>
                  </a:moveTo>
                  <a:lnTo>
                    <a:pt x="143551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15"/>
                  </a:lnTo>
                  <a:lnTo>
                    <a:pt x="166766" y="84814"/>
                  </a:lnTo>
                </a:path>
                <a:path w="309245" h="909320">
                  <a:moveTo>
                    <a:pt x="221680" y="831597"/>
                  </a:moveTo>
                  <a:lnTo>
                    <a:pt x="221680" y="59753"/>
                  </a:lnTo>
                  <a:lnTo>
                    <a:pt x="220276" y="60599"/>
                  </a:lnTo>
                  <a:lnTo>
                    <a:pt x="220276" y="832450"/>
                  </a:lnTo>
                </a:path>
                <a:path w="309245" h="909320">
                  <a:moveTo>
                    <a:pt x="223084" y="58900"/>
                  </a:moveTo>
                  <a:lnTo>
                    <a:pt x="221680" y="59753"/>
                  </a:lnTo>
                </a:path>
                <a:path w="309245" h="909320">
                  <a:moveTo>
                    <a:pt x="218228" y="60335"/>
                  </a:moveTo>
                  <a:lnTo>
                    <a:pt x="220276" y="60599"/>
                  </a:lnTo>
                </a:path>
                <a:path w="309245" h="909320">
                  <a:moveTo>
                    <a:pt x="142861" y="107539"/>
                  </a:moveTo>
                  <a:lnTo>
                    <a:pt x="141457" y="108393"/>
                  </a:lnTo>
                  <a:lnTo>
                    <a:pt x="141457" y="880236"/>
                  </a:lnTo>
                </a:path>
                <a:path w="309245" h="909320">
                  <a:moveTo>
                    <a:pt x="223076" y="57395"/>
                  </a:moveTo>
                  <a:lnTo>
                    <a:pt x="223797" y="56961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84"/>
                  </a:lnTo>
                  <a:lnTo>
                    <a:pt x="63329" y="147523"/>
                  </a:lnTo>
                </a:path>
                <a:path w="309245" h="909320">
                  <a:moveTo>
                    <a:pt x="140053" y="109238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0"/>
                  </a:moveTo>
                  <a:lnTo>
                    <a:pt x="137292" y="109409"/>
                  </a:lnTo>
                </a:path>
                <a:path w="309245" h="909320">
                  <a:moveTo>
                    <a:pt x="80222" y="137284"/>
                  </a:moveTo>
                  <a:lnTo>
                    <a:pt x="81533" y="137455"/>
                  </a:lnTo>
                </a:path>
                <a:path w="309245" h="909320">
                  <a:moveTo>
                    <a:pt x="104685" y="122455"/>
                  </a:moveTo>
                  <a:lnTo>
                    <a:pt x="106004" y="122617"/>
                  </a:lnTo>
                </a:path>
                <a:path w="309245" h="909320">
                  <a:moveTo>
                    <a:pt x="184915" y="73815"/>
                  </a:moveTo>
                  <a:lnTo>
                    <a:pt x="186226" y="73986"/>
                  </a:lnTo>
                </a:path>
                <a:path w="309245" h="909320">
                  <a:moveTo>
                    <a:pt x="271467" y="22306"/>
                  </a:moveTo>
                  <a:lnTo>
                    <a:pt x="266449" y="25347"/>
                  </a:lnTo>
                </a:path>
                <a:path w="309245" h="909320">
                  <a:moveTo>
                    <a:pt x="246996" y="37144"/>
                  </a:moveTo>
                  <a:lnTo>
                    <a:pt x="241978" y="40184"/>
                  </a:lnTo>
                </a:path>
                <a:path w="309245" h="909320">
                  <a:moveTo>
                    <a:pt x="288593" y="782803"/>
                  </a:moveTo>
                  <a:lnTo>
                    <a:pt x="288593" y="10959"/>
                  </a:lnTo>
                  <a:lnTo>
                    <a:pt x="271459" y="21345"/>
                  </a:lnTo>
                </a:path>
                <a:path w="309245" h="909320">
                  <a:moveTo>
                    <a:pt x="300188" y="783772"/>
                  </a:moveTo>
                  <a:lnTo>
                    <a:pt x="300188" y="11929"/>
                  </a:lnTo>
                  <a:lnTo>
                    <a:pt x="299475" y="12355"/>
                  </a:lnTo>
                  <a:lnTo>
                    <a:pt x="299475" y="784207"/>
                  </a:lnTo>
                </a:path>
                <a:path w="309245" h="909320">
                  <a:moveTo>
                    <a:pt x="302236" y="784036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76"/>
                  </a:moveTo>
                  <a:lnTo>
                    <a:pt x="246996" y="36174"/>
                  </a:lnTo>
                </a:path>
                <a:path w="309245" h="909320">
                  <a:moveTo>
                    <a:pt x="288593" y="10959"/>
                  </a:moveTo>
                  <a:lnTo>
                    <a:pt x="299475" y="12355"/>
                  </a:lnTo>
                </a:path>
                <a:path w="309245" h="909320">
                  <a:moveTo>
                    <a:pt x="240667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05" y="8399"/>
                  </a:moveTo>
                  <a:lnTo>
                    <a:pt x="306719" y="7965"/>
                  </a:lnTo>
                </a:path>
                <a:path w="309245" h="909320">
                  <a:moveTo>
                    <a:pt x="308774" y="0"/>
                  </a:moveTo>
                  <a:lnTo>
                    <a:pt x="306703" y="1248"/>
                  </a:lnTo>
                </a:path>
                <a:path w="309245" h="909320">
                  <a:moveTo>
                    <a:pt x="0" y="185924"/>
                  </a:moveTo>
                  <a:lnTo>
                    <a:pt x="1310" y="186094"/>
                  </a:lnTo>
                  <a:lnTo>
                    <a:pt x="6321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24"/>
                  </a:lnTo>
                </a:path>
                <a:path w="309245" h="909320">
                  <a:moveTo>
                    <a:pt x="25781" y="171257"/>
                  </a:moveTo>
                  <a:lnTo>
                    <a:pt x="24463" y="171086"/>
                  </a:lnTo>
                  <a:lnTo>
                    <a:pt x="6321" y="182084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1" y="157877"/>
                  </a:moveTo>
                  <a:lnTo>
                    <a:pt x="61235" y="157024"/>
                  </a:lnTo>
                </a:path>
                <a:path w="309245" h="909320">
                  <a:moveTo>
                    <a:pt x="30792" y="168216"/>
                  </a:moveTo>
                  <a:lnTo>
                    <a:pt x="25781" y="171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5078158" y="3682140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98" y="145910"/>
                  </a:moveTo>
                  <a:lnTo>
                    <a:pt x="0" y="145910"/>
                  </a:lnTo>
                  <a:lnTo>
                    <a:pt x="0" y="152628"/>
                  </a:lnTo>
                  <a:lnTo>
                    <a:pt x="3898" y="152628"/>
                  </a:lnTo>
                  <a:lnTo>
                    <a:pt x="3898" y="145910"/>
                  </a:lnTo>
                  <a:close/>
                </a:path>
                <a:path w="245110" h="153035">
                  <a:moveTo>
                    <a:pt x="84124" y="97269"/>
                  </a:moveTo>
                  <a:lnTo>
                    <a:pt x="80225" y="97269"/>
                  </a:lnTo>
                  <a:lnTo>
                    <a:pt x="80225" y="103987"/>
                  </a:lnTo>
                  <a:lnTo>
                    <a:pt x="84124" y="103987"/>
                  </a:lnTo>
                  <a:lnTo>
                    <a:pt x="84124" y="97269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51" y="48641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77" y="0"/>
                  </a:lnTo>
                  <a:lnTo>
                    <a:pt x="240677" y="6718"/>
                  </a:lnTo>
                  <a:lnTo>
                    <a:pt x="244563" y="6718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4776104" y="3827699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52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74"/>
                  </a:lnTo>
                  <a:lnTo>
                    <a:pt x="137292" y="109409"/>
                  </a:lnTo>
                  <a:lnTo>
                    <a:pt x="137292" y="881260"/>
                  </a:lnTo>
                </a:path>
                <a:path w="309245" h="909320">
                  <a:moveTo>
                    <a:pt x="218228" y="832187"/>
                  </a:moveTo>
                  <a:lnTo>
                    <a:pt x="218228" y="60343"/>
                  </a:lnTo>
                  <a:lnTo>
                    <a:pt x="217515" y="60777"/>
                  </a:lnTo>
                  <a:lnTo>
                    <a:pt x="217515" y="832621"/>
                  </a:lnTo>
                </a:path>
                <a:path w="309245" h="909320">
                  <a:moveTo>
                    <a:pt x="104693" y="894298"/>
                  </a:moveTo>
                  <a:lnTo>
                    <a:pt x="104693" y="122455"/>
                  </a:lnTo>
                  <a:lnTo>
                    <a:pt x="86551" y="133453"/>
                  </a:lnTo>
                </a:path>
                <a:path w="309245" h="909320">
                  <a:moveTo>
                    <a:pt x="111022" y="119585"/>
                  </a:moveTo>
                  <a:lnTo>
                    <a:pt x="106004" y="122625"/>
                  </a:lnTo>
                  <a:lnTo>
                    <a:pt x="106004" y="894469"/>
                  </a:lnTo>
                </a:path>
                <a:path w="309245" h="909320">
                  <a:moveTo>
                    <a:pt x="142861" y="106035"/>
                  </a:moveTo>
                  <a:lnTo>
                    <a:pt x="143575" y="105600"/>
                  </a:lnTo>
                </a:path>
                <a:path w="309245" h="909320">
                  <a:moveTo>
                    <a:pt x="166774" y="85783"/>
                  </a:moveTo>
                  <a:lnTo>
                    <a:pt x="161763" y="88824"/>
                  </a:lnTo>
                </a:path>
                <a:path w="309245" h="909320">
                  <a:moveTo>
                    <a:pt x="191244" y="70946"/>
                  </a:moveTo>
                  <a:lnTo>
                    <a:pt x="186226" y="73986"/>
                  </a:lnTo>
                  <a:lnTo>
                    <a:pt x="186226" y="845838"/>
                  </a:lnTo>
                </a:path>
                <a:path w="309245" h="909320">
                  <a:moveTo>
                    <a:pt x="208370" y="831442"/>
                  </a:moveTo>
                  <a:lnTo>
                    <a:pt x="208370" y="59598"/>
                  </a:lnTo>
                  <a:lnTo>
                    <a:pt x="191237" y="69984"/>
                  </a:lnTo>
                </a:path>
                <a:path w="309245" h="909320">
                  <a:moveTo>
                    <a:pt x="208370" y="59598"/>
                  </a:moveTo>
                  <a:lnTo>
                    <a:pt x="217515" y="60777"/>
                  </a:lnTo>
                </a:path>
                <a:path w="309245" h="909320">
                  <a:moveTo>
                    <a:pt x="86551" y="134415"/>
                  </a:moveTo>
                  <a:lnTo>
                    <a:pt x="81533" y="137455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0"/>
                  </a:lnTo>
                  <a:lnTo>
                    <a:pt x="111014" y="118615"/>
                  </a:lnTo>
                </a:path>
                <a:path w="309245" h="909320">
                  <a:moveTo>
                    <a:pt x="140053" y="881090"/>
                  </a:moveTo>
                  <a:lnTo>
                    <a:pt x="140053" y="109238"/>
                  </a:lnTo>
                  <a:lnTo>
                    <a:pt x="138006" y="108974"/>
                  </a:lnTo>
                </a:path>
                <a:path w="309245" h="909320">
                  <a:moveTo>
                    <a:pt x="160444" y="88653"/>
                  </a:moveTo>
                  <a:lnTo>
                    <a:pt x="143559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15"/>
                  </a:lnTo>
                  <a:lnTo>
                    <a:pt x="166774" y="84814"/>
                  </a:lnTo>
                </a:path>
                <a:path w="309245" h="909320">
                  <a:moveTo>
                    <a:pt x="221680" y="831605"/>
                  </a:moveTo>
                  <a:lnTo>
                    <a:pt x="221680" y="59753"/>
                  </a:lnTo>
                  <a:lnTo>
                    <a:pt x="220284" y="60607"/>
                  </a:lnTo>
                  <a:lnTo>
                    <a:pt x="220284" y="832450"/>
                  </a:lnTo>
                </a:path>
                <a:path w="309245" h="909320">
                  <a:moveTo>
                    <a:pt x="223084" y="58908"/>
                  </a:moveTo>
                  <a:lnTo>
                    <a:pt x="221680" y="59753"/>
                  </a:lnTo>
                </a:path>
                <a:path w="309245" h="909320">
                  <a:moveTo>
                    <a:pt x="218228" y="60343"/>
                  </a:moveTo>
                  <a:lnTo>
                    <a:pt x="220284" y="60607"/>
                  </a:lnTo>
                </a:path>
                <a:path w="309245" h="909320">
                  <a:moveTo>
                    <a:pt x="142861" y="107539"/>
                  </a:moveTo>
                  <a:lnTo>
                    <a:pt x="141457" y="108393"/>
                  </a:lnTo>
                  <a:lnTo>
                    <a:pt x="141457" y="880236"/>
                  </a:lnTo>
                </a:path>
                <a:path w="309245" h="909320">
                  <a:moveTo>
                    <a:pt x="223084" y="57403"/>
                  </a:moveTo>
                  <a:lnTo>
                    <a:pt x="223797" y="56969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84"/>
                  </a:lnTo>
                  <a:lnTo>
                    <a:pt x="63337" y="147530"/>
                  </a:lnTo>
                </a:path>
                <a:path w="309245" h="909320">
                  <a:moveTo>
                    <a:pt x="140053" y="109238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0"/>
                  </a:moveTo>
                  <a:lnTo>
                    <a:pt x="137292" y="109409"/>
                  </a:lnTo>
                </a:path>
                <a:path w="309245" h="909320">
                  <a:moveTo>
                    <a:pt x="80222" y="137284"/>
                  </a:moveTo>
                  <a:lnTo>
                    <a:pt x="81533" y="137455"/>
                  </a:lnTo>
                </a:path>
                <a:path w="309245" h="909320">
                  <a:moveTo>
                    <a:pt x="104693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15"/>
                  </a:moveTo>
                  <a:lnTo>
                    <a:pt x="186226" y="73986"/>
                  </a:lnTo>
                </a:path>
                <a:path w="309245" h="909320">
                  <a:moveTo>
                    <a:pt x="271467" y="22306"/>
                  </a:moveTo>
                  <a:lnTo>
                    <a:pt x="266449" y="25347"/>
                  </a:lnTo>
                </a:path>
                <a:path w="309245" h="909320">
                  <a:moveTo>
                    <a:pt x="246996" y="37144"/>
                  </a:moveTo>
                  <a:lnTo>
                    <a:pt x="241986" y="40184"/>
                  </a:lnTo>
                </a:path>
                <a:path w="309245" h="909320">
                  <a:moveTo>
                    <a:pt x="288600" y="782803"/>
                  </a:moveTo>
                  <a:lnTo>
                    <a:pt x="288600" y="10959"/>
                  </a:lnTo>
                  <a:lnTo>
                    <a:pt x="271467" y="21345"/>
                  </a:lnTo>
                </a:path>
                <a:path w="309245" h="909320">
                  <a:moveTo>
                    <a:pt x="300188" y="783772"/>
                  </a:moveTo>
                  <a:lnTo>
                    <a:pt x="300188" y="11929"/>
                  </a:lnTo>
                  <a:lnTo>
                    <a:pt x="299475" y="12363"/>
                  </a:lnTo>
                  <a:lnTo>
                    <a:pt x="299475" y="784207"/>
                  </a:lnTo>
                </a:path>
                <a:path w="309245" h="909320">
                  <a:moveTo>
                    <a:pt x="302236" y="784036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84"/>
                  </a:moveTo>
                  <a:lnTo>
                    <a:pt x="246996" y="36182"/>
                  </a:lnTo>
                </a:path>
                <a:path w="309245" h="909320">
                  <a:moveTo>
                    <a:pt x="288600" y="10959"/>
                  </a:moveTo>
                  <a:lnTo>
                    <a:pt x="299475" y="12363"/>
                  </a:lnTo>
                </a:path>
                <a:path w="309245" h="909320">
                  <a:moveTo>
                    <a:pt x="240667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05" y="8399"/>
                  </a:moveTo>
                  <a:lnTo>
                    <a:pt x="306727" y="7965"/>
                  </a:lnTo>
                </a:path>
                <a:path w="309245" h="909320">
                  <a:moveTo>
                    <a:pt x="308782" y="0"/>
                  </a:moveTo>
                  <a:lnTo>
                    <a:pt x="306711" y="1256"/>
                  </a:lnTo>
                </a:path>
                <a:path w="309245" h="909320">
                  <a:moveTo>
                    <a:pt x="0" y="185924"/>
                  </a:moveTo>
                  <a:lnTo>
                    <a:pt x="1310" y="186094"/>
                  </a:lnTo>
                  <a:lnTo>
                    <a:pt x="6329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24"/>
                  </a:lnTo>
                </a:path>
                <a:path w="309245" h="909320">
                  <a:moveTo>
                    <a:pt x="25781" y="171257"/>
                  </a:moveTo>
                  <a:lnTo>
                    <a:pt x="24470" y="171094"/>
                  </a:lnTo>
                  <a:lnTo>
                    <a:pt x="6329" y="182092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1" y="157877"/>
                  </a:moveTo>
                  <a:lnTo>
                    <a:pt x="61235" y="157024"/>
                  </a:lnTo>
                </a:path>
                <a:path w="309245" h="909320">
                  <a:moveTo>
                    <a:pt x="30792" y="168224"/>
                  </a:moveTo>
                  <a:lnTo>
                    <a:pt x="25781" y="171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4755921" y="3877504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28"/>
                  </a:lnTo>
                  <a:lnTo>
                    <a:pt x="3886" y="152628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12" y="97269"/>
                  </a:moveTo>
                  <a:lnTo>
                    <a:pt x="80213" y="97269"/>
                  </a:lnTo>
                  <a:lnTo>
                    <a:pt x="80213" y="103987"/>
                  </a:lnTo>
                  <a:lnTo>
                    <a:pt x="84112" y="103987"/>
                  </a:lnTo>
                  <a:lnTo>
                    <a:pt x="84112" y="97269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39" y="48641"/>
                  </a:lnTo>
                  <a:lnTo>
                    <a:pt x="160439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51" y="0"/>
                  </a:moveTo>
                  <a:lnTo>
                    <a:pt x="240665" y="0"/>
                  </a:lnTo>
                  <a:lnTo>
                    <a:pt x="240665" y="6718"/>
                  </a:lnTo>
                  <a:lnTo>
                    <a:pt x="244551" y="6718"/>
                  </a:lnTo>
                  <a:lnTo>
                    <a:pt x="2445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6127716" y="3057197"/>
              <a:ext cx="240029" cy="898525"/>
            </a:xfrm>
            <a:custGeom>
              <a:avLst/>
              <a:gdLst/>
              <a:ahLst/>
              <a:cxnLst/>
              <a:rect l="l" t="t" r="r" b="b"/>
              <a:pathLst>
                <a:path w="240029" h="898525">
                  <a:moveTo>
                    <a:pt x="0" y="143714"/>
                  </a:moveTo>
                  <a:lnTo>
                    <a:pt x="713" y="143280"/>
                  </a:lnTo>
                </a:path>
                <a:path w="240029" h="898525">
                  <a:moveTo>
                    <a:pt x="75374" y="869866"/>
                  </a:moveTo>
                  <a:lnTo>
                    <a:pt x="75374" y="98015"/>
                  </a:lnTo>
                  <a:lnTo>
                    <a:pt x="74661" y="98449"/>
                  </a:lnTo>
                  <a:lnTo>
                    <a:pt x="74661" y="870301"/>
                  </a:lnTo>
                </a:path>
                <a:path w="240029" h="898525">
                  <a:moveTo>
                    <a:pt x="155597" y="821227"/>
                  </a:moveTo>
                  <a:lnTo>
                    <a:pt x="155597" y="49383"/>
                  </a:lnTo>
                  <a:lnTo>
                    <a:pt x="154883" y="49818"/>
                  </a:lnTo>
                  <a:lnTo>
                    <a:pt x="154883" y="821661"/>
                  </a:lnTo>
                </a:path>
                <a:path w="240029" h="898525">
                  <a:moveTo>
                    <a:pt x="42054" y="883339"/>
                  </a:moveTo>
                  <a:lnTo>
                    <a:pt x="42054" y="111495"/>
                  </a:lnTo>
                  <a:lnTo>
                    <a:pt x="23912" y="122493"/>
                  </a:lnTo>
                </a:path>
                <a:path w="240029" h="898525">
                  <a:moveTo>
                    <a:pt x="48383" y="108625"/>
                  </a:moveTo>
                  <a:lnTo>
                    <a:pt x="43372" y="111666"/>
                  </a:lnTo>
                  <a:lnTo>
                    <a:pt x="43372" y="883510"/>
                  </a:lnTo>
                </a:path>
                <a:path w="240029" h="898525">
                  <a:moveTo>
                    <a:pt x="80222" y="95075"/>
                  </a:moveTo>
                  <a:lnTo>
                    <a:pt x="80943" y="94641"/>
                  </a:lnTo>
                </a:path>
                <a:path w="240029" h="898525">
                  <a:moveTo>
                    <a:pt x="99124" y="849708"/>
                  </a:moveTo>
                  <a:lnTo>
                    <a:pt x="99124" y="77864"/>
                  </a:lnTo>
                  <a:lnTo>
                    <a:pt x="97813" y="77693"/>
                  </a:lnTo>
                  <a:lnTo>
                    <a:pt x="97813" y="849537"/>
                  </a:lnTo>
                </a:path>
                <a:path w="240029" h="898525">
                  <a:moveTo>
                    <a:pt x="104142" y="74824"/>
                  </a:moveTo>
                  <a:lnTo>
                    <a:pt x="99124" y="77864"/>
                  </a:lnTo>
                </a:path>
                <a:path w="240029" h="898525">
                  <a:moveTo>
                    <a:pt x="128605" y="59986"/>
                  </a:moveTo>
                  <a:lnTo>
                    <a:pt x="123595" y="63026"/>
                  </a:lnTo>
                  <a:lnTo>
                    <a:pt x="123595" y="834878"/>
                  </a:lnTo>
                </a:path>
                <a:path w="240029" h="898525">
                  <a:moveTo>
                    <a:pt x="145739" y="820483"/>
                  </a:moveTo>
                  <a:lnTo>
                    <a:pt x="145739" y="48639"/>
                  </a:lnTo>
                  <a:lnTo>
                    <a:pt x="128605" y="59024"/>
                  </a:lnTo>
                </a:path>
                <a:path w="240029" h="898525">
                  <a:moveTo>
                    <a:pt x="145739" y="48639"/>
                  </a:moveTo>
                  <a:lnTo>
                    <a:pt x="154883" y="49818"/>
                  </a:lnTo>
                </a:path>
                <a:path w="240029" h="898525">
                  <a:moveTo>
                    <a:pt x="23920" y="123455"/>
                  </a:moveTo>
                  <a:lnTo>
                    <a:pt x="18901" y="126496"/>
                  </a:lnTo>
                  <a:lnTo>
                    <a:pt x="18901" y="898347"/>
                  </a:lnTo>
                </a:path>
                <a:path w="240029" h="898525">
                  <a:moveTo>
                    <a:pt x="65516" y="869122"/>
                  </a:moveTo>
                  <a:lnTo>
                    <a:pt x="65516" y="97270"/>
                  </a:lnTo>
                  <a:lnTo>
                    <a:pt x="48383" y="107656"/>
                  </a:lnTo>
                </a:path>
                <a:path w="240029" h="898525">
                  <a:moveTo>
                    <a:pt x="77422" y="870130"/>
                  </a:moveTo>
                  <a:lnTo>
                    <a:pt x="77422" y="98278"/>
                  </a:lnTo>
                  <a:lnTo>
                    <a:pt x="75374" y="98015"/>
                  </a:lnTo>
                </a:path>
                <a:path w="240029" h="898525">
                  <a:moveTo>
                    <a:pt x="97813" y="77693"/>
                  </a:moveTo>
                  <a:lnTo>
                    <a:pt x="80928" y="87932"/>
                  </a:lnTo>
                </a:path>
                <a:path w="240029" h="898525">
                  <a:moveTo>
                    <a:pt x="122284" y="834707"/>
                  </a:moveTo>
                  <a:lnTo>
                    <a:pt x="122284" y="62856"/>
                  </a:lnTo>
                  <a:lnTo>
                    <a:pt x="104142" y="73854"/>
                  </a:lnTo>
                </a:path>
                <a:path w="240029" h="898525">
                  <a:moveTo>
                    <a:pt x="159048" y="820645"/>
                  </a:moveTo>
                  <a:lnTo>
                    <a:pt x="159048" y="48794"/>
                  </a:lnTo>
                  <a:lnTo>
                    <a:pt x="157644" y="49647"/>
                  </a:lnTo>
                  <a:lnTo>
                    <a:pt x="157644" y="821491"/>
                  </a:lnTo>
                </a:path>
                <a:path w="240029" h="898525">
                  <a:moveTo>
                    <a:pt x="160452" y="47941"/>
                  </a:moveTo>
                  <a:lnTo>
                    <a:pt x="159048" y="48794"/>
                  </a:lnTo>
                </a:path>
                <a:path w="240029" h="898525">
                  <a:moveTo>
                    <a:pt x="155597" y="49383"/>
                  </a:moveTo>
                  <a:lnTo>
                    <a:pt x="157644" y="49647"/>
                  </a:lnTo>
                </a:path>
                <a:path w="240029" h="898525">
                  <a:moveTo>
                    <a:pt x="80230" y="96580"/>
                  </a:moveTo>
                  <a:lnTo>
                    <a:pt x="78826" y="97433"/>
                  </a:lnTo>
                  <a:lnTo>
                    <a:pt x="78826" y="869277"/>
                  </a:lnTo>
                </a:path>
                <a:path w="240029" h="898525">
                  <a:moveTo>
                    <a:pt x="160444" y="46436"/>
                  </a:moveTo>
                  <a:lnTo>
                    <a:pt x="161166" y="46002"/>
                  </a:lnTo>
                </a:path>
                <a:path w="240029" h="898525">
                  <a:moveTo>
                    <a:pt x="17591" y="898176"/>
                  </a:moveTo>
                  <a:lnTo>
                    <a:pt x="17591" y="126325"/>
                  </a:lnTo>
                  <a:lnTo>
                    <a:pt x="698" y="136563"/>
                  </a:lnTo>
                </a:path>
                <a:path w="240029" h="898525">
                  <a:moveTo>
                    <a:pt x="77422" y="98278"/>
                  </a:moveTo>
                  <a:lnTo>
                    <a:pt x="78826" y="97433"/>
                  </a:lnTo>
                </a:path>
                <a:path w="240029" h="898525">
                  <a:moveTo>
                    <a:pt x="65516" y="97270"/>
                  </a:moveTo>
                  <a:lnTo>
                    <a:pt x="74661" y="98449"/>
                  </a:lnTo>
                </a:path>
                <a:path w="240029" h="898525">
                  <a:moveTo>
                    <a:pt x="17591" y="126325"/>
                  </a:moveTo>
                  <a:lnTo>
                    <a:pt x="18901" y="126496"/>
                  </a:lnTo>
                </a:path>
                <a:path w="240029" h="898525">
                  <a:moveTo>
                    <a:pt x="42054" y="111495"/>
                  </a:moveTo>
                  <a:lnTo>
                    <a:pt x="43372" y="111666"/>
                  </a:lnTo>
                </a:path>
                <a:path w="240029" h="898525">
                  <a:moveTo>
                    <a:pt x="122284" y="62856"/>
                  </a:moveTo>
                  <a:lnTo>
                    <a:pt x="123595" y="63026"/>
                  </a:lnTo>
                </a:path>
                <a:path w="240029" h="898525">
                  <a:moveTo>
                    <a:pt x="208835" y="11347"/>
                  </a:moveTo>
                  <a:lnTo>
                    <a:pt x="203817" y="14387"/>
                  </a:lnTo>
                </a:path>
                <a:path w="240029" h="898525">
                  <a:moveTo>
                    <a:pt x="184365" y="26184"/>
                  </a:moveTo>
                  <a:lnTo>
                    <a:pt x="179354" y="29225"/>
                  </a:lnTo>
                </a:path>
                <a:path w="240029" h="898525">
                  <a:moveTo>
                    <a:pt x="225961" y="771843"/>
                  </a:moveTo>
                  <a:lnTo>
                    <a:pt x="225961" y="0"/>
                  </a:lnTo>
                  <a:lnTo>
                    <a:pt x="208828" y="10385"/>
                  </a:lnTo>
                </a:path>
                <a:path w="240029" h="898525">
                  <a:moveTo>
                    <a:pt x="237557" y="772813"/>
                  </a:moveTo>
                  <a:lnTo>
                    <a:pt x="237557" y="969"/>
                  </a:lnTo>
                  <a:lnTo>
                    <a:pt x="236843" y="1403"/>
                  </a:lnTo>
                  <a:lnTo>
                    <a:pt x="236843" y="773247"/>
                  </a:lnTo>
                </a:path>
                <a:path w="240029" h="898525">
                  <a:moveTo>
                    <a:pt x="239604" y="773077"/>
                  </a:moveTo>
                  <a:lnTo>
                    <a:pt x="239604" y="1233"/>
                  </a:lnTo>
                  <a:lnTo>
                    <a:pt x="237557" y="969"/>
                  </a:lnTo>
                </a:path>
                <a:path w="240029" h="898525">
                  <a:moveTo>
                    <a:pt x="202506" y="14217"/>
                  </a:moveTo>
                  <a:lnTo>
                    <a:pt x="184365" y="25223"/>
                  </a:lnTo>
                </a:path>
                <a:path w="240029" h="898525">
                  <a:moveTo>
                    <a:pt x="225961" y="0"/>
                  </a:moveTo>
                  <a:lnTo>
                    <a:pt x="236843" y="1403"/>
                  </a:lnTo>
                </a:path>
                <a:path w="240029" h="898525">
                  <a:moveTo>
                    <a:pt x="178036" y="29054"/>
                  </a:moveTo>
                  <a:lnTo>
                    <a:pt x="161150" y="3929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6368500" y="3047036"/>
              <a:ext cx="4445" cy="6985"/>
            </a:xfrm>
            <a:custGeom>
              <a:avLst/>
              <a:gdLst/>
              <a:ahLst/>
              <a:cxnLst/>
              <a:rect l="l" t="t" r="r" b="b"/>
              <a:pathLst>
                <a:path w="4445" h="6985">
                  <a:moveTo>
                    <a:pt x="3893" y="6709"/>
                  </a:moveTo>
                  <a:lnTo>
                    <a:pt x="0" y="6709"/>
                  </a:lnTo>
                  <a:lnTo>
                    <a:pt x="0" y="0"/>
                  </a:lnTo>
                  <a:lnTo>
                    <a:pt x="3893" y="0"/>
                  </a:lnTo>
                  <a:lnTo>
                    <a:pt x="3893" y="67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6065085" y="3046237"/>
              <a:ext cx="309245" cy="186690"/>
            </a:xfrm>
            <a:custGeom>
              <a:avLst/>
              <a:gdLst/>
              <a:ahLst/>
              <a:cxnLst/>
              <a:rect l="l" t="t" r="r" b="b"/>
              <a:pathLst>
                <a:path w="309245" h="186689">
                  <a:moveTo>
                    <a:pt x="306005" y="8399"/>
                  </a:moveTo>
                  <a:lnTo>
                    <a:pt x="306719" y="7965"/>
                  </a:lnTo>
                </a:path>
                <a:path w="309245" h="186689">
                  <a:moveTo>
                    <a:pt x="308774" y="0"/>
                  </a:moveTo>
                  <a:lnTo>
                    <a:pt x="306703" y="1256"/>
                  </a:lnTo>
                </a:path>
                <a:path w="309245" h="186689">
                  <a:moveTo>
                    <a:pt x="0" y="185924"/>
                  </a:moveTo>
                  <a:lnTo>
                    <a:pt x="1310" y="186094"/>
                  </a:lnTo>
                  <a:lnTo>
                    <a:pt x="6329" y="183054"/>
                  </a:lnTo>
                </a:path>
                <a:path w="309245" h="186689">
                  <a:moveTo>
                    <a:pt x="62639" y="156179"/>
                  </a:moveTo>
                  <a:lnTo>
                    <a:pt x="61235" y="157024"/>
                  </a:lnTo>
                </a:path>
                <a:path w="309245" h="186689">
                  <a:moveTo>
                    <a:pt x="25781" y="171257"/>
                  </a:moveTo>
                  <a:lnTo>
                    <a:pt x="24463" y="171094"/>
                  </a:lnTo>
                  <a:lnTo>
                    <a:pt x="6321" y="182092"/>
                  </a:lnTo>
                </a:path>
                <a:path w="309245" h="186689">
                  <a:moveTo>
                    <a:pt x="47925" y="156869"/>
                  </a:moveTo>
                  <a:lnTo>
                    <a:pt x="30792" y="167254"/>
                  </a:lnTo>
                </a:path>
                <a:path w="309245" h="186689">
                  <a:moveTo>
                    <a:pt x="59831" y="157877"/>
                  </a:moveTo>
                  <a:lnTo>
                    <a:pt x="61235" y="157024"/>
                  </a:lnTo>
                </a:path>
                <a:path w="309245" h="186689">
                  <a:moveTo>
                    <a:pt x="30792" y="168216"/>
                  </a:moveTo>
                  <a:lnTo>
                    <a:pt x="25781" y="171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6044895" y="3096035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98" y="145910"/>
                  </a:moveTo>
                  <a:lnTo>
                    <a:pt x="0" y="145910"/>
                  </a:lnTo>
                  <a:lnTo>
                    <a:pt x="0" y="152628"/>
                  </a:lnTo>
                  <a:lnTo>
                    <a:pt x="3898" y="152628"/>
                  </a:lnTo>
                  <a:lnTo>
                    <a:pt x="3898" y="145910"/>
                  </a:lnTo>
                  <a:close/>
                </a:path>
                <a:path w="245110" h="153035">
                  <a:moveTo>
                    <a:pt x="84124" y="97282"/>
                  </a:moveTo>
                  <a:lnTo>
                    <a:pt x="80225" y="97282"/>
                  </a:lnTo>
                  <a:lnTo>
                    <a:pt x="80225" y="103987"/>
                  </a:lnTo>
                  <a:lnTo>
                    <a:pt x="84124" y="103987"/>
                  </a:lnTo>
                  <a:lnTo>
                    <a:pt x="84124" y="97282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51" y="48641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65" y="0"/>
                  </a:lnTo>
                  <a:lnTo>
                    <a:pt x="240665" y="6718"/>
                  </a:lnTo>
                  <a:lnTo>
                    <a:pt x="244563" y="6718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5742838" y="3241601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52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82"/>
                  </a:lnTo>
                  <a:lnTo>
                    <a:pt x="137292" y="109409"/>
                  </a:lnTo>
                  <a:lnTo>
                    <a:pt x="137292" y="881260"/>
                  </a:lnTo>
                </a:path>
                <a:path w="309245" h="909320">
                  <a:moveTo>
                    <a:pt x="218228" y="832187"/>
                  </a:moveTo>
                  <a:lnTo>
                    <a:pt x="218228" y="60343"/>
                  </a:lnTo>
                  <a:lnTo>
                    <a:pt x="217515" y="60777"/>
                  </a:lnTo>
                  <a:lnTo>
                    <a:pt x="217515" y="832621"/>
                  </a:lnTo>
                </a:path>
                <a:path w="309245" h="909320">
                  <a:moveTo>
                    <a:pt x="104693" y="894306"/>
                  </a:moveTo>
                  <a:lnTo>
                    <a:pt x="104693" y="122455"/>
                  </a:lnTo>
                  <a:lnTo>
                    <a:pt x="86551" y="133453"/>
                  </a:lnTo>
                </a:path>
                <a:path w="309245" h="909320">
                  <a:moveTo>
                    <a:pt x="111022" y="119585"/>
                  </a:moveTo>
                  <a:lnTo>
                    <a:pt x="106004" y="122625"/>
                  </a:lnTo>
                  <a:lnTo>
                    <a:pt x="106004" y="894477"/>
                  </a:lnTo>
                </a:path>
                <a:path w="309245" h="909320">
                  <a:moveTo>
                    <a:pt x="142861" y="106035"/>
                  </a:moveTo>
                  <a:lnTo>
                    <a:pt x="143575" y="105600"/>
                  </a:lnTo>
                </a:path>
                <a:path w="309245" h="909320">
                  <a:moveTo>
                    <a:pt x="166774" y="85783"/>
                  </a:moveTo>
                  <a:lnTo>
                    <a:pt x="161763" y="88824"/>
                  </a:lnTo>
                </a:path>
                <a:path w="309245" h="909320">
                  <a:moveTo>
                    <a:pt x="191244" y="70946"/>
                  </a:moveTo>
                  <a:lnTo>
                    <a:pt x="186226" y="73986"/>
                  </a:lnTo>
                  <a:lnTo>
                    <a:pt x="186226" y="845838"/>
                  </a:lnTo>
                </a:path>
                <a:path w="309245" h="909320">
                  <a:moveTo>
                    <a:pt x="208370" y="831442"/>
                  </a:moveTo>
                  <a:lnTo>
                    <a:pt x="208370" y="59598"/>
                  </a:lnTo>
                  <a:lnTo>
                    <a:pt x="191244" y="69984"/>
                  </a:lnTo>
                </a:path>
                <a:path w="309245" h="909320">
                  <a:moveTo>
                    <a:pt x="208370" y="59598"/>
                  </a:moveTo>
                  <a:lnTo>
                    <a:pt x="217515" y="60777"/>
                  </a:lnTo>
                </a:path>
                <a:path w="309245" h="909320">
                  <a:moveTo>
                    <a:pt x="86551" y="134422"/>
                  </a:moveTo>
                  <a:lnTo>
                    <a:pt x="81533" y="137463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0"/>
                  </a:lnTo>
                  <a:lnTo>
                    <a:pt x="111014" y="118623"/>
                  </a:lnTo>
                </a:path>
                <a:path w="309245" h="909320">
                  <a:moveTo>
                    <a:pt x="140053" y="881090"/>
                  </a:moveTo>
                  <a:lnTo>
                    <a:pt x="140053" y="109246"/>
                  </a:lnTo>
                  <a:lnTo>
                    <a:pt x="138006" y="108982"/>
                  </a:lnTo>
                </a:path>
                <a:path w="309245" h="909320">
                  <a:moveTo>
                    <a:pt x="160444" y="88653"/>
                  </a:moveTo>
                  <a:lnTo>
                    <a:pt x="143559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15"/>
                  </a:lnTo>
                  <a:lnTo>
                    <a:pt x="166774" y="84821"/>
                  </a:lnTo>
                </a:path>
                <a:path w="309245" h="909320">
                  <a:moveTo>
                    <a:pt x="221680" y="831605"/>
                  </a:moveTo>
                  <a:lnTo>
                    <a:pt x="221680" y="59753"/>
                  </a:lnTo>
                  <a:lnTo>
                    <a:pt x="220284" y="60607"/>
                  </a:lnTo>
                  <a:lnTo>
                    <a:pt x="220284" y="832450"/>
                  </a:lnTo>
                </a:path>
                <a:path w="309245" h="909320">
                  <a:moveTo>
                    <a:pt x="223084" y="58908"/>
                  </a:moveTo>
                  <a:lnTo>
                    <a:pt x="221680" y="59753"/>
                  </a:lnTo>
                </a:path>
                <a:path w="309245" h="909320">
                  <a:moveTo>
                    <a:pt x="218228" y="60343"/>
                  </a:moveTo>
                  <a:lnTo>
                    <a:pt x="220284" y="60607"/>
                  </a:lnTo>
                </a:path>
                <a:path w="309245" h="909320">
                  <a:moveTo>
                    <a:pt x="142861" y="107539"/>
                  </a:moveTo>
                  <a:lnTo>
                    <a:pt x="141457" y="108393"/>
                  </a:lnTo>
                  <a:lnTo>
                    <a:pt x="141457" y="880244"/>
                  </a:lnTo>
                </a:path>
                <a:path w="309245" h="909320">
                  <a:moveTo>
                    <a:pt x="223084" y="57403"/>
                  </a:moveTo>
                  <a:lnTo>
                    <a:pt x="223797" y="56969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92"/>
                  </a:lnTo>
                  <a:lnTo>
                    <a:pt x="63337" y="147530"/>
                  </a:lnTo>
                </a:path>
                <a:path w="309245" h="909320">
                  <a:moveTo>
                    <a:pt x="140053" y="109246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0"/>
                  </a:moveTo>
                  <a:lnTo>
                    <a:pt x="137292" y="109409"/>
                  </a:lnTo>
                </a:path>
                <a:path w="309245" h="909320">
                  <a:moveTo>
                    <a:pt x="80222" y="137292"/>
                  </a:moveTo>
                  <a:lnTo>
                    <a:pt x="81533" y="137463"/>
                  </a:lnTo>
                </a:path>
                <a:path w="309245" h="909320">
                  <a:moveTo>
                    <a:pt x="104693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15"/>
                  </a:moveTo>
                  <a:lnTo>
                    <a:pt x="186226" y="73986"/>
                  </a:lnTo>
                </a:path>
                <a:path w="309245" h="909320">
                  <a:moveTo>
                    <a:pt x="271467" y="22314"/>
                  </a:moveTo>
                  <a:lnTo>
                    <a:pt x="266449" y="25355"/>
                  </a:lnTo>
                </a:path>
                <a:path w="309245" h="909320">
                  <a:moveTo>
                    <a:pt x="246996" y="37144"/>
                  </a:moveTo>
                  <a:lnTo>
                    <a:pt x="241986" y="40184"/>
                  </a:lnTo>
                </a:path>
                <a:path w="309245" h="909320">
                  <a:moveTo>
                    <a:pt x="288600" y="782811"/>
                  </a:moveTo>
                  <a:lnTo>
                    <a:pt x="288600" y="10959"/>
                  </a:lnTo>
                  <a:lnTo>
                    <a:pt x="271467" y="21345"/>
                  </a:lnTo>
                </a:path>
                <a:path w="309245" h="909320">
                  <a:moveTo>
                    <a:pt x="300188" y="783780"/>
                  </a:moveTo>
                  <a:lnTo>
                    <a:pt x="300188" y="11929"/>
                  </a:lnTo>
                  <a:lnTo>
                    <a:pt x="299475" y="12363"/>
                  </a:lnTo>
                  <a:lnTo>
                    <a:pt x="299475" y="784214"/>
                  </a:lnTo>
                </a:path>
                <a:path w="309245" h="909320">
                  <a:moveTo>
                    <a:pt x="302236" y="784044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84"/>
                  </a:moveTo>
                  <a:lnTo>
                    <a:pt x="246996" y="36182"/>
                  </a:lnTo>
                </a:path>
                <a:path w="309245" h="909320">
                  <a:moveTo>
                    <a:pt x="288600" y="10959"/>
                  </a:moveTo>
                  <a:lnTo>
                    <a:pt x="299475" y="12363"/>
                  </a:lnTo>
                </a:path>
                <a:path w="309245" h="909320">
                  <a:moveTo>
                    <a:pt x="240667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05" y="8399"/>
                  </a:moveTo>
                  <a:lnTo>
                    <a:pt x="306727" y="7965"/>
                  </a:lnTo>
                </a:path>
                <a:path w="309245" h="909320">
                  <a:moveTo>
                    <a:pt x="308782" y="0"/>
                  </a:moveTo>
                  <a:lnTo>
                    <a:pt x="306711" y="1256"/>
                  </a:lnTo>
                </a:path>
                <a:path w="309245" h="909320">
                  <a:moveTo>
                    <a:pt x="0" y="185924"/>
                  </a:moveTo>
                  <a:lnTo>
                    <a:pt x="1310" y="186094"/>
                  </a:lnTo>
                  <a:lnTo>
                    <a:pt x="6329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32"/>
                  </a:lnTo>
                </a:path>
                <a:path w="309245" h="909320">
                  <a:moveTo>
                    <a:pt x="25781" y="171264"/>
                  </a:moveTo>
                  <a:lnTo>
                    <a:pt x="24470" y="171094"/>
                  </a:lnTo>
                  <a:lnTo>
                    <a:pt x="6329" y="182092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1" y="157877"/>
                  </a:moveTo>
                  <a:lnTo>
                    <a:pt x="61235" y="157032"/>
                  </a:lnTo>
                </a:path>
                <a:path w="309245" h="909320">
                  <a:moveTo>
                    <a:pt x="30792" y="168224"/>
                  </a:moveTo>
                  <a:lnTo>
                    <a:pt x="25781" y="17126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5722645" y="3291412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98" y="145910"/>
                  </a:moveTo>
                  <a:lnTo>
                    <a:pt x="0" y="145910"/>
                  </a:lnTo>
                  <a:lnTo>
                    <a:pt x="0" y="152615"/>
                  </a:lnTo>
                  <a:lnTo>
                    <a:pt x="3898" y="152615"/>
                  </a:lnTo>
                  <a:lnTo>
                    <a:pt x="3898" y="145910"/>
                  </a:lnTo>
                  <a:close/>
                </a:path>
                <a:path w="245110" h="153035">
                  <a:moveTo>
                    <a:pt x="84124" y="97269"/>
                  </a:moveTo>
                  <a:lnTo>
                    <a:pt x="80225" y="97269"/>
                  </a:lnTo>
                  <a:lnTo>
                    <a:pt x="80225" y="103974"/>
                  </a:lnTo>
                  <a:lnTo>
                    <a:pt x="84124" y="103974"/>
                  </a:lnTo>
                  <a:lnTo>
                    <a:pt x="84124" y="97269"/>
                  </a:lnTo>
                  <a:close/>
                </a:path>
                <a:path w="245110" h="153035">
                  <a:moveTo>
                    <a:pt x="164338" y="48628"/>
                  </a:moveTo>
                  <a:lnTo>
                    <a:pt x="160451" y="48628"/>
                  </a:lnTo>
                  <a:lnTo>
                    <a:pt x="160451" y="55346"/>
                  </a:lnTo>
                  <a:lnTo>
                    <a:pt x="164338" y="55346"/>
                  </a:lnTo>
                  <a:lnTo>
                    <a:pt x="164338" y="48628"/>
                  </a:lnTo>
                  <a:close/>
                </a:path>
                <a:path w="245110" h="153035">
                  <a:moveTo>
                    <a:pt x="244576" y="0"/>
                  </a:moveTo>
                  <a:lnTo>
                    <a:pt x="240677" y="0"/>
                  </a:lnTo>
                  <a:lnTo>
                    <a:pt x="240677" y="6705"/>
                  </a:lnTo>
                  <a:lnTo>
                    <a:pt x="244576" y="6705"/>
                  </a:lnTo>
                  <a:lnTo>
                    <a:pt x="2445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4131617" y="4218426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44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82"/>
                  </a:lnTo>
                  <a:lnTo>
                    <a:pt x="137284" y="109416"/>
                  </a:lnTo>
                  <a:lnTo>
                    <a:pt x="137284" y="881260"/>
                  </a:lnTo>
                </a:path>
                <a:path w="309245" h="909320">
                  <a:moveTo>
                    <a:pt x="218228" y="832194"/>
                  </a:moveTo>
                  <a:lnTo>
                    <a:pt x="218228" y="60343"/>
                  </a:lnTo>
                  <a:lnTo>
                    <a:pt x="217515" y="60777"/>
                  </a:lnTo>
                  <a:lnTo>
                    <a:pt x="217515" y="832629"/>
                  </a:lnTo>
                </a:path>
                <a:path w="309245" h="909320">
                  <a:moveTo>
                    <a:pt x="104685" y="894306"/>
                  </a:moveTo>
                  <a:lnTo>
                    <a:pt x="104685" y="122455"/>
                  </a:lnTo>
                  <a:lnTo>
                    <a:pt x="86543" y="133453"/>
                  </a:lnTo>
                </a:path>
                <a:path w="309245" h="909320">
                  <a:moveTo>
                    <a:pt x="111014" y="119585"/>
                  </a:moveTo>
                  <a:lnTo>
                    <a:pt x="106004" y="122625"/>
                  </a:lnTo>
                  <a:lnTo>
                    <a:pt x="106004" y="894477"/>
                  </a:lnTo>
                </a:path>
                <a:path w="309245" h="909320">
                  <a:moveTo>
                    <a:pt x="142853" y="106042"/>
                  </a:moveTo>
                  <a:lnTo>
                    <a:pt x="143567" y="105608"/>
                  </a:lnTo>
                </a:path>
                <a:path w="309245" h="909320">
                  <a:moveTo>
                    <a:pt x="166774" y="85783"/>
                  </a:moveTo>
                  <a:lnTo>
                    <a:pt x="161755" y="88824"/>
                  </a:lnTo>
                </a:path>
                <a:path w="309245" h="909320">
                  <a:moveTo>
                    <a:pt x="191237" y="70953"/>
                  </a:moveTo>
                  <a:lnTo>
                    <a:pt x="186226" y="73994"/>
                  </a:lnTo>
                  <a:lnTo>
                    <a:pt x="186226" y="845838"/>
                  </a:lnTo>
                </a:path>
                <a:path w="309245" h="909320">
                  <a:moveTo>
                    <a:pt x="208370" y="831450"/>
                  </a:moveTo>
                  <a:lnTo>
                    <a:pt x="208370" y="59598"/>
                  </a:lnTo>
                  <a:lnTo>
                    <a:pt x="191237" y="69984"/>
                  </a:lnTo>
                </a:path>
                <a:path w="309245" h="909320">
                  <a:moveTo>
                    <a:pt x="208370" y="59598"/>
                  </a:moveTo>
                  <a:lnTo>
                    <a:pt x="217515" y="60777"/>
                  </a:lnTo>
                </a:path>
                <a:path w="309245" h="909320">
                  <a:moveTo>
                    <a:pt x="86551" y="134422"/>
                  </a:moveTo>
                  <a:lnTo>
                    <a:pt x="81533" y="137463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7"/>
                  </a:lnTo>
                  <a:lnTo>
                    <a:pt x="111014" y="118623"/>
                  </a:lnTo>
                </a:path>
                <a:path w="309245" h="909320">
                  <a:moveTo>
                    <a:pt x="140053" y="881097"/>
                  </a:moveTo>
                  <a:lnTo>
                    <a:pt x="140053" y="109246"/>
                  </a:lnTo>
                  <a:lnTo>
                    <a:pt x="138006" y="108982"/>
                  </a:lnTo>
                </a:path>
                <a:path w="309245" h="909320">
                  <a:moveTo>
                    <a:pt x="160444" y="88653"/>
                  </a:moveTo>
                  <a:lnTo>
                    <a:pt x="143551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23"/>
                  </a:lnTo>
                  <a:lnTo>
                    <a:pt x="166766" y="84821"/>
                  </a:lnTo>
                </a:path>
                <a:path w="309245" h="909320">
                  <a:moveTo>
                    <a:pt x="221680" y="831605"/>
                  </a:moveTo>
                  <a:lnTo>
                    <a:pt x="221680" y="59761"/>
                  </a:lnTo>
                  <a:lnTo>
                    <a:pt x="220276" y="60607"/>
                  </a:lnTo>
                  <a:lnTo>
                    <a:pt x="220276" y="832458"/>
                  </a:lnTo>
                </a:path>
                <a:path w="309245" h="909320">
                  <a:moveTo>
                    <a:pt x="223084" y="58908"/>
                  </a:moveTo>
                  <a:lnTo>
                    <a:pt x="221680" y="59761"/>
                  </a:lnTo>
                </a:path>
                <a:path w="309245" h="909320">
                  <a:moveTo>
                    <a:pt x="218228" y="60343"/>
                  </a:moveTo>
                  <a:lnTo>
                    <a:pt x="220276" y="60607"/>
                  </a:lnTo>
                </a:path>
                <a:path w="309245" h="909320">
                  <a:moveTo>
                    <a:pt x="142861" y="107547"/>
                  </a:moveTo>
                  <a:lnTo>
                    <a:pt x="141457" y="108393"/>
                  </a:lnTo>
                  <a:lnTo>
                    <a:pt x="141457" y="880244"/>
                  </a:lnTo>
                </a:path>
                <a:path w="309245" h="909320">
                  <a:moveTo>
                    <a:pt x="223076" y="57403"/>
                  </a:moveTo>
                  <a:lnTo>
                    <a:pt x="223797" y="56969"/>
                  </a:lnTo>
                </a:path>
                <a:path w="309245" h="909320">
                  <a:moveTo>
                    <a:pt x="80222" y="909144"/>
                  </a:moveTo>
                  <a:lnTo>
                    <a:pt x="80222" y="137292"/>
                  </a:lnTo>
                  <a:lnTo>
                    <a:pt x="63329" y="147530"/>
                  </a:lnTo>
                </a:path>
                <a:path w="309245" h="909320">
                  <a:moveTo>
                    <a:pt x="140053" y="109246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7"/>
                  </a:moveTo>
                  <a:lnTo>
                    <a:pt x="137284" y="109416"/>
                  </a:lnTo>
                </a:path>
                <a:path w="309245" h="909320">
                  <a:moveTo>
                    <a:pt x="80222" y="137292"/>
                  </a:moveTo>
                  <a:lnTo>
                    <a:pt x="81533" y="137463"/>
                  </a:lnTo>
                </a:path>
                <a:path w="309245" h="909320">
                  <a:moveTo>
                    <a:pt x="104685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23"/>
                  </a:moveTo>
                  <a:lnTo>
                    <a:pt x="186226" y="73994"/>
                  </a:lnTo>
                </a:path>
                <a:path w="309245" h="909320">
                  <a:moveTo>
                    <a:pt x="271467" y="22314"/>
                  </a:moveTo>
                  <a:lnTo>
                    <a:pt x="266449" y="25355"/>
                  </a:lnTo>
                </a:path>
                <a:path w="309245" h="909320">
                  <a:moveTo>
                    <a:pt x="246996" y="37152"/>
                  </a:moveTo>
                  <a:lnTo>
                    <a:pt x="241978" y="40184"/>
                  </a:lnTo>
                </a:path>
                <a:path w="309245" h="909320">
                  <a:moveTo>
                    <a:pt x="288593" y="782811"/>
                  </a:moveTo>
                  <a:lnTo>
                    <a:pt x="288593" y="10959"/>
                  </a:lnTo>
                  <a:lnTo>
                    <a:pt x="271459" y="21352"/>
                  </a:lnTo>
                </a:path>
                <a:path w="309245" h="909320">
                  <a:moveTo>
                    <a:pt x="300188" y="783780"/>
                  </a:moveTo>
                  <a:lnTo>
                    <a:pt x="300188" y="11929"/>
                  </a:lnTo>
                  <a:lnTo>
                    <a:pt x="299467" y="12363"/>
                  </a:lnTo>
                  <a:lnTo>
                    <a:pt x="299467" y="784214"/>
                  </a:lnTo>
                </a:path>
                <a:path w="309245" h="909320">
                  <a:moveTo>
                    <a:pt x="302236" y="784044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84"/>
                  </a:moveTo>
                  <a:lnTo>
                    <a:pt x="246996" y="36182"/>
                  </a:lnTo>
                </a:path>
                <a:path w="309245" h="909320">
                  <a:moveTo>
                    <a:pt x="288593" y="10959"/>
                  </a:moveTo>
                  <a:lnTo>
                    <a:pt x="299467" y="12363"/>
                  </a:lnTo>
                </a:path>
                <a:path w="309245" h="909320">
                  <a:moveTo>
                    <a:pt x="240667" y="40022"/>
                  </a:moveTo>
                  <a:lnTo>
                    <a:pt x="223782" y="50260"/>
                  </a:lnTo>
                </a:path>
                <a:path w="309245" h="909320">
                  <a:moveTo>
                    <a:pt x="306005" y="8407"/>
                  </a:moveTo>
                  <a:lnTo>
                    <a:pt x="306719" y="7965"/>
                  </a:lnTo>
                </a:path>
                <a:path w="309245" h="909320">
                  <a:moveTo>
                    <a:pt x="308774" y="0"/>
                  </a:moveTo>
                  <a:lnTo>
                    <a:pt x="306703" y="1256"/>
                  </a:lnTo>
                </a:path>
                <a:path w="309245" h="909320">
                  <a:moveTo>
                    <a:pt x="0" y="185931"/>
                  </a:moveTo>
                  <a:lnTo>
                    <a:pt x="1310" y="186102"/>
                  </a:lnTo>
                  <a:lnTo>
                    <a:pt x="6321" y="183062"/>
                  </a:lnTo>
                </a:path>
                <a:path w="309245" h="909320">
                  <a:moveTo>
                    <a:pt x="62631" y="156179"/>
                  </a:moveTo>
                  <a:lnTo>
                    <a:pt x="61235" y="157032"/>
                  </a:lnTo>
                </a:path>
                <a:path w="309245" h="909320">
                  <a:moveTo>
                    <a:pt x="25781" y="171264"/>
                  </a:moveTo>
                  <a:lnTo>
                    <a:pt x="24463" y="171094"/>
                  </a:lnTo>
                  <a:lnTo>
                    <a:pt x="6321" y="182092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62"/>
                  </a:lnTo>
                </a:path>
                <a:path w="309245" h="909320">
                  <a:moveTo>
                    <a:pt x="59831" y="157885"/>
                  </a:moveTo>
                  <a:lnTo>
                    <a:pt x="61235" y="157032"/>
                  </a:lnTo>
                </a:path>
                <a:path w="309245" h="909320">
                  <a:moveTo>
                    <a:pt x="30792" y="168224"/>
                  </a:moveTo>
                  <a:lnTo>
                    <a:pt x="25781" y="17126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4111434" y="4268232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15"/>
                  </a:lnTo>
                  <a:lnTo>
                    <a:pt x="3886" y="152615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12" y="97269"/>
                  </a:moveTo>
                  <a:lnTo>
                    <a:pt x="80213" y="97269"/>
                  </a:lnTo>
                  <a:lnTo>
                    <a:pt x="80213" y="103987"/>
                  </a:lnTo>
                  <a:lnTo>
                    <a:pt x="84112" y="103987"/>
                  </a:lnTo>
                  <a:lnTo>
                    <a:pt x="84112" y="97269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39" y="48641"/>
                  </a:lnTo>
                  <a:lnTo>
                    <a:pt x="160439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51" y="0"/>
                  </a:moveTo>
                  <a:lnTo>
                    <a:pt x="240665" y="0"/>
                  </a:lnTo>
                  <a:lnTo>
                    <a:pt x="240665" y="6705"/>
                  </a:lnTo>
                  <a:lnTo>
                    <a:pt x="244551" y="6705"/>
                  </a:lnTo>
                  <a:lnTo>
                    <a:pt x="2445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3809369" y="4413797"/>
              <a:ext cx="309245" cy="909319"/>
            </a:xfrm>
            <a:custGeom>
              <a:avLst/>
              <a:gdLst/>
              <a:ahLst/>
              <a:cxnLst/>
              <a:rect l="l" t="t" r="r" b="b"/>
              <a:pathLst>
                <a:path w="309245" h="909320">
                  <a:moveTo>
                    <a:pt x="62631" y="154674"/>
                  </a:moveTo>
                  <a:lnTo>
                    <a:pt x="63352" y="154240"/>
                  </a:lnTo>
                </a:path>
                <a:path w="309245" h="909320">
                  <a:moveTo>
                    <a:pt x="138006" y="880826"/>
                  </a:moveTo>
                  <a:lnTo>
                    <a:pt x="138006" y="108974"/>
                  </a:lnTo>
                  <a:lnTo>
                    <a:pt x="137292" y="109409"/>
                  </a:lnTo>
                  <a:lnTo>
                    <a:pt x="137292" y="881260"/>
                  </a:lnTo>
                </a:path>
                <a:path w="309245" h="909320">
                  <a:moveTo>
                    <a:pt x="218228" y="832187"/>
                  </a:moveTo>
                  <a:lnTo>
                    <a:pt x="218228" y="60335"/>
                  </a:lnTo>
                  <a:lnTo>
                    <a:pt x="217515" y="60769"/>
                  </a:lnTo>
                  <a:lnTo>
                    <a:pt x="217515" y="832621"/>
                  </a:lnTo>
                </a:path>
                <a:path w="309245" h="909320">
                  <a:moveTo>
                    <a:pt x="104693" y="894298"/>
                  </a:moveTo>
                  <a:lnTo>
                    <a:pt x="104693" y="122455"/>
                  </a:lnTo>
                  <a:lnTo>
                    <a:pt x="86551" y="133453"/>
                  </a:lnTo>
                </a:path>
                <a:path w="309245" h="909320">
                  <a:moveTo>
                    <a:pt x="111022" y="119585"/>
                  </a:moveTo>
                  <a:lnTo>
                    <a:pt x="106004" y="122625"/>
                  </a:lnTo>
                  <a:lnTo>
                    <a:pt x="106004" y="894469"/>
                  </a:lnTo>
                </a:path>
                <a:path w="309245" h="909320">
                  <a:moveTo>
                    <a:pt x="142853" y="106035"/>
                  </a:moveTo>
                  <a:lnTo>
                    <a:pt x="143575" y="105600"/>
                  </a:lnTo>
                </a:path>
                <a:path w="309245" h="909320">
                  <a:moveTo>
                    <a:pt x="161763" y="860667"/>
                  </a:moveTo>
                  <a:lnTo>
                    <a:pt x="161763" y="88816"/>
                  </a:lnTo>
                  <a:lnTo>
                    <a:pt x="160444" y="88653"/>
                  </a:lnTo>
                  <a:lnTo>
                    <a:pt x="160444" y="860497"/>
                  </a:lnTo>
                </a:path>
                <a:path w="309245" h="909320">
                  <a:moveTo>
                    <a:pt x="166774" y="85775"/>
                  </a:moveTo>
                  <a:lnTo>
                    <a:pt x="161763" y="88816"/>
                  </a:lnTo>
                </a:path>
                <a:path w="309245" h="909320">
                  <a:moveTo>
                    <a:pt x="191244" y="70946"/>
                  </a:moveTo>
                  <a:lnTo>
                    <a:pt x="186226" y="73986"/>
                  </a:lnTo>
                  <a:lnTo>
                    <a:pt x="186226" y="845830"/>
                  </a:lnTo>
                </a:path>
                <a:path w="309245" h="909320">
                  <a:moveTo>
                    <a:pt x="208370" y="831442"/>
                  </a:moveTo>
                  <a:lnTo>
                    <a:pt x="208370" y="59590"/>
                  </a:lnTo>
                  <a:lnTo>
                    <a:pt x="191237" y="69984"/>
                  </a:lnTo>
                </a:path>
                <a:path w="309245" h="909320">
                  <a:moveTo>
                    <a:pt x="208370" y="59590"/>
                  </a:moveTo>
                  <a:lnTo>
                    <a:pt x="217515" y="60769"/>
                  </a:lnTo>
                </a:path>
                <a:path w="309245" h="909320">
                  <a:moveTo>
                    <a:pt x="86551" y="134415"/>
                  </a:moveTo>
                  <a:lnTo>
                    <a:pt x="81533" y="137455"/>
                  </a:lnTo>
                  <a:lnTo>
                    <a:pt x="81533" y="909307"/>
                  </a:lnTo>
                </a:path>
                <a:path w="309245" h="909320">
                  <a:moveTo>
                    <a:pt x="128148" y="880081"/>
                  </a:moveTo>
                  <a:lnTo>
                    <a:pt x="128148" y="108230"/>
                  </a:lnTo>
                  <a:lnTo>
                    <a:pt x="111014" y="118615"/>
                  </a:lnTo>
                </a:path>
                <a:path w="309245" h="909320">
                  <a:moveTo>
                    <a:pt x="140053" y="881090"/>
                  </a:moveTo>
                  <a:lnTo>
                    <a:pt x="140053" y="109238"/>
                  </a:lnTo>
                  <a:lnTo>
                    <a:pt x="138006" y="108974"/>
                  </a:lnTo>
                </a:path>
                <a:path w="309245" h="909320">
                  <a:moveTo>
                    <a:pt x="160444" y="88653"/>
                  </a:moveTo>
                  <a:lnTo>
                    <a:pt x="143559" y="98891"/>
                  </a:lnTo>
                </a:path>
                <a:path w="309245" h="909320">
                  <a:moveTo>
                    <a:pt x="184915" y="845667"/>
                  </a:moveTo>
                  <a:lnTo>
                    <a:pt x="184915" y="73815"/>
                  </a:lnTo>
                  <a:lnTo>
                    <a:pt x="166774" y="84814"/>
                  </a:lnTo>
                </a:path>
                <a:path w="309245" h="909320">
                  <a:moveTo>
                    <a:pt x="221680" y="831605"/>
                  </a:moveTo>
                  <a:lnTo>
                    <a:pt x="221680" y="59753"/>
                  </a:lnTo>
                  <a:lnTo>
                    <a:pt x="220284" y="60607"/>
                  </a:lnTo>
                  <a:lnTo>
                    <a:pt x="220284" y="832450"/>
                  </a:lnTo>
                </a:path>
                <a:path w="309245" h="909320">
                  <a:moveTo>
                    <a:pt x="223084" y="58900"/>
                  </a:moveTo>
                  <a:lnTo>
                    <a:pt x="221680" y="59753"/>
                  </a:lnTo>
                </a:path>
                <a:path w="309245" h="909320">
                  <a:moveTo>
                    <a:pt x="218228" y="60335"/>
                  </a:moveTo>
                  <a:lnTo>
                    <a:pt x="220284" y="60607"/>
                  </a:lnTo>
                </a:path>
                <a:path w="309245" h="909320">
                  <a:moveTo>
                    <a:pt x="142861" y="107539"/>
                  </a:moveTo>
                  <a:lnTo>
                    <a:pt x="141457" y="108393"/>
                  </a:lnTo>
                  <a:lnTo>
                    <a:pt x="141457" y="880236"/>
                  </a:lnTo>
                </a:path>
                <a:path w="309245" h="909320">
                  <a:moveTo>
                    <a:pt x="223084" y="57395"/>
                  </a:moveTo>
                  <a:lnTo>
                    <a:pt x="223797" y="56961"/>
                  </a:lnTo>
                </a:path>
                <a:path w="309245" h="909320">
                  <a:moveTo>
                    <a:pt x="80222" y="909136"/>
                  </a:moveTo>
                  <a:lnTo>
                    <a:pt x="80222" y="137284"/>
                  </a:lnTo>
                  <a:lnTo>
                    <a:pt x="63337" y="147523"/>
                  </a:lnTo>
                </a:path>
                <a:path w="309245" h="909320">
                  <a:moveTo>
                    <a:pt x="140053" y="109238"/>
                  </a:moveTo>
                  <a:lnTo>
                    <a:pt x="141457" y="108393"/>
                  </a:lnTo>
                </a:path>
                <a:path w="309245" h="909320">
                  <a:moveTo>
                    <a:pt x="128148" y="108230"/>
                  </a:moveTo>
                  <a:lnTo>
                    <a:pt x="137292" y="109409"/>
                  </a:lnTo>
                </a:path>
                <a:path w="309245" h="909320">
                  <a:moveTo>
                    <a:pt x="80222" y="137284"/>
                  </a:moveTo>
                  <a:lnTo>
                    <a:pt x="81533" y="137455"/>
                  </a:lnTo>
                </a:path>
                <a:path w="309245" h="909320">
                  <a:moveTo>
                    <a:pt x="104693" y="122455"/>
                  </a:moveTo>
                  <a:lnTo>
                    <a:pt x="106004" y="122625"/>
                  </a:lnTo>
                </a:path>
                <a:path w="309245" h="909320">
                  <a:moveTo>
                    <a:pt x="184915" y="73815"/>
                  </a:moveTo>
                  <a:lnTo>
                    <a:pt x="186226" y="73986"/>
                  </a:lnTo>
                </a:path>
                <a:path w="309245" h="909320">
                  <a:moveTo>
                    <a:pt x="271467" y="22306"/>
                  </a:moveTo>
                  <a:lnTo>
                    <a:pt x="266449" y="25347"/>
                  </a:lnTo>
                </a:path>
                <a:path w="309245" h="909320">
                  <a:moveTo>
                    <a:pt x="246996" y="37144"/>
                  </a:moveTo>
                  <a:lnTo>
                    <a:pt x="241986" y="40184"/>
                  </a:lnTo>
                </a:path>
                <a:path w="309245" h="909320">
                  <a:moveTo>
                    <a:pt x="288593" y="782803"/>
                  </a:moveTo>
                  <a:lnTo>
                    <a:pt x="288593" y="10959"/>
                  </a:lnTo>
                  <a:lnTo>
                    <a:pt x="271467" y="21345"/>
                  </a:lnTo>
                </a:path>
                <a:path w="309245" h="909320">
                  <a:moveTo>
                    <a:pt x="300188" y="783772"/>
                  </a:moveTo>
                  <a:lnTo>
                    <a:pt x="300188" y="11929"/>
                  </a:lnTo>
                  <a:lnTo>
                    <a:pt x="299475" y="12363"/>
                  </a:lnTo>
                  <a:lnTo>
                    <a:pt x="299475" y="784207"/>
                  </a:lnTo>
                </a:path>
                <a:path w="309245" h="909320">
                  <a:moveTo>
                    <a:pt x="302236" y="784036"/>
                  </a:moveTo>
                  <a:lnTo>
                    <a:pt x="302236" y="12192"/>
                  </a:lnTo>
                  <a:lnTo>
                    <a:pt x="300188" y="11929"/>
                  </a:lnTo>
                </a:path>
                <a:path w="309245" h="909320">
                  <a:moveTo>
                    <a:pt x="265138" y="25176"/>
                  </a:moveTo>
                  <a:lnTo>
                    <a:pt x="246996" y="36174"/>
                  </a:lnTo>
                </a:path>
                <a:path w="309245" h="909320">
                  <a:moveTo>
                    <a:pt x="288593" y="10959"/>
                  </a:moveTo>
                  <a:lnTo>
                    <a:pt x="299475" y="12363"/>
                  </a:lnTo>
                </a:path>
                <a:path w="309245" h="909320">
                  <a:moveTo>
                    <a:pt x="240667" y="40014"/>
                  </a:moveTo>
                  <a:lnTo>
                    <a:pt x="223782" y="50252"/>
                  </a:lnTo>
                </a:path>
                <a:path w="309245" h="909320">
                  <a:moveTo>
                    <a:pt x="306005" y="8399"/>
                  </a:moveTo>
                  <a:lnTo>
                    <a:pt x="306727" y="7965"/>
                  </a:lnTo>
                </a:path>
                <a:path w="309245" h="909320">
                  <a:moveTo>
                    <a:pt x="308782" y="0"/>
                  </a:moveTo>
                  <a:lnTo>
                    <a:pt x="306711" y="1248"/>
                  </a:lnTo>
                </a:path>
                <a:path w="309245" h="909320">
                  <a:moveTo>
                    <a:pt x="0" y="185924"/>
                  </a:moveTo>
                  <a:lnTo>
                    <a:pt x="1310" y="186094"/>
                  </a:lnTo>
                  <a:lnTo>
                    <a:pt x="6329" y="183054"/>
                  </a:lnTo>
                </a:path>
                <a:path w="309245" h="909320">
                  <a:moveTo>
                    <a:pt x="62639" y="156179"/>
                  </a:moveTo>
                  <a:lnTo>
                    <a:pt x="61235" y="157024"/>
                  </a:lnTo>
                </a:path>
                <a:path w="309245" h="909320">
                  <a:moveTo>
                    <a:pt x="25781" y="171257"/>
                  </a:moveTo>
                  <a:lnTo>
                    <a:pt x="24463" y="171086"/>
                  </a:lnTo>
                  <a:lnTo>
                    <a:pt x="6321" y="182084"/>
                  </a:lnTo>
                </a:path>
                <a:path w="309245" h="909320">
                  <a:moveTo>
                    <a:pt x="47925" y="156869"/>
                  </a:moveTo>
                  <a:lnTo>
                    <a:pt x="30792" y="167254"/>
                  </a:lnTo>
                </a:path>
                <a:path w="309245" h="909320">
                  <a:moveTo>
                    <a:pt x="59831" y="157877"/>
                  </a:moveTo>
                  <a:lnTo>
                    <a:pt x="61235" y="157024"/>
                  </a:lnTo>
                </a:path>
                <a:path w="309245" h="909320">
                  <a:moveTo>
                    <a:pt x="30792" y="168216"/>
                  </a:moveTo>
                  <a:lnTo>
                    <a:pt x="25781" y="17125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3789184" y="4463596"/>
              <a:ext cx="245110" cy="153035"/>
            </a:xfrm>
            <a:custGeom>
              <a:avLst/>
              <a:gdLst/>
              <a:ahLst/>
              <a:cxnLst/>
              <a:rect l="l" t="t" r="r" b="b"/>
              <a:pathLst>
                <a:path w="245110" h="153035">
                  <a:moveTo>
                    <a:pt x="3886" y="145910"/>
                  </a:moveTo>
                  <a:lnTo>
                    <a:pt x="0" y="145910"/>
                  </a:lnTo>
                  <a:lnTo>
                    <a:pt x="0" y="152628"/>
                  </a:lnTo>
                  <a:lnTo>
                    <a:pt x="3886" y="152628"/>
                  </a:lnTo>
                  <a:lnTo>
                    <a:pt x="3886" y="145910"/>
                  </a:lnTo>
                  <a:close/>
                </a:path>
                <a:path w="245110" h="153035">
                  <a:moveTo>
                    <a:pt x="84112" y="97282"/>
                  </a:moveTo>
                  <a:lnTo>
                    <a:pt x="80225" y="97282"/>
                  </a:lnTo>
                  <a:lnTo>
                    <a:pt x="80225" y="103987"/>
                  </a:lnTo>
                  <a:lnTo>
                    <a:pt x="84112" y="103987"/>
                  </a:lnTo>
                  <a:lnTo>
                    <a:pt x="84112" y="97282"/>
                  </a:lnTo>
                  <a:close/>
                </a:path>
                <a:path w="245110" h="153035">
                  <a:moveTo>
                    <a:pt x="164338" y="48641"/>
                  </a:moveTo>
                  <a:lnTo>
                    <a:pt x="160439" y="48641"/>
                  </a:lnTo>
                  <a:lnTo>
                    <a:pt x="160439" y="55346"/>
                  </a:lnTo>
                  <a:lnTo>
                    <a:pt x="164338" y="55346"/>
                  </a:lnTo>
                  <a:lnTo>
                    <a:pt x="164338" y="48641"/>
                  </a:lnTo>
                  <a:close/>
                </a:path>
                <a:path w="245110" h="153035">
                  <a:moveTo>
                    <a:pt x="244563" y="0"/>
                  </a:moveTo>
                  <a:lnTo>
                    <a:pt x="240665" y="0"/>
                  </a:lnTo>
                  <a:lnTo>
                    <a:pt x="240665" y="6718"/>
                  </a:lnTo>
                  <a:lnTo>
                    <a:pt x="244563" y="6718"/>
                  </a:lnTo>
                  <a:lnTo>
                    <a:pt x="244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3573674" y="4669504"/>
              <a:ext cx="132080" cy="834390"/>
            </a:xfrm>
            <a:custGeom>
              <a:avLst/>
              <a:gdLst/>
              <a:ahLst/>
              <a:cxnLst/>
              <a:rect l="l" t="t" r="r" b="b"/>
              <a:pathLst>
                <a:path w="132079" h="834389">
                  <a:moveTo>
                    <a:pt x="51454" y="820483"/>
                  </a:moveTo>
                  <a:lnTo>
                    <a:pt x="51454" y="48631"/>
                  </a:lnTo>
                  <a:lnTo>
                    <a:pt x="50741" y="49065"/>
                  </a:lnTo>
                  <a:lnTo>
                    <a:pt x="50741" y="820917"/>
                  </a:lnTo>
                </a:path>
                <a:path w="132079" h="834389">
                  <a:moveTo>
                    <a:pt x="131684" y="771843"/>
                  </a:moveTo>
                  <a:lnTo>
                    <a:pt x="131684" y="0"/>
                  </a:lnTo>
                  <a:lnTo>
                    <a:pt x="130963" y="434"/>
                  </a:lnTo>
                  <a:lnTo>
                    <a:pt x="130963" y="772278"/>
                  </a:lnTo>
                </a:path>
                <a:path w="132079" h="834389">
                  <a:moveTo>
                    <a:pt x="18141" y="833963"/>
                  </a:moveTo>
                  <a:lnTo>
                    <a:pt x="18141" y="62111"/>
                  </a:lnTo>
                  <a:lnTo>
                    <a:pt x="0" y="7311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3591187" y="4731786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43"/>
                  </a:moveTo>
                  <a:lnTo>
                    <a:pt x="0" y="771843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3629984" y="4714761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70" h="635">
                  <a:moveTo>
                    <a:pt x="0" y="434"/>
                  </a:moveTo>
                  <a:lnTo>
                    <a:pt x="713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3671417" y="4683147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51"/>
                  </a:moveTo>
                  <a:lnTo>
                    <a:pt x="0" y="77185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3678367" y="4668759"/>
              <a:ext cx="26670" cy="772160"/>
            </a:xfrm>
            <a:custGeom>
              <a:avLst/>
              <a:gdLst/>
              <a:ahLst/>
              <a:cxnLst/>
              <a:rect l="l" t="t" r="r" b="b"/>
              <a:pathLst>
                <a:path w="26670" h="772160">
                  <a:moveTo>
                    <a:pt x="17133" y="771843"/>
                  </a:moveTo>
                  <a:lnTo>
                    <a:pt x="17133" y="0"/>
                  </a:lnTo>
                  <a:lnTo>
                    <a:pt x="0" y="10385"/>
                  </a:lnTo>
                </a:path>
                <a:path w="26670" h="772160">
                  <a:moveTo>
                    <a:pt x="17133" y="0"/>
                  </a:moveTo>
                  <a:lnTo>
                    <a:pt x="26270" y="117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3566724" y="4746616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51"/>
                  </a:moveTo>
                  <a:lnTo>
                    <a:pt x="0" y="771851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3598145" y="4668914"/>
              <a:ext cx="111125" cy="821690"/>
            </a:xfrm>
            <a:custGeom>
              <a:avLst/>
              <a:gdLst/>
              <a:ahLst/>
              <a:cxnLst/>
              <a:rect l="l" t="t" r="r" b="b"/>
              <a:pathLst>
                <a:path w="111125" h="821689">
                  <a:moveTo>
                    <a:pt x="17125" y="820327"/>
                  </a:moveTo>
                  <a:lnTo>
                    <a:pt x="17125" y="48476"/>
                  </a:lnTo>
                  <a:lnTo>
                    <a:pt x="0" y="58861"/>
                  </a:lnTo>
                </a:path>
                <a:path w="111125" h="821689">
                  <a:moveTo>
                    <a:pt x="29039" y="821336"/>
                  </a:moveTo>
                  <a:lnTo>
                    <a:pt x="29039" y="49484"/>
                  </a:lnTo>
                  <a:lnTo>
                    <a:pt x="26983" y="49220"/>
                  </a:lnTo>
                </a:path>
                <a:path w="111125" h="821689">
                  <a:moveTo>
                    <a:pt x="49422" y="28899"/>
                  </a:moveTo>
                  <a:lnTo>
                    <a:pt x="32537" y="39137"/>
                  </a:lnTo>
                </a:path>
                <a:path w="111125" h="821689">
                  <a:moveTo>
                    <a:pt x="73893" y="785913"/>
                  </a:moveTo>
                  <a:lnTo>
                    <a:pt x="73893" y="14062"/>
                  </a:lnTo>
                  <a:lnTo>
                    <a:pt x="55751" y="25060"/>
                  </a:lnTo>
                </a:path>
                <a:path w="111125" h="821689">
                  <a:moveTo>
                    <a:pt x="110665" y="771851"/>
                  </a:moveTo>
                  <a:lnTo>
                    <a:pt x="110665" y="0"/>
                  </a:lnTo>
                  <a:lnTo>
                    <a:pt x="109261" y="853"/>
                  </a:lnTo>
                  <a:lnTo>
                    <a:pt x="109261" y="772697"/>
                  </a:lnTo>
                </a:path>
                <a:path w="111125" h="821689">
                  <a:moveTo>
                    <a:pt x="107214" y="589"/>
                  </a:moveTo>
                  <a:lnTo>
                    <a:pt x="109261" y="85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3626641" y="4717554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43"/>
                  </a:moveTo>
                  <a:lnTo>
                    <a:pt x="0" y="771843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3550459" y="4609160"/>
              <a:ext cx="245745" cy="909319"/>
            </a:xfrm>
            <a:custGeom>
              <a:avLst/>
              <a:gdLst/>
              <a:ahLst/>
              <a:cxnLst/>
              <a:rect l="l" t="t" r="r" b="b"/>
              <a:pathLst>
                <a:path w="245745" h="909320">
                  <a:moveTo>
                    <a:pt x="159746" y="57403"/>
                  </a:moveTo>
                  <a:lnTo>
                    <a:pt x="160460" y="56969"/>
                  </a:lnTo>
                </a:path>
                <a:path w="245745" h="909320">
                  <a:moveTo>
                    <a:pt x="16885" y="909136"/>
                  </a:moveTo>
                  <a:lnTo>
                    <a:pt x="16885" y="137292"/>
                  </a:lnTo>
                  <a:lnTo>
                    <a:pt x="0" y="147530"/>
                  </a:lnTo>
                </a:path>
                <a:path w="245745" h="909320">
                  <a:moveTo>
                    <a:pt x="76724" y="109238"/>
                  </a:moveTo>
                  <a:lnTo>
                    <a:pt x="78120" y="108393"/>
                  </a:lnTo>
                </a:path>
                <a:path w="245745" h="909320">
                  <a:moveTo>
                    <a:pt x="64810" y="108230"/>
                  </a:moveTo>
                  <a:lnTo>
                    <a:pt x="73955" y="109409"/>
                  </a:lnTo>
                </a:path>
                <a:path w="245745" h="909320">
                  <a:moveTo>
                    <a:pt x="16885" y="137292"/>
                  </a:moveTo>
                  <a:lnTo>
                    <a:pt x="18203" y="137455"/>
                  </a:lnTo>
                </a:path>
                <a:path w="245745" h="909320">
                  <a:moveTo>
                    <a:pt x="41356" y="122455"/>
                  </a:moveTo>
                  <a:lnTo>
                    <a:pt x="42666" y="122625"/>
                  </a:lnTo>
                </a:path>
                <a:path w="245745" h="909320">
                  <a:moveTo>
                    <a:pt x="121578" y="73815"/>
                  </a:moveTo>
                  <a:lnTo>
                    <a:pt x="122897" y="73986"/>
                  </a:lnTo>
                </a:path>
                <a:path w="245745" h="909320">
                  <a:moveTo>
                    <a:pt x="225263" y="782811"/>
                  </a:moveTo>
                  <a:lnTo>
                    <a:pt x="225263" y="10959"/>
                  </a:lnTo>
                  <a:lnTo>
                    <a:pt x="208130" y="21345"/>
                  </a:lnTo>
                </a:path>
                <a:path w="245745" h="909320">
                  <a:moveTo>
                    <a:pt x="236851" y="783772"/>
                  </a:moveTo>
                  <a:lnTo>
                    <a:pt x="236851" y="11929"/>
                  </a:lnTo>
                  <a:lnTo>
                    <a:pt x="236137" y="12363"/>
                  </a:lnTo>
                  <a:lnTo>
                    <a:pt x="236137" y="784207"/>
                  </a:lnTo>
                </a:path>
                <a:path w="245745" h="909320">
                  <a:moveTo>
                    <a:pt x="238906" y="784044"/>
                  </a:moveTo>
                  <a:lnTo>
                    <a:pt x="238906" y="12192"/>
                  </a:lnTo>
                  <a:lnTo>
                    <a:pt x="236851" y="11929"/>
                  </a:lnTo>
                </a:path>
                <a:path w="245745" h="909320">
                  <a:moveTo>
                    <a:pt x="201801" y="25184"/>
                  </a:moveTo>
                  <a:lnTo>
                    <a:pt x="183659" y="36182"/>
                  </a:lnTo>
                </a:path>
                <a:path w="245745" h="909320">
                  <a:moveTo>
                    <a:pt x="225263" y="10959"/>
                  </a:moveTo>
                  <a:lnTo>
                    <a:pt x="236137" y="12363"/>
                  </a:lnTo>
                </a:path>
                <a:path w="245745" h="909320">
                  <a:moveTo>
                    <a:pt x="177338" y="40014"/>
                  </a:moveTo>
                  <a:lnTo>
                    <a:pt x="160444" y="50252"/>
                  </a:lnTo>
                </a:path>
                <a:path w="245745" h="909320">
                  <a:moveTo>
                    <a:pt x="242676" y="8399"/>
                  </a:moveTo>
                  <a:lnTo>
                    <a:pt x="243389" y="7965"/>
                  </a:lnTo>
                </a:path>
                <a:path w="245745" h="909320">
                  <a:moveTo>
                    <a:pt x="245445" y="0"/>
                  </a:moveTo>
                  <a:lnTo>
                    <a:pt x="243374" y="125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3627386" y="4658973"/>
              <a:ext cx="84455" cy="55880"/>
            </a:xfrm>
            <a:custGeom>
              <a:avLst/>
              <a:gdLst/>
              <a:ahLst/>
              <a:cxnLst/>
              <a:rect l="l" t="t" r="r" b="b"/>
              <a:pathLst>
                <a:path w="84454" h="55879">
                  <a:moveTo>
                    <a:pt x="3898" y="48628"/>
                  </a:moveTo>
                  <a:lnTo>
                    <a:pt x="0" y="48628"/>
                  </a:lnTo>
                  <a:lnTo>
                    <a:pt x="0" y="55346"/>
                  </a:lnTo>
                  <a:lnTo>
                    <a:pt x="3898" y="55346"/>
                  </a:lnTo>
                  <a:lnTo>
                    <a:pt x="3898" y="48628"/>
                  </a:lnTo>
                  <a:close/>
                </a:path>
                <a:path w="84454" h="55879">
                  <a:moveTo>
                    <a:pt x="84112" y="0"/>
                  </a:moveTo>
                  <a:lnTo>
                    <a:pt x="80225" y="0"/>
                  </a:lnTo>
                  <a:lnTo>
                    <a:pt x="80225" y="6705"/>
                  </a:lnTo>
                  <a:lnTo>
                    <a:pt x="84112" y="6705"/>
                  </a:lnTo>
                  <a:lnTo>
                    <a:pt x="84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3549102" y="3179039"/>
              <a:ext cx="2992755" cy="1577975"/>
            </a:xfrm>
            <a:custGeom>
              <a:avLst/>
              <a:gdLst/>
              <a:ahLst/>
              <a:cxnLst/>
              <a:rect l="l" t="t" r="r" b="b"/>
              <a:pathLst>
                <a:path w="2992754" h="1577975">
                  <a:moveTo>
                    <a:pt x="1357" y="1577652"/>
                  </a:moveTo>
                  <a:lnTo>
                    <a:pt x="0" y="1577194"/>
                  </a:lnTo>
                </a:path>
                <a:path w="2992754" h="1577975">
                  <a:moveTo>
                    <a:pt x="2861118" y="772154"/>
                  </a:moveTo>
                  <a:lnTo>
                    <a:pt x="2861118" y="511"/>
                  </a:lnTo>
                  <a:lnTo>
                    <a:pt x="2860513" y="0"/>
                  </a:lnTo>
                  <a:lnTo>
                    <a:pt x="2860513" y="771642"/>
                  </a:lnTo>
                </a:path>
                <a:path w="2992754" h="1577975">
                  <a:moveTo>
                    <a:pt x="2923882" y="54386"/>
                  </a:moveTo>
                  <a:lnTo>
                    <a:pt x="2923284" y="53866"/>
                  </a:lnTo>
                </a:path>
                <a:path w="2992754" h="1577975">
                  <a:moveTo>
                    <a:pt x="2991330" y="112278"/>
                  </a:moveTo>
                  <a:lnTo>
                    <a:pt x="2990732" y="111759"/>
                  </a:lnTo>
                </a:path>
                <a:path w="2992754" h="1577975">
                  <a:moveTo>
                    <a:pt x="2905174" y="30334"/>
                  </a:moveTo>
                  <a:lnTo>
                    <a:pt x="2889917" y="17242"/>
                  </a:lnTo>
                  <a:lnTo>
                    <a:pt x="2889917" y="788884"/>
                  </a:lnTo>
                </a:path>
                <a:path w="2992754" h="1577975">
                  <a:moveTo>
                    <a:pt x="2928566" y="830046"/>
                  </a:moveTo>
                  <a:lnTo>
                    <a:pt x="2928566" y="58404"/>
                  </a:lnTo>
                  <a:lnTo>
                    <a:pt x="2927961" y="57884"/>
                  </a:lnTo>
                  <a:lnTo>
                    <a:pt x="2927961" y="829526"/>
                  </a:lnTo>
                </a:path>
                <a:path w="2992754" h="1577975">
                  <a:moveTo>
                    <a:pt x="2956031" y="846776"/>
                  </a:moveTo>
                  <a:lnTo>
                    <a:pt x="2956031" y="75134"/>
                  </a:lnTo>
                  <a:lnTo>
                    <a:pt x="2951820" y="71512"/>
                  </a:lnTo>
                </a:path>
                <a:path w="2992754" h="1577975">
                  <a:moveTo>
                    <a:pt x="2976601" y="864429"/>
                  </a:moveTo>
                  <a:lnTo>
                    <a:pt x="2976601" y="92787"/>
                  </a:lnTo>
                  <a:lnTo>
                    <a:pt x="2972389" y="89173"/>
                  </a:lnTo>
                </a:path>
                <a:path w="2992754" h="1577975">
                  <a:moveTo>
                    <a:pt x="2992346" y="105150"/>
                  </a:moveTo>
                  <a:lnTo>
                    <a:pt x="2977935" y="92787"/>
                  </a:lnTo>
                  <a:lnTo>
                    <a:pt x="2977935" y="864383"/>
                  </a:lnTo>
                </a:path>
                <a:path w="2992754" h="1577975">
                  <a:moveTo>
                    <a:pt x="2888583" y="788884"/>
                  </a:moveTo>
                  <a:lnTo>
                    <a:pt x="2888583" y="17242"/>
                  </a:lnTo>
                  <a:lnTo>
                    <a:pt x="2884372" y="13627"/>
                  </a:lnTo>
                </a:path>
                <a:path w="2992754" h="1577975">
                  <a:moveTo>
                    <a:pt x="2870403" y="772130"/>
                  </a:moveTo>
                  <a:lnTo>
                    <a:pt x="2870403" y="488"/>
                  </a:lnTo>
                  <a:lnTo>
                    <a:pt x="2861118" y="51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6437686" y="3194342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4">
                  <a:moveTo>
                    <a:pt x="1334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6459589" y="3213934"/>
              <a:ext cx="81915" cy="851535"/>
            </a:xfrm>
            <a:custGeom>
              <a:avLst/>
              <a:gdLst/>
              <a:ahLst/>
              <a:cxnLst/>
              <a:rect l="l" t="t" r="r" b="b"/>
              <a:pathLst>
                <a:path w="81915" h="851535">
                  <a:moveTo>
                    <a:pt x="14411" y="12363"/>
                  </a:moveTo>
                  <a:lnTo>
                    <a:pt x="0" y="0"/>
                  </a:lnTo>
                </a:path>
                <a:path w="81915" h="851535">
                  <a:moveTo>
                    <a:pt x="17474" y="22989"/>
                  </a:moveTo>
                  <a:lnTo>
                    <a:pt x="15396" y="22997"/>
                  </a:lnTo>
                  <a:lnTo>
                    <a:pt x="15396" y="794639"/>
                  </a:lnTo>
                </a:path>
                <a:path w="81915" h="851535">
                  <a:moveTo>
                    <a:pt x="41565" y="35670"/>
                  </a:moveTo>
                  <a:lnTo>
                    <a:pt x="27363" y="23485"/>
                  </a:lnTo>
                  <a:lnTo>
                    <a:pt x="27363" y="795127"/>
                  </a:lnTo>
                </a:path>
                <a:path w="81915" h="851535">
                  <a:moveTo>
                    <a:pt x="62135" y="53323"/>
                  </a:moveTo>
                  <a:lnTo>
                    <a:pt x="46878" y="40231"/>
                  </a:lnTo>
                </a:path>
                <a:path w="81915" h="851535">
                  <a:moveTo>
                    <a:pt x="81665" y="851515"/>
                  </a:moveTo>
                  <a:lnTo>
                    <a:pt x="81665" y="79873"/>
                  </a:lnTo>
                  <a:lnTo>
                    <a:pt x="80486" y="78865"/>
                  </a:lnTo>
                </a:path>
                <a:path w="81915" h="851535">
                  <a:moveTo>
                    <a:pt x="15396" y="22997"/>
                  </a:moveTo>
                  <a:lnTo>
                    <a:pt x="14217" y="21988"/>
                  </a:lnTo>
                  <a:lnTo>
                    <a:pt x="14217" y="79362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6505134" y="3252234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5">
                  <a:moveTo>
                    <a:pt x="133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6419505" y="3179528"/>
              <a:ext cx="54610" cy="56515"/>
            </a:xfrm>
            <a:custGeom>
              <a:avLst/>
              <a:gdLst/>
              <a:ahLst/>
              <a:cxnLst/>
              <a:rect l="l" t="t" r="r" b="b"/>
              <a:pathLst>
                <a:path w="54610" h="56514">
                  <a:moveTo>
                    <a:pt x="14201" y="12185"/>
                  </a:moveTo>
                  <a:lnTo>
                    <a:pt x="0" y="0"/>
                  </a:lnTo>
                </a:path>
                <a:path w="54610" h="56514">
                  <a:moveTo>
                    <a:pt x="53122" y="55379"/>
                  </a:moveTo>
                  <a:lnTo>
                    <a:pt x="54301" y="5639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6477660" y="3235506"/>
              <a:ext cx="49530" cy="38735"/>
            </a:xfrm>
            <a:custGeom>
              <a:avLst/>
              <a:gdLst/>
              <a:ahLst/>
              <a:cxnLst/>
              <a:rect l="l" t="t" r="r" b="b"/>
              <a:pathLst>
                <a:path w="49529" h="38735">
                  <a:moveTo>
                    <a:pt x="9283" y="0"/>
                  </a:moveTo>
                  <a:lnTo>
                    <a:pt x="0" y="0"/>
                  </a:lnTo>
                  <a:lnTo>
                    <a:pt x="0" y="3860"/>
                  </a:lnTo>
                  <a:lnTo>
                    <a:pt x="9283" y="3860"/>
                  </a:lnTo>
                  <a:lnTo>
                    <a:pt x="9283" y="0"/>
                  </a:lnTo>
                  <a:close/>
                </a:path>
                <a:path w="49529" h="38735">
                  <a:moveTo>
                    <a:pt x="49364" y="34391"/>
                  </a:moveTo>
                  <a:lnTo>
                    <a:pt x="48031" y="34391"/>
                  </a:lnTo>
                  <a:lnTo>
                    <a:pt x="48031" y="38265"/>
                  </a:lnTo>
                  <a:lnTo>
                    <a:pt x="49364" y="38265"/>
                  </a:lnTo>
                  <a:lnTo>
                    <a:pt x="49364" y="343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6568370" y="3308444"/>
              <a:ext cx="40640" cy="793115"/>
            </a:xfrm>
            <a:custGeom>
              <a:avLst/>
              <a:gdLst/>
              <a:ahLst/>
              <a:cxnLst/>
              <a:rect l="l" t="t" r="r" b="b"/>
              <a:pathLst>
                <a:path w="40640" h="793114">
                  <a:moveTo>
                    <a:pt x="24781" y="792917"/>
                  </a:moveTo>
                  <a:lnTo>
                    <a:pt x="24781" y="21275"/>
                  </a:lnTo>
                  <a:lnTo>
                    <a:pt x="20569" y="17653"/>
                  </a:lnTo>
                </a:path>
                <a:path w="40640" h="793114">
                  <a:moveTo>
                    <a:pt x="4211" y="775264"/>
                  </a:moveTo>
                  <a:lnTo>
                    <a:pt x="4211" y="3622"/>
                  </a:lnTo>
                  <a:lnTo>
                    <a:pt x="0" y="0"/>
                  </a:lnTo>
                </a:path>
                <a:path w="40640" h="793114">
                  <a:moveTo>
                    <a:pt x="40526" y="33630"/>
                  </a:moveTo>
                  <a:lnTo>
                    <a:pt x="26115" y="21267"/>
                  </a:lnTo>
                  <a:lnTo>
                    <a:pt x="26115" y="792870"/>
                  </a:lnTo>
                </a:path>
                <a:path w="40640" h="793114">
                  <a:moveTo>
                    <a:pt x="39207" y="42015"/>
                  </a:moveTo>
                  <a:lnTo>
                    <a:pt x="38602" y="41495"/>
                  </a:lnTo>
                </a:path>
                <a:path w="40640" h="793114">
                  <a:moveTo>
                    <a:pt x="20802" y="16706"/>
                  </a:moveTo>
                  <a:lnTo>
                    <a:pt x="5545" y="3614"/>
                  </a:lnTo>
                  <a:lnTo>
                    <a:pt x="5545" y="77521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6593151" y="3327780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5">
                  <a:moveTo>
                    <a:pt x="133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6607213" y="3351941"/>
              <a:ext cx="3175" cy="774700"/>
            </a:xfrm>
            <a:custGeom>
              <a:avLst/>
              <a:gdLst/>
              <a:ahLst/>
              <a:cxnLst/>
              <a:rect l="l" t="t" r="r" b="b"/>
              <a:pathLst>
                <a:path w="3175" h="774700">
                  <a:moveTo>
                    <a:pt x="3172" y="774364"/>
                  </a:moveTo>
                  <a:lnTo>
                    <a:pt x="3172" y="2722"/>
                  </a:ln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6572582" y="3310127"/>
              <a:ext cx="1905" cy="4445"/>
            </a:xfrm>
            <a:custGeom>
              <a:avLst/>
              <a:gdLst/>
              <a:ahLst/>
              <a:cxnLst/>
              <a:rect l="l" t="t" r="r" b="b"/>
              <a:pathLst>
                <a:path w="1904" h="4445">
                  <a:moveTo>
                    <a:pt x="1334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1334" y="0"/>
                  </a:lnTo>
                  <a:lnTo>
                    <a:pt x="1334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6554401" y="3295305"/>
              <a:ext cx="71120" cy="833119"/>
            </a:xfrm>
            <a:custGeom>
              <a:avLst/>
              <a:gdLst/>
              <a:ahLst/>
              <a:cxnLst/>
              <a:rect l="l" t="t" r="r" b="b"/>
              <a:pathLst>
                <a:path w="71120" h="833120">
                  <a:moveTo>
                    <a:pt x="14193" y="12192"/>
                  </a:moveTo>
                  <a:lnTo>
                    <a:pt x="0" y="0"/>
                  </a:lnTo>
                </a:path>
                <a:path w="71120" h="833120">
                  <a:moveTo>
                    <a:pt x="69697" y="832978"/>
                  </a:moveTo>
                  <a:lnTo>
                    <a:pt x="69697" y="61336"/>
                  </a:lnTo>
                  <a:lnTo>
                    <a:pt x="70728" y="60707"/>
                  </a:lnTo>
                </a:path>
                <a:path w="71120" h="833120">
                  <a:moveTo>
                    <a:pt x="58667" y="831512"/>
                  </a:moveTo>
                  <a:lnTo>
                    <a:pt x="58667" y="59870"/>
                  </a:lnTo>
                  <a:lnTo>
                    <a:pt x="58062" y="59350"/>
                  </a:lnTo>
                  <a:lnTo>
                    <a:pt x="58062" y="83099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6610385" y="3352724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40" h="4445">
                  <a:moveTo>
                    <a:pt x="2078" y="3870"/>
                  </a:moveTo>
                  <a:lnTo>
                    <a:pt x="0" y="3870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6404939" y="3175021"/>
              <a:ext cx="219710" cy="951865"/>
            </a:xfrm>
            <a:custGeom>
              <a:avLst/>
              <a:gdLst/>
              <a:ahLst/>
              <a:cxnLst/>
              <a:rect l="l" t="t" r="r" b="b"/>
              <a:pathLst>
                <a:path w="219709" h="951864">
                  <a:moveTo>
                    <a:pt x="217414" y="951772"/>
                  </a:moveTo>
                  <a:lnTo>
                    <a:pt x="217414" y="180130"/>
                  </a:lnTo>
                  <a:lnTo>
                    <a:pt x="208130" y="180153"/>
                  </a:lnTo>
                </a:path>
                <a:path w="219709" h="951864">
                  <a:moveTo>
                    <a:pt x="219159" y="181619"/>
                  </a:moveTo>
                  <a:lnTo>
                    <a:pt x="217414" y="180130"/>
                  </a:lnTo>
                </a:path>
                <a:path w="219709" h="951864">
                  <a:moveTo>
                    <a:pt x="2598" y="4017"/>
                  </a:moveTo>
                  <a:lnTo>
                    <a:pt x="1419" y="3009"/>
                  </a:lnTo>
                </a:path>
                <a:path w="219709" h="951864">
                  <a:moveTo>
                    <a:pt x="597" y="511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6407537" y="3177100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4">
                  <a:moveTo>
                    <a:pt x="207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078" y="0"/>
                  </a:lnTo>
                  <a:lnTo>
                    <a:pt x="207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6405179" y="3168134"/>
              <a:ext cx="203835" cy="184150"/>
            </a:xfrm>
            <a:custGeom>
              <a:avLst/>
              <a:gdLst/>
              <a:ahLst/>
              <a:cxnLst/>
              <a:rect l="l" t="t" r="r" b="b"/>
              <a:pathLst>
                <a:path w="203834" h="184150">
                  <a:moveTo>
                    <a:pt x="0" y="8888"/>
                  </a:moveTo>
                  <a:lnTo>
                    <a:pt x="1178" y="9896"/>
                  </a:lnTo>
                </a:path>
                <a:path w="203834" h="184150">
                  <a:moveTo>
                    <a:pt x="203833" y="182046"/>
                  </a:moveTo>
                  <a:lnTo>
                    <a:pt x="203476" y="183527"/>
                  </a:lnTo>
                </a:path>
                <a:path w="203834" h="184150">
                  <a:moveTo>
                    <a:pt x="136695" y="122904"/>
                  </a:moveTo>
                  <a:lnTo>
                    <a:pt x="136330" y="124386"/>
                  </a:lnTo>
                </a:path>
                <a:path w="203834" h="184150">
                  <a:moveTo>
                    <a:pt x="137703" y="115776"/>
                  </a:moveTo>
                  <a:lnTo>
                    <a:pt x="136090" y="122385"/>
                  </a:lnTo>
                </a:path>
                <a:path w="203834" h="184150">
                  <a:moveTo>
                    <a:pt x="164858" y="139076"/>
                  </a:moveTo>
                  <a:lnTo>
                    <a:pt x="164625" y="140030"/>
                  </a:lnTo>
                </a:path>
                <a:path w="203834" h="184150">
                  <a:moveTo>
                    <a:pt x="69247" y="65012"/>
                  </a:moveTo>
                  <a:lnTo>
                    <a:pt x="68882" y="66493"/>
                  </a:lnTo>
                </a:path>
                <a:path w="203834" h="184150">
                  <a:moveTo>
                    <a:pt x="70263" y="57884"/>
                  </a:moveTo>
                  <a:lnTo>
                    <a:pt x="68642" y="64492"/>
                  </a:lnTo>
                </a:path>
                <a:path w="203834" h="184150">
                  <a:moveTo>
                    <a:pt x="97410" y="81192"/>
                  </a:moveTo>
                  <a:lnTo>
                    <a:pt x="97177" y="82138"/>
                  </a:lnTo>
                </a:path>
                <a:path w="203834" h="184150">
                  <a:moveTo>
                    <a:pt x="117987" y="98845"/>
                  </a:moveTo>
                  <a:lnTo>
                    <a:pt x="117754" y="99799"/>
                  </a:lnTo>
                </a:path>
                <a:path w="203834" h="184150">
                  <a:moveTo>
                    <a:pt x="50539" y="40960"/>
                  </a:moveTo>
                  <a:lnTo>
                    <a:pt x="50306" y="41906"/>
                  </a:lnTo>
                </a:path>
                <a:path w="203834" h="184150">
                  <a:moveTo>
                    <a:pt x="185435" y="156737"/>
                  </a:moveTo>
                  <a:lnTo>
                    <a:pt x="185202" y="157683"/>
                  </a:lnTo>
                </a:path>
                <a:path w="203834" h="184150">
                  <a:moveTo>
                    <a:pt x="29962" y="23299"/>
                  </a:moveTo>
                  <a:lnTo>
                    <a:pt x="29737" y="24253"/>
                  </a:lnTo>
                </a:path>
                <a:path w="203834" h="184150">
                  <a:moveTo>
                    <a:pt x="1799" y="7120"/>
                  </a:moveTo>
                  <a:lnTo>
                    <a:pt x="1442" y="8601"/>
                  </a:lnTo>
                </a:path>
                <a:path w="203834" h="184150">
                  <a:moveTo>
                    <a:pt x="2815" y="0"/>
                  </a:moveTo>
                  <a:lnTo>
                    <a:pt x="1202" y="660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6404419" y="3178039"/>
              <a:ext cx="5080" cy="772795"/>
            </a:xfrm>
            <a:custGeom>
              <a:avLst/>
              <a:gdLst/>
              <a:ahLst/>
              <a:cxnLst/>
              <a:rect l="l" t="t" r="r" b="b"/>
              <a:pathLst>
                <a:path w="5079" h="772795">
                  <a:moveTo>
                    <a:pt x="5054" y="1003"/>
                  </a:moveTo>
                  <a:lnTo>
                    <a:pt x="3873" y="1003"/>
                  </a:lnTo>
                  <a:lnTo>
                    <a:pt x="3873" y="0"/>
                  </a:lnTo>
                  <a:lnTo>
                    <a:pt x="0" y="0"/>
                  </a:lnTo>
                  <a:lnTo>
                    <a:pt x="0" y="771639"/>
                  </a:lnTo>
                  <a:lnTo>
                    <a:pt x="1168" y="771639"/>
                  </a:lnTo>
                  <a:lnTo>
                    <a:pt x="1168" y="772642"/>
                  </a:lnTo>
                  <a:lnTo>
                    <a:pt x="5054" y="772642"/>
                  </a:lnTo>
                  <a:lnTo>
                    <a:pt x="5054" y="1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3568663" y="1640424"/>
              <a:ext cx="3696970" cy="3106420"/>
            </a:xfrm>
            <a:custGeom>
              <a:avLst/>
              <a:gdLst/>
              <a:ahLst/>
              <a:cxnLst/>
              <a:rect l="l" t="t" r="r" b="b"/>
              <a:pathLst>
                <a:path w="3696970" h="3106420">
                  <a:moveTo>
                    <a:pt x="3596423" y="1388803"/>
                  </a:moveTo>
                  <a:lnTo>
                    <a:pt x="3101933" y="960257"/>
                  </a:lnTo>
                </a:path>
                <a:path w="3696970" h="3106420">
                  <a:moveTo>
                    <a:pt x="3072149" y="934452"/>
                  </a:moveTo>
                  <a:lnTo>
                    <a:pt x="2542990" y="475866"/>
                  </a:lnTo>
                </a:path>
                <a:path w="3696970" h="3106420">
                  <a:moveTo>
                    <a:pt x="2513206" y="450054"/>
                  </a:moveTo>
                  <a:lnTo>
                    <a:pt x="1993889" y="0"/>
                  </a:lnTo>
                </a:path>
                <a:path w="3696970" h="3106420">
                  <a:moveTo>
                    <a:pt x="2820670" y="1548139"/>
                  </a:moveTo>
                  <a:lnTo>
                    <a:pt x="2821391" y="1547705"/>
                  </a:lnTo>
                </a:path>
                <a:path w="3696970" h="3106420">
                  <a:moveTo>
                    <a:pt x="2816877" y="1551917"/>
                  </a:moveTo>
                  <a:lnTo>
                    <a:pt x="2814822" y="1551645"/>
                  </a:lnTo>
                  <a:lnTo>
                    <a:pt x="2814108" y="1552072"/>
                  </a:lnTo>
                  <a:lnTo>
                    <a:pt x="2805196" y="1550893"/>
                  </a:lnTo>
                </a:path>
                <a:path w="3696970" h="3106420">
                  <a:moveTo>
                    <a:pt x="3034222" y="1694980"/>
                  </a:moveTo>
                  <a:lnTo>
                    <a:pt x="3034811" y="1695484"/>
                  </a:lnTo>
                  <a:lnTo>
                    <a:pt x="3041660" y="1701425"/>
                  </a:lnTo>
                </a:path>
                <a:path w="3696970" h="3106420">
                  <a:moveTo>
                    <a:pt x="3026752" y="1688503"/>
                  </a:moveTo>
                  <a:lnTo>
                    <a:pt x="3034222" y="1694980"/>
                  </a:lnTo>
                </a:path>
                <a:path w="3696970" h="3106420">
                  <a:moveTo>
                    <a:pt x="662380" y="2702349"/>
                  </a:moveTo>
                  <a:lnTo>
                    <a:pt x="667259" y="2699417"/>
                  </a:lnTo>
                  <a:lnTo>
                    <a:pt x="672610" y="2696175"/>
                  </a:lnTo>
                </a:path>
                <a:path w="3696970" h="3106420">
                  <a:moveTo>
                    <a:pt x="3694190" y="1340614"/>
                  </a:moveTo>
                  <a:lnTo>
                    <a:pt x="3696617" y="1339148"/>
                  </a:lnTo>
                </a:path>
                <a:path w="3696970" h="3106420">
                  <a:moveTo>
                    <a:pt x="3391294" y="1513748"/>
                  </a:moveTo>
                  <a:lnTo>
                    <a:pt x="3376930" y="1522412"/>
                  </a:lnTo>
                </a:path>
                <a:path w="3696970" h="3106420">
                  <a:moveTo>
                    <a:pt x="3371206" y="1535341"/>
                  </a:moveTo>
                  <a:lnTo>
                    <a:pt x="3373641" y="1533876"/>
                  </a:lnTo>
                </a:path>
                <a:path w="3696970" h="3106420">
                  <a:moveTo>
                    <a:pt x="2154171" y="1808732"/>
                  </a:moveTo>
                  <a:lnTo>
                    <a:pt x="2156591" y="1807266"/>
                  </a:lnTo>
                </a:path>
                <a:path w="3696970" h="3106420">
                  <a:moveTo>
                    <a:pt x="1851927" y="1982472"/>
                  </a:moveTo>
                  <a:lnTo>
                    <a:pt x="1837593" y="1991158"/>
                  </a:lnTo>
                </a:path>
                <a:path w="3696970" h="3106420">
                  <a:moveTo>
                    <a:pt x="1187437" y="2394831"/>
                  </a:moveTo>
                  <a:lnTo>
                    <a:pt x="1189857" y="2393365"/>
                  </a:lnTo>
                </a:path>
                <a:path w="3696970" h="3106420">
                  <a:moveTo>
                    <a:pt x="885193" y="2568562"/>
                  </a:moveTo>
                  <a:lnTo>
                    <a:pt x="870859" y="2577257"/>
                  </a:lnTo>
                </a:path>
                <a:path w="3696970" h="3106420">
                  <a:moveTo>
                    <a:pt x="1831923" y="2004104"/>
                  </a:moveTo>
                  <a:lnTo>
                    <a:pt x="1834343" y="2002630"/>
                  </a:lnTo>
                </a:path>
                <a:path w="3696970" h="3106420">
                  <a:moveTo>
                    <a:pt x="1529687" y="2177835"/>
                  </a:moveTo>
                  <a:lnTo>
                    <a:pt x="1515354" y="2186522"/>
                  </a:lnTo>
                </a:path>
                <a:path w="3696970" h="3106420">
                  <a:moveTo>
                    <a:pt x="1509676" y="2199467"/>
                  </a:moveTo>
                  <a:lnTo>
                    <a:pt x="1512096" y="2198001"/>
                  </a:lnTo>
                </a:path>
                <a:path w="3696970" h="3106420">
                  <a:moveTo>
                    <a:pt x="1207440" y="2373198"/>
                  </a:moveTo>
                  <a:lnTo>
                    <a:pt x="1193106" y="2381893"/>
                  </a:lnTo>
                </a:path>
                <a:path w="3696970" h="3106420">
                  <a:moveTo>
                    <a:pt x="2798658" y="1418006"/>
                  </a:moveTo>
                  <a:lnTo>
                    <a:pt x="2801078" y="1416532"/>
                  </a:lnTo>
                </a:path>
                <a:path w="3696970" h="3106420">
                  <a:moveTo>
                    <a:pt x="2496421" y="1591737"/>
                  </a:moveTo>
                  <a:lnTo>
                    <a:pt x="2482088" y="1600424"/>
                  </a:lnTo>
                </a:path>
                <a:path w="3696970" h="3106420">
                  <a:moveTo>
                    <a:pt x="2476410" y="1613369"/>
                  </a:moveTo>
                  <a:lnTo>
                    <a:pt x="2478830" y="1611903"/>
                  </a:lnTo>
                </a:path>
                <a:path w="3696970" h="3106420">
                  <a:moveTo>
                    <a:pt x="2174174" y="1787100"/>
                  </a:moveTo>
                  <a:lnTo>
                    <a:pt x="2159841" y="1795795"/>
                  </a:lnTo>
                </a:path>
                <a:path w="3696970" h="3106420">
                  <a:moveTo>
                    <a:pt x="865189" y="2590194"/>
                  </a:moveTo>
                  <a:lnTo>
                    <a:pt x="867609" y="2588728"/>
                  </a:lnTo>
                </a:path>
                <a:path w="3696970" h="3106420">
                  <a:moveTo>
                    <a:pt x="562953" y="2763933"/>
                  </a:moveTo>
                  <a:lnTo>
                    <a:pt x="548612" y="2772620"/>
                  </a:lnTo>
                </a:path>
                <a:path w="3696970" h="3106420">
                  <a:moveTo>
                    <a:pt x="542942" y="2785565"/>
                  </a:moveTo>
                  <a:lnTo>
                    <a:pt x="545362" y="2784091"/>
                  </a:lnTo>
                </a:path>
                <a:path w="3696970" h="3106420">
                  <a:moveTo>
                    <a:pt x="240706" y="2959297"/>
                  </a:moveTo>
                  <a:lnTo>
                    <a:pt x="226372" y="2967983"/>
                  </a:lnTo>
                </a:path>
                <a:path w="3696970" h="3106420">
                  <a:moveTo>
                    <a:pt x="29481" y="3088321"/>
                  </a:moveTo>
                  <a:lnTo>
                    <a:pt x="28124" y="3089135"/>
                  </a:lnTo>
                  <a:lnTo>
                    <a:pt x="24463" y="3091362"/>
                  </a:lnTo>
                </a:path>
                <a:path w="3696970" h="3106420">
                  <a:moveTo>
                    <a:pt x="85233" y="3054520"/>
                  </a:moveTo>
                  <a:lnTo>
                    <a:pt x="83883" y="3055334"/>
                  </a:lnTo>
                  <a:lnTo>
                    <a:pt x="80222" y="3057560"/>
                  </a:lnTo>
                </a:path>
                <a:path w="3696970" h="3106420">
                  <a:moveTo>
                    <a:pt x="109703" y="3039682"/>
                  </a:moveTo>
                  <a:lnTo>
                    <a:pt x="108354" y="3040504"/>
                  </a:lnTo>
                  <a:lnTo>
                    <a:pt x="104693" y="3042722"/>
                  </a:lnTo>
                </a:path>
                <a:path w="3696970" h="3106420">
                  <a:moveTo>
                    <a:pt x="5010" y="3103151"/>
                  </a:moveTo>
                  <a:lnTo>
                    <a:pt x="3660" y="3103973"/>
                  </a:lnTo>
                  <a:lnTo>
                    <a:pt x="0" y="3106191"/>
                  </a:lnTo>
                </a:path>
                <a:path w="3696970" h="3106420">
                  <a:moveTo>
                    <a:pt x="61320" y="3076276"/>
                  </a:moveTo>
                  <a:lnTo>
                    <a:pt x="60684" y="3076664"/>
                  </a:lnTo>
                </a:path>
                <a:path w="3696970" h="3106420">
                  <a:moveTo>
                    <a:pt x="189926" y="2991050"/>
                  </a:moveTo>
                  <a:lnTo>
                    <a:pt x="188576" y="2991865"/>
                  </a:lnTo>
                  <a:lnTo>
                    <a:pt x="184915" y="2994083"/>
                  </a:lnTo>
                </a:path>
                <a:path w="3696970" h="3106420">
                  <a:moveTo>
                    <a:pt x="165455" y="3005880"/>
                  </a:moveTo>
                  <a:lnTo>
                    <a:pt x="164105" y="3006702"/>
                  </a:lnTo>
                  <a:lnTo>
                    <a:pt x="160444" y="3008921"/>
                  </a:lnTo>
                </a:path>
                <a:path w="3696970" h="3106420">
                  <a:moveTo>
                    <a:pt x="220702" y="2980929"/>
                  </a:moveTo>
                  <a:lnTo>
                    <a:pt x="223122" y="297946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6504529" y="3254166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603"/>
                  </a:moveTo>
                  <a:lnTo>
                    <a:pt x="0" y="771603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6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831892" y="2238839"/>
              <a:ext cx="5434965" cy="3345815"/>
            </a:xfrm>
            <a:custGeom>
              <a:avLst/>
              <a:gdLst/>
              <a:ahLst/>
              <a:cxnLst/>
              <a:rect l="l" t="t" r="r" b="b"/>
              <a:pathLst>
                <a:path w="5434965" h="3345815">
                  <a:moveTo>
                    <a:pt x="4778438" y="1102956"/>
                  </a:moveTo>
                  <a:lnTo>
                    <a:pt x="4776522" y="1110821"/>
                  </a:lnTo>
                </a:path>
                <a:path w="5434965" h="3345815">
                  <a:moveTo>
                    <a:pt x="5433388" y="740733"/>
                  </a:moveTo>
                  <a:lnTo>
                    <a:pt x="5434110" y="740299"/>
                  </a:lnTo>
                  <a:lnTo>
                    <a:pt x="5434738" y="739919"/>
                  </a:lnTo>
                </a:path>
                <a:path w="5434965" h="3345815">
                  <a:moveTo>
                    <a:pt x="5110412" y="935461"/>
                  </a:moveTo>
                  <a:lnTo>
                    <a:pt x="5111125" y="935026"/>
                  </a:lnTo>
                  <a:lnTo>
                    <a:pt x="5111761" y="934646"/>
                  </a:lnTo>
                </a:path>
                <a:path w="5434965" h="3345815">
                  <a:moveTo>
                    <a:pt x="3893362" y="1208852"/>
                  </a:moveTo>
                  <a:lnTo>
                    <a:pt x="3894075" y="1208417"/>
                  </a:lnTo>
                  <a:lnTo>
                    <a:pt x="3894711" y="1208029"/>
                  </a:lnTo>
                </a:path>
                <a:path w="5434965" h="3345815">
                  <a:moveTo>
                    <a:pt x="2926627" y="1794950"/>
                  </a:moveTo>
                  <a:lnTo>
                    <a:pt x="2927333" y="1794515"/>
                  </a:lnTo>
                  <a:lnTo>
                    <a:pt x="2927977" y="1794127"/>
                  </a:lnTo>
                </a:path>
                <a:path w="5434965" h="3345815">
                  <a:moveTo>
                    <a:pt x="3571114" y="1404215"/>
                  </a:moveTo>
                  <a:lnTo>
                    <a:pt x="3571828" y="1403781"/>
                  </a:lnTo>
                  <a:lnTo>
                    <a:pt x="3572464" y="1403401"/>
                  </a:lnTo>
                </a:path>
                <a:path w="5434965" h="3345815">
                  <a:moveTo>
                    <a:pt x="3248867" y="1599586"/>
                  </a:moveTo>
                  <a:lnTo>
                    <a:pt x="3249580" y="1599152"/>
                  </a:lnTo>
                  <a:lnTo>
                    <a:pt x="3250224" y="1598764"/>
                  </a:lnTo>
                </a:path>
                <a:path w="5434965" h="3345815">
                  <a:moveTo>
                    <a:pt x="4537848" y="818117"/>
                  </a:moveTo>
                  <a:lnTo>
                    <a:pt x="4538562" y="817690"/>
                  </a:lnTo>
                  <a:lnTo>
                    <a:pt x="4539206" y="817302"/>
                  </a:lnTo>
                </a:path>
                <a:path w="5434965" h="3345815">
                  <a:moveTo>
                    <a:pt x="4215601" y="1013488"/>
                  </a:moveTo>
                  <a:lnTo>
                    <a:pt x="4216315" y="1013054"/>
                  </a:lnTo>
                  <a:lnTo>
                    <a:pt x="4216958" y="1012666"/>
                  </a:lnTo>
                </a:path>
                <a:path w="5434965" h="3345815">
                  <a:moveTo>
                    <a:pt x="2604380" y="1990313"/>
                  </a:moveTo>
                  <a:lnTo>
                    <a:pt x="2605094" y="1989879"/>
                  </a:lnTo>
                  <a:lnTo>
                    <a:pt x="2605730" y="1989499"/>
                  </a:lnTo>
                </a:path>
                <a:path w="5434965" h="3345815">
                  <a:moveTo>
                    <a:pt x="2282133" y="2185677"/>
                  </a:moveTo>
                  <a:lnTo>
                    <a:pt x="2282846" y="2185242"/>
                  </a:lnTo>
                  <a:lnTo>
                    <a:pt x="2283490" y="2184862"/>
                  </a:lnTo>
                </a:path>
                <a:path w="5434965" h="3345815">
                  <a:moveTo>
                    <a:pt x="1878313" y="2429229"/>
                  </a:moveTo>
                  <a:lnTo>
                    <a:pt x="1877677" y="2429609"/>
                  </a:lnTo>
                  <a:lnTo>
                    <a:pt x="1876964" y="2430044"/>
                  </a:lnTo>
                </a:path>
                <a:path w="5434965" h="3345815">
                  <a:moveTo>
                    <a:pt x="1797455" y="2478249"/>
                  </a:moveTo>
                  <a:lnTo>
                    <a:pt x="1796741" y="2478683"/>
                  </a:lnTo>
                </a:path>
                <a:path w="5434965" h="3345815">
                  <a:moveTo>
                    <a:pt x="1959893" y="2381048"/>
                  </a:moveTo>
                  <a:lnTo>
                    <a:pt x="1960599" y="2380613"/>
                  </a:lnTo>
                  <a:lnTo>
                    <a:pt x="1961243" y="2380226"/>
                  </a:lnTo>
                </a:path>
                <a:path w="5434965" h="3345815">
                  <a:moveTo>
                    <a:pt x="4778431" y="1103010"/>
                  </a:moveTo>
                  <a:lnTo>
                    <a:pt x="4793268" y="1115862"/>
                  </a:lnTo>
                </a:path>
                <a:path w="5434965" h="3345815">
                  <a:moveTo>
                    <a:pt x="1044148" y="2206246"/>
                  </a:moveTo>
                  <a:lnTo>
                    <a:pt x="1676031" y="2749879"/>
                  </a:lnTo>
                </a:path>
                <a:path w="5434965" h="3345815">
                  <a:moveTo>
                    <a:pt x="1646573" y="907554"/>
                  </a:moveTo>
                  <a:lnTo>
                    <a:pt x="1649397" y="903660"/>
                  </a:lnTo>
                  <a:lnTo>
                    <a:pt x="1650723" y="899379"/>
                  </a:lnTo>
                </a:path>
                <a:path w="5434965" h="3345815">
                  <a:moveTo>
                    <a:pt x="1606435" y="904940"/>
                  </a:moveTo>
                  <a:lnTo>
                    <a:pt x="1604620" y="900752"/>
                  </a:lnTo>
                  <a:lnTo>
                    <a:pt x="1604372" y="896369"/>
                  </a:lnTo>
                </a:path>
                <a:path w="5434965" h="3345815">
                  <a:moveTo>
                    <a:pt x="1609685" y="908655"/>
                  </a:moveTo>
                  <a:lnTo>
                    <a:pt x="1614152" y="911626"/>
                  </a:lnTo>
                </a:path>
                <a:path w="5434965" h="3345815">
                  <a:moveTo>
                    <a:pt x="1631534" y="914441"/>
                  </a:moveTo>
                  <a:lnTo>
                    <a:pt x="1637328" y="913130"/>
                  </a:lnTo>
                  <a:lnTo>
                    <a:pt x="1642463" y="910780"/>
                  </a:lnTo>
                </a:path>
                <a:path w="5434965" h="3345815">
                  <a:moveTo>
                    <a:pt x="1609685" y="908655"/>
                  </a:moveTo>
                  <a:lnTo>
                    <a:pt x="1606435" y="904940"/>
                  </a:lnTo>
                </a:path>
                <a:path w="5434965" h="3345815">
                  <a:moveTo>
                    <a:pt x="1614152" y="911626"/>
                  </a:moveTo>
                  <a:lnTo>
                    <a:pt x="1619535" y="913658"/>
                  </a:lnTo>
                </a:path>
                <a:path w="5434965" h="3345815">
                  <a:moveTo>
                    <a:pt x="1111783" y="1205889"/>
                  </a:moveTo>
                  <a:lnTo>
                    <a:pt x="1114606" y="1202003"/>
                  </a:lnTo>
                  <a:lnTo>
                    <a:pt x="1115932" y="1197721"/>
                  </a:lnTo>
                </a:path>
                <a:path w="5434965" h="3345815">
                  <a:moveTo>
                    <a:pt x="1071644" y="1203283"/>
                  </a:moveTo>
                  <a:lnTo>
                    <a:pt x="1069829" y="1199086"/>
                  </a:lnTo>
                  <a:lnTo>
                    <a:pt x="1069581" y="1194704"/>
                  </a:lnTo>
                </a:path>
                <a:path w="5434965" h="3345815">
                  <a:moveTo>
                    <a:pt x="1074894" y="1206990"/>
                  </a:moveTo>
                  <a:lnTo>
                    <a:pt x="1079369" y="1209961"/>
                  </a:lnTo>
                </a:path>
                <a:path w="5434965" h="3345815">
                  <a:moveTo>
                    <a:pt x="1096743" y="1212784"/>
                  </a:moveTo>
                  <a:lnTo>
                    <a:pt x="1102537" y="1211473"/>
                  </a:lnTo>
                  <a:lnTo>
                    <a:pt x="1107672" y="1209123"/>
                  </a:lnTo>
                </a:path>
                <a:path w="5434965" h="3345815">
                  <a:moveTo>
                    <a:pt x="1074894" y="1206990"/>
                  </a:moveTo>
                  <a:lnTo>
                    <a:pt x="1071644" y="1203283"/>
                  </a:lnTo>
                </a:path>
                <a:path w="5434965" h="3345815">
                  <a:moveTo>
                    <a:pt x="1079369" y="1209961"/>
                  </a:moveTo>
                  <a:lnTo>
                    <a:pt x="1084744" y="1212001"/>
                  </a:lnTo>
                </a:path>
                <a:path w="5434965" h="3345815">
                  <a:moveTo>
                    <a:pt x="2139411" y="601517"/>
                  </a:moveTo>
                  <a:lnTo>
                    <a:pt x="2139163" y="597127"/>
                  </a:lnTo>
                </a:path>
                <a:path w="5434965" h="3345815">
                  <a:moveTo>
                    <a:pt x="2184187" y="604426"/>
                  </a:moveTo>
                  <a:lnTo>
                    <a:pt x="2185514" y="600144"/>
                  </a:lnTo>
                </a:path>
                <a:path w="5434965" h="3345815">
                  <a:moveTo>
                    <a:pt x="2144476" y="609413"/>
                  </a:moveTo>
                  <a:lnTo>
                    <a:pt x="2141226" y="605705"/>
                  </a:lnTo>
                </a:path>
                <a:path w="5434965" h="3345815">
                  <a:moveTo>
                    <a:pt x="2172119" y="613896"/>
                  </a:moveTo>
                  <a:lnTo>
                    <a:pt x="2177253" y="611546"/>
                  </a:lnTo>
                </a:path>
                <a:path w="5434965" h="3345815">
                  <a:moveTo>
                    <a:pt x="2181364" y="608319"/>
                  </a:moveTo>
                  <a:lnTo>
                    <a:pt x="2184187" y="604426"/>
                  </a:lnTo>
                </a:path>
                <a:path w="5434965" h="3345815">
                  <a:moveTo>
                    <a:pt x="2144476" y="609413"/>
                  </a:moveTo>
                  <a:lnTo>
                    <a:pt x="2148943" y="612391"/>
                  </a:lnTo>
                </a:path>
                <a:path w="5434965" h="3345815">
                  <a:moveTo>
                    <a:pt x="2141226" y="605705"/>
                  </a:moveTo>
                  <a:lnTo>
                    <a:pt x="2139411" y="601517"/>
                  </a:lnTo>
                </a:path>
                <a:path w="5434965" h="3345815">
                  <a:moveTo>
                    <a:pt x="2166325" y="615207"/>
                  </a:moveTo>
                  <a:lnTo>
                    <a:pt x="2172119" y="613896"/>
                  </a:lnTo>
                </a:path>
                <a:path w="5434965" h="3345815">
                  <a:moveTo>
                    <a:pt x="2148943" y="612391"/>
                  </a:moveTo>
                  <a:lnTo>
                    <a:pt x="2154326" y="614423"/>
                  </a:lnTo>
                </a:path>
                <a:path w="5434965" h="3345815">
                  <a:moveTo>
                    <a:pt x="15171" y="1810020"/>
                  </a:moveTo>
                  <a:lnTo>
                    <a:pt x="9788" y="1807988"/>
                  </a:lnTo>
                  <a:lnTo>
                    <a:pt x="5320" y="1805009"/>
                  </a:lnTo>
                  <a:lnTo>
                    <a:pt x="2063" y="1801302"/>
                  </a:lnTo>
                  <a:lnTo>
                    <a:pt x="255" y="1797114"/>
                  </a:lnTo>
                  <a:lnTo>
                    <a:pt x="0" y="1792731"/>
                  </a:lnTo>
                </a:path>
                <a:path w="5434965" h="3345815">
                  <a:moveTo>
                    <a:pt x="27162" y="1810803"/>
                  </a:moveTo>
                  <a:lnTo>
                    <a:pt x="32963" y="1809493"/>
                  </a:lnTo>
                  <a:lnTo>
                    <a:pt x="38090" y="1807142"/>
                  </a:lnTo>
                </a:path>
                <a:path w="5434965" h="3345815">
                  <a:moveTo>
                    <a:pt x="42209" y="1803916"/>
                  </a:moveTo>
                  <a:lnTo>
                    <a:pt x="45024" y="1800030"/>
                  </a:lnTo>
                  <a:lnTo>
                    <a:pt x="46351" y="1795741"/>
                  </a:lnTo>
                </a:path>
                <a:path w="5434965" h="3345815">
                  <a:moveTo>
                    <a:pt x="3235906" y="18079"/>
                  </a:moveTo>
                  <a:lnTo>
                    <a:pt x="3241700" y="16768"/>
                  </a:lnTo>
                  <a:lnTo>
                    <a:pt x="3246835" y="14418"/>
                  </a:lnTo>
                </a:path>
                <a:path w="5434965" h="3345815">
                  <a:moveTo>
                    <a:pt x="3223907" y="17296"/>
                  </a:moveTo>
                  <a:lnTo>
                    <a:pt x="3218525" y="15264"/>
                  </a:lnTo>
                  <a:lnTo>
                    <a:pt x="3214057" y="12285"/>
                  </a:lnTo>
                  <a:lnTo>
                    <a:pt x="3210807" y="8578"/>
                  </a:lnTo>
                  <a:lnTo>
                    <a:pt x="3208992" y="4390"/>
                  </a:lnTo>
                  <a:lnTo>
                    <a:pt x="3208744" y="0"/>
                  </a:lnTo>
                </a:path>
                <a:path w="5434965" h="3345815">
                  <a:moveTo>
                    <a:pt x="3250946" y="11192"/>
                  </a:moveTo>
                  <a:lnTo>
                    <a:pt x="3253761" y="7298"/>
                  </a:lnTo>
                  <a:lnTo>
                    <a:pt x="3255095" y="3017"/>
                  </a:lnTo>
                </a:path>
                <a:path w="5434965" h="3345815">
                  <a:moveTo>
                    <a:pt x="2716155" y="309976"/>
                  </a:moveTo>
                  <a:lnTo>
                    <a:pt x="2718970" y="306091"/>
                  </a:lnTo>
                  <a:lnTo>
                    <a:pt x="2720304" y="301801"/>
                  </a:lnTo>
                </a:path>
                <a:path w="5434965" h="3345815">
                  <a:moveTo>
                    <a:pt x="2676016" y="307363"/>
                  </a:moveTo>
                  <a:lnTo>
                    <a:pt x="2674201" y="303174"/>
                  </a:lnTo>
                  <a:lnTo>
                    <a:pt x="2673953" y="298792"/>
                  </a:lnTo>
                </a:path>
                <a:path w="5434965" h="3345815">
                  <a:moveTo>
                    <a:pt x="2679266" y="311078"/>
                  </a:moveTo>
                  <a:lnTo>
                    <a:pt x="2683734" y="314048"/>
                  </a:lnTo>
                </a:path>
                <a:path w="5434965" h="3345815">
                  <a:moveTo>
                    <a:pt x="2701116" y="316864"/>
                  </a:moveTo>
                  <a:lnTo>
                    <a:pt x="2706909" y="315561"/>
                  </a:lnTo>
                  <a:lnTo>
                    <a:pt x="2712044" y="313211"/>
                  </a:lnTo>
                </a:path>
                <a:path w="5434965" h="3345815">
                  <a:moveTo>
                    <a:pt x="2679266" y="311078"/>
                  </a:moveTo>
                  <a:lnTo>
                    <a:pt x="2676016" y="307363"/>
                  </a:lnTo>
                </a:path>
                <a:path w="5434965" h="3345815">
                  <a:moveTo>
                    <a:pt x="2683734" y="314048"/>
                  </a:moveTo>
                  <a:lnTo>
                    <a:pt x="2689117" y="316088"/>
                  </a:lnTo>
                </a:path>
                <a:path w="5434965" h="3345815">
                  <a:moveTo>
                    <a:pt x="549954" y="1511235"/>
                  </a:moveTo>
                  <a:lnTo>
                    <a:pt x="544579" y="1509195"/>
                  </a:lnTo>
                  <a:lnTo>
                    <a:pt x="540103" y="1506225"/>
                  </a:lnTo>
                  <a:lnTo>
                    <a:pt x="536853" y="1502517"/>
                  </a:lnTo>
                  <a:lnTo>
                    <a:pt x="535038" y="1498321"/>
                  </a:lnTo>
                  <a:lnTo>
                    <a:pt x="534790" y="1493939"/>
                  </a:lnTo>
                </a:path>
                <a:path w="5434965" h="3345815">
                  <a:moveTo>
                    <a:pt x="561953" y="1512019"/>
                  </a:moveTo>
                  <a:lnTo>
                    <a:pt x="567754" y="1510708"/>
                  </a:lnTo>
                  <a:lnTo>
                    <a:pt x="572881" y="1508358"/>
                  </a:lnTo>
                </a:path>
                <a:path w="5434965" h="3345815">
                  <a:moveTo>
                    <a:pt x="577000" y="1505131"/>
                  </a:moveTo>
                  <a:lnTo>
                    <a:pt x="579815" y="1501237"/>
                  </a:lnTo>
                  <a:lnTo>
                    <a:pt x="581141" y="1496956"/>
                  </a:lnTo>
                </a:path>
                <a:path w="5434965" h="3345815">
                  <a:moveTo>
                    <a:pt x="2409381" y="2098722"/>
                  </a:moveTo>
                  <a:lnTo>
                    <a:pt x="2409381" y="2097760"/>
                  </a:lnTo>
                  <a:lnTo>
                    <a:pt x="2427484" y="2086793"/>
                  </a:lnTo>
                </a:path>
                <a:path w="5434965" h="3345815">
                  <a:moveTo>
                    <a:pt x="224216" y="2069814"/>
                  </a:moveTo>
                  <a:lnTo>
                    <a:pt x="1704357" y="3345626"/>
                  </a:lnTo>
                  <a:lnTo>
                    <a:pt x="4539283" y="1796276"/>
                  </a:lnTo>
                </a:path>
                <a:path w="5434965" h="3345815">
                  <a:moveTo>
                    <a:pt x="3164239" y="147026"/>
                  </a:moveTo>
                  <a:lnTo>
                    <a:pt x="1044148" y="143437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1" name="object 26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91041" y="3349141"/>
              <a:ext cx="266038" cy="118840"/>
            </a:xfrm>
            <a:prstGeom prst="rect">
              <a:avLst/>
            </a:prstGeom>
          </p:spPr>
        </p:pic>
        <p:sp>
          <p:nvSpPr>
            <p:cNvPr id="262" name="object 262"/>
            <p:cNvSpPr/>
            <p:nvPr/>
          </p:nvSpPr>
          <p:spPr>
            <a:xfrm>
              <a:off x="1723406" y="3024326"/>
              <a:ext cx="1224280" cy="1017905"/>
            </a:xfrm>
            <a:custGeom>
              <a:avLst/>
              <a:gdLst/>
              <a:ahLst/>
              <a:cxnLst/>
              <a:rect l="l" t="t" r="r" b="b"/>
              <a:pathLst>
                <a:path w="1224280" h="1017904">
                  <a:moveTo>
                    <a:pt x="1178183" y="15240"/>
                  </a:moveTo>
                  <a:lnTo>
                    <a:pt x="1179510" y="10951"/>
                  </a:lnTo>
                </a:path>
                <a:path w="1224280" h="1017904">
                  <a:moveTo>
                    <a:pt x="1179510" y="10951"/>
                  </a:moveTo>
                  <a:lnTo>
                    <a:pt x="1182325" y="7065"/>
                  </a:lnTo>
                </a:path>
                <a:path w="1224280" h="1017904">
                  <a:moveTo>
                    <a:pt x="1214746" y="2993"/>
                  </a:moveTo>
                  <a:lnTo>
                    <a:pt x="1219214" y="5972"/>
                  </a:lnTo>
                </a:path>
                <a:path w="1224280" h="1017904">
                  <a:moveTo>
                    <a:pt x="1219214" y="5972"/>
                  </a:moveTo>
                  <a:lnTo>
                    <a:pt x="1222464" y="9679"/>
                  </a:lnTo>
                </a:path>
                <a:path w="1224280" h="1017904">
                  <a:moveTo>
                    <a:pt x="1222464" y="9679"/>
                  </a:moveTo>
                  <a:lnTo>
                    <a:pt x="1224279" y="13868"/>
                  </a:lnTo>
                </a:path>
                <a:path w="1224280" h="1017904">
                  <a:moveTo>
                    <a:pt x="1182325" y="7065"/>
                  </a:moveTo>
                  <a:lnTo>
                    <a:pt x="1186436" y="3839"/>
                  </a:lnTo>
                  <a:lnTo>
                    <a:pt x="1191571" y="1489"/>
                  </a:lnTo>
                </a:path>
                <a:path w="1224280" h="1017904">
                  <a:moveTo>
                    <a:pt x="1203438" y="0"/>
                  </a:moveTo>
                  <a:lnTo>
                    <a:pt x="1209363" y="961"/>
                  </a:lnTo>
                </a:path>
                <a:path w="1224280" h="1017904">
                  <a:moveTo>
                    <a:pt x="1191571" y="1489"/>
                  </a:moveTo>
                  <a:lnTo>
                    <a:pt x="1197365" y="178"/>
                  </a:lnTo>
                  <a:lnTo>
                    <a:pt x="1203438" y="0"/>
                  </a:lnTo>
                </a:path>
                <a:path w="1224280" h="1017904">
                  <a:moveTo>
                    <a:pt x="1209363" y="961"/>
                  </a:moveTo>
                  <a:lnTo>
                    <a:pt x="1214746" y="2993"/>
                  </a:lnTo>
                </a:path>
                <a:path w="1224280" h="1017904">
                  <a:moveTo>
                    <a:pt x="262152" y="1017638"/>
                  </a:moveTo>
                  <a:lnTo>
                    <a:pt x="154860" y="924773"/>
                  </a:lnTo>
                </a:path>
                <a:path w="1224280" h="1017904">
                  <a:moveTo>
                    <a:pt x="108509" y="935104"/>
                  </a:moveTo>
                  <a:lnTo>
                    <a:pt x="0" y="100059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1721459" y="4024925"/>
              <a:ext cx="266065" cy="27940"/>
            </a:xfrm>
            <a:custGeom>
              <a:avLst/>
              <a:gdLst/>
              <a:ahLst/>
              <a:cxnLst/>
              <a:rect l="l" t="t" r="r" b="b"/>
              <a:pathLst>
                <a:path w="266064" h="27939">
                  <a:moveTo>
                    <a:pt x="3886" y="0"/>
                  </a:moveTo>
                  <a:lnTo>
                    <a:pt x="0" y="0"/>
                  </a:lnTo>
                  <a:lnTo>
                    <a:pt x="0" y="2387"/>
                  </a:lnTo>
                  <a:lnTo>
                    <a:pt x="3886" y="2387"/>
                  </a:lnTo>
                  <a:lnTo>
                    <a:pt x="3886" y="0"/>
                  </a:lnTo>
                  <a:close/>
                </a:path>
                <a:path w="266064" h="27939">
                  <a:moveTo>
                    <a:pt x="266026" y="17043"/>
                  </a:moveTo>
                  <a:lnTo>
                    <a:pt x="262153" y="17043"/>
                  </a:lnTo>
                  <a:lnTo>
                    <a:pt x="262153" y="27889"/>
                  </a:lnTo>
                  <a:lnTo>
                    <a:pt x="266026" y="27889"/>
                  </a:lnTo>
                  <a:lnTo>
                    <a:pt x="266026" y="170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1832009" y="3622345"/>
              <a:ext cx="46355" cy="427990"/>
            </a:xfrm>
            <a:custGeom>
              <a:avLst/>
              <a:gdLst/>
              <a:ahLst/>
              <a:cxnLst/>
              <a:rect l="l" t="t" r="r" b="b"/>
              <a:pathLst>
                <a:path w="46355" h="427989">
                  <a:moveTo>
                    <a:pt x="27045" y="427297"/>
                  </a:moveTo>
                  <a:lnTo>
                    <a:pt x="20980" y="427475"/>
                  </a:lnTo>
                  <a:lnTo>
                    <a:pt x="15054" y="426514"/>
                  </a:lnTo>
                </a:path>
                <a:path w="46355" h="427989">
                  <a:moveTo>
                    <a:pt x="0" y="15240"/>
                  </a:moveTo>
                  <a:lnTo>
                    <a:pt x="1326" y="10959"/>
                  </a:lnTo>
                </a:path>
                <a:path w="46355" h="427989">
                  <a:moveTo>
                    <a:pt x="1326" y="10959"/>
                  </a:moveTo>
                  <a:lnTo>
                    <a:pt x="4141" y="7065"/>
                  </a:lnTo>
                </a:path>
                <a:path w="46355" h="427989">
                  <a:moveTo>
                    <a:pt x="36562" y="3001"/>
                  </a:moveTo>
                  <a:lnTo>
                    <a:pt x="41030" y="5972"/>
                  </a:lnTo>
                </a:path>
                <a:path w="46355" h="427989">
                  <a:moveTo>
                    <a:pt x="41030" y="5972"/>
                  </a:moveTo>
                  <a:lnTo>
                    <a:pt x="44287" y="9679"/>
                  </a:lnTo>
                </a:path>
                <a:path w="46355" h="427989">
                  <a:moveTo>
                    <a:pt x="44287" y="9679"/>
                  </a:moveTo>
                  <a:lnTo>
                    <a:pt x="46095" y="13875"/>
                  </a:lnTo>
                </a:path>
                <a:path w="46355" h="427989">
                  <a:moveTo>
                    <a:pt x="4141" y="7065"/>
                  </a:moveTo>
                  <a:lnTo>
                    <a:pt x="8260" y="3839"/>
                  </a:lnTo>
                  <a:lnTo>
                    <a:pt x="13387" y="1489"/>
                  </a:lnTo>
                </a:path>
                <a:path w="46355" h="427989">
                  <a:moveTo>
                    <a:pt x="25254" y="0"/>
                  </a:moveTo>
                  <a:lnTo>
                    <a:pt x="31179" y="961"/>
                  </a:lnTo>
                </a:path>
                <a:path w="46355" h="427989">
                  <a:moveTo>
                    <a:pt x="13387" y="1489"/>
                  </a:moveTo>
                  <a:lnTo>
                    <a:pt x="19188" y="178"/>
                  </a:lnTo>
                  <a:lnTo>
                    <a:pt x="25254" y="0"/>
                  </a:lnTo>
                </a:path>
                <a:path w="46355" h="427989">
                  <a:moveTo>
                    <a:pt x="31179" y="961"/>
                  </a:moveTo>
                  <a:lnTo>
                    <a:pt x="36562" y="300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5" name="object 26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56258" y="3648375"/>
              <a:ext cx="266030" cy="112015"/>
            </a:xfrm>
            <a:prstGeom prst="rect">
              <a:avLst/>
            </a:prstGeom>
          </p:spPr>
        </p:pic>
        <p:sp>
          <p:nvSpPr>
            <p:cNvPr id="266" name="object 266"/>
            <p:cNvSpPr/>
            <p:nvPr/>
          </p:nvSpPr>
          <p:spPr>
            <a:xfrm>
              <a:off x="2056109" y="3323561"/>
              <a:ext cx="5713730" cy="2325370"/>
            </a:xfrm>
            <a:custGeom>
              <a:avLst/>
              <a:gdLst/>
              <a:ahLst/>
              <a:cxnLst/>
              <a:rect l="l" t="t" r="r" b="b"/>
              <a:pathLst>
                <a:path w="5713730" h="2325370">
                  <a:moveTo>
                    <a:pt x="310690" y="15240"/>
                  </a:moveTo>
                  <a:lnTo>
                    <a:pt x="312016" y="10951"/>
                  </a:lnTo>
                </a:path>
                <a:path w="5713730" h="2325370">
                  <a:moveTo>
                    <a:pt x="312016" y="10951"/>
                  </a:moveTo>
                  <a:lnTo>
                    <a:pt x="314832" y="7065"/>
                  </a:lnTo>
                </a:path>
                <a:path w="5713730" h="2325370">
                  <a:moveTo>
                    <a:pt x="347253" y="2993"/>
                  </a:moveTo>
                  <a:lnTo>
                    <a:pt x="351720" y="5972"/>
                  </a:lnTo>
                </a:path>
                <a:path w="5713730" h="2325370">
                  <a:moveTo>
                    <a:pt x="351720" y="5972"/>
                  </a:moveTo>
                  <a:lnTo>
                    <a:pt x="354970" y="9679"/>
                  </a:lnTo>
                </a:path>
                <a:path w="5713730" h="2325370">
                  <a:moveTo>
                    <a:pt x="354970" y="9679"/>
                  </a:moveTo>
                  <a:lnTo>
                    <a:pt x="356785" y="13868"/>
                  </a:lnTo>
                </a:path>
                <a:path w="5713730" h="2325370">
                  <a:moveTo>
                    <a:pt x="314832" y="7065"/>
                  </a:moveTo>
                  <a:lnTo>
                    <a:pt x="318950" y="3839"/>
                  </a:lnTo>
                  <a:lnTo>
                    <a:pt x="324077" y="1489"/>
                  </a:lnTo>
                </a:path>
                <a:path w="5713730" h="2325370">
                  <a:moveTo>
                    <a:pt x="335944" y="0"/>
                  </a:moveTo>
                  <a:lnTo>
                    <a:pt x="341870" y="961"/>
                  </a:lnTo>
                </a:path>
                <a:path w="5713730" h="2325370">
                  <a:moveTo>
                    <a:pt x="324077" y="1489"/>
                  </a:moveTo>
                  <a:lnTo>
                    <a:pt x="329871" y="178"/>
                  </a:lnTo>
                  <a:lnTo>
                    <a:pt x="335944" y="0"/>
                  </a:lnTo>
                </a:path>
                <a:path w="5713730" h="2325370">
                  <a:moveTo>
                    <a:pt x="341870" y="961"/>
                  </a:moveTo>
                  <a:lnTo>
                    <a:pt x="347253" y="2993"/>
                  </a:lnTo>
                </a:path>
                <a:path w="5713730" h="2325370">
                  <a:moveTo>
                    <a:pt x="4779330" y="2174042"/>
                  </a:moveTo>
                  <a:lnTo>
                    <a:pt x="5713674" y="1586540"/>
                  </a:lnTo>
                </a:path>
                <a:path w="5713730" h="2325370">
                  <a:moveTo>
                    <a:pt x="4567935" y="2324831"/>
                  </a:moveTo>
                  <a:lnTo>
                    <a:pt x="4779330" y="2174042"/>
                  </a:lnTo>
                </a:path>
                <a:path w="5713730" h="2325370">
                  <a:moveTo>
                    <a:pt x="819932" y="439909"/>
                  </a:moveTo>
                  <a:lnTo>
                    <a:pt x="0" y="936849"/>
                  </a:lnTo>
                  <a:lnTo>
                    <a:pt x="0" y="985093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7" name="object 26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25832" y="1493785"/>
              <a:ext cx="3945545" cy="4036689"/>
            </a:xfrm>
            <a:prstGeom prst="rect">
              <a:avLst/>
            </a:prstGeom>
          </p:spPr>
        </p:pic>
        <p:sp>
          <p:nvSpPr>
            <p:cNvPr id="268" name="object 268"/>
            <p:cNvSpPr/>
            <p:nvPr/>
          </p:nvSpPr>
          <p:spPr>
            <a:xfrm>
              <a:off x="1854292" y="3040428"/>
              <a:ext cx="1089660" cy="1005840"/>
            </a:xfrm>
            <a:custGeom>
              <a:avLst/>
              <a:gdLst/>
              <a:ahLst/>
              <a:cxnLst/>
              <a:rect l="l" t="t" r="r" b="b"/>
              <a:pathLst>
                <a:path w="1089660" h="1005839">
                  <a:moveTo>
                    <a:pt x="1085272" y="407534"/>
                  </a:moveTo>
                  <a:lnTo>
                    <a:pt x="1089383" y="404300"/>
                  </a:lnTo>
                </a:path>
                <a:path w="1089660" h="1005839">
                  <a:moveTo>
                    <a:pt x="15690" y="1005553"/>
                  </a:moveTo>
                  <a:lnTo>
                    <a:pt x="19809" y="1002327"/>
                  </a:lnTo>
                </a:path>
                <a:path w="1089660" h="1005839">
                  <a:moveTo>
                    <a:pt x="550481" y="706769"/>
                  </a:moveTo>
                  <a:lnTo>
                    <a:pt x="554600" y="703542"/>
                  </a:lnTo>
                </a:path>
                <a:path w="1089660" h="1005839">
                  <a:moveTo>
                    <a:pt x="1071365" y="108"/>
                  </a:moveTo>
                  <a:lnTo>
                    <a:pt x="1070465" y="643"/>
                  </a:lnTo>
                  <a:lnTo>
                    <a:pt x="1069573" y="1178"/>
                  </a:lnTo>
                </a:path>
                <a:path w="1089660" h="1005839">
                  <a:moveTo>
                    <a:pt x="1069721" y="0"/>
                  </a:moveTo>
                  <a:lnTo>
                    <a:pt x="1070465" y="643"/>
                  </a:lnTo>
                  <a:lnTo>
                    <a:pt x="1071218" y="1287"/>
                  </a:lnTo>
                </a:path>
                <a:path w="1089660" h="1005839">
                  <a:moveTo>
                    <a:pt x="1783" y="598127"/>
                  </a:moveTo>
                  <a:lnTo>
                    <a:pt x="891" y="598663"/>
                  </a:lnTo>
                  <a:lnTo>
                    <a:pt x="0" y="599206"/>
                  </a:lnTo>
                </a:path>
                <a:path w="1089660" h="1005839">
                  <a:moveTo>
                    <a:pt x="139" y="598019"/>
                  </a:moveTo>
                  <a:lnTo>
                    <a:pt x="891" y="598663"/>
                  </a:lnTo>
                  <a:lnTo>
                    <a:pt x="1636" y="599314"/>
                  </a:lnTo>
                </a:path>
                <a:path w="1089660" h="1005839">
                  <a:moveTo>
                    <a:pt x="536574" y="299343"/>
                  </a:moveTo>
                  <a:lnTo>
                    <a:pt x="535682" y="299878"/>
                  </a:lnTo>
                  <a:lnTo>
                    <a:pt x="534782" y="300421"/>
                  </a:lnTo>
                </a:path>
                <a:path w="1089660" h="1005839">
                  <a:moveTo>
                    <a:pt x="534930" y="299234"/>
                  </a:moveTo>
                  <a:lnTo>
                    <a:pt x="535682" y="299878"/>
                  </a:lnTo>
                  <a:lnTo>
                    <a:pt x="536427" y="30052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9" name="object 26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82054" y="6993628"/>
              <a:ext cx="10974961" cy="4745940"/>
            </a:xfrm>
            <a:prstGeom prst="rect">
              <a:avLst/>
            </a:prstGeom>
          </p:spPr>
        </p:pic>
        <p:sp>
          <p:nvSpPr>
            <p:cNvPr id="270" name="object 270"/>
            <p:cNvSpPr/>
            <p:nvPr/>
          </p:nvSpPr>
          <p:spPr>
            <a:xfrm>
              <a:off x="2182054" y="7819346"/>
              <a:ext cx="9547860" cy="3920490"/>
            </a:xfrm>
            <a:custGeom>
              <a:avLst/>
              <a:gdLst/>
              <a:ahLst/>
              <a:cxnLst/>
              <a:rect l="l" t="t" r="r" b="b"/>
              <a:pathLst>
                <a:path w="9547860" h="3920490">
                  <a:moveTo>
                    <a:pt x="1307813" y="387"/>
                  </a:moveTo>
                  <a:lnTo>
                    <a:pt x="1307813" y="0"/>
                  </a:lnTo>
                </a:path>
                <a:path w="9547860" h="3920490">
                  <a:moveTo>
                    <a:pt x="7875734" y="2986916"/>
                  </a:moveTo>
                  <a:lnTo>
                    <a:pt x="7391824" y="2836058"/>
                  </a:lnTo>
                  <a:lnTo>
                    <a:pt x="6646452" y="3920221"/>
                  </a:lnTo>
                </a:path>
                <a:path w="9547860" h="3920490">
                  <a:moveTo>
                    <a:pt x="3003809" y="2546286"/>
                  </a:moveTo>
                  <a:lnTo>
                    <a:pt x="0" y="3800465"/>
                  </a:lnTo>
                </a:path>
                <a:path w="9547860" h="3920490">
                  <a:moveTo>
                    <a:pt x="6406009" y="3920221"/>
                  </a:moveTo>
                  <a:lnTo>
                    <a:pt x="3003809" y="2546286"/>
                  </a:lnTo>
                </a:path>
                <a:path w="9547860" h="3920490">
                  <a:moveTo>
                    <a:pt x="379550" y="2233400"/>
                  </a:moveTo>
                  <a:lnTo>
                    <a:pt x="379550" y="2373012"/>
                  </a:lnTo>
                </a:path>
                <a:path w="9547860" h="3920490">
                  <a:moveTo>
                    <a:pt x="8902811" y="2653554"/>
                  </a:moveTo>
                  <a:lnTo>
                    <a:pt x="8902811" y="420386"/>
                  </a:lnTo>
                </a:path>
                <a:path w="9547860" h="3920490">
                  <a:moveTo>
                    <a:pt x="8900950" y="2653554"/>
                  </a:moveTo>
                  <a:lnTo>
                    <a:pt x="8900950" y="420386"/>
                  </a:lnTo>
                </a:path>
                <a:path w="9547860" h="3920490">
                  <a:moveTo>
                    <a:pt x="9097725" y="2653554"/>
                  </a:moveTo>
                  <a:lnTo>
                    <a:pt x="9097725" y="420386"/>
                  </a:lnTo>
                </a:path>
                <a:path w="9547860" h="3920490">
                  <a:moveTo>
                    <a:pt x="9095863" y="2653554"/>
                  </a:moveTo>
                  <a:lnTo>
                    <a:pt x="9095863" y="420386"/>
                  </a:lnTo>
                </a:path>
                <a:path w="9547860" h="3920490">
                  <a:moveTo>
                    <a:pt x="9307143" y="2653554"/>
                  </a:moveTo>
                  <a:lnTo>
                    <a:pt x="9307143" y="420386"/>
                  </a:lnTo>
                </a:path>
                <a:path w="9547860" h="3920490">
                  <a:moveTo>
                    <a:pt x="9305281" y="2653554"/>
                  </a:moveTo>
                  <a:lnTo>
                    <a:pt x="9305281" y="420386"/>
                  </a:lnTo>
                </a:path>
                <a:path w="9547860" h="3920490">
                  <a:moveTo>
                    <a:pt x="9022645" y="2653554"/>
                  </a:moveTo>
                  <a:lnTo>
                    <a:pt x="9022645" y="420386"/>
                  </a:lnTo>
                </a:path>
                <a:path w="9547860" h="3920490">
                  <a:moveTo>
                    <a:pt x="8975332" y="2653554"/>
                  </a:moveTo>
                  <a:lnTo>
                    <a:pt x="8975332" y="420386"/>
                  </a:lnTo>
                </a:path>
                <a:path w="9547860" h="3920490">
                  <a:moveTo>
                    <a:pt x="9037459" y="2653554"/>
                  </a:moveTo>
                  <a:lnTo>
                    <a:pt x="9037459" y="420386"/>
                  </a:lnTo>
                </a:path>
                <a:path w="9547860" h="3920490">
                  <a:moveTo>
                    <a:pt x="9024429" y="2653554"/>
                  </a:moveTo>
                  <a:lnTo>
                    <a:pt x="9024429" y="420386"/>
                  </a:lnTo>
                </a:path>
                <a:path w="9547860" h="3920490">
                  <a:moveTo>
                    <a:pt x="9112229" y="2653554"/>
                  </a:moveTo>
                  <a:lnTo>
                    <a:pt x="9112229" y="420386"/>
                  </a:lnTo>
                </a:path>
                <a:path w="9547860" h="3920490">
                  <a:moveTo>
                    <a:pt x="9110367" y="2653554"/>
                  </a:moveTo>
                  <a:lnTo>
                    <a:pt x="9110367" y="420386"/>
                  </a:lnTo>
                </a:path>
                <a:path w="9547860" h="3920490">
                  <a:moveTo>
                    <a:pt x="9169935" y="2653554"/>
                  </a:moveTo>
                  <a:lnTo>
                    <a:pt x="9169935" y="420386"/>
                  </a:lnTo>
                </a:path>
                <a:path w="9547860" h="3920490">
                  <a:moveTo>
                    <a:pt x="9168229" y="2653554"/>
                  </a:moveTo>
                  <a:lnTo>
                    <a:pt x="9168229" y="420386"/>
                  </a:lnTo>
                </a:path>
                <a:path w="9547860" h="3920490">
                  <a:moveTo>
                    <a:pt x="9183043" y="2653554"/>
                  </a:moveTo>
                  <a:lnTo>
                    <a:pt x="9183043" y="420386"/>
                  </a:lnTo>
                </a:path>
                <a:path w="9547860" h="3920490">
                  <a:moveTo>
                    <a:pt x="9246877" y="2653554"/>
                  </a:moveTo>
                  <a:lnTo>
                    <a:pt x="9246877" y="420386"/>
                  </a:lnTo>
                </a:path>
                <a:path w="9547860" h="3920490">
                  <a:moveTo>
                    <a:pt x="9233846" y="2653554"/>
                  </a:moveTo>
                  <a:lnTo>
                    <a:pt x="9233846" y="420386"/>
                  </a:lnTo>
                </a:path>
                <a:path w="9547860" h="3920490">
                  <a:moveTo>
                    <a:pt x="9293337" y="2653554"/>
                  </a:moveTo>
                  <a:lnTo>
                    <a:pt x="9293337" y="420386"/>
                  </a:lnTo>
                </a:path>
                <a:path w="9547860" h="3920490">
                  <a:moveTo>
                    <a:pt x="9248583" y="2653554"/>
                  </a:moveTo>
                  <a:lnTo>
                    <a:pt x="9248583" y="420386"/>
                  </a:lnTo>
                </a:path>
                <a:path w="9547860" h="3920490">
                  <a:moveTo>
                    <a:pt x="8973625" y="2653554"/>
                  </a:moveTo>
                  <a:lnTo>
                    <a:pt x="8973625" y="420386"/>
                  </a:lnTo>
                </a:path>
                <a:path w="9547860" h="3920490">
                  <a:moveTo>
                    <a:pt x="8960517" y="2653554"/>
                  </a:moveTo>
                  <a:lnTo>
                    <a:pt x="8960517" y="420386"/>
                  </a:lnTo>
                </a:path>
                <a:path w="9547860" h="3920490">
                  <a:moveTo>
                    <a:pt x="8914756" y="2653554"/>
                  </a:moveTo>
                  <a:lnTo>
                    <a:pt x="8914756" y="420386"/>
                  </a:lnTo>
                </a:path>
                <a:path w="9547860" h="3920490">
                  <a:moveTo>
                    <a:pt x="9039165" y="2653554"/>
                  </a:moveTo>
                  <a:lnTo>
                    <a:pt x="9039165" y="420386"/>
                  </a:lnTo>
                </a:path>
                <a:path w="9547860" h="3920490">
                  <a:moveTo>
                    <a:pt x="9083919" y="2653554"/>
                  </a:moveTo>
                  <a:lnTo>
                    <a:pt x="9083919" y="420386"/>
                  </a:lnTo>
                </a:path>
                <a:path w="9547860" h="3920490">
                  <a:moveTo>
                    <a:pt x="9100362" y="2653554"/>
                  </a:moveTo>
                  <a:lnTo>
                    <a:pt x="9100362" y="420386"/>
                  </a:lnTo>
                </a:path>
                <a:path w="9547860" h="3920490">
                  <a:moveTo>
                    <a:pt x="9107653" y="2653554"/>
                  </a:moveTo>
                  <a:lnTo>
                    <a:pt x="9107653" y="420386"/>
                  </a:lnTo>
                </a:path>
                <a:path w="9547860" h="3920490">
                  <a:moveTo>
                    <a:pt x="9124174" y="2653554"/>
                  </a:moveTo>
                  <a:lnTo>
                    <a:pt x="9124174" y="420386"/>
                  </a:lnTo>
                </a:path>
                <a:path w="9547860" h="3920490">
                  <a:moveTo>
                    <a:pt x="9232062" y="2653554"/>
                  </a:moveTo>
                  <a:lnTo>
                    <a:pt x="9232062" y="420386"/>
                  </a:lnTo>
                </a:path>
                <a:path w="9547860" h="3920490">
                  <a:moveTo>
                    <a:pt x="9184750" y="2653554"/>
                  </a:moveTo>
                  <a:lnTo>
                    <a:pt x="9184750" y="420386"/>
                  </a:lnTo>
                </a:path>
                <a:path w="9547860" h="3920490">
                  <a:moveTo>
                    <a:pt x="9313425" y="2653554"/>
                  </a:moveTo>
                  <a:lnTo>
                    <a:pt x="9313425" y="420386"/>
                  </a:lnTo>
                </a:path>
                <a:path w="9547860" h="3920490">
                  <a:moveTo>
                    <a:pt x="9309780" y="2653554"/>
                  </a:moveTo>
                  <a:lnTo>
                    <a:pt x="9309780" y="420386"/>
                  </a:lnTo>
                </a:path>
                <a:path w="9547860" h="3920490">
                  <a:moveTo>
                    <a:pt x="9317071" y="2653554"/>
                  </a:moveTo>
                  <a:lnTo>
                    <a:pt x="9317071" y="420386"/>
                  </a:lnTo>
                </a:path>
                <a:path w="9547860" h="3920490">
                  <a:moveTo>
                    <a:pt x="9319785" y="2653554"/>
                  </a:moveTo>
                  <a:lnTo>
                    <a:pt x="9319785" y="420386"/>
                  </a:lnTo>
                </a:path>
                <a:path w="9547860" h="3920490">
                  <a:moveTo>
                    <a:pt x="9104007" y="2653554"/>
                  </a:moveTo>
                  <a:lnTo>
                    <a:pt x="9104007" y="420386"/>
                  </a:lnTo>
                </a:path>
                <a:path w="9547860" h="3920490">
                  <a:moveTo>
                    <a:pt x="9321647" y="2653554"/>
                  </a:moveTo>
                  <a:lnTo>
                    <a:pt x="9321647" y="420386"/>
                  </a:lnTo>
                </a:path>
                <a:path w="9547860" h="3920490">
                  <a:moveTo>
                    <a:pt x="8958811" y="2653554"/>
                  </a:moveTo>
                  <a:lnTo>
                    <a:pt x="8958811" y="420386"/>
                  </a:lnTo>
                </a:path>
                <a:path w="9547860" h="3920490">
                  <a:moveTo>
                    <a:pt x="9443264" y="2653554"/>
                  </a:moveTo>
                  <a:lnTo>
                    <a:pt x="9443264" y="420386"/>
                  </a:lnTo>
                </a:path>
                <a:path w="9547860" h="3920490">
                  <a:moveTo>
                    <a:pt x="9441480" y="2653554"/>
                  </a:moveTo>
                  <a:lnTo>
                    <a:pt x="9441480" y="420386"/>
                  </a:lnTo>
                </a:path>
                <a:path w="9547860" h="3920490">
                  <a:moveTo>
                    <a:pt x="9456295" y="2653554"/>
                  </a:moveTo>
                  <a:lnTo>
                    <a:pt x="9456295" y="420386"/>
                  </a:lnTo>
                </a:path>
                <a:path w="9547860" h="3920490">
                  <a:moveTo>
                    <a:pt x="9379353" y="2653554"/>
                  </a:moveTo>
                  <a:lnTo>
                    <a:pt x="9379353" y="420386"/>
                  </a:lnTo>
                </a:path>
                <a:path w="9547860" h="3920490">
                  <a:moveTo>
                    <a:pt x="9377647" y="2653554"/>
                  </a:moveTo>
                  <a:lnTo>
                    <a:pt x="9377647" y="420386"/>
                  </a:lnTo>
                </a:path>
                <a:path w="9547860" h="3920490">
                  <a:moveTo>
                    <a:pt x="9392461" y="2653554"/>
                  </a:moveTo>
                  <a:lnTo>
                    <a:pt x="9392461" y="420386"/>
                  </a:lnTo>
                </a:path>
                <a:path w="9547860" h="3920490">
                  <a:moveTo>
                    <a:pt x="9502754" y="2653554"/>
                  </a:moveTo>
                  <a:lnTo>
                    <a:pt x="9502754" y="420386"/>
                  </a:lnTo>
                </a:path>
                <a:path w="9547860" h="3920490">
                  <a:moveTo>
                    <a:pt x="9458001" y="2653554"/>
                  </a:moveTo>
                  <a:lnTo>
                    <a:pt x="9458001" y="420386"/>
                  </a:lnTo>
                </a:path>
                <a:path w="9547860" h="3920490">
                  <a:moveTo>
                    <a:pt x="9518810" y="2653554"/>
                  </a:moveTo>
                  <a:lnTo>
                    <a:pt x="9518810" y="420386"/>
                  </a:lnTo>
                </a:path>
                <a:path w="9547860" h="3920490">
                  <a:moveTo>
                    <a:pt x="9516948" y="2653554"/>
                  </a:moveTo>
                  <a:lnTo>
                    <a:pt x="9516948" y="420386"/>
                  </a:lnTo>
                </a:path>
                <a:path w="9547860" h="3920490">
                  <a:moveTo>
                    <a:pt x="9521447" y="2653554"/>
                  </a:moveTo>
                  <a:lnTo>
                    <a:pt x="9521447" y="420386"/>
                  </a:lnTo>
                </a:path>
                <a:path w="9547860" h="3920490">
                  <a:moveTo>
                    <a:pt x="9394167" y="2653554"/>
                  </a:moveTo>
                  <a:lnTo>
                    <a:pt x="9394167" y="420386"/>
                  </a:lnTo>
                </a:path>
                <a:path w="9547860" h="3920490">
                  <a:moveTo>
                    <a:pt x="9531297" y="2653554"/>
                  </a:moveTo>
                  <a:lnTo>
                    <a:pt x="9531297" y="420386"/>
                  </a:lnTo>
                </a:path>
                <a:path w="9547860" h="3920490">
                  <a:moveTo>
                    <a:pt x="9333591" y="2653554"/>
                  </a:moveTo>
                  <a:lnTo>
                    <a:pt x="9333591" y="420386"/>
                  </a:lnTo>
                </a:path>
                <a:path w="9547860" h="3920490">
                  <a:moveTo>
                    <a:pt x="9535873" y="2653554"/>
                  </a:moveTo>
                  <a:lnTo>
                    <a:pt x="9535873" y="420386"/>
                  </a:lnTo>
                </a:path>
                <a:path w="9547860" h="3920490">
                  <a:moveTo>
                    <a:pt x="9534012" y="2653554"/>
                  </a:moveTo>
                  <a:lnTo>
                    <a:pt x="9534012" y="420386"/>
                  </a:lnTo>
                </a:path>
                <a:path w="9547860" h="3920490">
                  <a:moveTo>
                    <a:pt x="9547740" y="2653554"/>
                  </a:moveTo>
                  <a:lnTo>
                    <a:pt x="9547740" y="420386"/>
                  </a:lnTo>
                </a:path>
                <a:path w="9547860" h="3920490">
                  <a:moveTo>
                    <a:pt x="8890944" y="2653554"/>
                  </a:moveTo>
                  <a:lnTo>
                    <a:pt x="8890944" y="420386"/>
                  </a:lnTo>
                </a:path>
                <a:path w="9547860" h="3920490">
                  <a:moveTo>
                    <a:pt x="8888307" y="2653554"/>
                  </a:moveTo>
                  <a:lnTo>
                    <a:pt x="8888307" y="420386"/>
                  </a:lnTo>
                </a:path>
                <a:path w="9547860" h="3920490">
                  <a:moveTo>
                    <a:pt x="8894590" y="2653554"/>
                  </a:moveTo>
                  <a:lnTo>
                    <a:pt x="8894590" y="420386"/>
                  </a:lnTo>
                </a:path>
                <a:path w="9547860" h="3920490">
                  <a:moveTo>
                    <a:pt x="8898235" y="2653554"/>
                  </a:moveTo>
                  <a:lnTo>
                    <a:pt x="8898235" y="420386"/>
                  </a:lnTo>
                </a:path>
                <a:path w="9547860" h="3920490">
                  <a:moveTo>
                    <a:pt x="8886446" y="2653554"/>
                  </a:moveTo>
                  <a:lnTo>
                    <a:pt x="8886446" y="420386"/>
                  </a:lnTo>
                </a:path>
                <a:path w="9547860" h="3920490">
                  <a:moveTo>
                    <a:pt x="8874501" y="2653554"/>
                  </a:moveTo>
                  <a:lnTo>
                    <a:pt x="8874501" y="420386"/>
                  </a:lnTo>
                </a:path>
                <a:path w="9547860" h="3920490">
                  <a:moveTo>
                    <a:pt x="8764208" y="2653554"/>
                  </a:moveTo>
                  <a:lnTo>
                    <a:pt x="8764208" y="420386"/>
                  </a:lnTo>
                </a:path>
                <a:path w="9547860" h="3920490">
                  <a:moveTo>
                    <a:pt x="8751100" y="2653554"/>
                  </a:moveTo>
                  <a:lnTo>
                    <a:pt x="8751100" y="420386"/>
                  </a:lnTo>
                </a:path>
                <a:path w="9547860" h="3920490">
                  <a:moveTo>
                    <a:pt x="8765914" y="2653554"/>
                  </a:moveTo>
                  <a:lnTo>
                    <a:pt x="8765914" y="420386"/>
                  </a:lnTo>
                </a:path>
                <a:path w="9547860" h="3920490">
                  <a:moveTo>
                    <a:pt x="8815011" y="2653554"/>
                  </a:moveTo>
                  <a:lnTo>
                    <a:pt x="8815011" y="420386"/>
                  </a:lnTo>
                </a:path>
                <a:path w="9547860" h="3920490">
                  <a:moveTo>
                    <a:pt x="8813227" y="2653554"/>
                  </a:moveTo>
                  <a:lnTo>
                    <a:pt x="8813227" y="420386"/>
                  </a:lnTo>
                </a:path>
                <a:path w="9547860" h="3920490">
                  <a:moveTo>
                    <a:pt x="8829748" y="2653554"/>
                  </a:moveTo>
                  <a:lnTo>
                    <a:pt x="8829748" y="420386"/>
                  </a:lnTo>
                </a:path>
                <a:path w="9547860" h="3920490">
                  <a:moveTo>
                    <a:pt x="8828041" y="2653554"/>
                  </a:moveTo>
                  <a:lnTo>
                    <a:pt x="8828041" y="420386"/>
                  </a:lnTo>
                </a:path>
                <a:path w="9547860" h="3920490">
                  <a:moveTo>
                    <a:pt x="8749393" y="2653554"/>
                  </a:moveTo>
                  <a:lnTo>
                    <a:pt x="8749393" y="420386"/>
                  </a:lnTo>
                </a:path>
                <a:path w="9547860" h="3920490">
                  <a:moveTo>
                    <a:pt x="8061573" y="2653554"/>
                  </a:moveTo>
                  <a:lnTo>
                    <a:pt x="8061573" y="420386"/>
                  </a:lnTo>
                </a:path>
                <a:path w="9547860" h="3920490">
                  <a:moveTo>
                    <a:pt x="8059711" y="2653554"/>
                  </a:moveTo>
                  <a:lnTo>
                    <a:pt x="8059711" y="420386"/>
                  </a:lnTo>
                </a:path>
                <a:path w="9547860" h="3920490">
                  <a:moveTo>
                    <a:pt x="8256486" y="2653554"/>
                  </a:moveTo>
                  <a:lnTo>
                    <a:pt x="8256486" y="420386"/>
                  </a:lnTo>
                </a:path>
                <a:path w="9547860" h="3920490">
                  <a:moveTo>
                    <a:pt x="8254625" y="2653554"/>
                  </a:moveTo>
                  <a:lnTo>
                    <a:pt x="8254625" y="420386"/>
                  </a:lnTo>
                </a:path>
                <a:path w="9547860" h="3920490">
                  <a:moveTo>
                    <a:pt x="8465904" y="2653554"/>
                  </a:moveTo>
                  <a:lnTo>
                    <a:pt x="8465904" y="420386"/>
                  </a:lnTo>
                </a:path>
                <a:path w="9547860" h="3920490">
                  <a:moveTo>
                    <a:pt x="8464042" y="2653554"/>
                  </a:moveTo>
                  <a:lnTo>
                    <a:pt x="8464042" y="420386"/>
                  </a:lnTo>
                </a:path>
                <a:path w="9547860" h="3920490">
                  <a:moveTo>
                    <a:pt x="8181484" y="2653554"/>
                  </a:moveTo>
                  <a:lnTo>
                    <a:pt x="8181484" y="420386"/>
                  </a:lnTo>
                </a:path>
                <a:path w="9547860" h="3920490">
                  <a:moveTo>
                    <a:pt x="8134093" y="2653554"/>
                  </a:moveTo>
                  <a:lnTo>
                    <a:pt x="8134093" y="420386"/>
                  </a:lnTo>
                </a:path>
                <a:path w="9547860" h="3920490">
                  <a:moveTo>
                    <a:pt x="8196298" y="2653554"/>
                  </a:moveTo>
                  <a:lnTo>
                    <a:pt x="8196298" y="420386"/>
                  </a:lnTo>
                </a:path>
                <a:path w="9547860" h="3920490">
                  <a:moveTo>
                    <a:pt x="8183190" y="2653554"/>
                  </a:moveTo>
                  <a:lnTo>
                    <a:pt x="8183190" y="420386"/>
                  </a:lnTo>
                </a:path>
                <a:path w="9547860" h="3920490">
                  <a:moveTo>
                    <a:pt x="8270990" y="2653554"/>
                  </a:moveTo>
                  <a:lnTo>
                    <a:pt x="8270990" y="420386"/>
                  </a:lnTo>
                </a:path>
                <a:path w="9547860" h="3920490">
                  <a:moveTo>
                    <a:pt x="8269129" y="2653554"/>
                  </a:moveTo>
                  <a:lnTo>
                    <a:pt x="8269129" y="420386"/>
                  </a:lnTo>
                </a:path>
                <a:path w="9547860" h="3920490">
                  <a:moveTo>
                    <a:pt x="8328774" y="2653554"/>
                  </a:moveTo>
                  <a:lnTo>
                    <a:pt x="8328774" y="420386"/>
                  </a:lnTo>
                </a:path>
                <a:path w="9547860" h="3920490">
                  <a:moveTo>
                    <a:pt x="8327068" y="2653554"/>
                  </a:moveTo>
                  <a:lnTo>
                    <a:pt x="8327068" y="420386"/>
                  </a:lnTo>
                </a:path>
                <a:path w="9547860" h="3920490">
                  <a:moveTo>
                    <a:pt x="8341805" y="2653554"/>
                  </a:moveTo>
                  <a:lnTo>
                    <a:pt x="8341805" y="420386"/>
                  </a:lnTo>
                </a:path>
                <a:path w="9547860" h="3920490">
                  <a:moveTo>
                    <a:pt x="8405716" y="2653554"/>
                  </a:moveTo>
                  <a:lnTo>
                    <a:pt x="8405716" y="420386"/>
                  </a:lnTo>
                </a:path>
                <a:path w="9547860" h="3920490">
                  <a:moveTo>
                    <a:pt x="8392608" y="2653554"/>
                  </a:moveTo>
                  <a:lnTo>
                    <a:pt x="8392608" y="420386"/>
                  </a:lnTo>
                </a:path>
                <a:path w="9547860" h="3920490">
                  <a:moveTo>
                    <a:pt x="8452175" y="2653554"/>
                  </a:moveTo>
                  <a:lnTo>
                    <a:pt x="8452175" y="420386"/>
                  </a:lnTo>
                </a:path>
                <a:path w="9547860" h="3920490">
                  <a:moveTo>
                    <a:pt x="8407422" y="2653554"/>
                  </a:moveTo>
                  <a:lnTo>
                    <a:pt x="8407422" y="420386"/>
                  </a:lnTo>
                </a:path>
                <a:path w="9547860" h="3920490">
                  <a:moveTo>
                    <a:pt x="8132387" y="2653554"/>
                  </a:moveTo>
                  <a:lnTo>
                    <a:pt x="8132387" y="420386"/>
                  </a:lnTo>
                </a:path>
                <a:path w="9547860" h="3920490">
                  <a:moveTo>
                    <a:pt x="8119356" y="2653554"/>
                  </a:moveTo>
                  <a:lnTo>
                    <a:pt x="8119356" y="420386"/>
                  </a:lnTo>
                </a:path>
                <a:path w="9547860" h="3920490">
                  <a:moveTo>
                    <a:pt x="8073517" y="2653554"/>
                  </a:moveTo>
                  <a:lnTo>
                    <a:pt x="8073517" y="420386"/>
                  </a:lnTo>
                </a:path>
                <a:path w="9547860" h="3920490">
                  <a:moveTo>
                    <a:pt x="8198004" y="2653554"/>
                  </a:moveTo>
                  <a:lnTo>
                    <a:pt x="8198004" y="420386"/>
                  </a:lnTo>
                </a:path>
                <a:path w="9547860" h="3920490">
                  <a:moveTo>
                    <a:pt x="8242758" y="2653554"/>
                  </a:moveTo>
                  <a:lnTo>
                    <a:pt x="8242758" y="420386"/>
                  </a:lnTo>
                </a:path>
                <a:path w="9547860" h="3920490">
                  <a:moveTo>
                    <a:pt x="8259201" y="2653554"/>
                  </a:moveTo>
                  <a:lnTo>
                    <a:pt x="8259201" y="420386"/>
                  </a:lnTo>
                </a:path>
                <a:path w="9547860" h="3920490">
                  <a:moveTo>
                    <a:pt x="8266492" y="2653554"/>
                  </a:moveTo>
                  <a:lnTo>
                    <a:pt x="8266492" y="420386"/>
                  </a:lnTo>
                </a:path>
                <a:path w="9547860" h="3920490">
                  <a:moveTo>
                    <a:pt x="8282935" y="2653554"/>
                  </a:moveTo>
                  <a:lnTo>
                    <a:pt x="8282935" y="420386"/>
                  </a:lnTo>
                </a:path>
                <a:path w="9547860" h="3920490">
                  <a:moveTo>
                    <a:pt x="8390901" y="2653554"/>
                  </a:moveTo>
                  <a:lnTo>
                    <a:pt x="8390901" y="420386"/>
                  </a:lnTo>
                </a:path>
                <a:path w="9547860" h="3920490">
                  <a:moveTo>
                    <a:pt x="8343511" y="2653554"/>
                  </a:moveTo>
                  <a:lnTo>
                    <a:pt x="8343511" y="420386"/>
                  </a:lnTo>
                </a:path>
                <a:path w="9547860" h="3920490">
                  <a:moveTo>
                    <a:pt x="8472264" y="2653554"/>
                  </a:moveTo>
                  <a:lnTo>
                    <a:pt x="8472264" y="420386"/>
                  </a:lnTo>
                </a:path>
                <a:path w="9547860" h="3920490">
                  <a:moveTo>
                    <a:pt x="8468619" y="2653554"/>
                  </a:moveTo>
                  <a:lnTo>
                    <a:pt x="8468619" y="420386"/>
                  </a:lnTo>
                </a:path>
                <a:path w="9547860" h="3920490">
                  <a:moveTo>
                    <a:pt x="8475909" y="2653554"/>
                  </a:moveTo>
                  <a:lnTo>
                    <a:pt x="8475909" y="420386"/>
                  </a:lnTo>
                </a:path>
                <a:path w="9547860" h="3920490">
                  <a:moveTo>
                    <a:pt x="8478547" y="2653554"/>
                  </a:moveTo>
                  <a:lnTo>
                    <a:pt x="8478547" y="420386"/>
                  </a:lnTo>
                </a:path>
                <a:path w="9547860" h="3920490">
                  <a:moveTo>
                    <a:pt x="8262846" y="2653554"/>
                  </a:moveTo>
                  <a:lnTo>
                    <a:pt x="8262846" y="420386"/>
                  </a:lnTo>
                </a:path>
                <a:path w="9547860" h="3920490">
                  <a:moveTo>
                    <a:pt x="8480408" y="2653554"/>
                  </a:moveTo>
                  <a:lnTo>
                    <a:pt x="8480408" y="420386"/>
                  </a:lnTo>
                </a:path>
                <a:path w="9547860" h="3920490">
                  <a:moveTo>
                    <a:pt x="8117650" y="2653554"/>
                  </a:moveTo>
                  <a:lnTo>
                    <a:pt x="8117650" y="420386"/>
                  </a:lnTo>
                </a:path>
                <a:path w="9547860" h="3920490">
                  <a:moveTo>
                    <a:pt x="8602025" y="2653554"/>
                  </a:moveTo>
                  <a:lnTo>
                    <a:pt x="8602025" y="420386"/>
                  </a:lnTo>
                </a:path>
                <a:path w="9547860" h="3920490">
                  <a:moveTo>
                    <a:pt x="8600319" y="2653554"/>
                  </a:moveTo>
                  <a:lnTo>
                    <a:pt x="8600319" y="420386"/>
                  </a:lnTo>
                </a:path>
                <a:path w="9547860" h="3920490">
                  <a:moveTo>
                    <a:pt x="8615133" y="2653554"/>
                  </a:moveTo>
                  <a:lnTo>
                    <a:pt x="8615133" y="420386"/>
                  </a:lnTo>
                </a:path>
                <a:path w="9547860" h="3920490">
                  <a:moveTo>
                    <a:pt x="8538192" y="2653554"/>
                  </a:moveTo>
                  <a:lnTo>
                    <a:pt x="8538192" y="420386"/>
                  </a:lnTo>
                </a:path>
                <a:path w="9547860" h="3920490">
                  <a:moveTo>
                    <a:pt x="8536485" y="2653554"/>
                  </a:moveTo>
                  <a:lnTo>
                    <a:pt x="8536485" y="420386"/>
                  </a:lnTo>
                </a:path>
                <a:path w="9547860" h="3920490">
                  <a:moveTo>
                    <a:pt x="8551222" y="2653554"/>
                  </a:moveTo>
                  <a:lnTo>
                    <a:pt x="8551222" y="420386"/>
                  </a:lnTo>
                </a:path>
                <a:path w="9547860" h="3920490">
                  <a:moveTo>
                    <a:pt x="8661593" y="2653554"/>
                  </a:moveTo>
                  <a:lnTo>
                    <a:pt x="8661593" y="420386"/>
                  </a:lnTo>
                </a:path>
                <a:path w="9547860" h="3920490">
                  <a:moveTo>
                    <a:pt x="8616840" y="2653554"/>
                  </a:moveTo>
                  <a:lnTo>
                    <a:pt x="8616840" y="420386"/>
                  </a:lnTo>
                </a:path>
                <a:path w="9547860" h="3920490">
                  <a:moveTo>
                    <a:pt x="8677571" y="2653554"/>
                  </a:moveTo>
                  <a:lnTo>
                    <a:pt x="8677571" y="420386"/>
                  </a:lnTo>
                </a:path>
                <a:path w="9547860" h="3920490">
                  <a:moveTo>
                    <a:pt x="8675709" y="2653554"/>
                  </a:moveTo>
                  <a:lnTo>
                    <a:pt x="8675709" y="420386"/>
                  </a:lnTo>
                </a:path>
                <a:path w="9547860" h="3920490">
                  <a:moveTo>
                    <a:pt x="8680286" y="2653554"/>
                  </a:moveTo>
                  <a:lnTo>
                    <a:pt x="8680286" y="420386"/>
                  </a:lnTo>
                </a:path>
                <a:path w="9547860" h="3920490">
                  <a:moveTo>
                    <a:pt x="8552929" y="2653554"/>
                  </a:moveTo>
                  <a:lnTo>
                    <a:pt x="8552929" y="420386"/>
                  </a:lnTo>
                </a:path>
                <a:path w="9547860" h="3920490">
                  <a:moveTo>
                    <a:pt x="8690136" y="2653554"/>
                  </a:moveTo>
                  <a:lnTo>
                    <a:pt x="8690136" y="420386"/>
                  </a:lnTo>
                </a:path>
                <a:path w="9547860" h="3920490">
                  <a:moveTo>
                    <a:pt x="8492353" y="2653554"/>
                  </a:moveTo>
                  <a:lnTo>
                    <a:pt x="8492353" y="420386"/>
                  </a:lnTo>
                </a:path>
                <a:path w="9547860" h="3920490">
                  <a:moveTo>
                    <a:pt x="8694635" y="2653554"/>
                  </a:moveTo>
                  <a:lnTo>
                    <a:pt x="8694635" y="420386"/>
                  </a:lnTo>
                </a:path>
                <a:path w="9547860" h="3920490">
                  <a:moveTo>
                    <a:pt x="8692773" y="2653554"/>
                  </a:moveTo>
                  <a:lnTo>
                    <a:pt x="8692773" y="420386"/>
                  </a:lnTo>
                </a:path>
                <a:path w="9547860" h="3920490">
                  <a:moveTo>
                    <a:pt x="8706579" y="2653554"/>
                  </a:moveTo>
                  <a:lnTo>
                    <a:pt x="8706579" y="420386"/>
                  </a:lnTo>
                </a:path>
                <a:path w="9547860" h="3920490">
                  <a:moveTo>
                    <a:pt x="8049783" y="2653554"/>
                  </a:moveTo>
                  <a:lnTo>
                    <a:pt x="8049783" y="420386"/>
                  </a:lnTo>
                </a:path>
                <a:path w="9547860" h="3920490">
                  <a:moveTo>
                    <a:pt x="8047069" y="2653554"/>
                  </a:moveTo>
                  <a:lnTo>
                    <a:pt x="8047069" y="420386"/>
                  </a:lnTo>
                </a:path>
                <a:path w="9547860" h="3920490">
                  <a:moveTo>
                    <a:pt x="8053429" y="2653554"/>
                  </a:moveTo>
                  <a:lnTo>
                    <a:pt x="8053429" y="420386"/>
                  </a:lnTo>
                </a:path>
                <a:path w="9547860" h="3920490">
                  <a:moveTo>
                    <a:pt x="8057074" y="2653554"/>
                  </a:moveTo>
                  <a:lnTo>
                    <a:pt x="8057074" y="420386"/>
                  </a:lnTo>
                </a:path>
                <a:path w="9547860" h="3920490">
                  <a:moveTo>
                    <a:pt x="8045207" y="2653554"/>
                  </a:moveTo>
                  <a:lnTo>
                    <a:pt x="8045207" y="420386"/>
                  </a:lnTo>
                </a:path>
                <a:path w="9547860" h="3920490">
                  <a:moveTo>
                    <a:pt x="8033340" y="2653554"/>
                  </a:moveTo>
                  <a:lnTo>
                    <a:pt x="8033340" y="420386"/>
                  </a:lnTo>
                </a:path>
                <a:path w="9547860" h="3920490">
                  <a:moveTo>
                    <a:pt x="7922969" y="2653554"/>
                  </a:moveTo>
                  <a:lnTo>
                    <a:pt x="7922969" y="420386"/>
                  </a:lnTo>
                </a:path>
                <a:path w="9547860" h="3920490">
                  <a:moveTo>
                    <a:pt x="7909939" y="2653554"/>
                  </a:moveTo>
                  <a:lnTo>
                    <a:pt x="7909939" y="420386"/>
                  </a:lnTo>
                </a:path>
                <a:path w="9547860" h="3920490">
                  <a:moveTo>
                    <a:pt x="7924676" y="2653554"/>
                  </a:moveTo>
                  <a:lnTo>
                    <a:pt x="7924676" y="420386"/>
                  </a:lnTo>
                </a:path>
                <a:path w="9547860" h="3920490">
                  <a:moveTo>
                    <a:pt x="7973772" y="2653554"/>
                  </a:moveTo>
                  <a:lnTo>
                    <a:pt x="7973772" y="420386"/>
                  </a:lnTo>
                </a:path>
                <a:path w="9547860" h="3920490">
                  <a:moveTo>
                    <a:pt x="7972066" y="2653554"/>
                  </a:moveTo>
                  <a:lnTo>
                    <a:pt x="7972066" y="420386"/>
                  </a:lnTo>
                </a:path>
                <a:path w="9547860" h="3920490">
                  <a:moveTo>
                    <a:pt x="7988587" y="2653554"/>
                  </a:moveTo>
                  <a:lnTo>
                    <a:pt x="7988587" y="420386"/>
                  </a:lnTo>
                </a:path>
                <a:path w="9547860" h="3920490">
                  <a:moveTo>
                    <a:pt x="7986880" y="2653554"/>
                  </a:moveTo>
                  <a:lnTo>
                    <a:pt x="7986880" y="420386"/>
                  </a:lnTo>
                </a:path>
                <a:path w="9547860" h="3920490">
                  <a:moveTo>
                    <a:pt x="7908232" y="2653554"/>
                  </a:moveTo>
                  <a:lnTo>
                    <a:pt x="7908232" y="420386"/>
                  </a:lnTo>
                </a:path>
                <a:path w="9547860" h="3920490">
                  <a:moveTo>
                    <a:pt x="5450708" y="2234099"/>
                  </a:moveTo>
                  <a:lnTo>
                    <a:pt x="5450708" y="387"/>
                  </a:lnTo>
                </a:path>
                <a:path w="9547860" h="3920490">
                  <a:moveTo>
                    <a:pt x="5448839" y="2234099"/>
                  </a:moveTo>
                  <a:lnTo>
                    <a:pt x="5448839" y="387"/>
                  </a:lnTo>
                </a:path>
                <a:path w="9547860" h="3920490">
                  <a:moveTo>
                    <a:pt x="5645590" y="2234099"/>
                  </a:moveTo>
                  <a:lnTo>
                    <a:pt x="5645590" y="387"/>
                  </a:lnTo>
                </a:path>
                <a:path w="9547860" h="3920490">
                  <a:moveTo>
                    <a:pt x="5643729" y="2234099"/>
                  </a:moveTo>
                  <a:lnTo>
                    <a:pt x="5643729" y="387"/>
                  </a:lnTo>
                </a:path>
                <a:path w="9547860" h="3920490">
                  <a:moveTo>
                    <a:pt x="5855008" y="2234099"/>
                  </a:moveTo>
                  <a:lnTo>
                    <a:pt x="5855008" y="387"/>
                  </a:lnTo>
                </a:path>
                <a:path w="9547860" h="3920490">
                  <a:moveTo>
                    <a:pt x="5853147" y="2234099"/>
                  </a:moveTo>
                  <a:lnTo>
                    <a:pt x="5853147" y="387"/>
                  </a:lnTo>
                </a:path>
                <a:path w="9547860" h="3920490">
                  <a:moveTo>
                    <a:pt x="5570549" y="2234099"/>
                  </a:moveTo>
                  <a:lnTo>
                    <a:pt x="5570549" y="387"/>
                  </a:lnTo>
                </a:path>
                <a:path w="9547860" h="3920490">
                  <a:moveTo>
                    <a:pt x="5523190" y="2234099"/>
                  </a:moveTo>
                  <a:lnTo>
                    <a:pt x="5523190" y="387"/>
                  </a:lnTo>
                </a:path>
                <a:path w="9547860" h="3920490">
                  <a:moveTo>
                    <a:pt x="5585325" y="2234099"/>
                  </a:moveTo>
                  <a:lnTo>
                    <a:pt x="5585325" y="387"/>
                  </a:lnTo>
                </a:path>
                <a:path w="9547860" h="3920490">
                  <a:moveTo>
                    <a:pt x="5572263" y="2234099"/>
                  </a:moveTo>
                  <a:lnTo>
                    <a:pt x="5572263" y="387"/>
                  </a:lnTo>
                </a:path>
                <a:path w="9547860" h="3920490">
                  <a:moveTo>
                    <a:pt x="5660095" y="2234099"/>
                  </a:moveTo>
                  <a:lnTo>
                    <a:pt x="5660095" y="387"/>
                  </a:lnTo>
                </a:path>
                <a:path w="9547860" h="3920490">
                  <a:moveTo>
                    <a:pt x="5658233" y="2234099"/>
                  </a:moveTo>
                  <a:lnTo>
                    <a:pt x="5658233" y="387"/>
                  </a:lnTo>
                </a:path>
                <a:path w="9547860" h="3920490">
                  <a:moveTo>
                    <a:pt x="5717801" y="2234099"/>
                  </a:moveTo>
                  <a:lnTo>
                    <a:pt x="5717801" y="387"/>
                  </a:lnTo>
                </a:path>
                <a:path w="9547860" h="3920490">
                  <a:moveTo>
                    <a:pt x="5716094" y="2234099"/>
                  </a:moveTo>
                  <a:lnTo>
                    <a:pt x="5716094" y="387"/>
                  </a:lnTo>
                </a:path>
                <a:path w="9547860" h="3920490">
                  <a:moveTo>
                    <a:pt x="5730909" y="2234099"/>
                  </a:moveTo>
                  <a:lnTo>
                    <a:pt x="5730909" y="387"/>
                  </a:lnTo>
                </a:path>
                <a:path w="9547860" h="3920490">
                  <a:moveTo>
                    <a:pt x="5794742" y="2234099"/>
                  </a:moveTo>
                  <a:lnTo>
                    <a:pt x="5794742" y="387"/>
                  </a:lnTo>
                </a:path>
                <a:path w="9547860" h="3920490">
                  <a:moveTo>
                    <a:pt x="5781712" y="2234099"/>
                  </a:moveTo>
                  <a:lnTo>
                    <a:pt x="5781712" y="387"/>
                  </a:lnTo>
                </a:path>
                <a:path w="9547860" h="3920490">
                  <a:moveTo>
                    <a:pt x="5841202" y="2234099"/>
                  </a:moveTo>
                  <a:lnTo>
                    <a:pt x="5841202" y="387"/>
                  </a:lnTo>
                </a:path>
                <a:path w="9547860" h="3920490">
                  <a:moveTo>
                    <a:pt x="5796449" y="2234099"/>
                  </a:moveTo>
                  <a:lnTo>
                    <a:pt x="5796449" y="387"/>
                  </a:lnTo>
                </a:path>
                <a:path w="9547860" h="3920490">
                  <a:moveTo>
                    <a:pt x="5521483" y="2234099"/>
                  </a:moveTo>
                  <a:lnTo>
                    <a:pt x="5521483" y="387"/>
                  </a:lnTo>
                </a:path>
                <a:path w="9547860" h="3920490">
                  <a:moveTo>
                    <a:pt x="5508391" y="2234099"/>
                  </a:moveTo>
                  <a:lnTo>
                    <a:pt x="5508391" y="387"/>
                  </a:lnTo>
                </a:path>
                <a:path w="9547860" h="3920490">
                  <a:moveTo>
                    <a:pt x="5462590" y="2234099"/>
                  </a:moveTo>
                  <a:lnTo>
                    <a:pt x="5462590" y="387"/>
                  </a:lnTo>
                </a:path>
                <a:path w="9547860" h="3920490">
                  <a:moveTo>
                    <a:pt x="5587031" y="2234099"/>
                  </a:moveTo>
                  <a:lnTo>
                    <a:pt x="5587031" y="387"/>
                  </a:lnTo>
                </a:path>
                <a:path w="9547860" h="3920490">
                  <a:moveTo>
                    <a:pt x="5631784" y="2234099"/>
                  </a:moveTo>
                  <a:lnTo>
                    <a:pt x="5631784" y="387"/>
                  </a:lnTo>
                </a:path>
                <a:path w="9547860" h="3920490">
                  <a:moveTo>
                    <a:pt x="5648305" y="2234099"/>
                  </a:moveTo>
                  <a:lnTo>
                    <a:pt x="5648305" y="387"/>
                  </a:lnTo>
                </a:path>
                <a:path w="9547860" h="3920490">
                  <a:moveTo>
                    <a:pt x="5655596" y="2234099"/>
                  </a:moveTo>
                  <a:lnTo>
                    <a:pt x="5655596" y="387"/>
                  </a:lnTo>
                </a:path>
                <a:path w="9547860" h="3920490">
                  <a:moveTo>
                    <a:pt x="5672039" y="2234099"/>
                  </a:moveTo>
                  <a:lnTo>
                    <a:pt x="5672039" y="387"/>
                  </a:lnTo>
                </a:path>
                <a:path w="9547860" h="3920490">
                  <a:moveTo>
                    <a:pt x="5779928" y="2234099"/>
                  </a:moveTo>
                  <a:lnTo>
                    <a:pt x="5779928" y="387"/>
                  </a:lnTo>
                </a:path>
                <a:path w="9547860" h="3920490">
                  <a:moveTo>
                    <a:pt x="5732615" y="2234099"/>
                  </a:moveTo>
                  <a:lnTo>
                    <a:pt x="5732615" y="387"/>
                  </a:lnTo>
                </a:path>
                <a:path w="9547860" h="3920490">
                  <a:moveTo>
                    <a:pt x="5861368" y="2234099"/>
                  </a:moveTo>
                  <a:lnTo>
                    <a:pt x="5861368" y="387"/>
                  </a:lnTo>
                </a:path>
                <a:path w="9547860" h="3920490">
                  <a:moveTo>
                    <a:pt x="5857723" y="2234099"/>
                  </a:moveTo>
                  <a:lnTo>
                    <a:pt x="5857723" y="387"/>
                  </a:lnTo>
                </a:path>
                <a:path w="9547860" h="3920490">
                  <a:moveTo>
                    <a:pt x="5865014" y="2234099"/>
                  </a:moveTo>
                  <a:lnTo>
                    <a:pt x="5865014" y="387"/>
                  </a:lnTo>
                </a:path>
                <a:path w="9547860" h="3920490">
                  <a:moveTo>
                    <a:pt x="5867651" y="2234099"/>
                  </a:moveTo>
                  <a:lnTo>
                    <a:pt x="5867651" y="387"/>
                  </a:lnTo>
                </a:path>
                <a:path w="9547860" h="3920490">
                  <a:moveTo>
                    <a:pt x="5651951" y="2234099"/>
                  </a:moveTo>
                  <a:lnTo>
                    <a:pt x="5651951" y="387"/>
                  </a:lnTo>
                </a:path>
                <a:path w="9547860" h="3920490">
                  <a:moveTo>
                    <a:pt x="5869512" y="2234099"/>
                  </a:moveTo>
                  <a:lnTo>
                    <a:pt x="5869512" y="387"/>
                  </a:lnTo>
                </a:path>
                <a:path w="9547860" h="3920490">
                  <a:moveTo>
                    <a:pt x="5506677" y="2234099"/>
                  </a:moveTo>
                  <a:lnTo>
                    <a:pt x="5506677" y="387"/>
                  </a:lnTo>
                </a:path>
                <a:path w="9547860" h="3920490">
                  <a:moveTo>
                    <a:pt x="5991130" y="2234099"/>
                  </a:moveTo>
                  <a:lnTo>
                    <a:pt x="5991130" y="387"/>
                  </a:lnTo>
                </a:path>
                <a:path w="9547860" h="3920490">
                  <a:moveTo>
                    <a:pt x="5989346" y="2234099"/>
                  </a:moveTo>
                  <a:lnTo>
                    <a:pt x="5989346" y="387"/>
                  </a:lnTo>
                </a:path>
                <a:path w="9547860" h="3920490">
                  <a:moveTo>
                    <a:pt x="6004160" y="2234099"/>
                  </a:moveTo>
                  <a:lnTo>
                    <a:pt x="6004160" y="387"/>
                  </a:lnTo>
                </a:path>
                <a:path w="9547860" h="3920490">
                  <a:moveTo>
                    <a:pt x="5927218" y="2234099"/>
                  </a:moveTo>
                  <a:lnTo>
                    <a:pt x="5927218" y="387"/>
                  </a:lnTo>
                </a:path>
                <a:path w="9547860" h="3920490">
                  <a:moveTo>
                    <a:pt x="5925512" y="2234099"/>
                  </a:moveTo>
                  <a:lnTo>
                    <a:pt x="5925512" y="387"/>
                  </a:lnTo>
                </a:path>
                <a:path w="9547860" h="3920490">
                  <a:moveTo>
                    <a:pt x="5940326" y="2234099"/>
                  </a:moveTo>
                  <a:lnTo>
                    <a:pt x="5940326" y="387"/>
                  </a:lnTo>
                </a:path>
                <a:path w="9547860" h="3920490">
                  <a:moveTo>
                    <a:pt x="6050620" y="2234099"/>
                  </a:moveTo>
                  <a:lnTo>
                    <a:pt x="6050620" y="387"/>
                  </a:lnTo>
                </a:path>
                <a:path w="9547860" h="3920490">
                  <a:moveTo>
                    <a:pt x="6005866" y="2234099"/>
                  </a:moveTo>
                  <a:lnTo>
                    <a:pt x="6005866" y="387"/>
                  </a:lnTo>
                </a:path>
                <a:path w="9547860" h="3920490">
                  <a:moveTo>
                    <a:pt x="6066675" y="2234099"/>
                  </a:moveTo>
                  <a:lnTo>
                    <a:pt x="6066675" y="387"/>
                  </a:lnTo>
                </a:path>
                <a:path w="9547860" h="3920490">
                  <a:moveTo>
                    <a:pt x="6064814" y="2234099"/>
                  </a:moveTo>
                  <a:lnTo>
                    <a:pt x="6064814" y="387"/>
                  </a:lnTo>
                </a:path>
                <a:path w="9547860" h="3920490">
                  <a:moveTo>
                    <a:pt x="6069390" y="2234099"/>
                  </a:moveTo>
                  <a:lnTo>
                    <a:pt x="6069390" y="387"/>
                  </a:lnTo>
                </a:path>
                <a:path w="9547860" h="3920490">
                  <a:moveTo>
                    <a:pt x="5942033" y="2234099"/>
                  </a:moveTo>
                  <a:lnTo>
                    <a:pt x="5942033" y="387"/>
                  </a:lnTo>
                </a:path>
                <a:path w="9547860" h="3920490">
                  <a:moveTo>
                    <a:pt x="6079240" y="2234099"/>
                  </a:moveTo>
                  <a:lnTo>
                    <a:pt x="6079240" y="387"/>
                  </a:lnTo>
                </a:path>
                <a:path w="9547860" h="3920490">
                  <a:moveTo>
                    <a:pt x="5881457" y="2234099"/>
                  </a:moveTo>
                  <a:lnTo>
                    <a:pt x="5881457" y="387"/>
                  </a:lnTo>
                </a:path>
                <a:path w="9547860" h="3920490">
                  <a:moveTo>
                    <a:pt x="6083739" y="2234099"/>
                  </a:moveTo>
                  <a:lnTo>
                    <a:pt x="6083739" y="387"/>
                  </a:lnTo>
                </a:path>
                <a:path w="9547860" h="3920490">
                  <a:moveTo>
                    <a:pt x="6081877" y="2234099"/>
                  </a:moveTo>
                  <a:lnTo>
                    <a:pt x="6081877" y="387"/>
                  </a:lnTo>
                </a:path>
                <a:path w="9547860" h="3920490">
                  <a:moveTo>
                    <a:pt x="6095606" y="2234099"/>
                  </a:moveTo>
                  <a:lnTo>
                    <a:pt x="6095606" y="387"/>
                  </a:lnTo>
                </a:path>
                <a:path w="9547860" h="3920490">
                  <a:moveTo>
                    <a:pt x="5438856" y="2234099"/>
                  </a:moveTo>
                  <a:lnTo>
                    <a:pt x="5438856" y="387"/>
                  </a:lnTo>
                </a:path>
                <a:path w="9547860" h="3920490">
                  <a:moveTo>
                    <a:pt x="5436180" y="2234099"/>
                  </a:moveTo>
                  <a:lnTo>
                    <a:pt x="5436180" y="387"/>
                  </a:lnTo>
                </a:path>
                <a:path w="9547860" h="3920490">
                  <a:moveTo>
                    <a:pt x="5442517" y="2234099"/>
                  </a:moveTo>
                  <a:lnTo>
                    <a:pt x="5442517" y="387"/>
                  </a:lnTo>
                </a:path>
                <a:path w="9547860" h="3920490">
                  <a:moveTo>
                    <a:pt x="5446178" y="2234099"/>
                  </a:moveTo>
                  <a:lnTo>
                    <a:pt x="5446178" y="387"/>
                  </a:lnTo>
                </a:path>
                <a:path w="9547860" h="3920490">
                  <a:moveTo>
                    <a:pt x="5434311" y="2234099"/>
                  </a:moveTo>
                  <a:lnTo>
                    <a:pt x="5434311" y="387"/>
                  </a:lnTo>
                </a:path>
                <a:path w="9547860" h="3920490">
                  <a:moveTo>
                    <a:pt x="5422367" y="2234099"/>
                  </a:moveTo>
                  <a:lnTo>
                    <a:pt x="5422367" y="387"/>
                  </a:lnTo>
                </a:path>
                <a:path w="9547860" h="3920490">
                  <a:moveTo>
                    <a:pt x="5312066" y="2234099"/>
                  </a:moveTo>
                  <a:lnTo>
                    <a:pt x="5312066" y="387"/>
                  </a:lnTo>
                </a:path>
                <a:path w="9547860" h="3920490">
                  <a:moveTo>
                    <a:pt x="5298973" y="2234099"/>
                  </a:moveTo>
                  <a:lnTo>
                    <a:pt x="5298973" y="387"/>
                  </a:lnTo>
                </a:path>
                <a:path w="9547860" h="3920490">
                  <a:moveTo>
                    <a:pt x="5313772" y="2234099"/>
                  </a:moveTo>
                  <a:lnTo>
                    <a:pt x="5313772" y="387"/>
                  </a:lnTo>
                </a:path>
                <a:path w="9547860" h="3920490">
                  <a:moveTo>
                    <a:pt x="5362846" y="2234099"/>
                  </a:moveTo>
                  <a:lnTo>
                    <a:pt x="5362846" y="387"/>
                  </a:lnTo>
                </a:path>
                <a:path w="9547860" h="3920490">
                  <a:moveTo>
                    <a:pt x="5361131" y="2234099"/>
                  </a:moveTo>
                  <a:lnTo>
                    <a:pt x="5361131" y="387"/>
                  </a:lnTo>
                </a:path>
                <a:path w="9547860" h="3920490">
                  <a:moveTo>
                    <a:pt x="5377644" y="2234099"/>
                  </a:moveTo>
                  <a:lnTo>
                    <a:pt x="5377644" y="387"/>
                  </a:lnTo>
                </a:path>
                <a:path w="9547860" h="3920490">
                  <a:moveTo>
                    <a:pt x="5375938" y="2234099"/>
                  </a:moveTo>
                  <a:lnTo>
                    <a:pt x="5375938" y="387"/>
                  </a:lnTo>
                </a:path>
                <a:path w="9547860" h="3920490">
                  <a:moveTo>
                    <a:pt x="5297259" y="2234099"/>
                  </a:moveTo>
                  <a:lnTo>
                    <a:pt x="5297259" y="387"/>
                  </a:lnTo>
                </a:path>
                <a:path w="9547860" h="3920490">
                  <a:moveTo>
                    <a:pt x="2927132" y="2234099"/>
                  </a:moveTo>
                  <a:lnTo>
                    <a:pt x="2927132" y="387"/>
                  </a:lnTo>
                </a:path>
                <a:path w="9547860" h="3920490">
                  <a:moveTo>
                    <a:pt x="2925262" y="2234099"/>
                  </a:moveTo>
                  <a:lnTo>
                    <a:pt x="2925262" y="387"/>
                  </a:lnTo>
                </a:path>
                <a:path w="9547860" h="3920490">
                  <a:moveTo>
                    <a:pt x="3122022" y="2234099"/>
                  </a:moveTo>
                  <a:lnTo>
                    <a:pt x="3122022" y="387"/>
                  </a:lnTo>
                </a:path>
                <a:path w="9547860" h="3920490">
                  <a:moveTo>
                    <a:pt x="3120153" y="2234099"/>
                  </a:moveTo>
                  <a:lnTo>
                    <a:pt x="3120153" y="387"/>
                  </a:lnTo>
                </a:path>
                <a:path w="9547860" h="3920490">
                  <a:moveTo>
                    <a:pt x="3331432" y="2234099"/>
                  </a:moveTo>
                  <a:lnTo>
                    <a:pt x="3331432" y="387"/>
                  </a:lnTo>
                </a:path>
                <a:path w="9547860" h="3920490">
                  <a:moveTo>
                    <a:pt x="3329563" y="2234099"/>
                  </a:moveTo>
                  <a:lnTo>
                    <a:pt x="3329563" y="387"/>
                  </a:lnTo>
                </a:path>
                <a:path w="9547860" h="3920490">
                  <a:moveTo>
                    <a:pt x="3046965" y="2234099"/>
                  </a:moveTo>
                  <a:lnTo>
                    <a:pt x="3046965" y="387"/>
                  </a:lnTo>
                </a:path>
                <a:path w="9547860" h="3920490">
                  <a:moveTo>
                    <a:pt x="2999606" y="2234099"/>
                  </a:moveTo>
                  <a:lnTo>
                    <a:pt x="2999606" y="387"/>
                  </a:lnTo>
                </a:path>
                <a:path w="9547860" h="3920490">
                  <a:moveTo>
                    <a:pt x="3061772" y="2234099"/>
                  </a:moveTo>
                  <a:lnTo>
                    <a:pt x="3061772" y="387"/>
                  </a:lnTo>
                </a:path>
                <a:path w="9547860" h="3920490">
                  <a:moveTo>
                    <a:pt x="3048687" y="2234099"/>
                  </a:moveTo>
                  <a:lnTo>
                    <a:pt x="3048687" y="387"/>
                  </a:lnTo>
                </a:path>
                <a:path w="9547860" h="3920490">
                  <a:moveTo>
                    <a:pt x="3136549" y="2234099"/>
                  </a:moveTo>
                  <a:lnTo>
                    <a:pt x="3136549" y="387"/>
                  </a:lnTo>
                </a:path>
                <a:path w="9547860" h="3920490">
                  <a:moveTo>
                    <a:pt x="3134680" y="2234099"/>
                  </a:moveTo>
                  <a:lnTo>
                    <a:pt x="3134680" y="387"/>
                  </a:lnTo>
                </a:path>
                <a:path w="9547860" h="3920490">
                  <a:moveTo>
                    <a:pt x="3194232" y="2234099"/>
                  </a:moveTo>
                  <a:lnTo>
                    <a:pt x="3194232" y="387"/>
                  </a:lnTo>
                </a:path>
                <a:path w="9547860" h="3920490">
                  <a:moveTo>
                    <a:pt x="3192510" y="2234099"/>
                  </a:moveTo>
                  <a:lnTo>
                    <a:pt x="3192510" y="387"/>
                  </a:lnTo>
                </a:path>
                <a:path w="9547860" h="3920490">
                  <a:moveTo>
                    <a:pt x="3207317" y="2234099"/>
                  </a:moveTo>
                  <a:lnTo>
                    <a:pt x="3207317" y="387"/>
                  </a:lnTo>
                </a:path>
                <a:path w="9547860" h="3920490">
                  <a:moveTo>
                    <a:pt x="3271189" y="2234099"/>
                  </a:moveTo>
                  <a:lnTo>
                    <a:pt x="3271189" y="387"/>
                  </a:lnTo>
                </a:path>
                <a:path w="9547860" h="3920490">
                  <a:moveTo>
                    <a:pt x="3258105" y="2234099"/>
                  </a:moveTo>
                  <a:lnTo>
                    <a:pt x="3258105" y="387"/>
                  </a:lnTo>
                </a:path>
                <a:path w="9547860" h="3920490">
                  <a:moveTo>
                    <a:pt x="3317626" y="2234099"/>
                  </a:moveTo>
                  <a:lnTo>
                    <a:pt x="3317626" y="387"/>
                  </a:lnTo>
                </a:path>
                <a:path w="9547860" h="3920490">
                  <a:moveTo>
                    <a:pt x="3272896" y="2234099"/>
                  </a:moveTo>
                  <a:lnTo>
                    <a:pt x="3272896" y="387"/>
                  </a:lnTo>
                </a:path>
                <a:path w="9547860" h="3920490">
                  <a:moveTo>
                    <a:pt x="2997899" y="2234099"/>
                  </a:moveTo>
                  <a:lnTo>
                    <a:pt x="2997899" y="387"/>
                  </a:lnTo>
                </a:path>
                <a:path w="9547860" h="3920490">
                  <a:moveTo>
                    <a:pt x="2984814" y="2234099"/>
                  </a:moveTo>
                  <a:lnTo>
                    <a:pt x="2984814" y="387"/>
                  </a:lnTo>
                </a:path>
                <a:path w="9547860" h="3920490">
                  <a:moveTo>
                    <a:pt x="2939006" y="2234099"/>
                  </a:moveTo>
                  <a:lnTo>
                    <a:pt x="2939006" y="387"/>
                  </a:lnTo>
                </a:path>
                <a:path w="9547860" h="3920490">
                  <a:moveTo>
                    <a:pt x="3063478" y="2234099"/>
                  </a:moveTo>
                  <a:lnTo>
                    <a:pt x="3063478" y="387"/>
                  </a:lnTo>
                </a:path>
                <a:path w="9547860" h="3920490">
                  <a:moveTo>
                    <a:pt x="3108208" y="2234099"/>
                  </a:moveTo>
                  <a:lnTo>
                    <a:pt x="3108208" y="387"/>
                  </a:lnTo>
                </a:path>
                <a:path w="9547860" h="3920490">
                  <a:moveTo>
                    <a:pt x="3124698" y="2234099"/>
                  </a:moveTo>
                  <a:lnTo>
                    <a:pt x="3124698" y="387"/>
                  </a:lnTo>
                </a:path>
                <a:path w="9547860" h="3920490">
                  <a:moveTo>
                    <a:pt x="3132012" y="2234099"/>
                  </a:moveTo>
                  <a:lnTo>
                    <a:pt x="3132012" y="387"/>
                  </a:lnTo>
                </a:path>
                <a:path w="9547860" h="3920490">
                  <a:moveTo>
                    <a:pt x="3148424" y="2234099"/>
                  </a:moveTo>
                  <a:lnTo>
                    <a:pt x="3148424" y="387"/>
                  </a:lnTo>
                </a:path>
                <a:path w="9547860" h="3920490">
                  <a:moveTo>
                    <a:pt x="3256383" y="2234099"/>
                  </a:moveTo>
                  <a:lnTo>
                    <a:pt x="3256383" y="387"/>
                  </a:lnTo>
                </a:path>
                <a:path w="9547860" h="3920490">
                  <a:moveTo>
                    <a:pt x="3209023" y="2234099"/>
                  </a:moveTo>
                  <a:lnTo>
                    <a:pt x="3209023" y="387"/>
                  </a:lnTo>
                </a:path>
                <a:path w="9547860" h="3920490">
                  <a:moveTo>
                    <a:pt x="3337776" y="2234099"/>
                  </a:moveTo>
                  <a:lnTo>
                    <a:pt x="3337776" y="387"/>
                  </a:lnTo>
                </a:path>
                <a:path w="9547860" h="3920490">
                  <a:moveTo>
                    <a:pt x="3334115" y="2234099"/>
                  </a:moveTo>
                  <a:lnTo>
                    <a:pt x="3334115" y="387"/>
                  </a:lnTo>
                </a:path>
                <a:path w="9547860" h="3920490">
                  <a:moveTo>
                    <a:pt x="3341430" y="2234099"/>
                  </a:moveTo>
                  <a:lnTo>
                    <a:pt x="3341430" y="387"/>
                  </a:lnTo>
                </a:path>
                <a:path w="9547860" h="3920490">
                  <a:moveTo>
                    <a:pt x="3344098" y="2234099"/>
                  </a:moveTo>
                  <a:lnTo>
                    <a:pt x="3344098" y="387"/>
                  </a:lnTo>
                </a:path>
                <a:path w="9547860" h="3920490">
                  <a:moveTo>
                    <a:pt x="3128359" y="2234099"/>
                  </a:moveTo>
                  <a:lnTo>
                    <a:pt x="3128359" y="387"/>
                  </a:lnTo>
                </a:path>
                <a:path w="9547860" h="3920490">
                  <a:moveTo>
                    <a:pt x="3345967" y="2234099"/>
                  </a:moveTo>
                  <a:lnTo>
                    <a:pt x="3345967" y="387"/>
                  </a:lnTo>
                </a:path>
                <a:path w="9547860" h="3920490">
                  <a:moveTo>
                    <a:pt x="2983093" y="2234099"/>
                  </a:moveTo>
                  <a:lnTo>
                    <a:pt x="2983093" y="387"/>
                  </a:lnTo>
                </a:path>
                <a:path w="9547860" h="3920490">
                  <a:moveTo>
                    <a:pt x="3467522" y="2234099"/>
                  </a:moveTo>
                  <a:lnTo>
                    <a:pt x="3467522" y="387"/>
                  </a:lnTo>
                </a:path>
                <a:path w="9547860" h="3920490">
                  <a:moveTo>
                    <a:pt x="3465800" y="2234099"/>
                  </a:moveTo>
                  <a:lnTo>
                    <a:pt x="3465800" y="387"/>
                  </a:lnTo>
                </a:path>
                <a:path w="9547860" h="3920490">
                  <a:moveTo>
                    <a:pt x="3480607" y="2234099"/>
                  </a:moveTo>
                  <a:lnTo>
                    <a:pt x="3480607" y="387"/>
                  </a:lnTo>
                </a:path>
                <a:path w="9547860" h="3920490">
                  <a:moveTo>
                    <a:pt x="3403650" y="2234099"/>
                  </a:moveTo>
                  <a:lnTo>
                    <a:pt x="3403650" y="387"/>
                  </a:lnTo>
                </a:path>
                <a:path w="9547860" h="3920490">
                  <a:moveTo>
                    <a:pt x="3401928" y="2234099"/>
                  </a:moveTo>
                  <a:lnTo>
                    <a:pt x="3401928" y="387"/>
                  </a:lnTo>
                </a:path>
                <a:path w="9547860" h="3920490">
                  <a:moveTo>
                    <a:pt x="3416735" y="2234099"/>
                  </a:moveTo>
                  <a:lnTo>
                    <a:pt x="3416735" y="387"/>
                  </a:lnTo>
                </a:path>
                <a:path w="9547860" h="3920490">
                  <a:moveTo>
                    <a:pt x="3527036" y="2234099"/>
                  </a:moveTo>
                  <a:lnTo>
                    <a:pt x="3527036" y="387"/>
                  </a:lnTo>
                </a:path>
                <a:path w="9547860" h="3920490">
                  <a:moveTo>
                    <a:pt x="3482313" y="2234099"/>
                  </a:moveTo>
                  <a:lnTo>
                    <a:pt x="3482313" y="387"/>
                  </a:lnTo>
                </a:path>
                <a:path w="9547860" h="3920490">
                  <a:moveTo>
                    <a:pt x="3543122" y="2234099"/>
                  </a:moveTo>
                  <a:lnTo>
                    <a:pt x="3543122" y="387"/>
                  </a:lnTo>
                </a:path>
                <a:path w="9547860" h="3920490">
                  <a:moveTo>
                    <a:pt x="3541253" y="2234099"/>
                  </a:moveTo>
                  <a:lnTo>
                    <a:pt x="3541253" y="387"/>
                  </a:lnTo>
                </a:path>
                <a:path w="9547860" h="3920490">
                  <a:moveTo>
                    <a:pt x="3545798" y="2234099"/>
                  </a:moveTo>
                  <a:lnTo>
                    <a:pt x="3545798" y="387"/>
                  </a:lnTo>
                </a:path>
                <a:path w="9547860" h="3920490">
                  <a:moveTo>
                    <a:pt x="3418441" y="2234099"/>
                  </a:moveTo>
                  <a:lnTo>
                    <a:pt x="3418441" y="387"/>
                  </a:lnTo>
                </a:path>
                <a:path w="9547860" h="3920490">
                  <a:moveTo>
                    <a:pt x="3555641" y="2234099"/>
                  </a:moveTo>
                  <a:lnTo>
                    <a:pt x="3555641" y="387"/>
                  </a:lnTo>
                </a:path>
                <a:path w="9547860" h="3920490">
                  <a:moveTo>
                    <a:pt x="3357842" y="2234099"/>
                  </a:moveTo>
                  <a:lnTo>
                    <a:pt x="3357842" y="387"/>
                  </a:lnTo>
                </a:path>
                <a:path w="9547860" h="3920490">
                  <a:moveTo>
                    <a:pt x="3560178" y="2234099"/>
                  </a:moveTo>
                  <a:lnTo>
                    <a:pt x="3560178" y="387"/>
                  </a:lnTo>
                </a:path>
                <a:path w="9547860" h="3920490">
                  <a:moveTo>
                    <a:pt x="3558309" y="2234099"/>
                  </a:moveTo>
                  <a:lnTo>
                    <a:pt x="3558309" y="387"/>
                  </a:lnTo>
                </a:path>
                <a:path w="9547860" h="3920490">
                  <a:moveTo>
                    <a:pt x="3572053" y="2234099"/>
                  </a:moveTo>
                  <a:lnTo>
                    <a:pt x="3572053" y="387"/>
                  </a:lnTo>
                </a:path>
                <a:path w="9547860" h="3920490">
                  <a:moveTo>
                    <a:pt x="2915280" y="2234099"/>
                  </a:moveTo>
                  <a:lnTo>
                    <a:pt x="2915280" y="387"/>
                  </a:lnTo>
                </a:path>
                <a:path w="9547860" h="3920490">
                  <a:moveTo>
                    <a:pt x="2912604" y="2234099"/>
                  </a:moveTo>
                  <a:lnTo>
                    <a:pt x="2912604" y="387"/>
                  </a:lnTo>
                </a:path>
                <a:path w="9547860" h="3920490">
                  <a:moveTo>
                    <a:pt x="2918941" y="2234099"/>
                  </a:moveTo>
                  <a:lnTo>
                    <a:pt x="2918941" y="387"/>
                  </a:lnTo>
                </a:path>
                <a:path w="9547860" h="3920490">
                  <a:moveTo>
                    <a:pt x="2922602" y="2234099"/>
                  </a:moveTo>
                  <a:lnTo>
                    <a:pt x="2922602" y="387"/>
                  </a:lnTo>
                </a:path>
                <a:path w="9547860" h="3920490">
                  <a:moveTo>
                    <a:pt x="2910735" y="2234099"/>
                  </a:moveTo>
                  <a:lnTo>
                    <a:pt x="2910735" y="387"/>
                  </a:lnTo>
                </a:path>
                <a:path w="9547860" h="3920490">
                  <a:moveTo>
                    <a:pt x="2898790" y="2234099"/>
                  </a:moveTo>
                  <a:lnTo>
                    <a:pt x="2898790" y="387"/>
                  </a:lnTo>
                </a:path>
                <a:path w="9547860" h="3920490">
                  <a:moveTo>
                    <a:pt x="2788481" y="2234099"/>
                  </a:moveTo>
                  <a:lnTo>
                    <a:pt x="2788481" y="387"/>
                  </a:lnTo>
                </a:path>
                <a:path w="9547860" h="3920490">
                  <a:moveTo>
                    <a:pt x="2775397" y="2234099"/>
                  </a:moveTo>
                  <a:lnTo>
                    <a:pt x="2775397" y="387"/>
                  </a:lnTo>
                </a:path>
                <a:path w="9547860" h="3920490">
                  <a:moveTo>
                    <a:pt x="2790196" y="2234099"/>
                  </a:moveTo>
                  <a:lnTo>
                    <a:pt x="2790196" y="387"/>
                  </a:lnTo>
                </a:path>
                <a:path w="9547860" h="3920490">
                  <a:moveTo>
                    <a:pt x="2839269" y="2234099"/>
                  </a:moveTo>
                  <a:lnTo>
                    <a:pt x="2839269" y="387"/>
                  </a:lnTo>
                </a:path>
                <a:path w="9547860" h="3920490">
                  <a:moveTo>
                    <a:pt x="2837547" y="2234099"/>
                  </a:moveTo>
                  <a:lnTo>
                    <a:pt x="2837547" y="387"/>
                  </a:lnTo>
                </a:path>
                <a:path w="9547860" h="3920490">
                  <a:moveTo>
                    <a:pt x="2854060" y="2234099"/>
                  </a:moveTo>
                  <a:lnTo>
                    <a:pt x="2854060" y="387"/>
                  </a:lnTo>
                </a:path>
                <a:path w="9547860" h="3920490">
                  <a:moveTo>
                    <a:pt x="2852354" y="2234099"/>
                  </a:moveTo>
                  <a:lnTo>
                    <a:pt x="2852354" y="387"/>
                  </a:lnTo>
                </a:path>
                <a:path w="9547860" h="3920490">
                  <a:moveTo>
                    <a:pt x="2773683" y="2234099"/>
                  </a:moveTo>
                  <a:lnTo>
                    <a:pt x="2773683" y="387"/>
                  </a:lnTo>
                </a:path>
                <a:path w="9547860" h="3920490">
                  <a:moveTo>
                    <a:pt x="4609516" y="2234099"/>
                  </a:moveTo>
                  <a:lnTo>
                    <a:pt x="4609516" y="387"/>
                  </a:lnTo>
                </a:path>
                <a:path w="9547860" h="3920490">
                  <a:moveTo>
                    <a:pt x="4607647" y="2234099"/>
                  </a:moveTo>
                  <a:lnTo>
                    <a:pt x="4607647" y="387"/>
                  </a:lnTo>
                </a:path>
                <a:path w="9547860" h="3920490">
                  <a:moveTo>
                    <a:pt x="4804406" y="2234099"/>
                  </a:moveTo>
                  <a:lnTo>
                    <a:pt x="4804406" y="387"/>
                  </a:lnTo>
                </a:path>
                <a:path w="9547860" h="3920490">
                  <a:moveTo>
                    <a:pt x="4802537" y="2234099"/>
                  </a:moveTo>
                  <a:lnTo>
                    <a:pt x="4802537" y="387"/>
                  </a:lnTo>
                </a:path>
                <a:path w="9547860" h="3920490">
                  <a:moveTo>
                    <a:pt x="5013824" y="2234099"/>
                  </a:moveTo>
                  <a:lnTo>
                    <a:pt x="5013824" y="387"/>
                  </a:lnTo>
                </a:path>
                <a:path w="9547860" h="3920490">
                  <a:moveTo>
                    <a:pt x="5011955" y="2234099"/>
                  </a:moveTo>
                  <a:lnTo>
                    <a:pt x="5011955" y="387"/>
                  </a:lnTo>
                </a:path>
                <a:path w="9547860" h="3920490">
                  <a:moveTo>
                    <a:pt x="4729357" y="2234099"/>
                  </a:moveTo>
                  <a:lnTo>
                    <a:pt x="4729357" y="387"/>
                  </a:lnTo>
                </a:path>
                <a:path w="9547860" h="3920490">
                  <a:moveTo>
                    <a:pt x="4681998" y="2234099"/>
                  </a:moveTo>
                  <a:lnTo>
                    <a:pt x="4681998" y="387"/>
                  </a:lnTo>
                </a:path>
                <a:path w="9547860" h="3920490">
                  <a:moveTo>
                    <a:pt x="4744164" y="2234099"/>
                  </a:moveTo>
                  <a:lnTo>
                    <a:pt x="4744164" y="387"/>
                  </a:lnTo>
                </a:path>
                <a:path w="9547860" h="3920490">
                  <a:moveTo>
                    <a:pt x="4731071" y="2234099"/>
                  </a:moveTo>
                  <a:lnTo>
                    <a:pt x="4731071" y="387"/>
                  </a:lnTo>
                </a:path>
                <a:path w="9547860" h="3920490">
                  <a:moveTo>
                    <a:pt x="4818933" y="2234099"/>
                  </a:moveTo>
                  <a:lnTo>
                    <a:pt x="4818933" y="387"/>
                  </a:lnTo>
                </a:path>
                <a:path w="9547860" h="3920490">
                  <a:moveTo>
                    <a:pt x="4817064" y="2234099"/>
                  </a:moveTo>
                  <a:lnTo>
                    <a:pt x="4817064" y="387"/>
                  </a:lnTo>
                </a:path>
                <a:path w="9547860" h="3920490">
                  <a:moveTo>
                    <a:pt x="4876616" y="2234099"/>
                  </a:moveTo>
                  <a:lnTo>
                    <a:pt x="4876616" y="387"/>
                  </a:lnTo>
                </a:path>
                <a:path w="9547860" h="3920490">
                  <a:moveTo>
                    <a:pt x="4874902" y="2234099"/>
                  </a:moveTo>
                  <a:lnTo>
                    <a:pt x="4874902" y="387"/>
                  </a:lnTo>
                </a:path>
                <a:path w="9547860" h="3920490">
                  <a:moveTo>
                    <a:pt x="4889709" y="2234099"/>
                  </a:moveTo>
                  <a:lnTo>
                    <a:pt x="4889709" y="387"/>
                  </a:lnTo>
                </a:path>
                <a:path w="9547860" h="3920490">
                  <a:moveTo>
                    <a:pt x="4953581" y="2234099"/>
                  </a:moveTo>
                  <a:lnTo>
                    <a:pt x="4953581" y="387"/>
                  </a:lnTo>
                </a:path>
                <a:path w="9547860" h="3920490">
                  <a:moveTo>
                    <a:pt x="4940489" y="2234099"/>
                  </a:moveTo>
                  <a:lnTo>
                    <a:pt x="4940489" y="387"/>
                  </a:lnTo>
                </a:path>
                <a:path w="9547860" h="3920490">
                  <a:moveTo>
                    <a:pt x="5000010" y="2234099"/>
                  </a:moveTo>
                  <a:lnTo>
                    <a:pt x="5000010" y="387"/>
                  </a:lnTo>
                </a:path>
                <a:path w="9547860" h="3920490">
                  <a:moveTo>
                    <a:pt x="4955288" y="2234099"/>
                  </a:moveTo>
                  <a:lnTo>
                    <a:pt x="4955288" y="387"/>
                  </a:lnTo>
                </a:path>
                <a:path w="9547860" h="3920490">
                  <a:moveTo>
                    <a:pt x="4680291" y="2234099"/>
                  </a:moveTo>
                  <a:lnTo>
                    <a:pt x="4680291" y="387"/>
                  </a:lnTo>
                </a:path>
                <a:path w="9547860" h="3920490">
                  <a:moveTo>
                    <a:pt x="4667199" y="2234099"/>
                  </a:moveTo>
                  <a:lnTo>
                    <a:pt x="4667199" y="387"/>
                  </a:lnTo>
                </a:path>
                <a:path w="9547860" h="3920490">
                  <a:moveTo>
                    <a:pt x="4621398" y="2234099"/>
                  </a:moveTo>
                  <a:lnTo>
                    <a:pt x="4621398" y="387"/>
                  </a:lnTo>
                </a:path>
                <a:path w="9547860" h="3920490">
                  <a:moveTo>
                    <a:pt x="4745870" y="2234099"/>
                  </a:moveTo>
                  <a:lnTo>
                    <a:pt x="4745870" y="387"/>
                  </a:lnTo>
                </a:path>
                <a:path w="9547860" h="3920490">
                  <a:moveTo>
                    <a:pt x="4790592" y="2234099"/>
                  </a:moveTo>
                  <a:lnTo>
                    <a:pt x="4790592" y="387"/>
                  </a:lnTo>
                </a:path>
                <a:path w="9547860" h="3920490">
                  <a:moveTo>
                    <a:pt x="4807082" y="2234099"/>
                  </a:moveTo>
                  <a:lnTo>
                    <a:pt x="4807082" y="387"/>
                  </a:lnTo>
                </a:path>
                <a:path w="9547860" h="3920490">
                  <a:moveTo>
                    <a:pt x="4814404" y="2234099"/>
                  </a:moveTo>
                  <a:lnTo>
                    <a:pt x="4814404" y="387"/>
                  </a:lnTo>
                </a:path>
                <a:path w="9547860" h="3920490">
                  <a:moveTo>
                    <a:pt x="4830816" y="2234099"/>
                  </a:moveTo>
                  <a:lnTo>
                    <a:pt x="4830816" y="387"/>
                  </a:lnTo>
                </a:path>
                <a:path w="9547860" h="3920490">
                  <a:moveTo>
                    <a:pt x="4938775" y="2234099"/>
                  </a:moveTo>
                  <a:lnTo>
                    <a:pt x="4938775" y="387"/>
                  </a:lnTo>
                </a:path>
                <a:path w="9547860" h="3920490">
                  <a:moveTo>
                    <a:pt x="4891415" y="2234099"/>
                  </a:moveTo>
                  <a:lnTo>
                    <a:pt x="4891415" y="387"/>
                  </a:lnTo>
                </a:path>
                <a:path w="9547860" h="3920490">
                  <a:moveTo>
                    <a:pt x="5020161" y="2234099"/>
                  </a:moveTo>
                  <a:lnTo>
                    <a:pt x="5020161" y="387"/>
                  </a:lnTo>
                </a:path>
                <a:path w="9547860" h="3920490">
                  <a:moveTo>
                    <a:pt x="5016500" y="2234099"/>
                  </a:moveTo>
                  <a:lnTo>
                    <a:pt x="5016500" y="387"/>
                  </a:lnTo>
                </a:path>
                <a:path w="9547860" h="3920490">
                  <a:moveTo>
                    <a:pt x="5023822" y="2234099"/>
                  </a:moveTo>
                  <a:lnTo>
                    <a:pt x="5023822" y="387"/>
                  </a:lnTo>
                </a:path>
                <a:path w="9547860" h="3920490">
                  <a:moveTo>
                    <a:pt x="5026482" y="2234099"/>
                  </a:moveTo>
                  <a:lnTo>
                    <a:pt x="5026482" y="387"/>
                  </a:lnTo>
                </a:path>
                <a:path w="9547860" h="3920490">
                  <a:moveTo>
                    <a:pt x="4810743" y="2234099"/>
                  </a:moveTo>
                  <a:lnTo>
                    <a:pt x="4810743" y="387"/>
                  </a:lnTo>
                </a:path>
                <a:path w="9547860" h="3920490">
                  <a:moveTo>
                    <a:pt x="5028351" y="2234099"/>
                  </a:moveTo>
                  <a:lnTo>
                    <a:pt x="5028351" y="387"/>
                  </a:lnTo>
                </a:path>
                <a:path w="9547860" h="3920490">
                  <a:moveTo>
                    <a:pt x="4665485" y="2234099"/>
                  </a:moveTo>
                  <a:lnTo>
                    <a:pt x="4665485" y="387"/>
                  </a:lnTo>
                </a:path>
                <a:path w="9547860" h="3920490">
                  <a:moveTo>
                    <a:pt x="5149906" y="2234099"/>
                  </a:moveTo>
                  <a:lnTo>
                    <a:pt x="5149906" y="387"/>
                  </a:lnTo>
                </a:path>
                <a:path w="9547860" h="3920490">
                  <a:moveTo>
                    <a:pt x="5148192" y="2234099"/>
                  </a:moveTo>
                  <a:lnTo>
                    <a:pt x="5148192" y="387"/>
                  </a:lnTo>
                </a:path>
                <a:path w="9547860" h="3920490">
                  <a:moveTo>
                    <a:pt x="5162991" y="2234099"/>
                  </a:moveTo>
                  <a:lnTo>
                    <a:pt x="5162991" y="387"/>
                  </a:lnTo>
                </a:path>
                <a:path w="9547860" h="3920490">
                  <a:moveTo>
                    <a:pt x="5086034" y="2234099"/>
                  </a:moveTo>
                  <a:lnTo>
                    <a:pt x="5086034" y="387"/>
                  </a:lnTo>
                </a:path>
                <a:path w="9547860" h="3920490">
                  <a:moveTo>
                    <a:pt x="5084320" y="2234099"/>
                  </a:moveTo>
                  <a:lnTo>
                    <a:pt x="5084320" y="387"/>
                  </a:lnTo>
                </a:path>
                <a:path w="9547860" h="3920490">
                  <a:moveTo>
                    <a:pt x="5099119" y="2234099"/>
                  </a:moveTo>
                  <a:lnTo>
                    <a:pt x="5099119" y="387"/>
                  </a:lnTo>
                </a:path>
                <a:path w="9547860" h="3920490">
                  <a:moveTo>
                    <a:pt x="5209428" y="2234099"/>
                  </a:moveTo>
                  <a:lnTo>
                    <a:pt x="5209428" y="387"/>
                  </a:lnTo>
                </a:path>
                <a:path w="9547860" h="3920490">
                  <a:moveTo>
                    <a:pt x="5164705" y="2234099"/>
                  </a:moveTo>
                  <a:lnTo>
                    <a:pt x="5164705" y="387"/>
                  </a:lnTo>
                </a:path>
                <a:path w="9547860" h="3920490">
                  <a:moveTo>
                    <a:pt x="5225506" y="2234099"/>
                  </a:moveTo>
                  <a:lnTo>
                    <a:pt x="5225506" y="387"/>
                  </a:lnTo>
                </a:path>
                <a:path w="9547860" h="3920490">
                  <a:moveTo>
                    <a:pt x="5223637" y="2234099"/>
                  </a:moveTo>
                  <a:lnTo>
                    <a:pt x="5223637" y="387"/>
                  </a:lnTo>
                </a:path>
                <a:path w="9547860" h="3920490">
                  <a:moveTo>
                    <a:pt x="5228182" y="2234099"/>
                  </a:moveTo>
                  <a:lnTo>
                    <a:pt x="5228182" y="387"/>
                  </a:lnTo>
                </a:path>
                <a:path w="9547860" h="3920490">
                  <a:moveTo>
                    <a:pt x="5100833" y="2234099"/>
                  </a:moveTo>
                  <a:lnTo>
                    <a:pt x="5100833" y="387"/>
                  </a:lnTo>
                </a:path>
                <a:path w="9547860" h="3920490">
                  <a:moveTo>
                    <a:pt x="5238033" y="2234099"/>
                  </a:moveTo>
                  <a:lnTo>
                    <a:pt x="5238033" y="387"/>
                  </a:lnTo>
                </a:path>
                <a:path w="9547860" h="3920490">
                  <a:moveTo>
                    <a:pt x="5040234" y="2234099"/>
                  </a:moveTo>
                  <a:lnTo>
                    <a:pt x="5040234" y="387"/>
                  </a:lnTo>
                </a:path>
                <a:path w="9547860" h="3920490">
                  <a:moveTo>
                    <a:pt x="5242562" y="2234099"/>
                  </a:moveTo>
                  <a:lnTo>
                    <a:pt x="5242562" y="387"/>
                  </a:lnTo>
                </a:path>
                <a:path w="9547860" h="3920490">
                  <a:moveTo>
                    <a:pt x="5240693" y="2234099"/>
                  </a:moveTo>
                  <a:lnTo>
                    <a:pt x="5240693" y="387"/>
                  </a:lnTo>
                </a:path>
                <a:path w="9547860" h="3920490">
                  <a:moveTo>
                    <a:pt x="5254445" y="2234099"/>
                  </a:moveTo>
                  <a:lnTo>
                    <a:pt x="5254445" y="387"/>
                  </a:lnTo>
                </a:path>
                <a:path w="9547860" h="3920490">
                  <a:moveTo>
                    <a:pt x="4597664" y="2234099"/>
                  </a:moveTo>
                  <a:lnTo>
                    <a:pt x="4597664" y="387"/>
                  </a:lnTo>
                </a:path>
                <a:path w="9547860" h="3920490">
                  <a:moveTo>
                    <a:pt x="4594988" y="2234099"/>
                  </a:moveTo>
                  <a:lnTo>
                    <a:pt x="4594988" y="387"/>
                  </a:lnTo>
                </a:path>
                <a:path w="9547860" h="3920490">
                  <a:moveTo>
                    <a:pt x="4601325" y="2234099"/>
                  </a:moveTo>
                  <a:lnTo>
                    <a:pt x="4601325" y="387"/>
                  </a:lnTo>
                </a:path>
                <a:path w="9547860" h="3920490">
                  <a:moveTo>
                    <a:pt x="4604986" y="2234099"/>
                  </a:moveTo>
                  <a:lnTo>
                    <a:pt x="4604986" y="387"/>
                  </a:lnTo>
                </a:path>
                <a:path w="9547860" h="3920490">
                  <a:moveTo>
                    <a:pt x="4593119" y="2234099"/>
                  </a:moveTo>
                  <a:lnTo>
                    <a:pt x="4593119" y="387"/>
                  </a:lnTo>
                </a:path>
                <a:path w="9547860" h="3920490">
                  <a:moveTo>
                    <a:pt x="4581175" y="2234099"/>
                  </a:moveTo>
                  <a:lnTo>
                    <a:pt x="4581175" y="387"/>
                  </a:lnTo>
                </a:path>
                <a:path w="9547860" h="3920490">
                  <a:moveTo>
                    <a:pt x="4470873" y="2234099"/>
                  </a:moveTo>
                  <a:lnTo>
                    <a:pt x="4470873" y="387"/>
                  </a:lnTo>
                </a:path>
                <a:path w="9547860" h="3920490">
                  <a:moveTo>
                    <a:pt x="4457781" y="2234099"/>
                  </a:moveTo>
                  <a:lnTo>
                    <a:pt x="4457781" y="387"/>
                  </a:lnTo>
                </a:path>
                <a:path w="9547860" h="3920490">
                  <a:moveTo>
                    <a:pt x="4472580" y="2234099"/>
                  </a:moveTo>
                  <a:lnTo>
                    <a:pt x="4472580" y="387"/>
                  </a:lnTo>
                </a:path>
                <a:path w="9547860" h="3920490">
                  <a:moveTo>
                    <a:pt x="4521653" y="2234099"/>
                  </a:moveTo>
                  <a:lnTo>
                    <a:pt x="4521653" y="387"/>
                  </a:lnTo>
                </a:path>
                <a:path w="9547860" h="3920490">
                  <a:moveTo>
                    <a:pt x="4519939" y="2234099"/>
                  </a:moveTo>
                  <a:lnTo>
                    <a:pt x="4519939" y="387"/>
                  </a:lnTo>
                </a:path>
                <a:path w="9547860" h="3920490">
                  <a:moveTo>
                    <a:pt x="4536452" y="2234099"/>
                  </a:moveTo>
                  <a:lnTo>
                    <a:pt x="4536452" y="387"/>
                  </a:lnTo>
                </a:path>
                <a:path w="9547860" h="3920490">
                  <a:moveTo>
                    <a:pt x="4534746" y="2234099"/>
                  </a:moveTo>
                  <a:lnTo>
                    <a:pt x="4534746" y="387"/>
                  </a:lnTo>
                </a:path>
                <a:path w="9547860" h="3920490">
                  <a:moveTo>
                    <a:pt x="4456067" y="2234099"/>
                  </a:moveTo>
                  <a:lnTo>
                    <a:pt x="4456067" y="387"/>
                  </a:lnTo>
                </a:path>
                <a:path w="9547860" h="3920490">
                  <a:moveTo>
                    <a:pt x="3768324" y="2234099"/>
                  </a:moveTo>
                  <a:lnTo>
                    <a:pt x="3768324" y="387"/>
                  </a:lnTo>
                </a:path>
                <a:path w="9547860" h="3920490">
                  <a:moveTo>
                    <a:pt x="3766454" y="2234099"/>
                  </a:moveTo>
                  <a:lnTo>
                    <a:pt x="3766454" y="387"/>
                  </a:lnTo>
                </a:path>
                <a:path w="9547860" h="3920490">
                  <a:moveTo>
                    <a:pt x="3963214" y="2234099"/>
                  </a:moveTo>
                  <a:lnTo>
                    <a:pt x="3963214" y="387"/>
                  </a:lnTo>
                </a:path>
                <a:path w="9547860" h="3920490">
                  <a:moveTo>
                    <a:pt x="3961345" y="2234099"/>
                  </a:moveTo>
                  <a:lnTo>
                    <a:pt x="3961345" y="387"/>
                  </a:lnTo>
                </a:path>
                <a:path w="9547860" h="3920490">
                  <a:moveTo>
                    <a:pt x="4172632" y="2234099"/>
                  </a:moveTo>
                  <a:lnTo>
                    <a:pt x="4172632" y="387"/>
                  </a:lnTo>
                </a:path>
                <a:path w="9547860" h="3920490">
                  <a:moveTo>
                    <a:pt x="4170762" y="2234099"/>
                  </a:moveTo>
                  <a:lnTo>
                    <a:pt x="4170762" y="387"/>
                  </a:lnTo>
                </a:path>
                <a:path w="9547860" h="3920490">
                  <a:moveTo>
                    <a:pt x="3888157" y="2234099"/>
                  </a:moveTo>
                  <a:lnTo>
                    <a:pt x="3888157" y="387"/>
                  </a:lnTo>
                </a:path>
                <a:path w="9547860" h="3920490">
                  <a:moveTo>
                    <a:pt x="3840805" y="2234099"/>
                  </a:moveTo>
                  <a:lnTo>
                    <a:pt x="3840805" y="387"/>
                  </a:lnTo>
                </a:path>
                <a:path w="9547860" h="3920490">
                  <a:moveTo>
                    <a:pt x="3902964" y="2234099"/>
                  </a:moveTo>
                  <a:lnTo>
                    <a:pt x="3902964" y="387"/>
                  </a:lnTo>
                </a:path>
                <a:path w="9547860" h="3920490">
                  <a:moveTo>
                    <a:pt x="3889879" y="2234099"/>
                  </a:moveTo>
                  <a:lnTo>
                    <a:pt x="3889879" y="387"/>
                  </a:lnTo>
                </a:path>
                <a:path w="9547860" h="3920490">
                  <a:moveTo>
                    <a:pt x="3977741" y="2234099"/>
                  </a:moveTo>
                  <a:lnTo>
                    <a:pt x="3977741" y="387"/>
                  </a:lnTo>
                </a:path>
                <a:path w="9547860" h="3920490">
                  <a:moveTo>
                    <a:pt x="3975872" y="2234099"/>
                  </a:moveTo>
                  <a:lnTo>
                    <a:pt x="3975872" y="387"/>
                  </a:lnTo>
                </a:path>
                <a:path w="9547860" h="3920490">
                  <a:moveTo>
                    <a:pt x="4035424" y="2234099"/>
                  </a:moveTo>
                  <a:lnTo>
                    <a:pt x="4035424" y="387"/>
                  </a:lnTo>
                </a:path>
                <a:path w="9547860" h="3920490">
                  <a:moveTo>
                    <a:pt x="4033710" y="2234099"/>
                  </a:moveTo>
                  <a:lnTo>
                    <a:pt x="4033710" y="387"/>
                  </a:lnTo>
                </a:path>
                <a:path w="9547860" h="3920490">
                  <a:moveTo>
                    <a:pt x="4048509" y="2234099"/>
                  </a:moveTo>
                  <a:lnTo>
                    <a:pt x="4048509" y="387"/>
                  </a:lnTo>
                </a:path>
                <a:path w="9547860" h="3920490">
                  <a:moveTo>
                    <a:pt x="4112381" y="2234099"/>
                  </a:moveTo>
                  <a:lnTo>
                    <a:pt x="4112381" y="387"/>
                  </a:lnTo>
                </a:path>
                <a:path w="9547860" h="3920490">
                  <a:moveTo>
                    <a:pt x="4099297" y="2234099"/>
                  </a:moveTo>
                  <a:lnTo>
                    <a:pt x="4099297" y="387"/>
                  </a:lnTo>
                </a:path>
                <a:path w="9547860" h="3920490">
                  <a:moveTo>
                    <a:pt x="4158818" y="2234099"/>
                  </a:moveTo>
                  <a:lnTo>
                    <a:pt x="4158818" y="387"/>
                  </a:lnTo>
                </a:path>
                <a:path w="9547860" h="3920490">
                  <a:moveTo>
                    <a:pt x="4114088" y="2234099"/>
                  </a:moveTo>
                  <a:lnTo>
                    <a:pt x="4114088" y="387"/>
                  </a:lnTo>
                </a:path>
                <a:path w="9547860" h="3920490">
                  <a:moveTo>
                    <a:pt x="3839091" y="2234099"/>
                  </a:moveTo>
                  <a:lnTo>
                    <a:pt x="3839091" y="387"/>
                  </a:lnTo>
                </a:path>
                <a:path w="9547860" h="3920490">
                  <a:moveTo>
                    <a:pt x="3826007" y="2234099"/>
                  </a:moveTo>
                  <a:lnTo>
                    <a:pt x="3826007" y="387"/>
                  </a:lnTo>
                </a:path>
                <a:path w="9547860" h="3920490">
                  <a:moveTo>
                    <a:pt x="3780206" y="2234099"/>
                  </a:moveTo>
                  <a:lnTo>
                    <a:pt x="3780206" y="387"/>
                  </a:lnTo>
                </a:path>
                <a:path w="9547860" h="3920490">
                  <a:moveTo>
                    <a:pt x="3904670" y="2234099"/>
                  </a:moveTo>
                  <a:lnTo>
                    <a:pt x="3904670" y="387"/>
                  </a:lnTo>
                </a:path>
                <a:path w="9547860" h="3920490">
                  <a:moveTo>
                    <a:pt x="3949400" y="2234099"/>
                  </a:moveTo>
                  <a:lnTo>
                    <a:pt x="3949400" y="387"/>
                  </a:lnTo>
                </a:path>
                <a:path w="9547860" h="3920490">
                  <a:moveTo>
                    <a:pt x="3965890" y="2234099"/>
                  </a:moveTo>
                  <a:lnTo>
                    <a:pt x="3965890" y="387"/>
                  </a:lnTo>
                </a:path>
                <a:path w="9547860" h="3920490">
                  <a:moveTo>
                    <a:pt x="3973212" y="2234099"/>
                  </a:moveTo>
                  <a:lnTo>
                    <a:pt x="3973212" y="387"/>
                  </a:lnTo>
                </a:path>
                <a:path w="9547860" h="3920490">
                  <a:moveTo>
                    <a:pt x="3989624" y="2234099"/>
                  </a:moveTo>
                  <a:lnTo>
                    <a:pt x="3989624" y="387"/>
                  </a:lnTo>
                </a:path>
                <a:path w="9547860" h="3920490">
                  <a:moveTo>
                    <a:pt x="4097575" y="2234099"/>
                  </a:moveTo>
                  <a:lnTo>
                    <a:pt x="4097575" y="387"/>
                  </a:lnTo>
                </a:path>
                <a:path w="9547860" h="3920490">
                  <a:moveTo>
                    <a:pt x="4050223" y="2234099"/>
                  </a:moveTo>
                  <a:lnTo>
                    <a:pt x="4050223" y="387"/>
                  </a:lnTo>
                </a:path>
                <a:path w="9547860" h="3920490">
                  <a:moveTo>
                    <a:pt x="4178968" y="2234099"/>
                  </a:moveTo>
                  <a:lnTo>
                    <a:pt x="4178968" y="387"/>
                  </a:lnTo>
                </a:path>
                <a:path w="9547860" h="3920490">
                  <a:moveTo>
                    <a:pt x="4175308" y="2234099"/>
                  </a:moveTo>
                  <a:lnTo>
                    <a:pt x="4175308" y="387"/>
                  </a:lnTo>
                </a:path>
                <a:path w="9547860" h="3920490">
                  <a:moveTo>
                    <a:pt x="4182622" y="2234099"/>
                  </a:moveTo>
                  <a:lnTo>
                    <a:pt x="4182622" y="387"/>
                  </a:lnTo>
                </a:path>
                <a:path w="9547860" h="3920490">
                  <a:moveTo>
                    <a:pt x="4185290" y="2234099"/>
                  </a:moveTo>
                  <a:lnTo>
                    <a:pt x="4185290" y="387"/>
                  </a:lnTo>
                </a:path>
                <a:path w="9547860" h="3920490">
                  <a:moveTo>
                    <a:pt x="3969551" y="2234099"/>
                  </a:moveTo>
                  <a:lnTo>
                    <a:pt x="3969551" y="387"/>
                  </a:lnTo>
                </a:path>
                <a:path w="9547860" h="3920490">
                  <a:moveTo>
                    <a:pt x="4187159" y="2234099"/>
                  </a:moveTo>
                  <a:lnTo>
                    <a:pt x="4187159" y="387"/>
                  </a:lnTo>
                </a:path>
                <a:path w="9547860" h="3920490">
                  <a:moveTo>
                    <a:pt x="3824292" y="2234099"/>
                  </a:moveTo>
                  <a:lnTo>
                    <a:pt x="3824292" y="387"/>
                  </a:lnTo>
                </a:path>
                <a:path w="9547860" h="3920490">
                  <a:moveTo>
                    <a:pt x="4308714" y="2234099"/>
                  </a:moveTo>
                  <a:lnTo>
                    <a:pt x="4308714" y="387"/>
                  </a:lnTo>
                </a:path>
                <a:path w="9547860" h="3920490">
                  <a:moveTo>
                    <a:pt x="4306993" y="2234099"/>
                  </a:moveTo>
                  <a:lnTo>
                    <a:pt x="4306993" y="387"/>
                  </a:lnTo>
                </a:path>
                <a:path w="9547860" h="3920490">
                  <a:moveTo>
                    <a:pt x="4321799" y="2234099"/>
                  </a:moveTo>
                  <a:lnTo>
                    <a:pt x="4321799" y="387"/>
                  </a:lnTo>
                </a:path>
                <a:path w="9547860" h="3920490">
                  <a:moveTo>
                    <a:pt x="4244842" y="2234099"/>
                  </a:moveTo>
                  <a:lnTo>
                    <a:pt x="4244842" y="387"/>
                  </a:lnTo>
                </a:path>
                <a:path w="9547860" h="3920490">
                  <a:moveTo>
                    <a:pt x="4243120" y="2234099"/>
                  </a:moveTo>
                  <a:lnTo>
                    <a:pt x="4243120" y="387"/>
                  </a:lnTo>
                </a:path>
                <a:path w="9547860" h="3920490">
                  <a:moveTo>
                    <a:pt x="4257927" y="2234099"/>
                  </a:moveTo>
                  <a:lnTo>
                    <a:pt x="4257927" y="387"/>
                  </a:lnTo>
                </a:path>
                <a:path w="9547860" h="3920490">
                  <a:moveTo>
                    <a:pt x="4368236" y="2234099"/>
                  </a:moveTo>
                  <a:lnTo>
                    <a:pt x="4368236" y="387"/>
                  </a:lnTo>
                </a:path>
                <a:path w="9547860" h="3920490">
                  <a:moveTo>
                    <a:pt x="4323505" y="2234099"/>
                  </a:moveTo>
                  <a:lnTo>
                    <a:pt x="4323505" y="387"/>
                  </a:lnTo>
                </a:path>
                <a:path w="9547860" h="3920490">
                  <a:moveTo>
                    <a:pt x="4384314" y="2234099"/>
                  </a:moveTo>
                  <a:lnTo>
                    <a:pt x="4384314" y="387"/>
                  </a:lnTo>
                </a:path>
                <a:path w="9547860" h="3920490">
                  <a:moveTo>
                    <a:pt x="4382445" y="2234099"/>
                  </a:moveTo>
                  <a:lnTo>
                    <a:pt x="4382445" y="387"/>
                  </a:lnTo>
                </a:path>
                <a:path w="9547860" h="3920490">
                  <a:moveTo>
                    <a:pt x="4386990" y="2234099"/>
                  </a:moveTo>
                  <a:lnTo>
                    <a:pt x="4386990" y="387"/>
                  </a:lnTo>
                </a:path>
                <a:path w="9547860" h="3920490">
                  <a:moveTo>
                    <a:pt x="4259633" y="2234099"/>
                  </a:moveTo>
                  <a:lnTo>
                    <a:pt x="4259633" y="387"/>
                  </a:lnTo>
                </a:path>
                <a:path w="9547860" h="3920490">
                  <a:moveTo>
                    <a:pt x="4396840" y="2234099"/>
                  </a:moveTo>
                  <a:lnTo>
                    <a:pt x="4396840" y="387"/>
                  </a:lnTo>
                </a:path>
                <a:path w="9547860" h="3920490">
                  <a:moveTo>
                    <a:pt x="4199034" y="2234099"/>
                  </a:moveTo>
                  <a:lnTo>
                    <a:pt x="4199034" y="387"/>
                  </a:lnTo>
                </a:path>
                <a:path w="9547860" h="3920490">
                  <a:moveTo>
                    <a:pt x="4401370" y="2234099"/>
                  </a:moveTo>
                  <a:lnTo>
                    <a:pt x="4401370" y="387"/>
                  </a:lnTo>
                </a:path>
                <a:path w="9547860" h="3920490">
                  <a:moveTo>
                    <a:pt x="4399501" y="2234099"/>
                  </a:moveTo>
                  <a:lnTo>
                    <a:pt x="4399501" y="387"/>
                  </a:lnTo>
                </a:path>
                <a:path w="9547860" h="3920490">
                  <a:moveTo>
                    <a:pt x="4413253" y="2234099"/>
                  </a:moveTo>
                  <a:lnTo>
                    <a:pt x="4413253" y="387"/>
                  </a:lnTo>
                </a:path>
                <a:path w="9547860" h="3920490">
                  <a:moveTo>
                    <a:pt x="3756472" y="2234099"/>
                  </a:moveTo>
                  <a:lnTo>
                    <a:pt x="3756472" y="387"/>
                  </a:lnTo>
                </a:path>
                <a:path w="9547860" h="3920490">
                  <a:moveTo>
                    <a:pt x="3753796" y="2234099"/>
                  </a:moveTo>
                  <a:lnTo>
                    <a:pt x="3753796" y="387"/>
                  </a:lnTo>
                </a:path>
                <a:path w="9547860" h="3920490">
                  <a:moveTo>
                    <a:pt x="3760133" y="2234099"/>
                  </a:moveTo>
                  <a:lnTo>
                    <a:pt x="3760133" y="387"/>
                  </a:lnTo>
                </a:path>
                <a:path w="9547860" h="3920490">
                  <a:moveTo>
                    <a:pt x="3763794" y="2234099"/>
                  </a:moveTo>
                  <a:lnTo>
                    <a:pt x="3763794" y="387"/>
                  </a:lnTo>
                </a:path>
                <a:path w="9547860" h="3920490">
                  <a:moveTo>
                    <a:pt x="3751927" y="2234099"/>
                  </a:moveTo>
                  <a:lnTo>
                    <a:pt x="3751927" y="387"/>
                  </a:lnTo>
                </a:path>
                <a:path w="9547860" h="3920490">
                  <a:moveTo>
                    <a:pt x="3739982" y="2234099"/>
                  </a:moveTo>
                  <a:lnTo>
                    <a:pt x="3739982" y="387"/>
                  </a:lnTo>
                </a:path>
                <a:path w="9547860" h="3920490">
                  <a:moveTo>
                    <a:pt x="3629681" y="2234099"/>
                  </a:moveTo>
                  <a:lnTo>
                    <a:pt x="3629681" y="387"/>
                  </a:lnTo>
                </a:path>
                <a:path w="9547860" h="3920490">
                  <a:moveTo>
                    <a:pt x="3616589" y="2234099"/>
                  </a:moveTo>
                  <a:lnTo>
                    <a:pt x="3616589" y="387"/>
                  </a:lnTo>
                </a:path>
                <a:path w="9547860" h="3920490">
                  <a:moveTo>
                    <a:pt x="3631388" y="2234099"/>
                  </a:moveTo>
                  <a:lnTo>
                    <a:pt x="3631388" y="387"/>
                  </a:lnTo>
                </a:path>
                <a:path w="9547860" h="3920490">
                  <a:moveTo>
                    <a:pt x="3680461" y="2234099"/>
                  </a:moveTo>
                  <a:lnTo>
                    <a:pt x="3680461" y="387"/>
                  </a:lnTo>
                </a:path>
                <a:path w="9547860" h="3920490">
                  <a:moveTo>
                    <a:pt x="3678747" y="2234099"/>
                  </a:moveTo>
                  <a:lnTo>
                    <a:pt x="3678747" y="387"/>
                  </a:lnTo>
                </a:path>
                <a:path w="9547860" h="3920490">
                  <a:moveTo>
                    <a:pt x="3695260" y="2234099"/>
                  </a:moveTo>
                  <a:lnTo>
                    <a:pt x="3695260" y="387"/>
                  </a:lnTo>
                </a:path>
                <a:path w="9547860" h="3920490">
                  <a:moveTo>
                    <a:pt x="3693546" y="2234099"/>
                  </a:moveTo>
                  <a:lnTo>
                    <a:pt x="3693546" y="387"/>
                  </a:lnTo>
                </a:path>
                <a:path w="9547860" h="3920490">
                  <a:moveTo>
                    <a:pt x="3614875" y="2234099"/>
                  </a:moveTo>
                  <a:lnTo>
                    <a:pt x="3614875" y="387"/>
                  </a:lnTo>
                </a:path>
                <a:path w="9547860" h="3920490">
                  <a:moveTo>
                    <a:pt x="7133077" y="2234099"/>
                  </a:moveTo>
                  <a:lnTo>
                    <a:pt x="7133077" y="387"/>
                  </a:lnTo>
                </a:path>
                <a:path w="9547860" h="3920490">
                  <a:moveTo>
                    <a:pt x="7131215" y="2234099"/>
                  </a:moveTo>
                  <a:lnTo>
                    <a:pt x="7131215" y="387"/>
                  </a:lnTo>
                </a:path>
                <a:path w="9547860" h="3920490">
                  <a:moveTo>
                    <a:pt x="7327990" y="2234099"/>
                  </a:moveTo>
                  <a:lnTo>
                    <a:pt x="7327990" y="387"/>
                  </a:lnTo>
                </a:path>
                <a:path w="9547860" h="3920490">
                  <a:moveTo>
                    <a:pt x="7326129" y="2234099"/>
                  </a:moveTo>
                  <a:lnTo>
                    <a:pt x="7326129" y="387"/>
                  </a:lnTo>
                </a:path>
                <a:path w="9547860" h="3920490">
                  <a:moveTo>
                    <a:pt x="7537408" y="2234099"/>
                  </a:moveTo>
                  <a:lnTo>
                    <a:pt x="7537408" y="387"/>
                  </a:lnTo>
                </a:path>
                <a:path w="9547860" h="3920490">
                  <a:moveTo>
                    <a:pt x="7535546" y="2234099"/>
                  </a:moveTo>
                  <a:lnTo>
                    <a:pt x="7535546" y="387"/>
                  </a:lnTo>
                </a:path>
                <a:path w="9547860" h="3920490">
                  <a:moveTo>
                    <a:pt x="7252910" y="2234099"/>
                  </a:moveTo>
                  <a:lnTo>
                    <a:pt x="7252910" y="387"/>
                  </a:lnTo>
                </a:path>
                <a:path w="9547860" h="3920490">
                  <a:moveTo>
                    <a:pt x="7205597" y="2234099"/>
                  </a:moveTo>
                  <a:lnTo>
                    <a:pt x="7205597" y="387"/>
                  </a:lnTo>
                </a:path>
                <a:path w="9547860" h="3920490">
                  <a:moveTo>
                    <a:pt x="7267724" y="2234099"/>
                  </a:moveTo>
                  <a:lnTo>
                    <a:pt x="7267724" y="387"/>
                  </a:lnTo>
                </a:path>
                <a:path w="9547860" h="3920490">
                  <a:moveTo>
                    <a:pt x="7254616" y="2234099"/>
                  </a:moveTo>
                  <a:lnTo>
                    <a:pt x="7254616" y="387"/>
                  </a:lnTo>
                </a:path>
                <a:path w="9547860" h="3920490">
                  <a:moveTo>
                    <a:pt x="7342494" y="2234099"/>
                  </a:moveTo>
                  <a:lnTo>
                    <a:pt x="7342494" y="387"/>
                  </a:lnTo>
                </a:path>
                <a:path w="9547860" h="3920490">
                  <a:moveTo>
                    <a:pt x="7340633" y="2234099"/>
                  </a:moveTo>
                  <a:lnTo>
                    <a:pt x="7340633" y="387"/>
                  </a:lnTo>
                </a:path>
                <a:path w="9547860" h="3920490">
                  <a:moveTo>
                    <a:pt x="7400201" y="2234099"/>
                  </a:moveTo>
                  <a:lnTo>
                    <a:pt x="7400201" y="387"/>
                  </a:lnTo>
                </a:path>
                <a:path w="9547860" h="3920490">
                  <a:moveTo>
                    <a:pt x="7398494" y="2234099"/>
                  </a:moveTo>
                  <a:lnTo>
                    <a:pt x="7398494" y="387"/>
                  </a:lnTo>
                </a:path>
                <a:path w="9547860" h="3920490">
                  <a:moveTo>
                    <a:pt x="7413309" y="2234099"/>
                  </a:moveTo>
                  <a:lnTo>
                    <a:pt x="7413309" y="387"/>
                  </a:lnTo>
                </a:path>
                <a:path w="9547860" h="3920490">
                  <a:moveTo>
                    <a:pt x="7477142" y="2234099"/>
                  </a:moveTo>
                  <a:lnTo>
                    <a:pt x="7477142" y="387"/>
                  </a:lnTo>
                </a:path>
                <a:path w="9547860" h="3920490">
                  <a:moveTo>
                    <a:pt x="7464034" y="2234099"/>
                  </a:moveTo>
                  <a:lnTo>
                    <a:pt x="7464034" y="387"/>
                  </a:lnTo>
                </a:path>
                <a:path w="9547860" h="3920490">
                  <a:moveTo>
                    <a:pt x="7523602" y="2234099"/>
                  </a:moveTo>
                  <a:lnTo>
                    <a:pt x="7523602" y="387"/>
                  </a:lnTo>
                </a:path>
                <a:path w="9547860" h="3920490">
                  <a:moveTo>
                    <a:pt x="7478848" y="2234099"/>
                  </a:moveTo>
                  <a:lnTo>
                    <a:pt x="7478848" y="387"/>
                  </a:lnTo>
                </a:path>
                <a:path w="9547860" h="3920490">
                  <a:moveTo>
                    <a:pt x="7203891" y="2234099"/>
                  </a:moveTo>
                  <a:lnTo>
                    <a:pt x="7203891" y="387"/>
                  </a:lnTo>
                </a:path>
                <a:path w="9547860" h="3920490">
                  <a:moveTo>
                    <a:pt x="7190783" y="2234099"/>
                  </a:moveTo>
                  <a:lnTo>
                    <a:pt x="7190783" y="387"/>
                  </a:lnTo>
                </a:path>
                <a:path w="9547860" h="3920490">
                  <a:moveTo>
                    <a:pt x="7144944" y="2234099"/>
                  </a:moveTo>
                  <a:lnTo>
                    <a:pt x="7144944" y="387"/>
                  </a:lnTo>
                </a:path>
                <a:path w="9547860" h="3920490">
                  <a:moveTo>
                    <a:pt x="7269431" y="2234099"/>
                  </a:moveTo>
                  <a:lnTo>
                    <a:pt x="7269431" y="387"/>
                  </a:lnTo>
                </a:path>
                <a:path w="9547860" h="3920490">
                  <a:moveTo>
                    <a:pt x="7314184" y="2234099"/>
                  </a:moveTo>
                  <a:lnTo>
                    <a:pt x="7314184" y="387"/>
                  </a:lnTo>
                </a:path>
                <a:path w="9547860" h="3920490">
                  <a:moveTo>
                    <a:pt x="7330627" y="2234099"/>
                  </a:moveTo>
                  <a:lnTo>
                    <a:pt x="7330627" y="387"/>
                  </a:lnTo>
                </a:path>
                <a:path w="9547860" h="3920490">
                  <a:moveTo>
                    <a:pt x="7337996" y="2234099"/>
                  </a:moveTo>
                  <a:lnTo>
                    <a:pt x="7337996" y="387"/>
                  </a:lnTo>
                </a:path>
                <a:path w="9547860" h="3920490">
                  <a:moveTo>
                    <a:pt x="7354361" y="2234099"/>
                  </a:moveTo>
                  <a:lnTo>
                    <a:pt x="7354361" y="387"/>
                  </a:lnTo>
                </a:path>
                <a:path w="9547860" h="3920490">
                  <a:moveTo>
                    <a:pt x="7462328" y="2234099"/>
                  </a:moveTo>
                  <a:lnTo>
                    <a:pt x="7462328" y="387"/>
                  </a:lnTo>
                </a:path>
                <a:path w="9547860" h="3920490">
                  <a:moveTo>
                    <a:pt x="7415015" y="2234099"/>
                  </a:moveTo>
                  <a:lnTo>
                    <a:pt x="7415015" y="387"/>
                  </a:lnTo>
                </a:path>
                <a:path w="9547860" h="3920490">
                  <a:moveTo>
                    <a:pt x="7543768" y="2234099"/>
                  </a:moveTo>
                  <a:lnTo>
                    <a:pt x="7543768" y="387"/>
                  </a:lnTo>
                </a:path>
                <a:path w="9547860" h="3920490">
                  <a:moveTo>
                    <a:pt x="7540045" y="2234099"/>
                  </a:moveTo>
                  <a:lnTo>
                    <a:pt x="7540045" y="387"/>
                  </a:lnTo>
                </a:path>
                <a:path w="9547860" h="3920490">
                  <a:moveTo>
                    <a:pt x="7547413" y="2234099"/>
                  </a:moveTo>
                  <a:lnTo>
                    <a:pt x="7547413" y="387"/>
                  </a:lnTo>
                </a:path>
                <a:path w="9547860" h="3920490">
                  <a:moveTo>
                    <a:pt x="7550051" y="2234099"/>
                  </a:moveTo>
                  <a:lnTo>
                    <a:pt x="7550051" y="387"/>
                  </a:lnTo>
                </a:path>
                <a:path w="9547860" h="3920490">
                  <a:moveTo>
                    <a:pt x="7334350" y="2234099"/>
                  </a:moveTo>
                  <a:lnTo>
                    <a:pt x="7334350" y="387"/>
                  </a:lnTo>
                </a:path>
                <a:path w="9547860" h="3920490">
                  <a:moveTo>
                    <a:pt x="7551912" y="2234099"/>
                  </a:moveTo>
                  <a:lnTo>
                    <a:pt x="7551912" y="387"/>
                  </a:lnTo>
                </a:path>
                <a:path w="9547860" h="3920490">
                  <a:moveTo>
                    <a:pt x="7189076" y="2234099"/>
                  </a:moveTo>
                  <a:lnTo>
                    <a:pt x="7189076" y="387"/>
                  </a:lnTo>
                </a:path>
                <a:path w="9547860" h="3920490">
                  <a:moveTo>
                    <a:pt x="7673452" y="2234099"/>
                  </a:moveTo>
                  <a:lnTo>
                    <a:pt x="7673452" y="387"/>
                  </a:lnTo>
                </a:path>
                <a:path w="9547860" h="3920490">
                  <a:moveTo>
                    <a:pt x="7671745" y="2234099"/>
                  </a:moveTo>
                  <a:lnTo>
                    <a:pt x="7671745" y="387"/>
                  </a:lnTo>
                </a:path>
                <a:path w="9547860" h="3920490">
                  <a:moveTo>
                    <a:pt x="7686560" y="2234099"/>
                  </a:moveTo>
                  <a:lnTo>
                    <a:pt x="7686560" y="387"/>
                  </a:lnTo>
                </a:path>
                <a:path w="9547860" h="3920490">
                  <a:moveTo>
                    <a:pt x="7609618" y="2234099"/>
                  </a:moveTo>
                  <a:lnTo>
                    <a:pt x="7609618" y="387"/>
                  </a:lnTo>
                </a:path>
                <a:path w="9547860" h="3920490">
                  <a:moveTo>
                    <a:pt x="7607912" y="2234099"/>
                  </a:moveTo>
                  <a:lnTo>
                    <a:pt x="7607912" y="387"/>
                  </a:lnTo>
                </a:path>
                <a:path w="9547860" h="3920490">
                  <a:moveTo>
                    <a:pt x="7622726" y="2234099"/>
                  </a:moveTo>
                  <a:lnTo>
                    <a:pt x="7622726" y="387"/>
                  </a:lnTo>
                </a:path>
                <a:path w="9547860" h="3920490">
                  <a:moveTo>
                    <a:pt x="7733020" y="2234099"/>
                  </a:moveTo>
                  <a:lnTo>
                    <a:pt x="7733020" y="387"/>
                  </a:lnTo>
                </a:path>
                <a:path w="9547860" h="3920490">
                  <a:moveTo>
                    <a:pt x="7688266" y="2234099"/>
                  </a:moveTo>
                  <a:lnTo>
                    <a:pt x="7688266" y="387"/>
                  </a:lnTo>
                </a:path>
                <a:path w="9547860" h="3920490">
                  <a:moveTo>
                    <a:pt x="7749075" y="2234099"/>
                  </a:moveTo>
                  <a:lnTo>
                    <a:pt x="7749075" y="387"/>
                  </a:lnTo>
                </a:path>
                <a:path w="9547860" h="3920490">
                  <a:moveTo>
                    <a:pt x="7747213" y="2234099"/>
                  </a:moveTo>
                  <a:lnTo>
                    <a:pt x="7747213" y="387"/>
                  </a:lnTo>
                </a:path>
                <a:path w="9547860" h="3920490">
                  <a:moveTo>
                    <a:pt x="7751790" y="2234099"/>
                  </a:moveTo>
                  <a:lnTo>
                    <a:pt x="7751790" y="387"/>
                  </a:lnTo>
                </a:path>
                <a:path w="9547860" h="3920490">
                  <a:moveTo>
                    <a:pt x="7624433" y="2234099"/>
                  </a:moveTo>
                  <a:lnTo>
                    <a:pt x="7624433" y="387"/>
                  </a:lnTo>
                </a:path>
                <a:path w="9547860" h="3920490">
                  <a:moveTo>
                    <a:pt x="7761640" y="2234099"/>
                  </a:moveTo>
                  <a:lnTo>
                    <a:pt x="7761640" y="387"/>
                  </a:lnTo>
                </a:path>
                <a:path w="9547860" h="3920490">
                  <a:moveTo>
                    <a:pt x="7563779" y="2234099"/>
                  </a:moveTo>
                  <a:lnTo>
                    <a:pt x="7563779" y="387"/>
                  </a:lnTo>
                </a:path>
                <a:path w="9547860" h="3920490">
                  <a:moveTo>
                    <a:pt x="7766139" y="2234099"/>
                  </a:moveTo>
                  <a:lnTo>
                    <a:pt x="7766139" y="387"/>
                  </a:lnTo>
                </a:path>
                <a:path w="9547860" h="3920490">
                  <a:moveTo>
                    <a:pt x="7764277" y="2234099"/>
                  </a:moveTo>
                  <a:lnTo>
                    <a:pt x="7764277" y="387"/>
                  </a:lnTo>
                </a:path>
                <a:path w="9547860" h="3920490">
                  <a:moveTo>
                    <a:pt x="7778006" y="2234099"/>
                  </a:moveTo>
                  <a:lnTo>
                    <a:pt x="7778006" y="387"/>
                  </a:lnTo>
                </a:path>
                <a:path w="9547860" h="3920490">
                  <a:moveTo>
                    <a:pt x="7121210" y="2234099"/>
                  </a:moveTo>
                  <a:lnTo>
                    <a:pt x="7121210" y="387"/>
                  </a:lnTo>
                </a:path>
                <a:path w="9547860" h="3920490">
                  <a:moveTo>
                    <a:pt x="7118572" y="2234099"/>
                  </a:moveTo>
                  <a:lnTo>
                    <a:pt x="7118572" y="387"/>
                  </a:lnTo>
                </a:path>
                <a:path w="9547860" h="3920490">
                  <a:moveTo>
                    <a:pt x="7124933" y="2234099"/>
                  </a:moveTo>
                  <a:lnTo>
                    <a:pt x="7124933" y="387"/>
                  </a:lnTo>
                </a:path>
                <a:path w="9547860" h="3920490">
                  <a:moveTo>
                    <a:pt x="7128578" y="2234099"/>
                  </a:moveTo>
                  <a:lnTo>
                    <a:pt x="7128578" y="387"/>
                  </a:lnTo>
                </a:path>
                <a:path w="9547860" h="3920490">
                  <a:moveTo>
                    <a:pt x="7116711" y="2234099"/>
                  </a:moveTo>
                  <a:lnTo>
                    <a:pt x="7116711" y="387"/>
                  </a:lnTo>
                </a:path>
                <a:path w="9547860" h="3920490">
                  <a:moveTo>
                    <a:pt x="7104766" y="2234099"/>
                  </a:moveTo>
                  <a:lnTo>
                    <a:pt x="7104766" y="387"/>
                  </a:lnTo>
                </a:path>
                <a:path w="9547860" h="3920490">
                  <a:moveTo>
                    <a:pt x="6994473" y="2234099"/>
                  </a:moveTo>
                  <a:lnTo>
                    <a:pt x="6994473" y="387"/>
                  </a:lnTo>
                </a:path>
                <a:path w="9547860" h="3920490">
                  <a:moveTo>
                    <a:pt x="6981365" y="2234099"/>
                  </a:moveTo>
                  <a:lnTo>
                    <a:pt x="6981365" y="387"/>
                  </a:lnTo>
                </a:path>
                <a:path w="9547860" h="3920490">
                  <a:moveTo>
                    <a:pt x="6996179" y="2234099"/>
                  </a:moveTo>
                  <a:lnTo>
                    <a:pt x="6996179" y="387"/>
                  </a:lnTo>
                </a:path>
                <a:path w="9547860" h="3920490">
                  <a:moveTo>
                    <a:pt x="7045199" y="2234099"/>
                  </a:moveTo>
                  <a:lnTo>
                    <a:pt x="7045199" y="387"/>
                  </a:lnTo>
                </a:path>
                <a:path w="9547860" h="3920490">
                  <a:moveTo>
                    <a:pt x="7043492" y="2234099"/>
                  </a:moveTo>
                  <a:lnTo>
                    <a:pt x="7043492" y="387"/>
                  </a:lnTo>
                </a:path>
                <a:path w="9547860" h="3920490">
                  <a:moveTo>
                    <a:pt x="7060013" y="2234099"/>
                  </a:moveTo>
                  <a:lnTo>
                    <a:pt x="7060013" y="387"/>
                  </a:lnTo>
                </a:path>
                <a:path w="9547860" h="3920490">
                  <a:moveTo>
                    <a:pt x="7058307" y="2234099"/>
                  </a:moveTo>
                  <a:lnTo>
                    <a:pt x="7058307" y="387"/>
                  </a:lnTo>
                </a:path>
                <a:path w="9547860" h="3920490">
                  <a:moveTo>
                    <a:pt x="6979659" y="2234099"/>
                  </a:moveTo>
                  <a:lnTo>
                    <a:pt x="6979659" y="387"/>
                  </a:lnTo>
                </a:path>
                <a:path w="9547860" h="3920490">
                  <a:moveTo>
                    <a:pt x="6291916" y="2234099"/>
                  </a:moveTo>
                  <a:lnTo>
                    <a:pt x="6291916" y="387"/>
                  </a:lnTo>
                </a:path>
                <a:path w="9547860" h="3920490">
                  <a:moveTo>
                    <a:pt x="6290054" y="2234099"/>
                  </a:moveTo>
                  <a:lnTo>
                    <a:pt x="6290054" y="387"/>
                  </a:lnTo>
                </a:path>
                <a:path w="9547860" h="3920490">
                  <a:moveTo>
                    <a:pt x="6486829" y="2234099"/>
                  </a:moveTo>
                  <a:lnTo>
                    <a:pt x="6486829" y="387"/>
                  </a:lnTo>
                </a:path>
                <a:path w="9547860" h="3920490">
                  <a:moveTo>
                    <a:pt x="6484890" y="2234099"/>
                  </a:moveTo>
                  <a:lnTo>
                    <a:pt x="6484890" y="387"/>
                  </a:lnTo>
                </a:path>
                <a:path w="9547860" h="3920490">
                  <a:moveTo>
                    <a:pt x="6696247" y="2234099"/>
                  </a:moveTo>
                  <a:lnTo>
                    <a:pt x="6696247" y="387"/>
                  </a:lnTo>
                </a:path>
                <a:path w="9547860" h="3920490">
                  <a:moveTo>
                    <a:pt x="6694308" y="2234099"/>
                  </a:moveTo>
                  <a:lnTo>
                    <a:pt x="6694308" y="387"/>
                  </a:lnTo>
                </a:path>
                <a:path w="9547860" h="3920490">
                  <a:moveTo>
                    <a:pt x="6411749" y="2234099"/>
                  </a:moveTo>
                  <a:lnTo>
                    <a:pt x="6411749" y="387"/>
                  </a:lnTo>
                </a:path>
                <a:path w="9547860" h="3920490">
                  <a:moveTo>
                    <a:pt x="6364359" y="2234099"/>
                  </a:moveTo>
                  <a:lnTo>
                    <a:pt x="6364359" y="387"/>
                  </a:lnTo>
                </a:path>
                <a:path w="9547860" h="3920490">
                  <a:moveTo>
                    <a:pt x="6426563" y="2234099"/>
                  </a:moveTo>
                  <a:lnTo>
                    <a:pt x="6426563" y="387"/>
                  </a:lnTo>
                </a:path>
                <a:path w="9547860" h="3920490">
                  <a:moveTo>
                    <a:pt x="6413455" y="2234099"/>
                  </a:moveTo>
                  <a:lnTo>
                    <a:pt x="6413455" y="387"/>
                  </a:lnTo>
                </a:path>
                <a:path w="9547860" h="3920490">
                  <a:moveTo>
                    <a:pt x="6501333" y="2234099"/>
                  </a:moveTo>
                  <a:lnTo>
                    <a:pt x="6501333" y="387"/>
                  </a:lnTo>
                </a:path>
                <a:path w="9547860" h="3920490">
                  <a:moveTo>
                    <a:pt x="6499472" y="2234099"/>
                  </a:moveTo>
                  <a:lnTo>
                    <a:pt x="6499472" y="387"/>
                  </a:lnTo>
                </a:path>
                <a:path w="9547860" h="3920490">
                  <a:moveTo>
                    <a:pt x="6559039" y="2234099"/>
                  </a:moveTo>
                  <a:lnTo>
                    <a:pt x="6559039" y="387"/>
                  </a:lnTo>
                </a:path>
                <a:path w="9547860" h="3920490">
                  <a:moveTo>
                    <a:pt x="6557255" y="2234099"/>
                  </a:moveTo>
                  <a:lnTo>
                    <a:pt x="6557255" y="387"/>
                  </a:lnTo>
                </a:path>
                <a:path w="9547860" h="3920490">
                  <a:moveTo>
                    <a:pt x="6572070" y="2234099"/>
                  </a:moveTo>
                  <a:lnTo>
                    <a:pt x="6572070" y="387"/>
                  </a:lnTo>
                </a:path>
                <a:path w="9547860" h="3920490">
                  <a:moveTo>
                    <a:pt x="6635981" y="2234099"/>
                  </a:moveTo>
                  <a:lnTo>
                    <a:pt x="6635981" y="387"/>
                  </a:lnTo>
                </a:path>
                <a:path w="9547860" h="3920490">
                  <a:moveTo>
                    <a:pt x="6622873" y="2234099"/>
                  </a:moveTo>
                  <a:lnTo>
                    <a:pt x="6622873" y="387"/>
                  </a:lnTo>
                </a:path>
                <a:path w="9547860" h="3920490">
                  <a:moveTo>
                    <a:pt x="6682363" y="2234099"/>
                  </a:moveTo>
                  <a:lnTo>
                    <a:pt x="6682363" y="387"/>
                  </a:lnTo>
                </a:path>
                <a:path w="9547860" h="3920490">
                  <a:moveTo>
                    <a:pt x="6637687" y="2234099"/>
                  </a:moveTo>
                  <a:lnTo>
                    <a:pt x="6637687" y="387"/>
                  </a:lnTo>
                </a:path>
                <a:path w="9547860" h="3920490">
                  <a:moveTo>
                    <a:pt x="6362652" y="2234099"/>
                  </a:moveTo>
                  <a:lnTo>
                    <a:pt x="6362652" y="387"/>
                  </a:lnTo>
                </a:path>
                <a:path w="9547860" h="3920490">
                  <a:moveTo>
                    <a:pt x="6349622" y="2234099"/>
                  </a:moveTo>
                  <a:lnTo>
                    <a:pt x="6349622" y="387"/>
                  </a:lnTo>
                </a:path>
                <a:path w="9547860" h="3920490">
                  <a:moveTo>
                    <a:pt x="6303783" y="2234099"/>
                  </a:moveTo>
                  <a:lnTo>
                    <a:pt x="6303783" y="387"/>
                  </a:lnTo>
                </a:path>
                <a:path w="9547860" h="3920490">
                  <a:moveTo>
                    <a:pt x="6428270" y="2234099"/>
                  </a:moveTo>
                  <a:lnTo>
                    <a:pt x="6428270" y="387"/>
                  </a:lnTo>
                </a:path>
                <a:path w="9547860" h="3920490">
                  <a:moveTo>
                    <a:pt x="6472945" y="2234099"/>
                  </a:moveTo>
                  <a:lnTo>
                    <a:pt x="6472945" y="387"/>
                  </a:lnTo>
                </a:path>
                <a:path w="9547860" h="3920490">
                  <a:moveTo>
                    <a:pt x="6489466" y="2234099"/>
                  </a:moveTo>
                  <a:lnTo>
                    <a:pt x="6489466" y="387"/>
                  </a:lnTo>
                </a:path>
                <a:path w="9547860" h="3920490">
                  <a:moveTo>
                    <a:pt x="6496757" y="2234099"/>
                  </a:moveTo>
                  <a:lnTo>
                    <a:pt x="6496757" y="387"/>
                  </a:lnTo>
                </a:path>
                <a:path w="9547860" h="3920490">
                  <a:moveTo>
                    <a:pt x="6513200" y="2234099"/>
                  </a:moveTo>
                  <a:lnTo>
                    <a:pt x="6513200" y="387"/>
                  </a:lnTo>
                </a:path>
                <a:path w="9547860" h="3920490">
                  <a:moveTo>
                    <a:pt x="6621167" y="2234099"/>
                  </a:moveTo>
                  <a:lnTo>
                    <a:pt x="6621167" y="387"/>
                  </a:lnTo>
                </a:path>
                <a:path w="9547860" h="3920490">
                  <a:moveTo>
                    <a:pt x="6573776" y="2234099"/>
                  </a:moveTo>
                  <a:lnTo>
                    <a:pt x="6573776" y="387"/>
                  </a:lnTo>
                </a:path>
                <a:path w="9547860" h="3920490">
                  <a:moveTo>
                    <a:pt x="6702529" y="2234099"/>
                  </a:moveTo>
                  <a:lnTo>
                    <a:pt x="6702529" y="387"/>
                  </a:lnTo>
                </a:path>
                <a:path w="9547860" h="3920490">
                  <a:moveTo>
                    <a:pt x="6698884" y="2234099"/>
                  </a:moveTo>
                  <a:lnTo>
                    <a:pt x="6698884" y="387"/>
                  </a:lnTo>
                </a:path>
                <a:path w="9547860" h="3920490">
                  <a:moveTo>
                    <a:pt x="6706175" y="2234099"/>
                  </a:moveTo>
                  <a:lnTo>
                    <a:pt x="6706175" y="387"/>
                  </a:lnTo>
                </a:path>
                <a:path w="9547860" h="3920490">
                  <a:moveTo>
                    <a:pt x="6708889" y="2234099"/>
                  </a:moveTo>
                  <a:lnTo>
                    <a:pt x="6708889" y="387"/>
                  </a:lnTo>
                </a:path>
                <a:path w="9547860" h="3920490">
                  <a:moveTo>
                    <a:pt x="6493112" y="2234099"/>
                  </a:moveTo>
                  <a:lnTo>
                    <a:pt x="6493112" y="387"/>
                  </a:lnTo>
                </a:path>
                <a:path w="9547860" h="3920490">
                  <a:moveTo>
                    <a:pt x="6710751" y="2234099"/>
                  </a:moveTo>
                  <a:lnTo>
                    <a:pt x="6710751" y="387"/>
                  </a:lnTo>
                </a:path>
                <a:path w="9547860" h="3920490">
                  <a:moveTo>
                    <a:pt x="6347838" y="2234099"/>
                  </a:moveTo>
                  <a:lnTo>
                    <a:pt x="6347838" y="387"/>
                  </a:lnTo>
                </a:path>
                <a:path w="9547860" h="3920490">
                  <a:moveTo>
                    <a:pt x="6832291" y="2234099"/>
                  </a:moveTo>
                  <a:lnTo>
                    <a:pt x="6832291" y="387"/>
                  </a:lnTo>
                </a:path>
                <a:path w="9547860" h="3920490">
                  <a:moveTo>
                    <a:pt x="6830584" y="2234099"/>
                  </a:moveTo>
                  <a:lnTo>
                    <a:pt x="6830584" y="387"/>
                  </a:lnTo>
                </a:path>
                <a:path w="9547860" h="3920490">
                  <a:moveTo>
                    <a:pt x="6845399" y="2234099"/>
                  </a:moveTo>
                  <a:lnTo>
                    <a:pt x="6845399" y="387"/>
                  </a:lnTo>
                </a:path>
                <a:path w="9547860" h="3920490">
                  <a:moveTo>
                    <a:pt x="6768457" y="2234099"/>
                  </a:moveTo>
                  <a:lnTo>
                    <a:pt x="6768457" y="387"/>
                  </a:lnTo>
                </a:path>
                <a:path w="9547860" h="3920490">
                  <a:moveTo>
                    <a:pt x="6766673" y="2234099"/>
                  </a:moveTo>
                  <a:lnTo>
                    <a:pt x="6766673" y="387"/>
                  </a:lnTo>
                </a:path>
                <a:path w="9547860" h="3920490">
                  <a:moveTo>
                    <a:pt x="6781488" y="2234099"/>
                  </a:moveTo>
                  <a:lnTo>
                    <a:pt x="6781488" y="387"/>
                  </a:lnTo>
                </a:path>
                <a:path w="9547860" h="3920490">
                  <a:moveTo>
                    <a:pt x="6891781" y="2234099"/>
                  </a:moveTo>
                  <a:lnTo>
                    <a:pt x="6891781" y="387"/>
                  </a:lnTo>
                </a:path>
                <a:path w="9547860" h="3920490">
                  <a:moveTo>
                    <a:pt x="6847105" y="2234099"/>
                  </a:moveTo>
                  <a:lnTo>
                    <a:pt x="6847105" y="387"/>
                  </a:lnTo>
                </a:path>
                <a:path w="9547860" h="3920490">
                  <a:moveTo>
                    <a:pt x="6907914" y="2234099"/>
                  </a:moveTo>
                  <a:lnTo>
                    <a:pt x="6907914" y="387"/>
                  </a:lnTo>
                </a:path>
                <a:path w="9547860" h="3920490">
                  <a:moveTo>
                    <a:pt x="6906052" y="2234099"/>
                  </a:moveTo>
                  <a:lnTo>
                    <a:pt x="6906052" y="387"/>
                  </a:lnTo>
                </a:path>
                <a:path w="9547860" h="3920490">
                  <a:moveTo>
                    <a:pt x="6910551" y="2234099"/>
                  </a:moveTo>
                  <a:lnTo>
                    <a:pt x="6910551" y="387"/>
                  </a:lnTo>
                </a:path>
                <a:path w="9547860" h="3920490">
                  <a:moveTo>
                    <a:pt x="6783194" y="2234099"/>
                  </a:moveTo>
                  <a:lnTo>
                    <a:pt x="6783194" y="387"/>
                  </a:lnTo>
                </a:path>
                <a:path w="9547860" h="3920490">
                  <a:moveTo>
                    <a:pt x="6920401" y="2234099"/>
                  </a:moveTo>
                  <a:lnTo>
                    <a:pt x="6920401" y="387"/>
                  </a:lnTo>
                </a:path>
                <a:path w="9547860" h="3920490">
                  <a:moveTo>
                    <a:pt x="6722618" y="2234099"/>
                  </a:moveTo>
                  <a:lnTo>
                    <a:pt x="6722618" y="387"/>
                  </a:lnTo>
                </a:path>
                <a:path w="9547860" h="3920490">
                  <a:moveTo>
                    <a:pt x="6924977" y="2234099"/>
                  </a:moveTo>
                  <a:lnTo>
                    <a:pt x="6924977" y="387"/>
                  </a:lnTo>
                </a:path>
                <a:path w="9547860" h="3920490">
                  <a:moveTo>
                    <a:pt x="6923116" y="2234099"/>
                  </a:moveTo>
                  <a:lnTo>
                    <a:pt x="6923116" y="387"/>
                  </a:lnTo>
                </a:path>
                <a:path w="9547860" h="3920490">
                  <a:moveTo>
                    <a:pt x="6936844" y="2234099"/>
                  </a:moveTo>
                  <a:lnTo>
                    <a:pt x="6936844" y="387"/>
                  </a:lnTo>
                </a:path>
                <a:path w="9547860" h="3920490">
                  <a:moveTo>
                    <a:pt x="6280049" y="2234099"/>
                  </a:moveTo>
                  <a:lnTo>
                    <a:pt x="6280049" y="387"/>
                  </a:lnTo>
                </a:path>
                <a:path w="9547860" h="3920490">
                  <a:moveTo>
                    <a:pt x="6277411" y="2234099"/>
                  </a:moveTo>
                  <a:lnTo>
                    <a:pt x="6277411" y="387"/>
                  </a:lnTo>
                </a:path>
                <a:path w="9547860" h="3920490">
                  <a:moveTo>
                    <a:pt x="6283694" y="2234099"/>
                  </a:moveTo>
                  <a:lnTo>
                    <a:pt x="6283694" y="387"/>
                  </a:lnTo>
                </a:path>
                <a:path w="9547860" h="3920490">
                  <a:moveTo>
                    <a:pt x="6287339" y="2234099"/>
                  </a:moveTo>
                  <a:lnTo>
                    <a:pt x="6287339" y="387"/>
                  </a:lnTo>
                </a:path>
                <a:path w="9547860" h="3920490">
                  <a:moveTo>
                    <a:pt x="6275472" y="2234099"/>
                  </a:moveTo>
                  <a:lnTo>
                    <a:pt x="6275472" y="387"/>
                  </a:lnTo>
                </a:path>
                <a:path w="9547860" h="3920490">
                  <a:moveTo>
                    <a:pt x="6263528" y="2234099"/>
                  </a:moveTo>
                  <a:lnTo>
                    <a:pt x="6263528" y="387"/>
                  </a:lnTo>
                </a:path>
                <a:path w="9547860" h="3920490">
                  <a:moveTo>
                    <a:pt x="6153234" y="2234099"/>
                  </a:moveTo>
                  <a:lnTo>
                    <a:pt x="6153234" y="387"/>
                  </a:lnTo>
                </a:path>
                <a:path w="9547860" h="3920490">
                  <a:moveTo>
                    <a:pt x="6140204" y="2234099"/>
                  </a:moveTo>
                  <a:lnTo>
                    <a:pt x="6140204" y="387"/>
                  </a:lnTo>
                </a:path>
                <a:path w="9547860" h="3920490">
                  <a:moveTo>
                    <a:pt x="6154941" y="2234099"/>
                  </a:moveTo>
                  <a:lnTo>
                    <a:pt x="6154941" y="387"/>
                  </a:lnTo>
                </a:path>
                <a:path w="9547860" h="3920490">
                  <a:moveTo>
                    <a:pt x="6204038" y="2234099"/>
                  </a:moveTo>
                  <a:lnTo>
                    <a:pt x="6204038" y="387"/>
                  </a:lnTo>
                </a:path>
                <a:path w="9547860" h="3920490">
                  <a:moveTo>
                    <a:pt x="6202331" y="2234099"/>
                  </a:moveTo>
                  <a:lnTo>
                    <a:pt x="6202331" y="387"/>
                  </a:lnTo>
                </a:path>
                <a:path w="9547860" h="3920490">
                  <a:moveTo>
                    <a:pt x="6218852" y="2234099"/>
                  </a:moveTo>
                  <a:lnTo>
                    <a:pt x="6218852" y="387"/>
                  </a:lnTo>
                </a:path>
                <a:path w="9547860" h="3920490">
                  <a:moveTo>
                    <a:pt x="6217146" y="2234099"/>
                  </a:moveTo>
                  <a:lnTo>
                    <a:pt x="6217146" y="387"/>
                  </a:lnTo>
                </a:path>
                <a:path w="9547860" h="3920490">
                  <a:moveTo>
                    <a:pt x="6138420" y="2234099"/>
                  </a:moveTo>
                  <a:lnTo>
                    <a:pt x="6138420" y="387"/>
                  </a:lnTo>
                </a:path>
                <a:path w="9547860" h="3920490">
                  <a:moveTo>
                    <a:pt x="2085939" y="2234099"/>
                  </a:moveTo>
                  <a:lnTo>
                    <a:pt x="2085939" y="387"/>
                  </a:lnTo>
                </a:path>
                <a:path w="9547860" h="3920490">
                  <a:moveTo>
                    <a:pt x="2084070" y="2234099"/>
                  </a:moveTo>
                  <a:lnTo>
                    <a:pt x="2084070" y="387"/>
                  </a:lnTo>
                </a:path>
                <a:path w="9547860" h="3920490">
                  <a:moveTo>
                    <a:pt x="2280822" y="2234099"/>
                  </a:moveTo>
                  <a:lnTo>
                    <a:pt x="2280822" y="387"/>
                  </a:lnTo>
                </a:path>
                <a:path w="9547860" h="3920490">
                  <a:moveTo>
                    <a:pt x="2278953" y="2234099"/>
                  </a:moveTo>
                  <a:lnTo>
                    <a:pt x="2278953" y="387"/>
                  </a:lnTo>
                </a:path>
                <a:path w="9547860" h="3920490">
                  <a:moveTo>
                    <a:pt x="2490240" y="2234099"/>
                  </a:moveTo>
                  <a:lnTo>
                    <a:pt x="2490240" y="387"/>
                  </a:lnTo>
                </a:path>
                <a:path w="9547860" h="3920490">
                  <a:moveTo>
                    <a:pt x="2488370" y="2234099"/>
                  </a:moveTo>
                  <a:lnTo>
                    <a:pt x="2488370" y="387"/>
                  </a:lnTo>
                </a:path>
                <a:path w="9547860" h="3920490">
                  <a:moveTo>
                    <a:pt x="2205773" y="2234099"/>
                  </a:moveTo>
                  <a:lnTo>
                    <a:pt x="2205773" y="387"/>
                  </a:lnTo>
                </a:path>
                <a:path w="9547860" h="3920490">
                  <a:moveTo>
                    <a:pt x="2158413" y="2234099"/>
                  </a:moveTo>
                  <a:lnTo>
                    <a:pt x="2158413" y="387"/>
                  </a:lnTo>
                </a:path>
                <a:path w="9547860" h="3920490">
                  <a:moveTo>
                    <a:pt x="2220579" y="2234099"/>
                  </a:moveTo>
                  <a:lnTo>
                    <a:pt x="2220579" y="387"/>
                  </a:lnTo>
                </a:path>
                <a:path w="9547860" h="3920490">
                  <a:moveTo>
                    <a:pt x="2207495" y="2234099"/>
                  </a:moveTo>
                  <a:lnTo>
                    <a:pt x="2207495" y="387"/>
                  </a:lnTo>
                </a:path>
                <a:path w="9547860" h="3920490">
                  <a:moveTo>
                    <a:pt x="2295357" y="2234099"/>
                  </a:moveTo>
                  <a:lnTo>
                    <a:pt x="2295357" y="387"/>
                  </a:lnTo>
                </a:path>
                <a:path w="9547860" h="3920490">
                  <a:moveTo>
                    <a:pt x="2293488" y="2234099"/>
                  </a:moveTo>
                  <a:lnTo>
                    <a:pt x="2293488" y="387"/>
                  </a:lnTo>
                </a:path>
                <a:path w="9547860" h="3920490">
                  <a:moveTo>
                    <a:pt x="2353040" y="2234099"/>
                  </a:moveTo>
                  <a:lnTo>
                    <a:pt x="2353040" y="387"/>
                  </a:lnTo>
                </a:path>
                <a:path w="9547860" h="3920490">
                  <a:moveTo>
                    <a:pt x="2351318" y="2234099"/>
                  </a:moveTo>
                  <a:lnTo>
                    <a:pt x="2351318" y="387"/>
                  </a:lnTo>
                </a:path>
                <a:path w="9547860" h="3920490">
                  <a:moveTo>
                    <a:pt x="2366125" y="2234099"/>
                  </a:moveTo>
                  <a:lnTo>
                    <a:pt x="2366125" y="387"/>
                  </a:lnTo>
                </a:path>
                <a:path w="9547860" h="3920490">
                  <a:moveTo>
                    <a:pt x="2429997" y="2234099"/>
                  </a:moveTo>
                  <a:lnTo>
                    <a:pt x="2429997" y="387"/>
                  </a:lnTo>
                </a:path>
                <a:path w="9547860" h="3920490">
                  <a:moveTo>
                    <a:pt x="2416905" y="2234099"/>
                  </a:moveTo>
                  <a:lnTo>
                    <a:pt x="2416905" y="387"/>
                  </a:lnTo>
                </a:path>
                <a:path w="9547860" h="3920490">
                  <a:moveTo>
                    <a:pt x="2476426" y="2234099"/>
                  </a:moveTo>
                  <a:lnTo>
                    <a:pt x="2476426" y="387"/>
                  </a:lnTo>
                </a:path>
                <a:path w="9547860" h="3920490">
                  <a:moveTo>
                    <a:pt x="2431704" y="2234099"/>
                  </a:moveTo>
                  <a:lnTo>
                    <a:pt x="2431704" y="387"/>
                  </a:lnTo>
                </a:path>
                <a:path w="9547860" h="3920490">
                  <a:moveTo>
                    <a:pt x="2156707" y="2234099"/>
                  </a:moveTo>
                  <a:lnTo>
                    <a:pt x="2156707" y="387"/>
                  </a:lnTo>
                </a:path>
                <a:path w="9547860" h="3920490">
                  <a:moveTo>
                    <a:pt x="2143622" y="2234099"/>
                  </a:moveTo>
                  <a:lnTo>
                    <a:pt x="2143622" y="387"/>
                  </a:lnTo>
                </a:path>
                <a:path w="9547860" h="3920490">
                  <a:moveTo>
                    <a:pt x="2097814" y="2234099"/>
                  </a:moveTo>
                  <a:lnTo>
                    <a:pt x="2097814" y="387"/>
                  </a:lnTo>
                </a:path>
                <a:path w="9547860" h="3920490">
                  <a:moveTo>
                    <a:pt x="2222286" y="2234099"/>
                  </a:moveTo>
                  <a:lnTo>
                    <a:pt x="2222286" y="387"/>
                  </a:lnTo>
                </a:path>
                <a:path w="9547860" h="3920490">
                  <a:moveTo>
                    <a:pt x="2267008" y="2234099"/>
                  </a:moveTo>
                  <a:lnTo>
                    <a:pt x="2267008" y="387"/>
                  </a:lnTo>
                </a:path>
                <a:path w="9547860" h="3920490">
                  <a:moveTo>
                    <a:pt x="2283506" y="2234099"/>
                  </a:moveTo>
                  <a:lnTo>
                    <a:pt x="2283506" y="387"/>
                  </a:lnTo>
                </a:path>
                <a:path w="9547860" h="3920490">
                  <a:moveTo>
                    <a:pt x="2290820" y="2234099"/>
                  </a:moveTo>
                  <a:lnTo>
                    <a:pt x="2290820" y="387"/>
                  </a:lnTo>
                </a:path>
                <a:path w="9547860" h="3920490">
                  <a:moveTo>
                    <a:pt x="2307232" y="2234099"/>
                  </a:moveTo>
                  <a:lnTo>
                    <a:pt x="2307232" y="387"/>
                  </a:lnTo>
                </a:path>
                <a:path w="9547860" h="3920490">
                  <a:moveTo>
                    <a:pt x="2415191" y="2234099"/>
                  </a:moveTo>
                  <a:lnTo>
                    <a:pt x="2415191" y="387"/>
                  </a:lnTo>
                </a:path>
                <a:path w="9547860" h="3920490">
                  <a:moveTo>
                    <a:pt x="2367831" y="2234099"/>
                  </a:moveTo>
                  <a:lnTo>
                    <a:pt x="2367831" y="387"/>
                  </a:lnTo>
                </a:path>
                <a:path w="9547860" h="3920490">
                  <a:moveTo>
                    <a:pt x="2496576" y="2234099"/>
                  </a:moveTo>
                  <a:lnTo>
                    <a:pt x="2496576" y="387"/>
                  </a:lnTo>
                </a:path>
                <a:path w="9547860" h="3920490">
                  <a:moveTo>
                    <a:pt x="2492923" y="2234099"/>
                  </a:moveTo>
                  <a:lnTo>
                    <a:pt x="2492923" y="387"/>
                  </a:lnTo>
                </a:path>
                <a:path w="9547860" h="3920490">
                  <a:moveTo>
                    <a:pt x="2500237" y="2234099"/>
                  </a:moveTo>
                  <a:lnTo>
                    <a:pt x="2500237" y="387"/>
                  </a:lnTo>
                </a:path>
                <a:path w="9547860" h="3920490">
                  <a:moveTo>
                    <a:pt x="2502906" y="2234099"/>
                  </a:moveTo>
                  <a:lnTo>
                    <a:pt x="2502906" y="387"/>
                  </a:lnTo>
                </a:path>
                <a:path w="9547860" h="3920490">
                  <a:moveTo>
                    <a:pt x="2287159" y="2234099"/>
                  </a:moveTo>
                  <a:lnTo>
                    <a:pt x="2287159" y="387"/>
                  </a:lnTo>
                </a:path>
                <a:path w="9547860" h="3920490">
                  <a:moveTo>
                    <a:pt x="2504775" y="2234099"/>
                  </a:moveTo>
                  <a:lnTo>
                    <a:pt x="2504775" y="387"/>
                  </a:lnTo>
                </a:path>
                <a:path w="9547860" h="3920490">
                  <a:moveTo>
                    <a:pt x="2141900" y="2234099"/>
                  </a:moveTo>
                  <a:lnTo>
                    <a:pt x="2141900" y="387"/>
                  </a:lnTo>
                </a:path>
                <a:path w="9547860" h="3920490">
                  <a:moveTo>
                    <a:pt x="2626322" y="2234099"/>
                  </a:moveTo>
                  <a:lnTo>
                    <a:pt x="2626322" y="387"/>
                  </a:lnTo>
                </a:path>
                <a:path w="9547860" h="3920490">
                  <a:moveTo>
                    <a:pt x="2624608" y="2234099"/>
                  </a:moveTo>
                  <a:lnTo>
                    <a:pt x="2624608" y="387"/>
                  </a:lnTo>
                </a:path>
                <a:path w="9547860" h="3920490">
                  <a:moveTo>
                    <a:pt x="2639415" y="2234099"/>
                  </a:moveTo>
                  <a:lnTo>
                    <a:pt x="2639415" y="387"/>
                  </a:lnTo>
                </a:path>
                <a:path w="9547860" h="3920490">
                  <a:moveTo>
                    <a:pt x="2562450" y="2234099"/>
                  </a:moveTo>
                  <a:lnTo>
                    <a:pt x="2562450" y="387"/>
                  </a:lnTo>
                </a:path>
                <a:path w="9547860" h="3920490">
                  <a:moveTo>
                    <a:pt x="2560736" y="2234099"/>
                  </a:moveTo>
                  <a:lnTo>
                    <a:pt x="2560736" y="387"/>
                  </a:lnTo>
                </a:path>
                <a:path w="9547860" h="3920490">
                  <a:moveTo>
                    <a:pt x="2575542" y="2234099"/>
                  </a:moveTo>
                  <a:lnTo>
                    <a:pt x="2575542" y="387"/>
                  </a:lnTo>
                </a:path>
                <a:path w="9547860" h="3920490">
                  <a:moveTo>
                    <a:pt x="2685844" y="2234099"/>
                  </a:moveTo>
                  <a:lnTo>
                    <a:pt x="2685844" y="387"/>
                  </a:lnTo>
                </a:path>
                <a:path w="9547860" h="3920490">
                  <a:moveTo>
                    <a:pt x="2641121" y="2234099"/>
                  </a:moveTo>
                  <a:lnTo>
                    <a:pt x="2641121" y="387"/>
                  </a:lnTo>
                </a:path>
                <a:path w="9547860" h="3920490">
                  <a:moveTo>
                    <a:pt x="2701922" y="2234099"/>
                  </a:moveTo>
                  <a:lnTo>
                    <a:pt x="2701922" y="387"/>
                  </a:lnTo>
                </a:path>
                <a:path w="9547860" h="3920490">
                  <a:moveTo>
                    <a:pt x="2700053" y="2234099"/>
                  </a:moveTo>
                  <a:lnTo>
                    <a:pt x="2700053" y="387"/>
                  </a:lnTo>
                </a:path>
                <a:path w="9547860" h="3920490">
                  <a:moveTo>
                    <a:pt x="2704606" y="2234099"/>
                  </a:moveTo>
                  <a:lnTo>
                    <a:pt x="2704606" y="387"/>
                  </a:lnTo>
                </a:path>
                <a:path w="9547860" h="3920490">
                  <a:moveTo>
                    <a:pt x="2577249" y="2234099"/>
                  </a:moveTo>
                  <a:lnTo>
                    <a:pt x="2577249" y="387"/>
                  </a:lnTo>
                </a:path>
                <a:path w="9547860" h="3920490">
                  <a:moveTo>
                    <a:pt x="2714448" y="2234099"/>
                  </a:moveTo>
                  <a:lnTo>
                    <a:pt x="2714448" y="387"/>
                  </a:lnTo>
                </a:path>
                <a:path w="9547860" h="3920490">
                  <a:moveTo>
                    <a:pt x="2516650" y="2234099"/>
                  </a:moveTo>
                  <a:lnTo>
                    <a:pt x="2516650" y="387"/>
                  </a:lnTo>
                </a:path>
                <a:path w="9547860" h="3920490">
                  <a:moveTo>
                    <a:pt x="2718986" y="2234099"/>
                  </a:moveTo>
                  <a:lnTo>
                    <a:pt x="2718986" y="387"/>
                  </a:lnTo>
                </a:path>
                <a:path w="9547860" h="3920490">
                  <a:moveTo>
                    <a:pt x="2717117" y="2234099"/>
                  </a:moveTo>
                  <a:lnTo>
                    <a:pt x="2717117" y="387"/>
                  </a:lnTo>
                </a:path>
                <a:path w="9547860" h="3920490">
                  <a:moveTo>
                    <a:pt x="2730861" y="2234099"/>
                  </a:moveTo>
                  <a:lnTo>
                    <a:pt x="2730861" y="387"/>
                  </a:lnTo>
                </a:path>
                <a:path w="9547860" h="3920490">
                  <a:moveTo>
                    <a:pt x="2074088" y="2234099"/>
                  </a:moveTo>
                  <a:lnTo>
                    <a:pt x="2074088" y="387"/>
                  </a:lnTo>
                </a:path>
                <a:path w="9547860" h="3920490">
                  <a:moveTo>
                    <a:pt x="2071404" y="2234099"/>
                  </a:moveTo>
                  <a:lnTo>
                    <a:pt x="2071404" y="387"/>
                  </a:lnTo>
                </a:path>
                <a:path w="9547860" h="3920490">
                  <a:moveTo>
                    <a:pt x="2077749" y="2234099"/>
                  </a:moveTo>
                  <a:lnTo>
                    <a:pt x="2077749" y="387"/>
                  </a:lnTo>
                </a:path>
                <a:path w="9547860" h="3920490">
                  <a:moveTo>
                    <a:pt x="2081402" y="2234099"/>
                  </a:moveTo>
                  <a:lnTo>
                    <a:pt x="2081402" y="387"/>
                  </a:lnTo>
                </a:path>
                <a:path w="9547860" h="3920490">
                  <a:moveTo>
                    <a:pt x="2069535" y="2234099"/>
                  </a:moveTo>
                  <a:lnTo>
                    <a:pt x="2069535" y="387"/>
                  </a:lnTo>
                </a:path>
                <a:path w="9547860" h="3920490">
                  <a:moveTo>
                    <a:pt x="2057590" y="2234099"/>
                  </a:moveTo>
                  <a:lnTo>
                    <a:pt x="2057590" y="387"/>
                  </a:lnTo>
                </a:path>
                <a:path w="9547860" h="3920490">
                  <a:moveTo>
                    <a:pt x="1947289" y="2234099"/>
                  </a:moveTo>
                  <a:lnTo>
                    <a:pt x="1947289" y="387"/>
                  </a:lnTo>
                </a:path>
                <a:path w="9547860" h="3920490">
                  <a:moveTo>
                    <a:pt x="1934205" y="2234099"/>
                  </a:moveTo>
                  <a:lnTo>
                    <a:pt x="1934205" y="387"/>
                  </a:lnTo>
                </a:path>
                <a:path w="9547860" h="3920490">
                  <a:moveTo>
                    <a:pt x="1948996" y="2234099"/>
                  </a:moveTo>
                  <a:lnTo>
                    <a:pt x="1948996" y="387"/>
                  </a:lnTo>
                </a:path>
                <a:path w="9547860" h="3920490">
                  <a:moveTo>
                    <a:pt x="1998077" y="2234099"/>
                  </a:moveTo>
                  <a:lnTo>
                    <a:pt x="1998077" y="387"/>
                  </a:lnTo>
                </a:path>
                <a:path w="9547860" h="3920490">
                  <a:moveTo>
                    <a:pt x="1996355" y="2234099"/>
                  </a:moveTo>
                  <a:lnTo>
                    <a:pt x="1996355" y="387"/>
                  </a:lnTo>
                </a:path>
                <a:path w="9547860" h="3920490">
                  <a:moveTo>
                    <a:pt x="2012868" y="2234099"/>
                  </a:moveTo>
                  <a:lnTo>
                    <a:pt x="2012868" y="387"/>
                  </a:lnTo>
                </a:path>
                <a:path w="9547860" h="3920490">
                  <a:moveTo>
                    <a:pt x="2011162" y="2234099"/>
                  </a:moveTo>
                  <a:lnTo>
                    <a:pt x="2011162" y="387"/>
                  </a:lnTo>
                </a:path>
                <a:path w="9547860" h="3920490">
                  <a:moveTo>
                    <a:pt x="1932483" y="2234099"/>
                  </a:moveTo>
                  <a:lnTo>
                    <a:pt x="1932483" y="387"/>
                  </a:lnTo>
                </a:path>
                <a:path w="9547860" h="3920490">
                  <a:moveTo>
                    <a:pt x="1244747" y="2234099"/>
                  </a:moveTo>
                  <a:lnTo>
                    <a:pt x="1244747" y="387"/>
                  </a:lnTo>
                </a:path>
                <a:path w="9547860" h="3920490">
                  <a:moveTo>
                    <a:pt x="1242878" y="2234099"/>
                  </a:moveTo>
                  <a:lnTo>
                    <a:pt x="1242878" y="387"/>
                  </a:lnTo>
                </a:path>
                <a:path w="9547860" h="3920490">
                  <a:moveTo>
                    <a:pt x="1439630" y="2234099"/>
                  </a:moveTo>
                  <a:lnTo>
                    <a:pt x="1439630" y="387"/>
                  </a:lnTo>
                </a:path>
                <a:path w="9547860" h="3920490">
                  <a:moveTo>
                    <a:pt x="1437761" y="2234099"/>
                  </a:moveTo>
                  <a:lnTo>
                    <a:pt x="1437761" y="387"/>
                  </a:lnTo>
                </a:path>
                <a:path w="9547860" h="3920490">
                  <a:moveTo>
                    <a:pt x="1649048" y="2234099"/>
                  </a:moveTo>
                  <a:lnTo>
                    <a:pt x="1649048" y="387"/>
                  </a:lnTo>
                </a:path>
                <a:path w="9547860" h="3920490">
                  <a:moveTo>
                    <a:pt x="1647178" y="2234099"/>
                  </a:moveTo>
                  <a:lnTo>
                    <a:pt x="1647178" y="387"/>
                  </a:lnTo>
                </a:path>
                <a:path w="9547860" h="3920490">
                  <a:moveTo>
                    <a:pt x="1364581" y="2234099"/>
                  </a:moveTo>
                  <a:lnTo>
                    <a:pt x="1364581" y="387"/>
                  </a:lnTo>
                </a:path>
                <a:path w="9547860" h="3920490">
                  <a:moveTo>
                    <a:pt x="1317221" y="2234099"/>
                  </a:moveTo>
                  <a:lnTo>
                    <a:pt x="1317221" y="387"/>
                  </a:lnTo>
                </a:path>
                <a:path w="9547860" h="3920490">
                  <a:moveTo>
                    <a:pt x="1379387" y="2234099"/>
                  </a:moveTo>
                  <a:lnTo>
                    <a:pt x="1379387" y="387"/>
                  </a:lnTo>
                </a:path>
                <a:path w="9547860" h="3920490">
                  <a:moveTo>
                    <a:pt x="1366295" y="2234099"/>
                  </a:moveTo>
                  <a:lnTo>
                    <a:pt x="1366295" y="387"/>
                  </a:lnTo>
                </a:path>
                <a:path w="9547860" h="3920490">
                  <a:moveTo>
                    <a:pt x="1454165" y="2234099"/>
                  </a:moveTo>
                  <a:lnTo>
                    <a:pt x="1454165" y="387"/>
                  </a:lnTo>
                </a:path>
                <a:path w="9547860" h="3920490">
                  <a:moveTo>
                    <a:pt x="1452296" y="2234099"/>
                  </a:moveTo>
                  <a:lnTo>
                    <a:pt x="1452296" y="387"/>
                  </a:lnTo>
                </a:path>
                <a:path w="9547860" h="3920490">
                  <a:moveTo>
                    <a:pt x="1511840" y="2234099"/>
                  </a:moveTo>
                  <a:lnTo>
                    <a:pt x="1511840" y="387"/>
                  </a:lnTo>
                </a:path>
                <a:path w="9547860" h="3920490">
                  <a:moveTo>
                    <a:pt x="1510126" y="2234099"/>
                  </a:moveTo>
                  <a:lnTo>
                    <a:pt x="1510126" y="387"/>
                  </a:lnTo>
                </a:path>
                <a:path w="9547860" h="3920490">
                  <a:moveTo>
                    <a:pt x="1524933" y="2234099"/>
                  </a:moveTo>
                  <a:lnTo>
                    <a:pt x="1524933" y="387"/>
                  </a:lnTo>
                </a:path>
                <a:path w="9547860" h="3920490">
                  <a:moveTo>
                    <a:pt x="1588805" y="2234099"/>
                  </a:moveTo>
                  <a:lnTo>
                    <a:pt x="1588805" y="387"/>
                  </a:lnTo>
                </a:path>
                <a:path w="9547860" h="3920490">
                  <a:moveTo>
                    <a:pt x="1575713" y="2234099"/>
                  </a:moveTo>
                  <a:lnTo>
                    <a:pt x="1575713" y="387"/>
                  </a:lnTo>
                </a:path>
                <a:path w="9547860" h="3920490">
                  <a:moveTo>
                    <a:pt x="1635234" y="2234099"/>
                  </a:moveTo>
                  <a:lnTo>
                    <a:pt x="1635234" y="387"/>
                  </a:lnTo>
                </a:path>
                <a:path w="9547860" h="3920490">
                  <a:moveTo>
                    <a:pt x="1590511" y="2234099"/>
                  </a:moveTo>
                  <a:lnTo>
                    <a:pt x="1590511" y="387"/>
                  </a:lnTo>
                </a:path>
                <a:path w="9547860" h="3920490">
                  <a:moveTo>
                    <a:pt x="1315515" y="2234099"/>
                  </a:moveTo>
                  <a:lnTo>
                    <a:pt x="1315515" y="387"/>
                  </a:lnTo>
                </a:path>
                <a:path w="9547860" h="3920490">
                  <a:moveTo>
                    <a:pt x="1302422" y="2234099"/>
                  </a:moveTo>
                  <a:lnTo>
                    <a:pt x="1302422" y="387"/>
                  </a:lnTo>
                </a:path>
                <a:path w="9547860" h="3920490">
                  <a:moveTo>
                    <a:pt x="1256622" y="2234099"/>
                  </a:moveTo>
                  <a:lnTo>
                    <a:pt x="1256622" y="387"/>
                  </a:lnTo>
                </a:path>
                <a:path w="9547860" h="3920490">
                  <a:moveTo>
                    <a:pt x="1381094" y="2234099"/>
                  </a:moveTo>
                  <a:lnTo>
                    <a:pt x="1381094" y="387"/>
                  </a:lnTo>
                </a:path>
                <a:path w="9547860" h="3920490">
                  <a:moveTo>
                    <a:pt x="1425816" y="2234099"/>
                  </a:moveTo>
                  <a:lnTo>
                    <a:pt x="1425816" y="387"/>
                  </a:lnTo>
                </a:path>
                <a:path w="9547860" h="3920490">
                  <a:moveTo>
                    <a:pt x="1442313" y="2234099"/>
                  </a:moveTo>
                  <a:lnTo>
                    <a:pt x="1442313" y="387"/>
                  </a:lnTo>
                </a:path>
                <a:path w="9547860" h="3920490">
                  <a:moveTo>
                    <a:pt x="1449628" y="2234099"/>
                  </a:moveTo>
                  <a:lnTo>
                    <a:pt x="1449628" y="387"/>
                  </a:lnTo>
                </a:path>
                <a:path w="9547860" h="3920490">
                  <a:moveTo>
                    <a:pt x="1466040" y="2234099"/>
                  </a:moveTo>
                  <a:lnTo>
                    <a:pt x="1466040" y="387"/>
                  </a:lnTo>
                </a:path>
                <a:path w="9547860" h="3920490">
                  <a:moveTo>
                    <a:pt x="1573998" y="2234099"/>
                  </a:moveTo>
                  <a:lnTo>
                    <a:pt x="1573998" y="387"/>
                  </a:lnTo>
                </a:path>
                <a:path w="9547860" h="3920490">
                  <a:moveTo>
                    <a:pt x="1526639" y="2234099"/>
                  </a:moveTo>
                  <a:lnTo>
                    <a:pt x="1526639" y="387"/>
                  </a:lnTo>
                </a:path>
                <a:path w="9547860" h="3920490">
                  <a:moveTo>
                    <a:pt x="1655384" y="2234099"/>
                  </a:moveTo>
                  <a:lnTo>
                    <a:pt x="1655384" y="387"/>
                  </a:lnTo>
                </a:path>
                <a:path w="9547860" h="3920490">
                  <a:moveTo>
                    <a:pt x="1651723" y="2234099"/>
                  </a:moveTo>
                  <a:lnTo>
                    <a:pt x="1651723" y="387"/>
                  </a:lnTo>
                </a:path>
                <a:path w="9547860" h="3920490">
                  <a:moveTo>
                    <a:pt x="1659045" y="2234099"/>
                  </a:moveTo>
                  <a:lnTo>
                    <a:pt x="1659045" y="387"/>
                  </a:lnTo>
                </a:path>
                <a:path w="9547860" h="3920490">
                  <a:moveTo>
                    <a:pt x="1661706" y="2234099"/>
                  </a:moveTo>
                  <a:lnTo>
                    <a:pt x="1661706" y="387"/>
                  </a:lnTo>
                </a:path>
                <a:path w="9547860" h="3920490">
                  <a:moveTo>
                    <a:pt x="1445967" y="2234099"/>
                  </a:moveTo>
                  <a:lnTo>
                    <a:pt x="1445967" y="387"/>
                  </a:lnTo>
                </a:path>
                <a:path w="9547860" h="3920490">
                  <a:moveTo>
                    <a:pt x="1663575" y="2234099"/>
                  </a:moveTo>
                  <a:lnTo>
                    <a:pt x="1663575" y="387"/>
                  </a:lnTo>
                </a:path>
                <a:path w="9547860" h="3920490">
                  <a:moveTo>
                    <a:pt x="1300708" y="2234099"/>
                  </a:moveTo>
                  <a:lnTo>
                    <a:pt x="1300708" y="387"/>
                  </a:lnTo>
                </a:path>
                <a:path w="9547860" h="3920490">
                  <a:moveTo>
                    <a:pt x="1785130" y="2234099"/>
                  </a:moveTo>
                  <a:lnTo>
                    <a:pt x="1785130" y="387"/>
                  </a:lnTo>
                </a:path>
                <a:path w="9547860" h="3920490">
                  <a:moveTo>
                    <a:pt x="1783416" y="2234099"/>
                  </a:moveTo>
                  <a:lnTo>
                    <a:pt x="1783416" y="387"/>
                  </a:lnTo>
                </a:path>
                <a:path w="9547860" h="3920490">
                  <a:moveTo>
                    <a:pt x="1798223" y="2234099"/>
                  </a:moveTo>
                  <a:lnTo>
                    <a:pt x="1798223" y="387"/>
                  </a:lnTo>
                </a:path>
                <a:path w="9547860" h="3920490">
                  <a:moveTo>
                    <a:pt x="1721258" y="2234099"/>
                  </a:moveTo>
                  <a:lnTo>
                    <a:pt x="1721258" y="387"/>
                  </a:lnTo>
                </a:path>
                <a:path w="9547860" h="3920490">
                  <a:moveTo>
                    <a:pt x="1719544" y="2234099"/>
                  </a:moveTo>
                  <a:lnTo>
                    <a:pt x="1719544" y="387"/>
                  </a:lnTo>
                </a:path>
                <a:path w="9547860" h="3920490">
                  <a:moveTo>
                    <a:pt x="1734350" y="2234099"/>
                  </a:moveTo>
                  <a:lnTo>
                    <a:pt x="1734350" y="387"/>
                  </a:lnTo>
                </a:path>
                <a:path w="9547860" h="3920490">
                  <a:moveTo>
                    <a:pt x="1844651" y="2234099"/>
                  </a:moveTo>
                  <a:lnTo>
                    <a:pt x="1844651" y="387"/>
                  </a:lnTo>
                </a:path>
                <a:path w="9547860" h="3920490">
                  <a:moveTo>
                    <a:pt x="1799929" y="2234099"/>
                  </a:moveTo>
                  <a:lnTo>
                    <a:pt x="1799929" y="387"/>
                  </a:lnTo>
                </a:path>
                <a:path w="9547860" h="3920490">
                  <a:moveTo>
                    <a:pt x="1860730" y="2234099"/>
                  </a:moveTo>
                  <a:lnTo>
                    <a:pt x="1860730" y="387"/>
                  </a:lnTo>
                </a:path>
                <a:path w="9547860" h="3920490">
                  <a:moveTo>
                    <a:pt x="1858861" y="2234099"/>
                  </a:moveTo>
                  <a:lnTo>
                    <a:pt x="1858861" y="387"/>
                  </a:lnTo>
                </a:path>
                <a:path w="9547860" h="3920490">
                  <a:moveTo>
                    <a:pt x="1863414" y="2234099"/>
                  </a:moveTo>
                  <a:lnTo>
                    <a:pt x="1863414" y="387"/>
                  </a:lnTo>
                </a:path>
                <a:path w="9547860" h="3920490">
                  <a:moveTo>
                    <a:pt x="1736057" y="2234099"/>
                  </a:moveTo>
                  <a:lnTo>
                    <a:pt x="1736057" y="387"/>
                  </a:lnTo>
                </a:path>
                <a:path w="9547860" h="3920490">
                  <a:moveTo>
                    <a:pt x="1873256" y="2234099"/>
                  </a:moveTo>
                  <a:lnTo>
                    <a:pt x="1873256" y="387"/>
                  </a:lnTo>
                </a:path>
                <a:path w="9547860" h="3920490">
                  <a:moveTo>
                    <a:pt x="1675457" y="2234099"/>
                  </a:moveTo>
                  <a:lnTo>
                    <a:pt x="1675457" y="387"/>
                  </a:lnTo>
                </a:path>
                <a:path w="9547860" h="3920490">
                  <a:moveTo>
                    <a:pt x="1877794" y="2234099"/>
                  </a:moveTo>
                  <a:lnTo>
                    <a:pt x="1877794" y="387"/>
                  </a:lnTo>
                </a:path>
                <a:path w="9547860" h="3920490">
                  <a:moveTo>
                    <a:pt x="1875924" y="2234099"/>
                  </a:moveTo>
                  <a:lnTo>
                    <a:pt x="1875924" y="387"/>
                  </a:lnTo>
                </a:path>
                <a:path w="9547860" h="3920490">
                  <a:moveTo>
                    <a:pt x="1889668" y="2234099"/>
                  </a:moveTo>
                  <a:lnTo>
                    <a:pt x="1889668" y="387"/>
                  </a:lnTo>
                </a:path>
                <a:path w="9547860" h="3920490">
                  <a:moveTo>
                    <a:pt x="1232896" y="2234099"/>
                  </a:moveTo>
                  <a:lnTo>
                    <a:pt x="1232896" y="387"/>
                  </a:lnTo>
                </a:path>
                <a:path w="9547860" h="3920490">
                  <a:moveTo>
                    <a:pt x="1230212" y="2234099"/>
                  </a:moveTo>
                  <a:lnTo>
                    <a:pt x="1230212" y="387"/>
                  </a:lnTo>
                </a:path>
                <a:path w="9547860" h="3920490">
                  <a:moveTo>
                    <a:pt x="1236549" y="2234099"/>
                  </a:moveTo>
                  <a:lnTo>
                    <a:pt x="1236549" y="387"/>
                  </a:lnTo>
                </a:path>
                <a:path w="9547860" h="3920490">
                  <a:moveTo>
                    <a:pt x="1240210" y="2234099"/>
                  </a:moveTo>
                  <a:lnTo>
                    <a:pt x="1240210" y="387"/>
                  </a:lnTo>
                </a:path>
                <a:path w="9547860" h="3920490">
                  <a:moveTo>
                    <a:pt x="1228343" y="2234099"/>
                  </a:moveTo>
                  <a:lnTo>
                    <a:pt x="1228343" y="387"/>
                  </a:lnTo>
                </a:path>
                <a:path w="9547860" h="3920490">
                  <a:moveTo>
                    <a:pt x="1216398" y="2234099"/>
                  </a:moveTo>
                  <a:lnTo>
                    <a:pt x="1216398" y="387"/>
                  </a:lnTo>
                </a:path>
                <a:path w="9547860" h="3920490">
                  <a:moveTo>
                    <a:pt x="1106097" y="2234099"/>
                  </a:moveTo>
                  <a:lnTo>
                    <a:pt x="1106097" y="387"/>
                  </a:lnTo>
                </a:path>
                <a:path w="9547860" h="3920490">
                  <a:moveTo>
                    <a:pt x="1093013" y="2234099"/>
                  </a:moveTo>
                  <a:lnTo>
                    <a:pt x="1093013" y="387"/>
                  </a:lnTo>
                </a:path>
                <a:path w="9547860" h="3920490">
                  <a:moveTo>
                    <a:pt x="1107804" y="2234099"/>
                  </a:moveTo>
                  <a:lnTo>
                    <a:pt x="1107804" y="387"/>
                  </a:lnTo>
                </a:path>
                <a:path w="9547860" h="3920490">
                  <a:moveTo>
                    <a:pt x="1156877" y="2234099"/>
                  </a:moveTo>
                  <a:lnTo>
                    <a:pt x="1156877" y="387"/>
                  </a:lnTo>
                </a:path>
                <a:path w="9547860" h="3920490">
                  <a:moveTo>
                    <a:pt x="1155163" y="2234099"/>
                  </a:moveTo>
                  <a:lnTo>
                    <a:pt x="1155163" y="387"/>
                  </a:lnTo>
                </a:path>
                <a:path w="9547860" h="3920490">
                  <a:moveTo>
                    <a:pt x="1171676" y="2234099"/>
                  </a:moveTo>
                  <a:lnTo>
                    <a:pt x="1171676" y="387"/>
                  </a:lnTo>
                </a:path>
                <a:path w="9547860" h="3920490">
                  <a:moveTo>
                    <a:pt x="1169970" y="2234099"/>
                  </a:moveTo>
                  <a:lnTo>
                    <a:pt x="1169970" y="387"/>
                  </a:lnTo>
                </a:path>
                <a:path w="9547860" h="3920490">
                  <a:moveTo>
                    <a:pt x="1091291" y="2234099"/>
                  </a:moveTo>
                  <a:lnTo>
                    <a:pt x="1091291" y="387"/>
                  </a:lnTo>
                </a:path>
                <a:path w="9547860" h="3920490">
                  <a:moveTo>
                    <a:pt x="598438" y="2234099"/>
                  </a:moveTo>
                  <a:lnTo>
                    <a:pt x="598438" y="387"/>
                  </a:lnTo>
                </a:path>
                <a:path w="9547860" h="3920490">
                  <a:moveTo>
                    <a:pt x="596568" y="2234099"/>
                  </a:moveTo>
                  <a:lnTo>
                    <a:pt x="596568" y="387"/>
                  </a:lnTo>
                </a:path>
                <a:path w="9547860" h="3920490">
                  <a:moveTo>
                    <a:pt x="807855" y="2234099"/>
                  </a:moveTo>
                  <a:lnTo>
                    <a:pt x="807855" y="387"/>
                  </a:lnTo>
                </a:path>
                <a:path w="9547860" h="3920490">
                  <a:moveTo>
                    <a:pt x="805986" y="2234099"/>
                  </a:moveTo>
                  <a:lnTo>
                    <a:pt x="805986" y="387"/>
                  </a:lnTo>
                </a:path>
                <a:path w="9547860" h="3920490">
                  <a:moveTo>
                    <a:pt x="523389" y="2234099"/>
                  </a:moveTo>
                  <a:lnTo>
                    <a:pt x="523389" y="387"/>
                  </a:lnTo>
                </a:path>
                <a:path w="9547860" h="3920490">
                  <a:moveTo>
                    <a:pt x="476029" y="2234099"/>
                  </a:moveTo>
                  <a:lnTo>
                    <a:pt x="476029" y="387"/>
                  </a:lnTo>
                </a:path>
                <a:path w="9547860" h="3920490">
                  <a:moveTo>
                    <a:pt x="538195" y="2234099"/>
                  </a:moveTo>
                  <a:lnTo>
                    <a:pt x="538195" y="387"/>
                  </a:lnTo>
                </a:path>
                <a:path w="9547860" h="3920490">
                  <a:moveTo>
                    <a:pt x="525103" y="2234099"/>
                  </a:moveTo>
                  <a:lnTo>
                    <a:pt x="525103" y="387"/>
                  </a:lnTo>
                </a:path>
                <a:path w="9547860" h="3920490">
                  <a:moveTo>
                    <a:pt x="612965" y="2234099"/>
                  </a:moveTo>
                  <a:lnTo>
                    <a:pt x="612965" y="387"/>
                  </a:lnTo>
                </a:path>
                <a:path w="9547860" h="3920490">
                  <a:moveTo>
                    <a:pt x="611096" y="2234099"/>
                  </a:moveTo>
                  <a:lnTo>
                    <a:pt x="611096" y="387"/>
                  </a:lnTo>
                </a:path>
                <a:path w="9547860" h="3920490">
                  <a:moveTo>
                    <a:pt x="670648" y="2234099"/>
                  </a:moveTo>
                  <a:lnTo>
                    <a:pt x="670648" y="387"/>
                  </a:lnTo>
                </a:path>
                <a:path w="9547860" h="3920490">
                  <a:moveTo>
                    <a:pt x="668934" y="2234099"/>
                  </a:moveTo>
                  <a:lnTo>
                    <a:pt x="668934" y="387"/>
                  </a:lnTo>
                </a:path>
                <a:path w="9547860" h="3920490">
                  <a:moveTo>
                    <a:pt x="683741" y="2234099"/>
                  </a:moveTo>
                  <a:lnTo>
                    <a:pt x="683741" y="387"/>
                  </a:lnTo>
                </a:path>
                <a:path w="9547860" h="3920490">
                  <a:moveTo>
                    <a:pt x="747613" y="2234099"/>
                  </a:moveTo>
                  <a:lnTo>
                    <a:pt x="747613" y="387"/>
                  </a:lnTo>
                </a:path>
                <a:path w="9547860" h="3920490">
                  <a:moveTo>
                    <a:pt x="734520" y="2234099"/>
                  </a:moveTo>
                  <a:lnTo>
                    <a:pt x="734520" y="387"/>
                  </a:lnTo>
                </a:path>
                <a:path w="9547860" h="3920490">
                  <a:moveTo>
                    <a:pt x="794042" y="2234099"/>
                  </a:moveTo>
                  <a:lnTo>
                    <a:pt x="794042" y="387"/>
                  </a:lnTo>
                </a:path>
                <a:path w="9547860" h="3920490">
                  <a:moveTo>
                    <a:pt x="749319" y="2234099"/>
                  </a:moveTo>
                  <a:lnTo>
                    <a:pt x="749319" y="387"/>
                  </a:lnTo>
                </a:path>
                <a:path w="9547860" h="3920490">
                  <a:moveTo>
                    <a:pt x="474323" y="2234099"/>
                  </a:moveTo>
                  <a:lnTo>
                    <a:pt x="474323" y="387"/>
                  </a:lnTo>
                </a:path>
                <a:path w="9547860" h="3920490">
                  <a:moveTo>
                    <a:pt x="461230" y="2234099"/>
                  </a:moveTo>
                  <a:lnTo>
                    <a:pt x="461230" y="387"/>
                  </a:lnTo>
                </a:path>
                <a:path w="9547860" h="3920490">
                  <a:moveTo>
                    <a:pt x="415430" y="2234099"/>
                  </a:moveTo>
                  <a:lnTo>
                    <a:pt x="415430" y="387"/>
                  </a:lnTo>
                </a:path>
                <a:path w="9547860" h="3920490">
                  <a:moveTo>
                    <a:pt x="539902" y="2234099"/>
                  </a:moveTo>
                  <a:lnTo>
                    <a:pt x="539902" y="387"/>
                  </a:lnTo>
                </a:path>
                <a:path w="9547860" h="3920490">
                  <a:moveTo>
                    <a:pt x="584624" y="2234099"/>
                  </a:moveTo>
                  <a:lnTo>
                    <a:pt x="584624" y="387"/>
                  </a:lnTo>
                </a:path>
                <a:path w="9547860" h="3920490">
                  <a:moveTo>
                    <a:pt x="601114" y="2234099"/>
                  </a:moveTo>
                  <a:lnTo>
                    <a:pt x="601114" y="387"/>
                  </a:lnTo>
                </a:path>
                <a:path w="9547860" h="3920490">
                  <a:moveTo>
                    <a:pt x="608435" y="2234099"/>
                  </a:moveTo>
                  <a:lnTo>
                    <a:pt x="608435" y="387"/>
                  </a:lnTo>
                </a:path>
                <a:path w="9547860" h="3920490">
                  <a:moveTo>
                    <a:pt x="624848" y="2234099"/>
                  </a:moveTo>
                  <a:lnTo>
                    <a:pt x="624848" y="387"/>
                  </a:lnTo>
                </a:path>
                <a:path w="9547860" h="3920490">
                  <a:moveTo>
                    <a:pt x="732806" y="2234099"/>
                  </a:moveTo>
                  <a:lnTo>
                    <a:pt x="732806" y="387"/>
                  </a:lnTo>
                </a:path>
                <a:path w="9547860" h="3920490">
                  <a:moveTo>
                    <a:pt x="685447" y="2234099"/>
                  </a:moveTo>
                  <a:lnTo>
                    <a:pt x="685447" y="387"/>
                  </a:lnTo>
                </a:path>
                <a:path w="9547860" h="3920490">
                  <a:moveTo>
                    <a:pt x="814192" y="2234099"/>
                  </a:moveTo>
                  <a:lnTo>
                    <a:pt x="814192" y="387"/>
                  </a:lnTo>
                </a:path>
                <a:path w="9547860" h="3920490">
                  <a:moveTo>
                    <a:pt x="810531" y="2234099"/>
                  </a:moveTo>
                  <a:lnTo>
                    <a:pt x="810531" y="387"/>
                  </a:lnTo>
                </a:path>
                <a:path w="9547860" h="3920490">
                  <a:moveTo>
                    <a:pt x="817853" y="2234099"/>
                  </a:moveTo>
                  <a:lnTo>
                    <a:pt x="817853" y="387"/>
                  </a:lnTo>
                </a:path>
                <a:path w="9547860" h="3920490">
                  <a:moveTo>
                    <a:pt x="820514" y="2234099"/>
                  </a:moveTo>
                  <a:lnTo>
                    <a:pt x="820514" y="387"/>
                  </a:lnTo>
                </a:path>
                <a:path w="9547860" h="3920490">
                  <a:moveTo>
                    <a:pt x="604775" y="2234099"/>
                  </a:moveTo>
                  <a:lnTo>
                    <a:pt x="604775" y="387"/>
                  </a:lnTo>
                </a:path>
                <a:path w="9547860" h="3920490">
                  <a:moveTo>
                    <a:pt x="822383" y="2234099"/>
                  </a:moveTo>
                  <a:lnTo>
                    <a:pt x="822383" y="387"/>
                  </a:lnTo>
                </a:path>
                <a:path w="9547860" h="3920490">
                  <a:moveTo>
                    <a:pt x="459516" y="2234099"/>
                  </a:moveTo>
                  <a:lnTo>
                    <a:pt x="459516" y="387"/>
                  </a:lnTo>
                </a:path>
                <a:path w="9547860" h="3920490">
                  <a:moveTo>
                    <a:pt x="943938" y="2234099"/>
                  </a:moveTo>
                  <a:lnTo>
                    <a:pt x="943938" y="387"/>
                  </a:lnTo>
                </a:path>
                <a:path w="9547860" h="3920490">
                  <a:moveTo>
                    <a:pt x="942224" y="2234099"/>
                  </a:moveTo>
                  <a:lnTo>
                    <a:pt x="942224" y="387"/>
                  </a:lnTo>
                </a:path>
                <a:path w="9547860" h="3920490">
                  <a:moveTo>
                    <a:pt x="957031" y="2234099"/>
                  </a:moveTo>
                  <a:lnTo>
                    <a:pt x="957031" y="387"/>
                  </a:lnTo>
                </a:path>
                <a:path w="9547860" h="3920490">
                  <a:moveTo>
                    <a:pt x="880066" y="2234099"/>
                  </a:moveTo>
                  <a:lnTo>
                    <a:pt x="880066" y="387"/>
                  </a:lnTo>
                </a:path>
                <a:path w="9547860" h="3920490">
                  <a:moveTo>
                    <a:pt x="878352" y="2234099"/>
                  </a:moveTo>
                  <a:lnTo>
                    <a:pt x="878352" y="387"/>
                  </a:lnTo>
                </a:path>
                <a:path w="9547860" h="3920490">
                  <a:moveTo>
                    <a:pt x="893158" y="2234099"/>
                  </a:moveTo>
                  <a:lnTo>
                    <a:pt x="893158" y="387"/>
                  </a:lnTo>
                </a:path>
                <a:path w="9547860" h="3920490">
                  <a:moveTo>
                    <a:pt x="1003459" y="2234099"/>
                  </a:moveTo>
                  <a:lnTo>
                    <a:pt x="1003459" y="387"/>
                  </a:lnTo>
                </a:path>
                <a:path w="9547860" h="3920490">
                  <a:moveTo>
                    <a:pt x="958737" y="2234099"/>
                  </a:moveTo>
                  <a:lnTo>
                    <a:pt x="958737" y="387"/>
                  </a:lnTo>
                </a:path>
                <a:path w="9547860" h="3920490">
                  <a:moveTo>
                    <a:pt x="1019538" y="2234099"/>
                  </a:moveTo>
                  <a:lnTo>
                    <a:pt x="1019538" y="387"/>
                  </a:lnTo>
                </a:path>
                <a:path w="9547860" h="3920490">
                  <a:moveTo>
                    <a:pt x="1017669" y="2234099"/>
                  </a:moveTo>
                  <a:lnTo>
                    <a:pt x="1017669" y="387"/>
                  </a:lnTo>
                </a:path>
                <a:path w="9547860" h="3920490">
                  <a:moveTo>
                    <a:pt x="1022222" y="2234099"/>
                  </a:moveTo>
                  <a:lnTo>
                    <a:pt x="1022222" y="387"/>
                  </a:lnTo>
                </a:path>
                <a:path w="9547860" h="3920490">
                  <a:moveTo>
                    <a:pt x="894865" y="2234099"/>
                  </a:moveTo>
                  <a:lnTo>
                    <a:pt x="894865" y="387"/>
                  </a:lnTo>
                </a:path>
                <a:path w="9547860" h="3920490">
                  <a:moveTo>
                    <a:pt x="1032064" y="2234099"/>
                  </a:moveTo>
                  <a:lnTo>
                    <a:pt x="1032064" y="387"/>
                  </a:lnTo>
                </a:path>
                <a:path w="9547860" h="3920490">
                  <a:moveTo>
                    <a:pt x="834265" y="2234099"/>
                  </a:moveTo>
                  <a:lnTo>
                    <a:pt x="834265" y="387"/>
                  </a:lnTo>
                </a:path>
                <a:path w="9547860" h="3920490">
                  <a:moveTo>
                    <a:pt x="1036594" y="2234099"/>
                  </a:moveTo>
                  <a:lnTo>
                    <a:pt x="1036594" y="387"/>
                  </a:lnTo>
                </a:path>
                <a:path w="9547860" h="3920490">
                  <a:moveTo>
                    <a:pt x="1034725" y="2234099"/>
                  </a:moveTo>
                  <a:lnTo>
                    <a:pt x="1034725" y="387"/>
                  </a:lnTo>
                </a:path>
                <a:path w="9547860" h="3920490">
                  <a:moveTo>
                    <a:pt x="1048476" y="2234099"/>
                  </a:moveTo>
                  <a:lnTo>
                    <a:pt x="1048476" y="387"/>
                  </a:lnTo>
                </a:path>
                <a:path w="9547860" h="3920490">
                  <a:moveTo>
                    <a:pt x="7860377" y="2653865"/>
                  </a:moveTo>
                  <a:lnTo>
                    <a:pt x="7860377" y="2653787"/>
                  </a:lnTo>
                </a:path>
                <a:path w="9547860" h="3920490">
                  <a:moveTo>
                    <a:pt x="7861307" y="2653787"/>
                  </a:moveTo>
                  <a:lnTo>
                    <a:pt x="7861307" y="265371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10052977" y="10471128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79" h="4445">
                  <a:moveTo>
                    <a:pt x="4800" y="1930"/>
                  </a:moveTo>
                  <a:lnTo>
                    <a:pt x="4241" y="558"/>
                  </a:lnTo>
                  <a:lnTo>
                    <a:pt x="2870" y="0"/>
                  </a:lnTo>
                  <a:lnTo>
                    <a:pt x="2298" y="241"/>
                  </a:lnTo>
                  <a:lnTo>
                    <a:pt x="1930" y="76"/>
                  </a:lnTo>
                  <a:lnTo>
                    <a:pt x="558" y="635"/>
                  </a:lnTo>
                  <a:lnTo>
                    <a:pt x="0" y="2006"/>
                  </a:lnTo>
                  <a:lnTo>
                    <a:pt x="558" y="3378"/>
                  </a:lnTo>
                  <a:lnTo>
                    <a:pt x="1930" y="3949"/>
                  </a:lnTo>
                  <a:lnTo>
                    <a:pt x="2489" y="3721"/>
                  </a:lnTo>
                  <a:lnTo>
                    <a:pt x="2870" y="3873"/>
                  </a:lnTo>
                  <a:lnTo>
                    <a:pt x="4241" y="3302"/>
                  </a:lnTo>
                  <a:lnTo>
                    <a:pt x="4800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2539453" y="7819346"/>
              <a:ext cx="10512425" cy="3920490"/>
            </a:xfrm>
            <a:custGeom>
              <a:avLst/>
              <a:gdLst/>
              <a:ahLst/>
              <a:cxnLst/>
              <a:rect l="l" t="t" r="r" b="b"/>
              <a:pathLst>
                <a:path w="10512425" h="3920490">
                  <a:moveTo>
                    <a:pt x="7500651" y="2653787"/>
                  </a:moveTo>
                  <a:lnTo>
                    <a:pt x="7500651" y="2653554"/>
                  </a:lnTo>
                </a:path>
                <a:path w="10512425" h="3920490">
                  <a:moveTo>
                    <a:pt x="7504762" y="2653710"/>
                  </a:moveTo>
                  <a:lnTo>
                    <a:pt x="7504762" y="2653554"/>
                  </a:lnTo>
                </a:path>
                <a:path w="10512425" h="3920490">
                  <a:moveTo>
                    <a:pt x="7517249" y="2653632"/>
                  </a:moveTo>
                  <a:lnTo>
                    <a:pt x="7517249" y="2653554"/>
                  </a:lnTo>
                </a:path>
                <a:path w="10512425" h="3920490">
                  <a:moveTo>
                    <a:pt x="7499720" y="2653554"/>
                  </a:moveTo>
                  <a:lnTo>
                    <a:pt x="7499720" y="420464"/>
                  </a:lnTo>
                </a:path>
                <a:path w="10512425" h="3920490">
                  <a:moveTo>
                    <a:pt x="7517327" y="2653554"/>
                  </a:moveTo>
                  <a:lnTo>
                    <a:pt x="7517327" y="420386"/>
                  </a:lnTo>
                </a:path>
                <a:path w="10512425" h="3920490">
                  <a:moveTo>
                    <a:pt x="7502978" y="2653554"/>
                  </a:moveTo>
                  <a:lnTo>
                    <a:pt x="7502978" y="420386"/>
                  </a:lnTo>
                </a:path>
                <a:path w="10512425" h="3920490">
                  <a:moveTo>
                    <a:pt x="7499798" y="2653865"/>
                  </a:moveTo>
                  <a:lnTo>
                    <a:pt x="7499720" y="2653554"/>
                  </a:lnTo>
                </a:path>
                <a:path w="10512425" h="3920490">
                  <a:moveTo>
                    <a:pt x="7518180" y="2653865"/>
                  </a:moveTo>
                  <a:lnTo>
                    <a:pt x="7518180" y="2653787"/>
                  </a:lnTo>
                </a:path>
                <a:path w="10512425" h="3920490">
                  <a:moveTo>
                    <a:pt x="7471410" y="421317"/>
                  </a:moveTo>
                  <a:lnTo>
                    <a:pt x="7471410" y="2654485"/>
                  </a:lnTo>
                </a:path>
                <a:path w="10512425" h="3920490">
                  <a:moveTo>
                    <a:pt x="7516164" y="2653865"/>
                  </a:moveTo>
                  <a:lnTo>
                    <a:pt x="7516164" y="2654485"/>
                  </a:lnTo>
                </a:path>
                <a:path w="10512425" h="3920490">
                  <a:moveTo>
                    <a:pt x="7455355" y="421317"/>
                  </a:moveTo>
                  <a:lnTo>
                    <a:pt x="7455355" y="2654485"/>
                  </a:lnTo>
                </a:path>
                <a:path w="10512425" h="3920490">
                  <a:moveTo>
                    <a:pt x="7457216" y="421317"/>
                  </a:moveTo>
                  <a:lnTo>
                    <a:pt x="7457216" y="2654485"/>
                  </a:lnTo>
                </a:path>
                <a:path w="10512425" h="3920490">
                  <a:moveTo>
                    <a:pt x="7452640" y="421317"/>
                  </a:moveTo>
                  <a:lnTo>
                    <a:pt x="7452640" y="2654485"/>
                  </a:lnTo>
                </a:path>
                <a:path w="10512425" h="3920490">
                  <a:moveTo>
                    <a:pt x="7442790" y="421317"/>
                  </a:moveTo>
                  <a:lnTo>
                    <a:pt x="7442790" y="2654485"/>
                  </a:lnTo>
                </a:path>
                <a:path w="10512425" h="3920490">
                  <a:moveTo>
                    <a:pt x="7438291" y="421317"/>
                  </a:moveTo>
                  <a:lnTo>
                    <a:pt x="7438291" y="2654485"/>
                  </a:lnTo>
                </a:path>
                <a:path w="10512425" h="3920490">
                  <a:moveTo>
                    <a:pt x="7440153" y="421317"/>
                  </a:moveTo>
                  <a:lnTo>
                    <a:pt x="7440153" y="2654485"/>
                  </a:lnTo>
                </a:path>
                <a:path w="10512425" h="3920490">
                  <a:moveTo>
                    <a:pt x="7426424" y="421317"/>
                  </a:moveTo>
                  <a:lnTo>
                    <a:pt x="7426424" y="2654485"/>
                  </a:lnTo>
                </a:path>
                <a:path w="10512425" h="3920490">
                  <a:moveTo>
                    <a:pt x="10511845" y="3920221"/>
                  </a:moveTo>
                  <a:lnTo>
                    <a:pt x="10511612" y="3920144"/>
                  </a:lnTo>
                  <a:lnTo>
                    <a:pt x="7868218" y="3096046"/>
                  </a:lnTo>
                </a:path>
                <a:path w="10512425" h="3920490">
                  <a:moveTo>
                    <a:pt x="7420995" y="2234099"/>
                  </a:moveTo>
                  <a:lnTo>
                    <a:pt x="7426036" y="2234099"/>
                  </a:lnTo>
                </a:path>
                <a:path w="10512425" h="3920490">
                  <a:moveTo>
                    <a:pt x="948041" y="387"/>
                  </a:moveTo>
                  <a:lnTo>
                    <a:pt x="950415" y="0"/>
                  </a:lnTo>
                  <a:lnTo>
                    <a:pt x="6488311" y="77"/>
                  </a:lnTo>
                </a:path>
                <a:path w="10512425" h="3920490">
                  <a:moveTo>
                    <a:pt x="6488311" y="77"/>
                  </a:moveTo>
                  <a:lnTo>
                    <a:pt x="6488311" y="387"/>
                  </a:lnTo>
                </a:path>
                <a:path w="10512425" h="3920490">
                  <a:moveTo>
                    <a:pt x="9771980" y="3005143"/>
                  </a:moveTo>
                  <a:lnTo>
                    <a:pt x="9775393" y="3005143"/>
                  </a:lnTo>
                </a:path>
                <a:path w="10512425" h="3920490">
                  <a:moveTo>
                    <a:pt x="9771980" y="3005299"/>
                  </a:moveTo>
                  <a:lnTo>
                    <a:pt x="9771902" y="3005299"/>
                  </a:lnTo>
                  <a:lnTo>
                    <a:pt x="9771980" y="3005143"/>
                  </a:lnTo>
                </a:path>
                <a:path w="10512425" h="3920490">
                  <a:moveTo>
                    <a:pt x="9916711" y="1865058"/>
                  </a:moveTo>
                  <a:lnTo>
                    <a:pt x="9914849" y="1865058"/>
                  </a:lnTo>
                  <a:lnTo>
                    <a:pt x="9913221" y="1865058"/>
                  </a:lnTo>
                </a:path>
                <a:path w="10512425" h="3920490">
                  <a:moveTo>
                    <a:pt x="54" y="2367816"/>
                  </a:moveTo>
                  <a:lnTo>
                    <a:pt x="12254" y="2367816"/>
                  </a:lnTo>
                </a:path>
                <a:path w="10512425" h="3920490">
                  <a:moveTo>
                    <a:pt x="54" y="2367971"/>
                  </a:moveTo>
                  <a:lnTo>
                    <a:pt x="0" y="2367971"/>
                  </a:lnTo>
                  <a:lnTo>
                    <a:pt x="54" y="2367816"/>
                  </a:lnTo>
                </a:path>
                <a:path w="10512425" h="3920490">
                  <a:moveTo>
                    <a:pt x="0" y="2367971"/>
                  </a:moveTo>
                  <a:lnTo>
                    <a:pt x="0" y="2371539"/>
                  </a:lnTo>
                </a:path>
                <a:path w="10512425" h="3920490">
                  <a:moveTo>
                    <a:pt x="9778883" y="3004058"/>
                  </a:moveTo>
                  <a:lnTo>
                    <a:pt x="9778806" y="3004058"/>
                  </a:lnTo>
                  <a:lnTo>
                    <a:pt x="9778883" y="3003902"/>
                  </a:lnTo>
                </a:path>
                <a:path w="10512425" h="3920490">
                  <a:moveTo>
                    <a:pt x="10151104" y="3003980"/>
                  </a:moveTo>
                  <a:lnTo>
                    <a:pt x="10151104" y="3041908"/>
                  </a:lnTo>
                </a:path>
                <a:path w="10512425" h="3920490">
                  <a:moveTo>
                    <a:pt x="9926406" y="1863817"/>
                  </a:moveTo>
                  <a:lnTo>
                    <a:pt x="9921752" y="1863817"/>
                  </a:lnTo>
                </a:path>
                <a:path w="10512425" h="3920490">
                  <a:moveTo>
                    <a:pt x="9990007" y="1863817"/>
                  </a:moveTo>
                  <a:lnTo>
                    <a:pt x="9978761" y="1863817"/>
                  </a:lnTo>
                </a:path>
                <a:path w="10512425" h="3920490">
                  <a:moveTo>
                    <a:pt x="10013276" y="1863895"/>
                  </a:moveTo>
                  <a:lnTo>
                    <a:pt x="10011647" y="1863817"/>
                  </a:lnTo>
                </a:path>
                <a:path w="10512425" h="3920490">
                  <a:moveTo>
                    <a:pt x="9933852" y="1863817"/>
                  </a:moveTo>
                  <a:lnTo>
                    <a:pt x="9926406" y="1863817"/>
                  </a:lnTo>
                </a:path>
                <a:path w="10512425" h="3920490">
                  <a:moveTo>
                    <a:pt x="9921752" y="1863817"/>
                  </a:moveTo>
                  <a:lnTo>
                    <a:pt x="9920201" y="1863817"/>
                  </a:lnTo>
                </a:path>
                <a:path w="10512425" h="3920490">
                  <a:moveTo>
                    <a:pt x="9978761" y="1863817"/>
                  </a:moveTo>
                  <a:lnTo>
                    <a:pt x="9966739" y="1863817"/>
                  </a:lnTo>
                </a:path>
                <a:path w="10512425" h="3920490">
                  <a:moveTo>
                    <a:pt x="10011647" y="1863817"/>
                  </a:moveTo>
                  <a:lnTo>
                    <a:pt x="10006993" y="1863817"/>
                  </a:lnTo>
                </a:path>
                <a:path w="10512425" h="3920490">
                  <a:moveTo>
                    <a:pt x="9943470" y="1863817"/>
                  </a:moveTo>
                  <a:lnTo>
                    <a:pt x="9933852" y="1863817"/>
                  </a:lnTo>
                </a:path>
                <a:path w="10512425" h="3920490">
                  <a:moveTo>
                    <a:pt x="10006993" y="1863817"/>
                  </a:moveTo>
                  <a:lnTo>
                    <a:pt x="9999625" y="1863817"/>
                  </a:lnTo>
                  <a:lnTo>
                    <a:pt x="9990007" y="1863817"/>
                  </a:lnTo>
                </a:path>
                <a:path w="10512425" h="3920490">
                  <a:moveTo>
                    <a:pt x="9966739" y="1863817"/>
                  </a:moveTo>
                  <a:lnTo>
                    <a:pt x="9954716" y="1863817"/>
                  </a:lnTo>
                  <a:lnTo>
                    <a:pt x="9943470" y="1863817"/>
                  </a:lnTo>
                </a:path>
                <a:path w="10512425" h="3920490">
                  <a:moveTo>
                    <a:pt x="10013043" y="3003980"/>
                  </a:moveTo>
                  <a:lnTo>
                    <a:pt x="10013276" y="1863895"/>
                  </a:lnTo>
                </a:path>
                <a:path w="10512425" h="3920490">
                  <a:moveTo>
                    <a:pt x="9775470" y="3004523"/>
                  </a:moveTo>
                  <a:lnTo>
                    <a:pt x="9778806" y="3004523"/>
                  </a:lnTo>
                </a:path>
                <a:path w="10512425" h="3920490">
                  <a:moveTo>
                    <a:pt x="9775470" y="3004678"/>
                  </a:moveTo>
                  <a:lnTo>
                    <a:pt x="9775393" y="3004678"/>
                  </a:lnTo>
                  <a:lnTo>
                    <a:pt x="9775470" y="3004523"/>
                  </a:lnTo>
                </a:path>
                <a:path w="10512425" h="3920490">
                  <a:moveTo>
                    <a:pt x="9920201" y="1864438"/>
                  </a:moveTo>
                  <a:lnTo>
                    <a:pt x="9918340" y="1864438"/>
                  </a:lnTo>
                  <a:lnTo>
                    <a:pt x="9916711" y="1864438"/>
                  </a:lnTo>
                </a:path>
                <a:path w="10512425" h="3920490">
                  <a:moveTo>
                    <a:pt x="9195849" y="2655804"/>
                  </a:moveTo>
                  <a:lnTo>
                    <a:pt x="9195849" y="2978772"/>
                  </a:lnTo>
                </a:path>
                <a:path w="10512425" h="3920490">
                  <a:moveTo>
                    <a:pt x="9193910" y="2979470"/>
                  </a:moveTo>
                  <a:lnTo>
                    <a:pt x="9193677" y="3161431"/>
                  </a:lnTo>
                  <a:lnTo>
                    <a:pt x="8300549" y="3124977"/>
                  </a:lnTo>
                </a:path>
                <a:path w="10512425" h="3920490">
                  <a:moveTo>
                    <a:pt x="9768490" y="3005764"/>
                  </a:moveTo>
                  <a:lnTo>
                    <a:pt x="9771902" y="3005764"/>
                  </a:lnTo>
                </a:path>
                <a:path w="10512425" h="3920490">
                  <a:moveTo>
                    <a:pt x="9768490" y="3005842"/>
                  </a:moveTo>
                  <a:lnTo>
                    <a:pt x="9768412" y="3005842"/>
                  </a:lnTo>
                  <a:lnTo>
                    <a:pt x="9768490" y="3005764"/>
                  </a:lnTo>
                </a:path>
                <a:path w="10512425" h="3920490">
                  <a:moveTo>
                    <a:pt x="9768412" y="3005842"/>
                  </a:moveTo>
                  <a:lnTo>
                    <a:pt x="9768412" y="3016623"/>
                  </a:lnTo>
                </a:path>
                <a:path w="10512425" h="3920490">
                  <a:moveTo>
                    <a:pt x="9909575" y="3003902"/>
                  </a:moveTo>
                  <a:lnTo>
                    <a:pt x="9909808" y="1865679"/>
                  </a:lnTo>
                </a:path>
                <a:path w="10512425" h="3920490">
                  <a:moveTo>
                    <a:pt x="9913221" y="1865601"/>
                  </a:moveTo>
                  <a:lnTo>
                    <a:pt x="9911359" y="1865601"/>
                  </a:lnTo>
                  <a:lnTo>
                    <a:pt x="9909808" y="1865679"/>
                  </a:lnTo>
                </a:path>
                <a:path w="10512425" h="3920490">
                  <a:moveTo>
                    <a:pt x="26774" y="2233400"/>
                  </a:moveTo>
                  <a:lnTo>
                    <a:pt x="27208" y="387"/>
                  </a:lnTo>
                  <a:lnTo>
                    <a:pt x="56759" y="387"/>
                  </a:lnTo>
                </a:path>
                <a:path w="10512425" h="3920490">
                  <a:moveTo>
                    <a:pt x="2646411" y="2546286"/>
                  </a:moveTo>
                  <a:lnTo>
                    <a:pt x="7034425" y="2836058"/>
                  </a:lnTo>
                </a:path>
                <a:path w="10512425" h="3920490">
                  <a:moveTo>
                    <a:pt x="12254" y="2235417"/>
                  </a:moveTo>
                  <a:lnTo>
                    <a:pt x="22151" y="2233400"/>
                  </a:lnTo>
                </a:path>
                <a:path w="10512425" h="3920490">
                  <a:moveTo>
                    <a:pt x="7421538" y="2654485"/>
                  </a:moveTo>
                  <a:lnTo>
                    <a:pt x="7421538" y="2861654"/>
                  </a:lnTo>
                </a:path>
                <a:path w="10512425" h="3920490">
                  <a:moveTo>
                    <a:pt x="9195461" y="2655416"/>
                  </a:moveTo>
                  <a:lnTo>
                    <a:pt x="9195461" y="2655416"/>
                  </a:lnTo>
                  <a:lnTo>
                    <a:pt x="9195383" y="2655416"/>
                  </a:lnTo>
                </a:path>
                <a:path w="10512425" h="3920490">
                  <a:moveTo>
                    <a:pt x="9210430" y="2655571"/>
                  </a:moveTo>
                  <a:lnTo>
                    <a:pt x="9210430" y="2655493"/>
                  </a:lnTo>
                </a:path>
                <a:path w="10512425" h="3920490">
                  <a:moveTo>
                    <a:pt x="9210508" y="2655649"/>
                  </a:moveTo>
                  <a:lnTo>
                    <a:pt x="9210508" y="2655571"/>
                  </a:lnTo>
                </a:path>
                <a:path w="10512425" h="3920490">
                  <a:moveTo>
                    <a:pt x="9196159" y="2655571"/>
                  </a:moveTo>
                  <a:lnTo>
                    <a:pt x="9196159" y="2655493"/>
                  </a:lnTo>
                </a:path>
                <a:path w="10512425" h="3920490">
                  <a:moveTo>
                    <a:pt x="9198253" y="2655571"/>
                  </a:moveTo>
                  <a:lnTo>
                    <a:pt x="9198253" y="2655493"/>
                  </a:lnTo>
                </a:path>
                <a:path w="10512425" h="3920490">
                  <a:moveTo>
                    <a:pt x="9198331" y="2655649"/>
                  </a:moveTo>
                  <a:lnTo>
                    <a:pt x="9198331" y="2655571"/>
                  </a:lnTo>
                </a:path>
                <a:path w="10512425" h="3920490">
                  <a:moveTo>
                    <a:pt x="9196159" y="2655493"/>
                  </a:moveTo>
                  <a:lnTo>
                    <a:pt x="9198176" y="2655493"/>
                  </a:lnTo>
                  <a:lnTo>
                    <a:pt x="9198176" y="2655493"/>
                  </a:lnTo>
                </a:path>
                <a:path w="10512425" h="3920490">
                  <a:moveTo>
                    <a:pt x="9213610" y="2655571"/>
                  </a:moveTo>
                  <a:lnTo>
                    <a:pt x="9213610" y="2655416"/>
                  </a:lnTo>
                </a:path>
                <a:path w="10512425" h="3920490">
                  <a:moveTo>
                    <a:pt x="9196237" y="2655649"/>
                  </a:moveTo>
                  <a:lnTo>
                    <a:pt x="9196237" y="2655571"/>
                  </a:lnTo>
                  <a:lnTo>
                    <a:pt x="9196237" y="2655571"/>
                  </a:lnTo>
                </a:path>
                <a:path w="10512425" h="3920490">
                  <a:moveTo>
                    <a:pt x="9213766" y="2655649"/>
                  </a:moveTo>
                  <a:lnTo>
                    <a:pt x="9213766" y="26554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11733674" y="10472901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11735535" y="8246868"/>
              <a:ext cx="20955" cy="2228215"/>
            </a:xfrm>
            <a:custGeom>
              <a:avLst/>
              <a:gdLst/>
              <a:ahLst/>
              <a:cxnLst/>
              <a:rect l="l" t="t" r="r" b="b"/>
              <a:pathLst>
                <a:path w="20954" h="2228215">
                  <a:moveTo>
                    <a:pt x="2326" y="2228204"/>
                  </a:moveTo>
                  <a:lnTo>
                    <a:pt x="2326" y="2228126"/>
                  </a:lnTo>
                  <a:lnTo>
                    <a:pt x="2249" y="2228204"/>
                  </a:lnTo>
                </a:path>
                <a:path w="20954" h="2228215">
                  <a:moveTo>
                    <a:pt x="310" y="2228204"/>
                  </a:moveTo>
                  <a:lnTo>
                    <a:pt x="232" y="2228204"/>
                  </a:lnTo>
                </a:path>
                <a:path w="20954" h="2228215">
                  <a:moveTo>
                    <a:pt x="17218" y="2228204"/>
                  </a:moveTo>
                  <a:lnTo>
                    <a:pt x="17218" y="2228126"/>
                  </a:lnTo>
                </a:path>
                <a:path w="20954" h="2228215">
                  <a:moveTo>
                    <a:pt x="20476" y="2228204"/>
                  </a:moveTo>
                  <a:lnTo>
                    <a:pt x="20476" y="0"/>
                  </a:lnTo>
                  <a:lnTo>
                    <a:pt x="20088" y="0"/>
                  </a:lnTo>
                </a:path>
                <a:path w="20954" h="2228215">
                  <a:moveTo>
                    <a:pt x="232" y="2228204"/>
                  </a:moveTo>
                  <a:lnTo>
                    <a:pt x="232" y="2228204"/>
                  </a:lnTo>
                  <a:lnTo>
                    <a:pt x="232" y="2228126"/>
                  </a:lnTo>
                </a:path>
                <a:path w="20954" h="2228215">
                  <a:moveTo>
                    <a:pt x="0" y="2227894"/>
                  </a:moveTo>
                  <a:lnTo>
                    <a:pt x="2016" y="222789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11731192" y="1047313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11733130" y="10474763"/>
              <a:ext cx="20320" cy="635"/>
            </a:xfrm>
            <a:custGeom>
              <a:avLst/>
              <a:gdLst/>
              <a:ahLst/>
              <a:cxnLst/>
              <a:rect l="l" t="t" r="r" b="b"/>
              <a:pathLst>
                <a:path w="20320" h="634">
                  <a:moveTo>
                    <a:pt x="0" y="0"/>
                  </a:moveTo>
                  <a:lnTo>
                    <a:pt x="1783" y="0"/>
                  </a:lnTo>
                </a:path>
                <a:path w="20320" h="634">
                  <a:moveTo>
                    <a:pt x="0" y="77"/>
                  </a:moveTo>
                  <a:lnTo>
                    <a:pt x="1783" y="77"/>
                  </a:lnTo>
                </a:path>
                <a:path w="20320" h="634">
                  <a:moveTo>
                    <a:pt x="0" y="232"/>
                  </a:moveTo>
                  <a:lnTo>
                    <a:pt x="1939" y="232"/>
                  </a:lnTo>
                </a:path>
                <a:path w="20320" h="634">
                  <a:moveTo>
                    <a:pt x="0" y="232"/>
                  </a:moveTo>
                  <a:lnTo>
                    <a:pt x="2016" y="310"/>
                  </a:lnTo>
                  <a:lnTo>
                    <a:pt x="0" y="310"/>
                  </a:lnTo>
                </a:path>
                <a:path w="20320" h="634">
                  <a:moveTo>
                    <a:pt x="1939" y="232"/>
                  </a:moveTo>
                  <a:lnTo>
                    <a:pt x="0" y="232"/>
                  </a:lnTo>
                </a:path>
                <a:path w="20320" h="634">
                  <a:moveTo>
                    <a:pt x="0" y="0"/>
                  </a:moveTo>
                  <a:lnTo>
                    <a:pt x="1706" y="0"/>
                  </a:lnTo>
                  <a:lnTo>
                    <a:pt x="0" y="0"/>
                  </a:lnTo>
                </a:path>
                <a:path w="20320" h="634">
                  <a:moveTo>
                    <a:pt x="0" y="155"/>
                  </a:moveTo>
                  <a:lnTo>
                    <a:pt x="1939" y="232"/>
                  </a:lnTo>
                </a:path>
                <a:path w="20320" h="634">
                  <a:moveTo>
                    <a:pt x="19855" y="77"/>
                  </a:moveTo>
                  <a:lnTo>
                    <a:pt x="19855" y="0"/>
                  </a:lnTo>
                </a:path>
                <a:path w="20320" h="634">
                  <a:moveTo>
                    <a:pt x="16675" y="77"/>
                  </a:moveTo>
                  <a:lnTo>
                    <a:pt x="16675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11735612" y="1047282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11733130" y="8246558"/>
              <a:ext cx="22860" cy="2228850"/>
            </a:xfrm>
            <a:custGeom>
              <a:avLst/>
              <a:gdLst/>
              <a:ahLst/>
              <a:cxnLst/>
              <a:rect l="l" t="t" r="r" b="b"/>
              <a:pathLst>
                <a:path w="22859" h="2228850">
                  <a:moveTo>
                    <a:pt x="2016" y="2228514"/>
                  </a:moveTo>
                  <a:lnTo>
                    <a:pt x="2016" y="2228437"/>
                  </a:lnTo>
                </a:path>
                <a:path w="22859" h="2228850">
                  <a:moveTo>
                    <a:pt x="1939" y="2228437"/>
                  </a:moveTo>
                  <a:lnTo>
                    <a:pt x="1939" y="2228359"/>
                  </a:lnTo>
                </a:path>
                <a:path w="22859" h="2228850">
                  <a:moveTo>
                    <a:pt x="1939" y="2228437"/>
                  </a:moveTo>
                  <a:lnTo>
                    <a:pt x="1939" y="2228359"/>
                  </a:lnTo>
                </a:path>
                <a:path w="22859" h="2228850">
                  <a:moveTo>
                    <a:pt x="1861" y="2228359"/>
                  </a:moveTo>
                  <a:lnTo>
                    <a:pt x="1861" y="2228281"/>
                  </a:lnTo>
                </a:path>
                <a:path w="22859" h="2228850">
                  <a:moveTo>
                    <a:pt x="1939" y="2228437"/>
                  </a:moveTo>
                  <a:lnTo>
                    <a:pt x="1939" y="2228359"/>
                  </a:lnTo>
                </a:path>
                <a:path w="22859" h="2228850">
                  <a:moveTo>
                    <a:pt x="1396" y="2227894"/>
                  </a:moveTo>
                  <a:lnTo>
                    <a:pt x="1396" y="2227816"/>
                  </a:lnTo>
                  <a:lnTo>
                    <a:pt x="1396" y="2227816"/>
                  </a:lnTo>
                </a:path>
                <a:path w="22859" h="2228850">
                  <a:moveTo>
                    <a:pt x="16443" y="2227971"/>
                  </a:moveTo>
                  <a:lnTo>
                    <a:pt x="16443" y="2227894"/>
                  </a:lnTo>
                </a:path>
                <a:path w="22859" h="2228850">
                  <a:moveTo>
                    <a:pt x="16520" y="2228049"/>
                  </a:moveTo>
                  <a:lnTo>
                    <a:pt x="16520" y="2227971"/>
                  </a:lnTo>
                </a:path>
                <a:path w="22859" h="2228850">
                  <a:moveTo>
                    <a:pt x="2171" y="2227971"/>
                  </a:moveTo>
                  <a:lnTo>
                    <a:pt x="2094" y="2227971"/>
                  </a:lnTo>
                </a:path>
                <a:path w="22859" h="2228850">
                  <a:moveTo>
                    <a:pt x="4188" y="2227971"/>
                  </a:moveTo>
                  <a:lnTo>
                    <a:pt x="4188" y="2227894"/>
                  </a:lnTo>
                </a:path>
                <a:path w="22859" h="2228850">
                  <a:moveTo>
                    <a:pt x="4265" y="2228049"/>
                  </a:moveTo>
                  <a:lnTo>
                    <a:pt x="4265" y="2227971"/>
                  </a:lnTo>
                </a:path>
                <a:path w="22859" h="2228850">
                  <a:moveTo>
                    <a:pt x="2094" y="2227971"/>
                  </a:moveTo>
                  <a:lnTo>
                    <a:pt x="4188" y="2227971"/>
                  </a:lnTo>
                  <a:lnTo>
                    <a:pt x="4188" y="2227894"/>
                  </a:lnTo>
                </a:path>
                <a:path w="22859" h="2228850">
                  <a:moveTo>
                    <a:pt x="19623" y="2227971"/>
                  </a:moveTo>
                  <a:lnTo>
                    <a:pt x="19623" y="2227816"/>
                  </a:lnTo>
                </a:path>
                <a:path w="22859" h="2228850">
                  <a:moveTo>
                    <a:pt x="2249" y="2228049"/>
                  </a:moveTo>
                  <a:lnTo>
                    <a:pt x="2171" y="2228049"/>
                  </a:lnTo>
                  <a:lnTo>
                    <a:pt x="2171" y="2227971"/>
                  </a:lnTo>
                </a:path>
                <a:path w="22859" h="2228850">
                  <a:moveTo>
                    <a:pt x="19700" y="2228049"/>
                  </a:moveTo>
                  <a:lnTo>
                    <a:pt x="19700" y="2227816"/>
                  </a:lnTo>
                </a:path>
                <a:path w="22859" h="2228850">
                  <a:moveTo>
                    <a:pt x="2094" y="2227971"/>
                  </a:moveTo>
                  <a:lnTo>
                    <a:pt x="2094" y="2227894"/>
                  </a:lnTo>
                </a:path>
                <a:path w="22859" h="2228850">
                  <a:moveTo>
                    <a:pt x="4343" y="2228126"/>
                  </a:moveTo>
                  <a:lnTo>
                    <a:pt x="4343" y="2228126"/>
                  </a:lnTo>
                  <a:lnTo>
                    <a:pt x="4343" y="2228126"/>
                  </a:lnTo>
                </a:path>
                <a:path w="22859" h="2228850">
                  <a:moveTo>
                    <a:pt x="19312" y="2228204"/>
                  </a:moveTo>
                  <a:lnTo>
                    <a:pt x="19312" y="2228049"/>
                  </a:lnTo>
                </a:path>
                <a:path w="22859" h="2228850">
                  <a:moveTo>
                    <a:pt x="22182" y="0"/>
                  </a:moveTo>
                  <a:lnTo>
                    <a:pt x="22493" y="0"/>
                  </a:lnTo>
                </a:path>
                <a:path w="22859" h="2228850">
                  <a:moveTo>
                    <a:pt x="2326" y="2228126"/>
                  </a:moveTo>
                  <a:lnTo>
                    <a:pt x="2249" y="2228126"/>
                  </a:lnTo>
                </a:path>
                <a:path w="22859" h="2228850">
                  <a:moveTo>
                    <a:pt x="2016" y="2227816"/>
                  </a:moveTo>
                  <a:lnTo>
                    <a:pt x="4110" y="2227816"/>
                  </a:lnTo>
                </a:path>
                <a:path w="22859" h="2228850">
                  <a:moveTo>
                    <a:pt x="0" y="2227894"/>
                  </a:moveTo>
                  <a:lnTo>
                    <a:pt x="1396" y="2227894"/>
                  </a:lnTo>
                </a:path>
                <a:path w="22859" h="2228850">
                  <a:moveTo>
                    <a:pt x="0" y="2227894"/>
                  </a:moveTo>
                  <a:lnTo>
                    <a:pt x="1473" y="2227894"/>
                  </a:lnTo>
                </a:path>
                <a:path w="22859" h="2228850">
                  <a:moveTo>
                    <a:pt x="0" y="2228049"/>
                  </a:moveTo>
                  <a:lnTo>
                    <a:pt x="1551" y="2228049"/>
                  </a:lnTo>
                </a:path>
                <a:path w="22859" h="2228850">
                  <a:moveTo>
                    <a:pt x="0" y="2228126"/>
                  </a:moveTo>
                  <a:lnTo>
                    <a:pt x="1628" y="2228126"/>
                  </a:lnTo>
                  <a:lnTo>
                    <a:pt x="0" y="2228126"/>
                  </a:lnTo>
                </a:path>
                <a:path w="22859" h="2228850">
                  <a:moveTo>
                    <a:pt x="1551" y="2228049"/>
                  </a:moveTo>
                  <a:lnTo>
                    <a:pt x="0" y="2228049"/>
                  </a:lnTo>
                </a:path>
                <a:path w="22859" h="2228850">
                  <a:moveTo>
                    <a:pt x="0" y="2227816"/>
                  </a:moveTo>
                  <a:lnTo>
                    <a:pt x="1396" y="2227816"/>
                  </a:lnTo>
                  <a:lnTo>
                    <a:pt x="0" y="2227894"/>
                  </a:lnTo>
                </a:path>
                <a:path w="22859" h="2228850">
                  <a:moveTo>
                    <a:pt x="0" y="2228049"/>
                  </a:moveTo>
                  <a:lnTo>
                    <a:pt x="1551" y="2228049"/>
                  </a:lnTo>
                </a:path>
                <a:path w="22859" h="2228850">
                  <a:moveTo>
                    <a:pt x="19545" y="2227894"/>
                  </a:moveTo>
                  <a:lnTo>
                    <a:pt x="19545" y="2227816"/>
                  </a:lnTo>
                </a:path>
                <a:path w="22859" h="2228850">
                  <a:moveTo>
                    <a:pt x="16365" y="2227894"/>
                  </a:moveTo>
                  <a:lnTo>
                    <a:pt x="16365" y="2227816"/>
                  </a:lnTo>
                </a:path>
                <a:path w="22859" h="2228850">
                  <a:moveTo>
                    <a:pt x="4110" y="2227894"/>
                  </a:moveTo>
                  <a:lnTo>
                    <a:pt x="4110" y="22278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11732820" y="10472746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11734139" y="10473987"/>
              <a:ext cx="15240" cy="635"/>
            </a:xfrm>
            <a:custGeom>
              <a:avLst/>
              <a:gdLst/>
              <a:ahLst/>
              <a:cxnLst/>
              <a:rect l="l" t="t" r="r" b="b"/>
              <a:pathLst>
                <a:path w="15240" h="634">
                  <a:moveTo>
                    <a:pt x="542" y="620"/>
                  </a:moveTo>
                  <a:lnTo>
                    <a:pt x="542" y="542"/>
                  </a:lnTo>
                </a:path>
                <a:path w="15240" h="634">
                  <a:moveTo>
                    <a:pt x="542" y="620"/>
                  </a:moveTo>
                  <a:lnTo>
                    <a:pt x="542" y="542"/>
                  </a:lnTo>
                </a:path>
                <a:path w="15240" h="634">
                  <a:moveTo>
                    <a:pt x="465" y="542"/>
                  </a:moveTo>
                  <a:lnTo>
                    <a:pt x="465" y="465"/>
                  </a:lnTo>
                </a:path>
                <a:path w="15240" h="634">
                  <a:moveTo>
                    <a:pt x="542" y="620"/>
                  </a:moveTo>
                  <a:lnTo>
                    <a:pt x="542" y="542"/>
                  </a:lnTo>
                </a:path>
                <a:path w="15240" h="634">
                  <a:moveTo>
                    <a:pt x="0" y="77"/>
                  </a:moveTo>
                  <a:lnTo>
                    <a:pt x="0" y="0"/>
                  </a:lnTo>
                  <a:lnTo>
                    <a:pt x="0" y="77"/>
                  </a:lnTo>
                </a:path>
                <a:path w="15240" h="634">
                  <a:moveTo>
                    <a:pt x="15047" y="155"/>
                  </a:moveTo>
                  <a:lnTo>
                    <a:pt x="15047" y="77"/>
                  </a:lnTo>
                </a:path>
                <a:path w="15240" h="634">
                  <a:moveTo>
                    <a:pt x="15124" y="310"/>
                  </a:moveTo>
                  <a:lnTo>
                    <a:pt x="15124" y="15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11732975" y="1047220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11737008" y="1047406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4">
                  <a:moveTo>
                    <a:pt x="0" y="7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11735147" y="10472281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11734837" y="8246171"/>
              <a:ext cx="20955" cy="2228215"/>
            </a:xfrm>
            <a:custGeom>
              <a:avLst/>
              <a:gdLst/>
              <a:ahLst/>
              <a:cxnLst/>
              <a:rect l="l" t="t" r="r" b="b"/>
              <a:pathLst>
                <a:path w="20954" h="2228215">
                  <a:moveTo>
                    <a:pt x="77" y="2227971"/>
                  </a:moveTo>
                  <a:lnTo>
                    <a:pt x="2094" y="2227971"/>
                  </a:lnTo>
                  <a:lnTo>
                    <a:pt x="2094" y="2227894"/>
                  </a:lnTo>
                </a:path>
                <a:path w="20954" h="2228215">
                  <a:moveTo>
                    <a:pt x="17529" y="2227971"/>
                  </a:moveTo>
                  <a:lnTo>
                    <a:pt x="17529" y="2227816"/>
                  </a:lnTo>
                </a:path>
                <a:path w="20954" h="2228215">
                  <a:moveTo>
                    <a:pt x="155" y="2228049"/>
                  </a:moveTo>
                  <a:lnTo>
                    <a:pt x="155" y="2228049"/>
                  </a:lnTo>
                  <a:lnTo>
                    <a:pt x="155" y="2228049"/>
                  </a:lnTo>
                </a:path>
                <a:path w="20954" h="2228215">
                  <a:moveTo>
                    <a:pt x="17684" y="2228126"/>
                  </a:moveTo>
                  <a:lnTo>
                    <a:pt x="17684" y="2227816"/>
                  </a:lnTo>
                </a:path>
                <a:path w="20954" h="2228215">
                  <a:moveTo>
                    <a:pt x="77" y="2227971"/>
                  </a:moveTo>
                  <a:lnTo>
                    <a:pt x="0" y="2227894"/>
                  </a:lnTo>
                </a:path>
                <a:path w="20954" h="2228215">
                  <a:moveTo>
                    <a:pt x="2326" y="2228126"/>
                  </a:moveTo>
                  <a:lnTo>
                    <a:pt x="2326" y="2228126"/>
                  </a:lnTo>
                  <a:lnTo>
                    <a:pt x="2249" y="2228126"/>
                  </a:lnTo>
                </a:path>
                <a:path w="20954" h="2228215">
                  <a:moveTo>
                    <a:pt x="17218" y="2228204"/>
                  </a:moveTo>
                  <a:lnTo>
                    <a:pt x="17218" y="2228126"/>
                  </a:lnTo>
                </a:path>
                <a:path w="20954" h="2228215">
                  <a:moveTo>
                    <a:pt x="20088" y="0"/>
                  </a:moveTo>
                  <a:lnTo>
                    <a:pt x="20476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11733130" y="10472359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11733130" y="10473987"/>
              <a:ext cx="19685" cy="635"/>
            </a:xfrm>
            <a:custGeom>
              <a:avLst/>
              <a:gdLst/>
              <a:ahLst/>
              <a:cxnLst/>
              <a:rect l="l" t="t" r="r" b="b"/>
              <a:pathLst>
                <a:path w="19684" h="634">
                  <a:moveTo>
                    <a:pt x="1706" y="77"/>
                  </a:moveTo>
                  <a:lnTo>
                    <a:pt x="3722" y="0"/>
                  </a:lnTo>
                </a:path>
                <a:path w="19684" h="634">
                  <a:moveTo>
                    <a:pt x="0" y="77"/>
                  </a:moveTo>
                  <a:lnTo>
                    <a:pt x="1008" y="77"/>
                  </a:lnTo>
                </a:path>
                <a:path w="19684" h="634">
                  <a:moveTo>
                    <a:pt x="0" y="155"/>
                  </a:moveTo>
                  <a:lnTo>
                    <a:pt x="1085" y="155"/>
                  </a:lnTo>
                </a:path>
                <a:path w="19684" h="634">
                  <a:moveTo>
                    <a:pt x="0" y="232"/>
                  </a:moveTo>
                  <a:lnTo>
                    <a:pt x="1240" y="232"/>
                  </a:lnTo>
                </a:path>
                <a:path w="19684" h="634">
                  <a:moveTo>
                    <a:pt x="0" y="310"/>
                  </a:moveTo>
                  <a:lnTo>
                    <a:pt x="1318" y="310"/>
                  </a:lnTo>
                  <a:lnTo>
                    <a:pt x="0" y="310"/>
                  </a:lnTo>
                </a:path>
                <a:path w="19684" h="634">
                  <a:moveTo>
                    <a:pt x="1163" y="232"/>
                  </a:moveTo>
                  <a:lnTo>
                    <a:pt x="0" y="232"/>
                  </a:lnTo>
                </a:path>
                <a:path w="19684" h="634">
                  <a:moveTo>
                    <a:pt x="0" y="0"/>
                  </a:moveTo>
                  <a:lnTo>
                    <a:pt x="1008" y="77"/>
                  </a:lnTo>
                  <a:lnTo>
                    <a:pt x="0" y="77"/>
                  </a:lnTo>
                </a:path>
                <a:path w="19684" h="634">
                  <a:moveTo>
                    <a:pt x="0" y="232"/>
                  </a:moveTo>
                  <a:lnTo>
                    <a:pt x="1163" y="232"/>
                  </a:lnTo>
                </a:path>
                <a:path w="19684" h="634">
                  <a:moveTo>
                    <a:pt x="19157" y="77"/>
                  </a:moveTo>
                  <a:lnTo>
                    <a:pt x="19157" y="0"/>
                  </a:lnTo>
                </a:path>
                <a:path w="19684" h="634">
                  <a:moveTo>
                    <a:pt x="15977" y="77"/>
                  </a:moveTo>
                  <a:lnTo>
                    <a:pt x="15977" y="0"/>
                  </a:lnTo>
                </a:path>
                <a:path w="19684" h="634">
                  <a:moveTo>
                    <a:pt x="3722" y="77"/>
                  </a:moveTo>
                  <a:lnTo>
                    <a:pt x="3722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11732349" y="1047228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4038" y="2019"/>
                  </a:moveTo>
                  <a:lnTo>
                    <a:pt x="3467" y="647"/>
                  </a:lnTo>
                  <a:lnTo>
                    <a:pt x="2019" y="0"/>
                  </a:lnTo>
                  <a:lnTo>
                    <a:pt x="571" y="571"/>
                  </a:lnTo>
                  <a:lnTo>
                    <a:pt x="0" y="1943"/>
                  </a:lnTo>
                  <a:lnTo>
                    <a:pt x="571" y="3314"/>
                  </a:lnTo>
                  <a:lnTo>
                    <a:pt x="711" y="3378"/>
                  </a:lnTo>
                  <a:lnTo>
                    <a:pt x="2095" y="3962"/>
                  </a:lnTo>
                  <a:lnTo>
                    <a:pt x="3467" y="3390"/>
                  </a:lnTo>
                  <a:lnTo>
                    <a:pt x="4038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11733828" y="10473599"/>
              <a:ext cx="15240" cy="635"/>
            </a:xfrm>
            <a:custGeom>
              <a:avLst/>
              <a:gdLst/>
              <a:ahLst/>
              <a:cxnLst/>
              <a:rect l="l" t="t" r="r" b="b"/>
              <a:pathLst>
                <a:path w="15240" h="634">
                  <a:moveTo>
                    <a:pt x="465" y="542"/>
                  </a:moveTo>
                  <a:lnTo>
                    <a:pt x="465" y="465"/>
                  </a:lnTo>
                </a:path>
                <a:path w="15240" h="634">
                  <a:moveTo>
                    <a:pt x="542" y="620"/>
                  </a:moveTo>
                  <a:lnTo>
                    <a:pt x="465" y="620"/>
                  </a:lnTo>
                </a:path>
                <a:path w="15240" h="634">
                  <a:moveTo>
                    <a:pt x="0" y="77"/>
                  </a:moveTo>
                  <a:lnTo>
                    <a:pt x="0" y="0"/>
                  </a:lnTo>
                  <a:lnTo>
                    <a:pt x="0" y="77"/>
                  </a:lnTo>
                </a:path>
                <a:path w="15240" h="634">
                  <a:moveTo>
                    <a:pt x="15047" y="232"/>
                  </a:moveTo>
                  <a:lnTo>
                    <a:pt x="15047" y="77"/>
                  </a:lnTo>
                </a:path>
                <a:path w="15240" h="634">
                  <a:moveTo>
                    <a:pt x="15124" y="310"/>
                  </a:moveTo>
                  <a:lnTo>
                    <a:pt x="15124" y="23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11732578" y="10471826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6057" y="2006"/>
                  </a:moveTo>
                  <a:lnTo>
                    <a:pt x="5486" y="635"/>
                  </a:lnTo>
                  <a:lnTo>
                    <a:pt x="4038" y="0"/>
                  </a:lnTo>
                  <a:lnTo>
                    <a:pt x="2984" y="431"/>
                  </a:lnTo>
                  <a:lnTo>
                    <a:pt x="1943" y="0"/>
                  </a:lnTo>
                  <a:lnTo>
                    <a:pt x="571" y="558"/>
                  </a:lnTo>
                  <a:lnTo>
                    <a:pt x="0" y="1930"/>
                  </a:lnTo>
                  <a:lnTo>
                    <a:pt x="571" y="3302"/>
                  </a:lnTo>
                  <a:lnTo>
                    <a:pt x="1943" y="3873"/>
                  </a:lnTo>
                  <a:lnTo>
                    <a:pt x="2933" y="3467"/>
                  </a:lnTo>
                  <a:lnTo>
                    <a:pt x="4114" y="3949"/>
                  </a:lnTo>
                  <a:lnTo>
                    <a:pt x="5486" y="3378"/>
                  </a:lnTo>
                  <a:lnTo>
                    <a:pt x="6057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11734526" y="10473599"/>
              <a:ext cx="17780" cy="635"/>
            </a:xfrm>
            <a:custGeom>
              <a:avLst/>
              <a:gdLst/>
              <a:ahLst/>
              <a:cxnLst/>
              <a:rect l="l" t="t" r="r" b="b"/>
              <a:pathLst>
                <a:path w="17779" h="634">
                  <a:moveTo>
                    <a:pt x="0" y="155"/>
                  </a:moveTo>
                  <a:lnTo>
                    <a:pt x="2094" y="155"/>
                  </a:lnTo>
                  <a:lnTo>
                    <a:pt x="2094" y="155"/>
                  </a:lnTo>
                </a:path>
                <a:path w="17779" h="634">
                  <a:moveTo>
                    <a:pt x="17529" y="232"/>
                  </a:moveTo>
                  <a:lnTo>
                    <a:pt x="17529" y="0"/>
                  </a:lnTo>
                </a:path>
                <a:path w="17779" h="634">
                  <a:moveTo>
                    <a:pt x="155" y="232"/>
                  </a:moveTo>
                  <a:lnTo>
                    <a:pt x="77" y="232"/>
                  </a:lnTo>
                  <a:lnTo>
                    <a:pt x="77" y="232"/>
                  </a:lnTo>
                </a:path>
                <a:path w="17779" h="634">
                  <a:moveTo>
                    <a:pt x="17606" y="310"/>
                  </a:moveTo>
                  <a:lnTo>
                    <a:pt x="17606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1732588" y="1047181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11736776" y="8245782"/>
              <a:ext cx="18415" cy="2228215"/>
            </a:xfrm>
            <a:custGeom>
              <a:avLst/>
              <a:gdLst/>
              <a:ahLst/>
              <a:cxnLst/>
              <a:rect l="l" t="t" r="r" b="b"/>
              <a:pathLst>
                <a:path w="18415" h="2228215">
                  <a:moveTo>
                    <a:pt x="0" y="2228204"/>
                  </a:moveTo>
                  <a:lnTo>
                    <a:pt x="0" y="2228126"/>
                  </a:lnTo>
                  <a:lnTo>
                    <a:pt x="0" y="2228126"/>
                  </a:lnTo>
                </a:path>
                <a:path w="18415" h="2228215">
                  <a:moveTo>
                    <a:pt x="14969" y="2228204"/>
                  </a:moveTo>
                  <a:lnTo>
                    <a:pt x="14969" y="2228126"/>
                  </a:lnTo>
                </a:path>
                <a:path w="18415" h="2228215">
                  <a:moveTo>
                    <a:pt x="17761" y="0"/>
                  </a:moveTo>
                  <a:lnTo>
                    <a:pt x="18149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11732743" y="10471971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11733130" y="10473599"/>
              <a:ext cx="19050" cy="635"/>
            </a:xfrm>
            <a:custGeom>
              <a:avLst/>
              <a:gdLst/>
              <a:ahLst/>
              <a:cxnLst/>
              <a:rect l="l" t="t" r="r" b="b"/>
              <a:pathLst>
                <a:path w="19050" h="634">
                  <a:moveTo>
                    <a:pt x="1396" y="77"/>
                  </a:moveTo>
                  <a:lnTo>
                    <a:pt x="3335" y="77"/>
                  </a:lnTo>
                </a:path>
                <a:path w="19050" h="634">
                  <a:moveTo>
                    <a:pt x="0" y="77"/>
                  </a:moveTo>
                  <a:lnTo>
                    <a:pt x="698" y="77"/>
                  </a:lnTo>
                </a:path>
                <a:path w="19050" h="634">
                  <a:moveTo>
                    <a:pt x="0" y="155"/>
                  </a:moveTo>
                  <a:lnTo>
                    <a:pt x="775" y="155"/>
                  </a:lnTo>
                </a:path>
                <a:path w="19050" h="634">
                  <a:moveTo>
                    <a:pt x="0" y="232"/>
                  </a:moveTo>
                  <a:lnTo>
                    <a:pt x="853" y="232"/>
                  </a:lnTo>
                </a:path>
                <a:path w="19050" h="634">
                  <a:moveTo>
                    <a:pt x="0" y="310"/>
                  </a:moveTo>
                  <a:lnTo>
                    <a:pt x="930" y="310"/>
                  </a:lnTo>
                  <a:lnTo>
                    <a:pt x="0" y="310"/>
                  </a:lnTo>
                </a:path>
                <a:path w="19050" h="634">
                  <a:moveTo>
                    <a:pt x="853" y="232"/>
                  </a:moveTo>
                  <a:lnTo>
                    <a:pt x="0" y="232"/>
                  </a:lnTo>
                </a:path>
                <a:path w="19050" h="634">
                  <a:moveTo>
                    <a:pt x="0" y="77"/>
                  </a:moveTo>
                  <a:lnTo>
                    <a:pt x="698" y="77"/>
                  </a:lnTo>
                  <a:lnTo>
                    <a:pt x="0" y="77"/>
                  </a:lnTo>
                </a:path>
                <a:path w="19050" h="634">
                  <a:moveTo>
                    <a:pt x="0" y="232"/>
                  </a:moveTo>
                  <a:lnTo>
                    <a:pt x="853" y="232"/>
                  </a:lnTo>
                </a:path>
                <a:path w="19050" h="634">
                  <a:moveTo>
                    <a:pt x="18847" y="77"/>
                  </a:moveTo>
                  <a:lnTo>
                    <a:pt x="18847" y="0"/>
                  </a:lnTo>
                </a:path>
                <a:path w="19050" h="634">
                  <a:moveTo>
                    <a:pt x="15667" y="77"/>
                  </a:moveTo>
                  <a:lnTo>
                    <a:pt x="15589" y="0"/>
                  </a:lnTo>
                </a:path>
                <a:path w="19050" h="634">
                  <a:moveTo>
                    <a:pt x="3412" y="77"/>
                  </a:moveTo>
                  <a:lnTo>
                    <a:pt x="3412" y="0"/>
                  </a:lnTo>
                </a:path>
                <a:path w="19050" h="634">
                  <a:moveTo>
                    <a:pt x="930" y="387"/>
                  </a:moveTo>
                  <a:lnTo>
                    <a:pt x="930" y="31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1731955" y="10471826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3962" y="2006"/>
                  </a:moveTo>
                  <a:lnTo>
                    <a:pt x="3390" y="635"/>
                  </a:lnTo>
                  <a:lnTo>
                    <a:pt x="1943" y="0"/>
                  </a:lnTo>
                  <a:lnTo>
                    <a:pt x="571" y="558"/>
                  </a:lnTo>
                  <a:lnTo>
                    <a:pt x="0" y="1930"/>
                  </a:lnTo>
                  <a:lnTo>
                    <a:pt x="571" y="3302"/>
                  </a:lnTo>
                  <a:lnTo>
                    <a:pt x="2019" y="3949"/>
                  </a:lnTo>
                  <a:lnTo>
                    <a:pt x="3390" y="3378"/>
                  </a:lnTo>
                  <a:lnTo>
                    <a:pt x="3962" y="20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11733440" y="10473289"/>
              <a:ext cx="15240" cy="635"/>
            </a:xfrm>
            <a:custGeom>
              <a:avLst/>
              <a:gdLst/>
              <a:ahLst/>
              <a:cxnLst/>
              <a:rect l="l" t="t" r="r" b="b"/>
              <a:pathLst>
                <a:path w="15240" h="63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</a:path>
                <a:path w="15240" h="634">
                  <a:moveTo>
                    <a:pt x="15047" y="155"/>
                  </a:moveTo>
                  <a:lnTo>
                    <a:pt x="15047" y="77"/>
                  </a:lnTo>
                </a:path>
                <a:path w="15240" h="634">
                  <a:moveTo>
                    <a:pt x="15124" y="232"/>
                  </a:moveTo>
                  <a:lnTo>
                    <a:pt x="15124" y="15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11732273" y="10471433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5892" y="1943"/>
                  </a:moveTo>
                  <a:lnTo>
                    <a:pt x="5321" y="571"/>
                  </a:lnTo>
                  <a:lnTo>
                    <a:pt x="3949" y="0"/>
                  </a:lnTo>
                  <a:lnTo>
                    <a:pt x="2946" y="419"/>
                  </a:lnTo>
                  <a:lnTo>
                    <a:pt x="1943" y="0"/>
                  </a:lnTo>
                  <a:lnTo>
                    <a:pt x="571" y="571"/>
                  </a:lnTo>
                  <a:lnTo>
                    <a:pt x="0" y="1943"/>
                  </a:lnTo>
                  <a:lnTo>
                    <a:pt x="571" y="3314"/>
                  </a:lnTo>
                  <a:lnTo>
                    <a:pt x="1943" y="3873"/>
                  </a:lnTo>
                  <a:lnTo>
                    <a:pt x="2946" y="3467"/>
                  </a:lnTo>
                  <a:lnTo>
                    <a:pt x="3949" y="3873"/>
                  </a:lnTo>
                  <a:lnTo>
                    <a:pt x="5321" y="3314"/>
                  </a:lnTo>
                  <a:lnTo>
                    <a:pt x="5892" y="19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11734139" y="8245395"/>
              <a:ext cx="20955" cy="2228215"/>
            </a:xfrm>
            <a:custGeom>
              <a:avLst/>
              <a:gdLst/>
              <a:ahLst/>
              <a:cxnLst/>
              <a:rect l="l" t="t" r="r" b="b"/>
              <a:pathLst>
                <a:path w="20954" h="2228215">
                  <a:moveTo>
                    <a:pt x="2249" y="2228126"/>
                  </a:moveTo>
                  <a:lnTo>
                    <a:pt x="2249" y="2228049"/>
                  </a:lnTo>
                </a:path>
                <a:path w="20954" h="2228215">
                  <a:moveTo>
                    <a:pt x="77" y="2227971"/>
                  </a:moveTo>
                  <a:lnTo>
                    <a:pt x="2094" y="2227971"/>
                  </a:lnTo>
                  <a:lnTo>
                    <a:pt x="2094" y="2227971"/>
                  </a:lnTo>
                </a:path>
                <a:path w="20954" h="2228215">
                  <a:moveTo>
                    <a:pt x="17529" y="2228049"/>
                  </a:moveTo>
                  <a:lnTo>
                    <a:pt x="17529" y="2227816"/>
                  </a:lnTo>
                </a:path>
                <a:path w="20954" h="2228215">
                  <a:moveTo>
                    <a:pt x="155" y="2228126"/>
                  </a:moveTo>
                  <a:lnTo>
                    <a:pt x="155" y="2228049"/>
                  </a:lnTo>
                  <a:lnTo>
                    <a:pt x="155" y="2228049"/>
                  </a:lnTo>
                </a:path>
                <a:path w="20954" h="2228215">
                  <a:moveTo>
                    <a:pt x="17606" y="2228126"/>
                  </a:moveTo>
                  <a:lnTo>
                    <a:pt x="17606" y="2227816"/>
                  </a:lnTo>
                </a:path>
                <a:path w="20954" h="2228215">
                  <a:moveTo>
                    <a:pt x="77" y="2227971"/>
                  </a:moveTo>
                  <a:lnTo>
                    <a:pt x="0" y="2227971"/>
                  </a:lnTo>
                </a:path>
                <a:path w="20954" h="2228215">
                  <a:moveTo>
                    <a:pt x="2326" y="2228204"/>
                  </a:moveTo>
                  <a:lnTo>
                    <a:pt x="2326" y="2228126"/>
                  </a:lnTo>
                  <a:lnTo>
                    <a:pt x="2249" y="2228126"/>
                  </a:lnTo>
                </a:path>
                <a:path w="20954" h="2228215">
                  <a:moveTo>
                    <a:pt x="17218" y="2228204"/>
                  </a:moveTo>
                  <a:lnTo>
                    <a:pt x="17218" y="2228126"/>
                  </a:lnTo>
                </a:path>
                <a:path w="20954" h="2228215">
                  <a:moveTo>
                    <a:pt x="20088" y="0"/>
                  </a:moveTo>
                  <a:lnTo>
                    <a:pt x="20398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11732433" y="1047158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11733130" y="10473212"/>
              <a:ext cx="19050" cy="635"/>
            </a:xfrm>
            <a:custGeom>
              <a:avLst/>
              <a:gdLst/>
              <a:ahLst/>
              <a:cxnLst/>
              <a:rect l="l" t="t" r="r" b="b"/>
              <a:pathLst>
                <a:path w="19050" h="634">
                  <a:moveTo>
                    <a:pt x="1008" y="155"/>
                  </a:moveTo>
                  <a:lnTo>
                    <a:pt x="3024" y="77"/>
                  </a:lnTo>
                </a:path>
                <a:path w="19050" h="634">
                  <a:moveTo>
                    <a:pt x="0" y="77"/>
                  </a:moveTo>
                  <a:lnTo>
                    <a:pt x="310" y="77"/>
                  </a:lnTo>
                </a:path>
                <a:path w="19050" h="634">
                  <a:moveTo>
                    <a:pt x="0" y="155"/>
                  </a:moveTo>
                  <a:lnTo>
                    <a:pt x="387" y="155"/>
                  </a:lnTo>
                </a:path>
                <a:path w="19050" h="634">
                  <a:moveTo>
                    <a:pt x="0" y="310"/>
                  </a:moveTo>
                  <a:lnTo>
                    <a:pt x="542" y="310"/>
                  </a:lnTo>
                </a:path>
                <a:path w="19050" h="634">
                  <a:moveTo>
                    <a:pt x="0" y="310"/>
                  </a:moveTo>
                  <a:lnTo>
                    <a:pt x="542" y="310"/>
                  </a:lnTo>
                  <a:lnTo>
                    <a:pt x="0" y="310"/>
                  </a:lnTo>
                </a:path>
                <a:path w="19050" h="634">
                  <a:moveTo>
                    <a:pt x="465" y="232"/>
                  </a:moveTo>
                  <a:lnTo>
                    <a:pt x="0" y="310"/>
                  </a:lnTo>
                </a:path>
                <a:path w="19050" h="634">
                  <a:moveTo>
                    <a:pt x="0" y="77"/>
                  </a:moveTo>
                  <a:lnTo>
                    <a:pt x="310" y="77"/>
                  </a:lnTo>
                </a:path>
                <a:path w="19050" h="634">
                  <a:moveTo>
                    <a:pt x="0" y="232"/>
                  </a:moveTo>
                  <a:lnTo>
                    <a:pt x="465" y="232"/>
                  </a:lnTo>
                </a:path>
                <a:path w="19050" h="634">
                  <a:moveTo>
                    <a:pt x="18459" y="155"/>
                  </a:moveTo>
                  <a:lnTo>
                    <a:pt x="18459" y="0"/>
                  </a:lnTo>
                </a:path>
                <a:path w="19050" h="634">
                  <a:moveTo>
                    <a:pt x="15279" y="155"/>
                  </a:moveTo>
                  <a:lnTo>
                    <a:pt x="15279" y="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11734216" y="10471350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11733673" y="1047344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77" y="155"/>
                  </a:moveTo>
                  <a:lnTo>
                    <a:pt x="77" y="77"/>
                  </a:lnTo>
                </a:path>
                <a:path w="634" h="634">
                  <a:moveTo>
                    <a:pt x="0" y="7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1731651" y="1047143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3873" y="1943"/>
                  </a:moveTo>
                  <a:lnTo>
                    <a:pt x="3314" y="571"/>
                  </a:lnTo>
                  <a:lnTo>
                    <a:pt x="1943" y="0"/>
                  </a:lnTo>
                  <a:lnTo>
                    <a:pt x="571" y="571"/>
                  </a:lnTo>
                  <a:lnTo>
                    <a:pt x="0" y="1943"/>
                  </a:lnTo>
                  <a:lnTo>
                    <a:pt x="571" y="3390"/>
                  </a:lnTo>
                  <a:lnTo>
                    <a:pt x="1943" y="3962"/>
                  </a:lnTo>
                  <a:lnTo>
                    <a:pt x="3314" y="3390"/>
                  </a:lnTo>
                  <a:lnTo>
                    <a:pt x="3873" y="2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1733130" y="8245007"/>
              <a:ext cx="21590" cy="2228850"/>
            </a:xfrm>
            <a:custGeom>
              <a:avLst/>
              <a:gdLst/>
              <a:ahLst/>
              <a:cxnLst/>
              <a:rect l="l" t="t" r="r" b="b"/>
              <a:pathLst>
                <a:path w="21590" h="2228850">
                  <a:moveTo>
                    <a:pt x="542" y="2228514"/>
                  </a:moveTo>
                  <a:lnTo>
                    <a:pt x="465" y="2228437"/>
                  </a:lnTo>
                </a:path>
                <a:path w="21590" h="2228850">
                  <a:moveTo>
                    <a:pt x="15047" y="2228049"/>
                  </a:moveTo>
                  <a:lnTo>
                    <a:pt x="15047" y="2227971"/>
                  </a:lnTo>
                </a:path>
                <a:path w="21590" h="2228850">
                  <a:moveTo>
                    <a:pt x="15124" y="2228126"/>
                  </a:moveTo>
                  <a:lnTo>
                    <a:pt x="15124" y="2228049"/>
                  </a:lnTo>
                </a:path>
                <a:path w="21590" h="2228850">
                  <a:moveTo>
                    <a:pt x="2792" y="2228049"/>
                  </a:moveTo>
                  <a:lnTo>
                    <a:pt x="2792" y="2227971"/>
                  </a:lnTo>
                </a:path>
                <a:path w="21590" h="2228850">
                  <a:moveTo>
                    <a:pt x="2869" y="2228126"/>
                  </a:moveTo>
                  <a:lnTo>
                    <a:pt x="2869" y="2228049"/>
                  </a:lnTo>
                </a:path>
                <a:path w="21590" h="2228850">
                  <a:moveTo>
                    <a:pt x="698" y="2227971"/>
                  </a:moveTo>
                  <a:lnTo>
                    <a:pt x="2792" y="2227971"/>
                  </a:lnTo>
                  <a:lnTo>
                    <a:pt x="2792" y="2227971"/>
                  </a:lnTo>
                </a:path>
                <a:path w="21590" h="2228850">
                  <a:moveTo>
                    <a:pt x="18227" y="2228049"/>
                  </a:moveTo>
                  <a:lnTo>
                    <a:pt x="18227" y="2227894"/>
                  </a:lnTo>
                </a:path>
                <a:path w="21590" h="2228850">
                  <a:moveTo>
                    <a:pt x="853" y="2228126"/>
                  </a:moveTo>
                  <a:lnTo>
                    <a:pt x="775" y="2228049"/>
                  </a:lnTo>
                  <a:lnTo>
                    <a:pt x="775" y="2228049"/>
                  </a:lnTo>
                </a:path>
                <a:path w="21590" h="2228850">
                  <a:moveTo>
                    <a:pt x="18304" y="2228126"/>
                  </a:moveTo>
                  <a:lnTo>
                    <a:pt x="18304" y="2227894"/>
                  </a:lnTo>
                </a:path>
                <a:path w="21590" h="2228850">
                  <a:moveTo>
                    <a:pt x="2947" y="2228204"/>
                  </a:moveTo>
                  <a:lnTo>
                    <a:pt x="2947" y="2228126"/>
                  </a:lnTo>
                  <a:lnTo>
                    <a:pt x="2947" y="2228204"/>
                  </a:lnTo>
                </a:path>
                <a:path w="21590" h="2228850">
                  <a:moveTo>
                    <a:pt x="17916" y="2228204"/>
                  </a:moveTo>
                  <a:lnTo>
                    <a:pt x="17916" y="2228126"/>
                  </a:lnTo>
                </a:path>
                <a:path w="21590" h="2228850">
                  <a:moveTo>
                    <a:pt x="20709" y="0"/>
                  </a:moveTo>
                  <a:lnTo>
                    <a:pt x="21096" y="0"/>
                  </a:lnTo>
                </a:path>
                <a:path w="21590" h="2228850">
                  <a:moveTo>
                    <a:pt x="853" y="2228204"/>
                  </a:moveTo>
                  <a:lnTo>
                    <a:pt x="853" y="2228126"/>
                  </a:lnTo>
                </a:path>
                <a:path w="21590" h="2228850">
                  <a:moveTo>
                    <a:pt x="2094" y="2227894"/>
                  </a:moveTo>
                  <a:lnTo>
                    <a:pt x="2637" y="2227894"/>
                  </a:lnTo>
                </a:path>
                <a:path w="21590" h="2228850">
                  <a:moveTo>
                    <a:pt x="698" y="2227971"/>
                  </a:moveTo>
                  <a:lnTo>
                    <a:pt x="620" y="2227894"/>
                  </a:lnTo>
                </a:path>
                <a:path w="21590" h="2228850">
                  <a:moveTo>
                    <a:pt x="2094" y="2227894"/>
                  </a:moveTo>
                  <a:lnTo>
                    <a:pt x="2637" y="2227894"/>
                  </a:lnTo>
                </a:path>
                <a:path w="21590" h="2228850">
                  <a:moveTo>
                    <a:pt x="0" y="2227971"/>
                  </a:moveTo>
                  <a:lnTo>
                    <a:pt x="77" y="2227971"/>
                  </a:lnTo>
                </a:path>
                <a:path w="21590" h="2228850">
                  <a:moveTo>
                    <a:pt x="0" y="2228126"/>
                  </a:moveTo>
                  <a:lnTo>
                    <a:pt x="155" y="2228126"/>
                  </a:lnTo>
                </a:path>
                <a:path w="21590" h="2228850">
                  <a:moveTo>
                    <a:pt x="0" y="2228126"/>
                  </a:moveTo>
                  <a:lnTo>
                    <a:pt x="232" y="2228204"/>
                  </a:lnTo>
                  <a:lnTo>
                    <a:pt x="0" y="2228204"/>
                  </a:lnTo>
                </a:path>
                <a:path w="21590" h="2228850">
                  <a:moveTo>
                    <a:pt x="155" y="2228049"/>
                  </a:moveTo>
                  <a:lnTo>
                    <a:pt x="0" y="2228049"/>
                  </a:lnTo>
                </a:path>
                <a:path w="21590" h="2228850">
                  <a:moveTo>
                    <a:pt x="77" y="2228049"/>
                  </a:moveTo>
                  <a:lnTo>
                    <a:pt x="0" y="222804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11731192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11748023" y="10472901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09" h="634">
                  <a:moveTo>
                    <a:pt x="3257" y="77"/>
                  </a:moveTo>
                  <a:lnTo>
                    <a:pt x="3257" y="0"/>
                  </a:lnTo>
                </a:path>
                <a:path w="3809" h="634">
                  <a:moveTo>
                    <a:pt x="0" y="7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11733906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1733285" y="10473057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77" y="155"/>
                  </a:moveTo>
                  <a:lnTo>
                    <a:pt x="77" y="77"/>
                  </a:lnTo>
                </a:path>
                <a:path w="634" h="634">
                  <a:moveTo>
                    <a:pt x="0" y="77"/>
                  </a:moveTo>
                  <a:lnTo>
                    <a:pt x="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1731347" y="10471118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11733208" y="8244541"/>
              <a:ext cx="18415" cy="2228850"/>
            </a:xfrm>
            <a:custGeom>
              <a:avLst/>
              <a:gdLst/>
              <a:ahLst/>
              <a:cxnLst/>
              <a:rect l="l" t="t" r="r" b="b"/>
              <a:pathLst>
                <a:path w="18415" h="2228850">
                  <a:moveTo>
                    <a:pt x="0" y="2228514"/>
                  </a:moveTo>
                  <a:lnTo>
                    <a:pt x="0" y="2228437"/>
                  </a:lnTo>
                </a:path>
                <a:path w="18415" h="2228850">
                  <a:moveTo>
                    <a:pt x="77" y="2228592"/>
                  </a:moveTo>
                  <a:lnTo>
                    <a:pt x="77" y="2228514"/>
                  </a:lnTo>
                </a:path>
                <a:path w="18415" h="2228850">
                  <a:moveTo>
                    <a:pt x="14659" y="2228204"/>
                  </a:moveTo>
                  <a:lnTo>
                    <a:pt x="14659" y="0"/>
                  </a:lnTo>
                  <a:lnTo>
                    <a:pt x="2016" y="0"/>
                  </a:lnTo>
                </a:path>
                <a:path w="18415" h="2228850">
                  <a:moveTo>
                    <a:pt x="14659" y="0"/>
                  </a:moveTo>
                  <a:lnTo>
                    <a:pt x="17839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11733829" y="1047088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2596213" y="7819734"/>
              <a:ext cx="9157970" cy="2653665"/>
            </a:xfrm>
            <a:custGeom>
              <a:avLst/>
              <a:gdLst/>
              <a:ahLst/>
              <a:cxnLst/>
              <a:rect l="l" t="t" r="r" b="b"/>
              <a:pathLst>
                <a:path w="9157970" h="2653665">
                  <a:moveTo>
                    <a:pt x="9139011" y="2653089"/>
                  </a:moveTo>
                  <a:lnTo>
                    <a:pt x="9139477" y="2653089"/>
                  </a:lnTo>
                  <a:lnTo>
                    <a:pt x="9139554" y="2653089"/>
                  </a:lnTo>
                </a:path>
                <a:path w="9157970" h="2653665">
                  <a:moveTo>
                    <a:pt x="9154446" y="2653167"/>
                  </a:moveTo>
                  <a:lnTo>
                    <a:pt x="9154446" y="2653012"/>
                  </a:lnTo>
                </a:path>
                <a:path w="9157970" h="2653665">
                  <a:moveTo>
                    <a:pt x="9154834" y="424962"/>
                  </a:moveTo>
                  <a:lnTo>
                    <a:pt x="9157626" y="424962"/>
                  </a:lnTo>
                </a:path>
                <a:path w="9157970" h="2653665">
                  <a:moveTo>
                    <a:pt x="9139011" y="2653089"/>
                  </a:moveTo>
                  <a:lnTo>
                    <a:pt x="9139477" y="2653089"/>
                  </a:lnTo>
                </a:path>
                <a:path w="9157970" h="2653665">
                  <a:moveTo>
                    <a:pt x="8486791" y="419998"/>
                  </a:moveTo>
                  <a:lnTo>
                    <a:pt x="8488653" y="419998"/>
                  </a:lnTo>
                </a:path>
                <a:path w="9157970" h="2653665">
                  <a:moveTo>
                    <a:pt x="8683566" y="419998"/>
                  </a:moveTo>
                  <a:lnTo>
                    <a:pt x="8681705" y="419998"/>
                  </a:lnTo>
                </a:path>
                <a:path w="9157970" h="2653665">
                  <a:moveTo>
                    <a:pt x="8892984" y="419998"/>
                  </a:moveTo>
                  <a:lnTo>
                    <a:pt x="8891123" y="419998"/>
                  </a:lnTo>
                </a:path>
                <a:path w="9157970" h="2653665">
                  <a:moveTo>
                    <a:pt x="8608486" y="2653167"/>
                  </a:moveTo>
                  <a:lnTo>
                    <a:pt x="8561173" y="2653167"/>
                  </a:lnTo>
                </a:path>
                <a:path w="9157970" h="2653665">
                  <a:moveTo>
                    <a:pt x="8608486" y="419998"/>
                  </a:moveTo>
                  <a:lnTo>
                    <a:pt x="8561173" y="419998"/>
                  </a:lnTo>
                </a:path>
                <a:path w="9157970" h="2653665">
                  <a:moveTo>
                    <a:pt x="8623301" y="2653167"/>
                  </a:moveTo>
                  <a:lnTo>
                    <a:pt x="8610270" y="2653167"/>
                  </a:lnTo>
                </a:path>
                <a:path w="9157970" h="2653665">
                  <a:moveTo>
                    <a:pt x="8623301" y="419998"/>
                  </a:moveTo>
                  <a:lnTo>
                    <a:pt x="8610270" y="419998"/>
                  </a:lnTo>
                </a:path>
                <a:path w="9157970" h="2653665">
                  <a:moveTo>
                    <a:pt x="8696209" y="419998"/>
                  </a:moveTo>
                  <a:lnTo>
                    <a:pt x="8698071" y="419998"/>
                  </a:lnTo>
                </a:path>
                <a:path w="9157970" h="2653665">
                  <a:moveTo>
                    <a:pt x="8754070" y="2653167"/>
                  </a:moveTo>
                  <a:lnTo>
                    <a:pt x="8755777" y="2653167"/>
                  </a:lnTo>
                </a:path>
                <a:path w="9157970" h="2653665">
                  <a:moveTo>
                    <a:pt x="8754070" y="419998"/>
                  </a:moveTo>
                  <a:lnTo>
                    <a:pt x="8755777" y="419998"/>
                  </a:lnTo>
                </a:path>
                <a:path w="9157970" h="2653665">
                  <a:moveTo>
                    <a:pt x="8768885" y="2653167"/>
                  </a:moveTo>
                  <a:lnTo>
                    <a:pt x="8755777" y="2653167"/>
                  </a:lnTo>
                </a:path>
                <a:path w="9157970" h="2653665">
                  <a:moveTo>
                    <a:pt x="8768885" y="419998"/>
                  </a:moveTo>
                  <a:lnTo>
                    <a:pt x="8755777" y="419998"/>
                  </a:lnTo>
                </a:path>
                <a:path w="9157970" h="2653665">
                  <a:moveTo>
                    <a:pt x="8832718" y="2653167"/>
                  </a:moveTo>
                  <a:lnTo>
                    <a:pt x="8819688" y="2653167"/>
                  </a:lnTo>
                </a:path>
                <a:path w="9157970" h="2653665">
                  <a:moveTo>
                    <a:pt x="8832718" y="419998"/>
                  </a:moveTo>
                  <a:lnTo>
                    <a:pt x="8819688" y="419998"/>
                  </a:lnTo>
                </a:path>
                <a:path w="9157970" h="2653665">
                  <a:moveTo>
                    <a:pt x="8879178" y="2653167"/>
                  </a:moveTo>
                  <a:lnTo>
                    <a:pt x="8834425" y="2653167"/>
                  </a:lnTo>
                </a:path>
                <a:path w="9157970" h="2653665">
                  <a:moveTo>
                    <a:pt x="8879178" y="419998"/>
                  </a:moveTo>
                  <a:lnTo>
                    <a:pt x="8834425" y="419998"/>
                  </a:lnTo>
                </a:path>
                <a:path w="9157970" h="2653665">
                  <a:moveTo>
                    <a:pt x="8879178" y="419998"/>
                  </a:moveTo>
                  <a:lnTo>
                    <a:pt x="8891123" y="419998"/>
                  </a:lnTo>
                </a:path>
                <a:path w="9157970" h="2653665">
                  <a:moveTo>
                    <a:pt x="8559467" y="2653167"/>
                  </a:moveTo>
                  <a:lnTo>
                    <a:pt x="8546359" y="2653167"/>
                  </a:lnTo>
                </a:path>
                <a:path w="9157970" h="2653665">
                  <a:moveTo>
                    <a:pt x="8559467" y="419998"/>
                  </a:moveTo>
                  <a:lnTo>
                    <a:pt x="8546359" y="419998"/>
                  </a:lnTo>
                </a:path>
                <a:path w="9157970" h="2653665">
                  <a:moveTo>
                    <a:pt x="8500597" y="419998"/>
                  </a:moveTo>
                  <a:lnTo>
                    <a:pt x="8488653" y="419998"/>
                  </a:lnTo>
                </a:path>
                <a:path w="9157970" h="2653665">
                  <a:moveTo>
                    <a:pt x="8561173" y="2653167"/>
                  </a:moveTo>
                  <a:lnTo>
                    <a:pt x="8559467" y="2653167"/>
                  </a:lnTo>
                </a:path>
                <a:path w="9157970" h="2653665">
                  <a:moveTo>
                    <a:pt x="8561173" y="419998"/>
                  </a:moveTo>
                  <a:lnTo>
                    <a:pt x="8559467" y="419998"/>
                  </a:lnTo>
                </a:path>
                <a:path w="9157970" h="2653665">
                  <a:moveTo>
                    <a:pt x="8625007" y="2653167"/>
                  </a:moveTo>
                  <a:lnTo>
                    <a:pt x="8623301" y="2653167"/>
                  </a:lnTo>
                </a:path>
                <a:path w="9157970" h="2653665">
                  <a:moveTo>
                    <a:pt x="8625007" y="419998"/>
                  </a:moveTo>
                  <a:lnTo>
                    <a:pt x="8623301" y="419998"/>
                  </a:lnTo>
                </a:path>
                <a:path w="9157970" h="2653665">
                  <a:moveTo>
                    <a:pt x="8669760" y="2653167"/>
                  </a:moveTo>
                  <a:lnTo>
                    <a:pt x="8625007" y="2653167"/>
                  </a:lnTo>
                </a:path>
                <a:path w="9157970" h="2653665">
                  <a:moveTo>
                    <a:pt x="8669760" y="419998"/>
                  </a:moveTo>
                  <a:lnTo>
                    <a:pt x="8625007" y="419998"/>
                  </a:lnTo>
                </a:path>
                <a:path w="9157970" h="2653665">
                  <a:moveTo>
                    <a:pt x="8683566" y="419998"/>
                  </a:moveTo>
                  <a:lnTo>
                    <a:pt x="8686204" y="419998"/>
                  </a:lnTo>
                </a:path>
                <a:path w="9157970" h="2653665">
                  <a:moveTo>
                    <a:pt x="8696209" y="419998"/>
                  </a:moveTo>
                  <a:lnTo>
                    <a:pt x="8693494" y="419998"/>
                  </a:lnTo>
                </a:path>
                <a:path w="9157970" h="2653665">
                  <a:moveTo>
                    <a:pt x="8754070" y="2653167"/>
                  </a:moveTo>
                  <a:lnTo>
                    <a:pt x="8710015" y="2653167"/>
                  </a:lnTo>
                </a:path>
                <a:path w="9157970" h="2653665">
                  <a:moveTo>
                    <a:pt x="8754070" y="419998"/>
                  </a:moveTo>
                  <a:lnTo>
                    <a:pt x="8710015" y="419998"/>
                  </a:lnTo>
                </a:path>
                <a:path w="9157970" h="2653665">
                  <a:moveTo>
                    <a:pt x="8817904" y="2653167"/>
                  </a:moveTo>
                  <a:lnTo>
                    <a:pt x="8770591" y="2653167"/>
                  </a:lnTo>
                </a:path>
                <a:path w="9157970" h="2653665">
                  <a:moveTo>
                    <a:pt x="8817904" y="419998"/>
                  </a:moveTo>
                  <a:lnTo>
                    <a:pt x="8770591" y="419998"/>
                  </a:lnTo>
                </a:path>
                <a:path w="9157970" h="2653665">
                  <a:moveTo>
                    <a:pt x="8895621" y="419998"/>
                  </a:moveTo>
                  <a:lnTo>
                    <a:pt x="8899267" y="419998"/>
                  </a:lnTo>
                </a:path>
                <a:path w="9157970" h="2653665">
                  <a:moveTo>
                    <a:pt x="8902912" y="419998"/>
                  </a:moveTo>
                  <a:lnTo>
                    <a:pt x="8899267" y="419998"/>
                  </a:lnTo>
                </a:path>
                <a:path w="9157970" h="2653665">
                  <a:moveTo>
                    <a:pt x="8892984" y="419998"/>
                  </a:moveTo>
                  <a:lnTo>
                    <a:pt x="8895621" y="419998"/>
                  </a:lnTo>
                </a:path>
                <a:path w="9157970" h="2653665">
                  <a:moveTo>
                    <a:pt x="8905627" y="419998"/>
                  </a:moveTo>
                  <a:lnTo>
                    <a:pt x="8902912" y="419998"/>
                  </a:lnTo>
                </a:path>
                <a:path w="9157970" h="2653665">
                  <a:moveTo>
                    <a:pt x="8693494" y="419998"/>
                  </a:moveTo>
                  <a:lnTo>
                    <a:pt x="8689849" y="419998"/>
                  </a:lnTo>
                </a:path>
                <a:path w="9157970" h="2653665">
                  <a:moveTo>
                    <a:pt x="8905627" y="419998"/>
                  </a:moveTo>
                  <a:lnTo>
                    <a:pt x="8907488" y="419998"/>
                  </a:lnTo>
                </a:path>
                <a:path w="9157970" h="2653665">
                  <a:moveTo>
                    <a:pt x="8770591" y="2653167"/>
                  </a:moveTo>
                  <a:lnTo>
                    <a:pt x="8768885" y="2653167"/>
                  </a:lnTo>
                </a:path>
                <a:path w="9157970" h="2653665">
                  <a:moveTo>
                    <a:pt x="8770591" y="419998"/>
                  </a:moveTo>
                  <a:lnTo>
                    <a:pt x="8768885" y="419998"/>
                  </a:lnTo>
                </a:path>
                <a:path w="9157970" h="2653665">
                  <a:moveTo>
                    <a:pt x="8544653" y="2653167"/>
                  </a:moveTo>
                  <a:lnTo>
                    <a:pt x="8500597" y="2653167"/>
                  </a:lnTo>
                </a:path>
                <a:path w="9157970" h="2653665">
                  <a:moveTo>
                    <a:pt x="8544653" y="419998"/>
                  </a:moveTo>
                  <a:lnTo>
                    <a:pt x="8500597" y="419998"/>
                  </a:lnTo>
                </a:path>
                <a:path w="9157970" h="2653665">
                  <a:moveTo>
                    <a:pt x="8686204" y="419998"/>
                  </a:moveTo>
                  <a:lnTo>
                    <a:pt x="8689849" y="419998"/>
                  </a:lnTo>
                </a:path>
                <a:path w="9157970" h="2653665">
                  <a:moveTo>
                    <a:pt x="8669760" y="419998"/>
                  </a:moveTo>
                  <a:lnTo>
                    <a:pt x="8681705" y="419998"/>
                  </a:lnTo>
                </a:path>
                <a:path w="9157970" h="2653665">
                  <a:moveTo>
                    <a:pt x="8544653" y="2653167"/>
                  </a:moveTo>
                  <a:lnTo>
                    <a:pt x="8546359" y="2653167"/>
                  </a:lnTo>
                </a:path>
                <a:path w="9157970" h="2653665">
                  <a:moveTo>
                    <a:pt x="8544653" y="419998"/>
                  </a:moveTo>
                  <a:lnTo>
                    <a:pt x="8546359" y="419998"/>
                  </a:lnTo>
                </a:path>
                <a:path w="9157970" h="2653665">
                  <a:moveTo>
                    <a:pt x="8608486" y="2653167"/>
                  </a:moveTo>
                  <a:lnTo>
                    <a:pt x="8610270" y="2653167"/>
                  </a:lnTo>
                </a:path>
                <a:path w="9157970" h="2653665">
                  <a:moveTo>
                    <a:pt x="8608486" y="419998"/>
                  </a:moveTo>
                  <a:lnTo>
                    <a:pt x="8610270" y="419998"/>
                  </a:lnTo>
                </a:path>
                <a:path w="9157970" h="2653665">
                  <a:moveTo>
                    <a:pt x="8710015" y="419998"/>
                  </a:moveTo>
                  <a:lnTo>
                    <a:pt x="8698071" y="419998"/>
                  </a:lnTo>
                </a:path>
                <a:path w="9157970" h="2653665">
                  <a:moveTo>
                    <a:pt x="8817904" y="2653167"/>
                  </a:moveTo>
                  <a:lnTo>
                    <a:pt x="8819688" y="2653167"/>
                  </a:lnTo>
                </a:path>
                <a:path w="9157970" h="2653665">
                  <a:moveTo>
                    <a:pt x="8817904" y="419998"/>
                  </a:moveTo>
                  <a:lnTo>
                    <a:pt x="8819688" y="419998"/>
                  </a:lnTo>
                </a:path>
                <a:path w="9157970" h="2653665">
                  <a:moveTo>
                    <a:pt x="8834425" y="2653167"/>
                  </a:moveTo>
                  <a:lnTo>
                    <a:pt x="8832718" y="2653167"/>
                  </a:lnTo>
                </a:path>
                <a:path w="9157970" h="2653665">
                  <a:moveTo>
                    <a:pt x="8834425" y="419998"/>
                  </a:moveTo>
                  <a:lnTo>
                    <a:pt x="8832718" y="419998"/>
                  </a:lnTo>
                </a:path>
                <a:path w="9157970" h="2653665">
                  <a:moveTo>
                    <a:pt x="9027322" y="2653167"/>
                  </a:moveTo>
                  <a:lnTo>
                    <a:pt x="9029106" y="2653167"/>
                  </a:lnTo>
                </a:path>
                <a:path w="9157970" h="2653665">
                  <a:moveTo>
                    <a:pt x="9027322" y="419998"/>
                  </a:moveTo>
                  <a:lnTo>
                    <a:pt x="9029106" y="419998"/>
                  </a:lnTo>
                </a:path>
                <a:path w="9157970" h="2653665">
                  <a:moveTo>
                    <a:pt x="9042136" y="2653167"/>
                  </a:moveTo>
                  <a:lnTo>
                    <a:pt x="9029106" y="2653167"/>
                  </a:lnTo>
                </a:path>
                <a:path w="9157970" h="2653665">
                  <a:moveTo>
                    <a:pt x="9042136" y="419998"/>
                  </a:moveTo>
                  <a:lnTo>
                    <a:pt x="9029106" y="419998"/>
                  </a:lnTo>
                </a:path>
                <a:path w="9157970" h="2653665">
                  <a:moveTo>
                    <a:pt x="8963488" y="2653167"/>
                  </a:moveTo>
                  <a:lnTo>
                    <a:pt x="8965194" y="2653167"/>
                  </a:lnTo>
                </a:path>
                <a:path w="9157970" h="2653665">
                  <a:moveTo>
                    <a:pt x="8963488" y="419998"/>
                  </a:moveTo>
                  <a:lnTo>
                    <a:pt x="8965194" y="419998"/>
                  </a:lnTo>
                </a:path>
                <a:path w="9157970" h="2653665">
                  <a:moveTo>
                    <a:pt x="8978302" y="2653167"/>
                  </a:moveTo>
                  <a:lnTo>
                    <a:pt x="8965194" y="2653167"/>
                  </a:lnTo>
                </a:path>
                <a:path w="9157970" h="2653665">
                  <a:moveTo>
                    <a:pt x="8978302" y="419998"/>
                  </a:moveTo>
                  <a:lnTo>
                    <a:pt x="8965194" y="419998"/>
                  </a:lnTo>
                </a:path>
                <a:path w="9157970" h="2653665">
                  <a:moveTo>
                    <a:pt x="9088596" y="2653167"/>
                  </a:moveTo>
                  <a:lnTo>
                    <a:pt x="9043842" y="2653167"/>
                  </a:lnTo>
                </a:path>
                <a:path w="9157970" h="2653665">
                  <a:moveTo>
                    <a:pt x="9088596" y="419998"/>
                  </a:moveTo>
                  <a:lnTo>
                    <a:pt x="9043842" y="419998"/>
                  </a:lnTo>
                </a:path>
                <a:path w="9157970" h="2653665">
                  <a:moveTo>
                    <a:pt x="9104651" y="419998"/>
                  </a:moveTo>
                  <a:lnTo>
                    <a:pt x="9102790" y="419998"/>
                  </a:lnTo>
                </a:path>
                <a:path w="9157970" h="2653665">
                  <a:moveTo>
                    <a:pt x="9104651" y="419998"/>
                  </a:moveTo>
                  <a:lnTo>
                    <a:pt x="9107288" y="419998"/>
                  </a:lnTo>
                </a:path>
                <a:path w="9157970" h="2653665">
                  <a:moveTo>
                    <a:pt x="9027322" y="2653167"/>
                  </a:moveTo>
                  <a:lnTo>
                    <a:pt x="8980009" y="2653167"/>
                  </a:lnTo>
                </a:path>
                <a:path w="9157970" h="2653665">
                  <a:moveTo>
                    <a:pt x="9027322" y="419998"/>
                  </a:moveTo>
                  <a:lnTo>
                    <a:pt x="8980009" y="419998"/>
                  </a:lnTo>
                </a:path>
                <a:path w="9157970" h="2653665">
                  <a:moveTo>
                    <a:pt x="9043842" y="2653167"/>
                  </a:moveTo>
                  <a:lnTo>
                    <a:pt x="9042136" y="2653167"/>
                  </a:lnTo>
                </a:path>
                <a:path w="9157970" h="2653665">
                  <a:moveTo>
                    <a:pt x="9043842" y="419998"/>
                  </a:moveTo>
                  <a:lnTo>
                    <a:pt x="9042136" y="419998"/>
                  </a:lnTo>
                </a:path>
                <a:path w="9157970" h="2653665">
                  <a:moveTo>
                    <a:pt x="9107288" y="419998"/>
                  </a:moveTo>
                  <a:lnTo>
                    <a:pt x="9117139" y="419998"/>
                  </a:lnTo>
                </a:path>
                <a:path w="9157970" h="2653665">
                  <a:moveTo>
                    <a:pt x="8980009" y="2653167"/>
                  </a:moveTo>
                  <a:lnTo>
                    <a:pt x="8978302" y="2653167"/>
                  </a:lnTo>
                </a:path>
                <a:path w="9157970" h="2653665">
                  <a:moveTo>
                    <a:pt x="8980009" y="419998"/>
                  </a:moveTo>
                  <a:lnTo>
                    <a:pt x="8978302" y="419998"/>
                  </a:lnTo>
                </a:path>
                <a:path w="9157970" h="2653665">
                  <a:moveTo>
                    <a:pt x="9088596" y="419998"/>
                  </a:moveTo>
                  <a:lnTo>
                    <a:pt x="9102790" y="419998"/>
                  </a:lnTo>
                </a:path>
                <a:path w="9157970" h="2653665">
                  <a:moveTo>
                    <a:pt x="8919433" y="419998"/>
                  </a:moveTo>
                  <a:lnTo>
                    <a:pt x="8907488" y="419998"/>
                  </a:lnTo>
                </a:path>
                <a:path w="9157970" h="2653665">
                  <a:moveTo>
                    <a:pt x="8963488" y="2653167"/>
                  </a:moveTo>
                  <a:lnTo>
                    <a:pt x="8919433" y="2653167"/>
                  </a:lnTo>
                </a:path>
                <a:path w="9157970" h="2653665">
                  <a:moveTo>
                    <a:pt x="8963488" y="419998"/>
                  </a:moveTo>
                  <a:lnTo>
                    <a:pt x="8919433" y="419998"/>
                  </a:lnTo>
                </a:path>
                <a:path w="9157970" h="2653665">
                  <a:moveTo>
                    <a:pt x="8399069" y="2653167"/>
                  </a:moveTo>
                  <a:lnTo>
                    <a:pt x="8351756" y="2653167"/>
                  </a:lnTo>
                </a:path>
                <a:path w="9157970" h="2653665">
                  <a:moveTo>
                    <a:pt x="8350049" y="2653167"/>
                  </a:moveTo>
                  <a:lnTo>
                    <a:pt x="8336941" y="2653167"/>
                  </a:lnTo>
                  <a:lnTo>
                    <a:pt x="8335235" y="2653167"/>
                  </a:lnTo>
                </a:path>
                <a:path w="9157970" h="2653665">
                  <a:moveTo>
                    <a:pt x="8413883" y="2653167"/>
                  </a:moveTo>
                  <a:lnTo>
                    <a:pt x="8400853" y="2653167"/>
                  </a:lnTo>
                </a:path>
                <a:path w="9157970" h="2653665">
                  <a:moveTo>
                    <a:pt x="8460343" y="2653167"/>
                  </a:moveTo>
                  <a:lnTo>
                    <a:pt x="8415589" y="2653167"/>
                  </a:lnTo>
                </a:path>
                <a:path w="9157970" h="2653665">
                  <a:moveTo>
                    <a:pt x="8351756" y="2653167"/>
                  </a:moveTo>
                  <a:lnTo>
                    <a:pt x="8350049" y="2653167"/>
                  </a:lnTo>
                </a:path>
                <a:path w="9157970" h="2653665">
                  <a:moveTo>
                    <a:pt x="8399069" y="2653167"/>
                  </a:moveTo>
                  <a:lnTo>
                    <a:pt x="8400853" y="2653167"/>
                  </a:lnTo>
                </a:path>
                <a:path w="9157970" h="2653665">
                  <a:moveTo>
                    <a:pt x="8415589" y="2653167"/>
                  </a:moveTo>
                  <a:lnTo>
                    <a:pt x="8413883" y="2653167"/>
                  </a:lnTo>
                </a:path>
                <a:path w="9157970" h="2653665">
                  <a:moveTo>
                    <a:pt x="9119853" y="419998"/>
                  </a:moveTo>
                  <a:lnTo>
                    <a:pt x="9121715" y="419998"/>
                  </a:lnTo>
                </a:path>
                <a:path w="9157970" h="2653665">
                  <a:moveTo>
                    <a:pt x="9119853" y="419998"/>
                  </a:moveTo>
                  <a:lnTo>
                    <a:pt x="9117139" y="419998"/>
                  </a:lnTo>
                </a:path>
                <a:path w="9157970" h="2653665">
                  <a:moveTo>
                    <a:pt x="9139011" y="419998"/>
                  </a:moveTo>
                  <a:lnTo>
                    <a:pt x="9133582" y="419998"/>
                  </a:lnTo>
                  <a:lnTo>
                    <a:pt x="9121715" y="419998"/>
                  </a:lnTo>
                </a:path>
                <a:path w="9157970" h="2653665">
                  <a:moveTo>
                    <a:pt x="8350049" y="419998"/>
                  </a:moveTo>
                  <a:lnTo>
                    <a:pt x="8336941" y="419998"/>
                  </a:lnTo>
                  <a:lnTo>
                    <a:pt x="8335235" y="419998"/>
                  </a:lnTo>
                  <a:lnTo>
                    <a:pt x="8297850" y="419998"/>
                  </a:lnTo>
                </a:path>
                <a:path w="9157970" h="2653665">
                  <a:moveTo>
                    <a:pt x="8484077" y="419998"/>
                  </a:moveTo>
                  <a:lnTo>
                    <a:pt x="8480431" y="419998"/>
                  </a:lnTo>
                </a:path>
                <a:path w="9157970" h="2653665">
                  <a:moveTo>
                    <a:pt x="8474149" y="419998"/>
                  </a:moveTo>
                  <a:lnTo>
                    <a:pt x="8472287" y="419998"/>
                  </a:lnTo>
                  <a:lnTo>
                    <a:pt x="8460343" y="419998"/>
                  </a:lnTo>
                </a:path>
                <a:path w="9157970" h="2653665">
                  <a:moveTo>
                    <a:pt x="8415589" y="419998"/>
                  </a:moveTo>
                  <a:lnTo>
                    <a:pt x="8413883" y="419998"/>
                  </a:lnTo>
                </a:path>
                <a:path w="9157970" h="2653665">
                  <a:moveTo>
                    <a:pt x="8486791" y="419998"/>
                  </a:moveTo>
                  <a:lnTo>
                    <a:pt x="8484077" y="419998"/>
                  </a:lnTo>
                </a:path>
                <a:path w="9157970" h="2653665">
                  <a:moveTo>
                    <a:pt x="8400853" y="419998"/>
                  </a:moveTo>
                  <a:lnTo>
                    <a:pt x="8399069" y="419998"/>
                  </a:lnTo>
                  <a:lnTo>
                    <a:pt x="8351756" y="419998"/>
                  </a:lnTo>
                </a:path>
                <a:path w="9157970" h="2653665">
                  <a:moveTo>
                    <a:pt x="8460343" y="419998"/>
                  </a:moveTo>
                  <a:lnTo>
                    <a:pt x="8415589" y="419998"/>
                  </a:lnTo>
                </a:path>
                <a:path w="9157970" h="2653665">
                  <a:moveTo>
                    <a:pt x="8476786" y="419998"/>
                  </a:moveTo>
                  <a:lnTo>
                    <a:pt x="8480431" y="419998"/>
                  </a:lnTo>
                </a:path>
                <a:path w="9157970" h="2653665">
                  <a:moveTo>
                    <a:pt x="8413883" y="419998"/>
                  </a:moveTo>
                  <a:lnTo>
                    <a:pt x="8400853" y="419998"/>
                  </a:lnTo>
                </a:path>
                <a:path w="9157970" h="2653665">
                  <a:moveTo>
                    <a:pt x="8474149" y="419998"/>
                  </a:moveTo>
                  <a:lnTo>
                    <a:pt x="8476786" y="419998"/>
                  </a:lnTo>
                </a:path>
                <a:path w="9157970" h="2653665">
                  <a:moveTo>
                    <a:pt x="8351756" y="419998"/>
                  </a:moveTo>
                  <a:lnTo>
                    <a:pt x="8350049" y="419998"/>
                  </a:lnTo>
                </a:path>
                <a:path w="9157970" h="2653665">
                  <a:moveTo>
                    <a:pt x="8896862" y="2653167"/>
                  </a:moveTo>
                  <a:lnTo>
                    <a:pt x="8899267" y="2653167"/>
                  </a:lnTo>
                  <a:lnTo>
                    <a:pt x="8901671" y="2653167"/>
                  </a:lnTo>
                </a:path>
                <a:path w="9157970" h="2653665">
                  <a:moveTo>
                    <a:pt x="8689849" y="2653167"/>
                  </a:moveTo>
                  <a:lnTo>
                    <a:pt x="8692253" y="2653167"/>
                  </a:lnTo>
                </a:path>
                <a:path w="9157970" h="2653665">
                  <a:moveTo>
                    <a:pt x="8480431" y="2653167"/>
                  </a:moveTo>
                  <a:lnTo>
                    <a:pt x="8482836" y="2653167"/>
                  </a:lnTo>
                </a:path>
                <a:path w="9157970" h="2653665">
                  <a:moveTo>
                    <a:pt x="8687445" y="2653167"/>
                  </a:moveTo>
                  <a:lnTo>
                    <a:pt x="8689849" y="2653167"/>
                  </a:lnTo>
                </a:path>
                <a:path w="9157970" h="2653665">
                  <a:moveTo>
                    <a:pt x="8478027" y="2653167"/>
                  </a:moveTo>
                  <a:lnTo>
                    <a:pt x="8480431" y="2653167"/>
                  </a:lnTo>
                </a:path>
                <a:path w="9157970" h="2653665">
                  <a:moveTo>
                    <a:pt x="7645553" y="419998"/>
                  </a:moveTo>
                  <a:lnTo>
                    <a:pt x="7647414" y="419998"/>
                  </a:lnTo>
                </a:path>
                <a:path w="9157970" h="2653665">
                  <a:moveTo>
                    <a:pt x="7842328" y="419998"/>
                  </a:moveTo>
                  <a:lnTo>
                    <a:pt x="7840466" y="419998"/>
                  </a:lnTo>
                </a:path>
                <a:path w="9157970" h="2653665">
                  <a:moveTo>
                    <a:pt x="8051746" y="419998"/>
                  </a:moveTo>
                  <a:lnTo>
                    <a:pt x="8049884" y="419998"/>
                  </a:lnTo>
                </a:path>
                <a:path w="9157970" h="2653665">
                  <a:moveTo>
                    <a:pt x="7767325" y="2653167"/>
                  </a:moveTo>
                  <a:lnTo>
                    <a:pt x="7719935" y="2653167"/>
                  </a:lnTo>
                </a:path>
                <a:path w="9157970" h="2653665">
                  <a:moveTo>
                    <a:pt x="7767325" y="419998"/>
                  </a:moveTo>
                  <a:lnTo>
                    <a:pt x="7719935" y="419998"/>
                  </a:lnTo>
                </a:path>
                <a:path w="9157970" h="2653665">
                  <a:moveTo>
                    <a:pt x="7782140" y="2653167"/>
                  </a:moveTo>
                  <a:lnTo>
                    <a:pt x="7769032" y="2653167"/>
                  </a:lnTo>
                </a:path>
                <a:path w="9157970" h="2653665">
                  <a:moveTo>
                    <a:pt x="7782140" y="419998"/>
                  </a:moveTo>
                  <a:lnTo>
                    <a:pt x="7769032" y="419998"/>
                  </a:lnTo>
                </a:path>
                <a:path w="9157970" h="2653665">
                  <a:moveTo>
                    <a:pt x="7854970" y="419998"/>
                  </a:moveTo>
                  <a:lnTo>
                    <a:pt x="7856832" y="419998"/>
                  </a:lnTo>
                </a:path>
                <a:path w="9157970" h="2653665">
                  <a:moveTo>
                    <a:pt x="7912909" y="2653167"/>
                  </a:moveTo>
                  <a:lnTo>
                    <a:pt x="7914616" y="2653167"/>
                  </a:lnTo>
                </a:path>
                <a:path w="9157970" h="2653665">
                  <a:moveTo>
                    <a:pt x="7912909" y="419998"/>
                  </a:moveTo>
                  <a:lnTo>
                    <a:pt x="7914616" y="419998"/>
                  </a:lnTo>
                </a:path>
                <a:path w="9157970" h="2653665">
                  <a:moveTo>
                    <a:pt x="7927646" y="2653167"/>
                  </a:moveTo>
                  <a:lnTo>
                    <a:pt x="7914616" y="2653167"/>
                  </a:lnTo>
                </a:path>
                <a:path w="9157970" h="2653665">
                  <a:moveTo>
                    <a:pt x="7927646" y="419998"/>
                  </a:moveTo>
                  <a:lnTo>
                    <a:pt x="7914616" y="419998"/>
                  </a:lnTo>
                </a:path>
                <a:path w="9157970" h="2653665">
                  <a:moveTo>
                    <a:pt x="7991557" y="2653167"/>
                  </a:moveTo>
                  <a:lnTo>
                    <a:pt x="7978449" y="2653167"/>
                  </a:lnTo>
                </a:path>
                <a:path w="9157970" h="2653665">
                  <a:moveTo>
                    <a:pt x="7991557" y="419998"/>
                  </a:moveTo>
                  <a:lnTo>
                    <a:pt x="7978449" y="419998"/>
                  </a:lnTo>
                </a:path>
                <a:path w="9157970" h="2653665">
                  <a:moveTo>
                    <a:pt x="8038017" y="2653167"/>
                  </a:moveTo>
                  <a:lnTo>
                    <a:pt x="7993264" y="2653167"/>
                  </a:lnTo>
                </a:path>
                <a:path w="9157970" h="2653665">
                  <a:moveTo>
                    <a:pt x="8038017" y="419998"/>
                  </a:moveTo>
                  <a:lnTo>
                    <a:pt x="7993264" y="419998"/>
                  </a:lnTo>
                </a:path>
                <a:path w="9157970" h="2653665">
                  <a:moveTo>
                    <a:pt x="8038017" y="419998"/>
                  </a:moveTo>
                  <a:lnTo>
                    <a:pt x="8049884" y="419998"/>
                  </a:lnTo>
                </a:path>
                <a:path w="9157970" h="2653665">
                  <a:moveTo>
                    <a:pt x="7718228" y="2653167"/>
                  </a:moveTo>
                  <a:lnTo>
                    <a:pt x="7705198" y="2653167"/>
                  </a:lnTo>
                </a:path>
                <a:path w="9157970" h="2653665">
                  <a:moveTo>
                    <a:pt x="7718228" y="419998"/>
                  </a:moveTo>
                  <a:lnTo>
                    <a:pt x="7705198" y="419998"/>
                  </a:lnTo>
                </a:path>
                <a:path w="9157970" h="2653665">
                  <a:moveTo>
                    <a:pt x="7659359" y="419998"/>
                  </a:moveTo>
                  <a:lnTo>
                    <a:pt x="7647414" y="419998"/>
                  </a:lnTo>
                </a:path>
                <a:path w="9157970" h="2653665">
                  <a:moveTo>
                    <a:pt x="7719935" y="2653167"/>
                  </a:moveTo>
                  <a:lnTo>
                    <a:pt x="7718228" y="2653167"/>
                  </a:lnTo>
                </a:path>
                <a:path w="9157970" h="2653665">
                  <a:moveTo>
                    <a:pt x="7719935" y="419998"/>
                  </a:moveTo>
                  <a:lnTo>
                    <a:pt x="7718228" y="419998"/>
                  </a:lnTo>
                </a:path>
                <a:path w="9157970" h="2653665">
                  <a:moveTo>
                    <a:pt x="7783846" y="2653167"/>
                  </a:moveTo>
                  <a:lnTo>
                    <a:pt x="7782140" y="2653167"/>
                  </a:lnTo>
                </a:path>
                <a:path w="9157970" h="2653665">
                  <a:moveTo>
                    <a:pt x="7783846" y="419998"/>
                  </a:moveTo>
                  <a:lnTo>
                    <a:pt x="7782140" y="419998"/>
                  </a:lnTo>
                </a:path>
                <a:path w="9157970" h="2653665">
                  <a:moveTo>
                    <a:pt x="7828599" y="2653167"/>
                  </a:moveTo>
                  <a:lnTo>
                    <a:pt x="7783846" y="2653167"/>
                  </a:lnTo>
                </a:path>
                <a:path w="9157970" h="2653665">
                  <a:moveTo>
                    <a:pt x="7828599" y="419998"/>
                  </a:moveTo>
                  <a:lnTo>
                    <a:pt x="7783846" y="419998"/>
                  </a:lnTo>
                </a:path>
                <a:path w="9157970" h="2653665">
                  <a:moveTo>
                    <a:pt x="7842328" y="419998"/>
                  </a:moveTo>
                  <a:lnTo>
                    <a:pt x="7845042" y="419998"/>
                  </a:lnTo>
                </a:path>
                <a:path w="9157970" h="2653665">
                  <a:moveTo>
                    <a:pt x="7854970" y="419998"/>
                  </a:moveTo>
                  <a:lnTo>
                    <a:pt x="7852333" y="419998"/>
                  </a:lnTo>
                </a:path>
                <a:path w="9157970" h="2653665">
                  <a:moveTo>
                    <a:pt x="7912909" y="2653167"/>
                  </a:moveTo>
                  <a:lnTo>
                    <a:pt x="7868776" y="2653167"/>
                  </a:lnTo>
                </a:path>
                <a:path w="9157970" h="2653665">
                  <a:moveTo>
                    <a:pt x="7912909" y="419998"/>
                  </a:moveTo>
                  <a:lnTo>
                    <a:pt x="7868776" y="419998"/>
                  </a:lnTo>
                </a:path>
                <a:path w="9157970" h="2653665">
                  <a:moveTo>
                    <a:pt x="7976743" y="2653167"/>
                  </a:moveTo>
                  <a:lnTo>
                    <a:pt x="7929353" y="2653167"/>
                  </a:lnTo>
                </a:path>
                <a:path w="9157970" h="2653665">
                  <a:moveTo>
                    <a:pt x="7976743" y="419998"/>
                  </a:moveTo>
                  <a:lnTo>
                    <a:pt x="7929353" y="419998"/>
                  </a:lnTo>
                </a:path>
                <a:path w="9157970" h="2653665">
                  <a:moveTo>
                    <a:pt x="8054460" y="419998"/>
                  </a:moveTo>
                  <a:lnTo>
                    <a:pt x="8058106" y="419998"/>
                  </a:lnTo>
                </a:path>
                <a:path w="9157970" h="2653665">
                  <a:moveTo>
                    <a:pt x="8061751" y="419998"/>
                  </a:moveTo>
                  <a:lnTo>
                    <a:pt x="8058106" y="419998"/>
                  </a:lnTo>
                </a:path>
                <a:path w="9157970" h="2653665">
                  <a:moveTo>
                    <a:pt x="8051746" y="419998"/>
                  </a:moveTo>
                  <a:lnTo>
                    <a:pt x="8054460" y="419998"/>
                  </a:lnTo>
                </a:path>
                <a:path w="9157970" h="2653665">
                  <a:moveTo>
                    <a:pt x="8064388" y="419998"/>
                  </a:moveTo>
                  <a:lnTo>
                    <a:pt x="8061751" y="419998"/>
                  </a:lnTo>
                </a:path>
                <a:path w="9157970" h="2653665">
                  <a:moveTo>
                    <a:pt x="7852333" y="419998"/>
                  </a:moveTo>
                  <a:lnTo>
                    <a:pt x="7848688" y="419998"/>
                  </a:lnTo>
                </a:path>
                <a:path w="9157970" h="2653665">
                  <a:moveTo>
                    <a:pt x="8064388" y="419998"/>
                  </a:moveTo>
                  <a:lnTo>
                    <a:pt x="8066250" y="419998"/>
                  </a:lnTo>
                </a:path>
                <a:path w="9157970" h="2653665">
                  <a:moveTo>
                    <a:pt x="7929353" y="2653167"/>
                  </a:moveTo>
                  <a:lnTo>
                    <a:pt x="7927646" y="2653167"/>
                  </a:lnTo>
                </a:path>
                <a:path w="9157970" h="2653665">
                  <a:moveTo>
                    <a:pt x="7929353" y="419998"/>
                  </a:moveTo>
                  <a:lnTo>
                    <a:pt x="7927646" y="419998"/>
                  </a:lnTo>
                </a:path>
                <a:path w="9157970" h="2653665">
                  <a:moveTo>
                    <a:pt x="7703492" y="2653167"/>
                  </a:moveTo>
                  <a:lnTo>
                    <a:pt x="7659359" y="2653167"/>
                  </a:lnTo>
                </a:path>
                <a:path w="9157970" h="2653665">
                  <a:moveTo>
                    <a:pt x="7703492" y="419998"/>
                  </a:moveTo>
                  <a:lnTo>
                    <a:pt x="7659359" y="419998"/>
                  </a:lnTo>
                </a:path>
                <a:path w="9157970" h="2653665">
                  <a:moveTo>
                    <a:pt x="7845042" y="419998"/>
                  </a:moveTo>
                  <a:lnTo>
                    <a:pt x="7848688" y="419998"/>
                  </a:lnTo>
                </a:path>
                <a:path w="9157970" h="2653665">
                  <a:moveTo>
                    <a:pt x="7828599" y="419998"/>
                  </a:moveTo>
                  <a:lnTo>
                    <a:pt x="7840466" y="419998"/>
                  </a:lnTo>
                </a:path>
                <a:path w="9157970" h="2653665">
                  <a:moveTo>
                    <a:pt x="7703492" y="2653167"/>
                  </a:moveTo>
                  <a:lnTo>
                    <a:pt x="7705198" y="2653167"/>
                  </a:lnTo>
                </a:path>
                <a:path w="9157970" h="2653665">
                  <a:moveTo>
                    <a:pt x="7703492" y="419998"/>
                  </a:moveTo>
                  <a:lnTo>
                    <a:pt x="7705198" y="419998"/>
                  </a:lnTo>
                </a:path>
                <a:path w="9157970" h="2653665">
                  <a:moveTo>
                    <a:pt x="7767325" y="2653167"/>
                  </a:moveTo>
                  <a:lnTo>
                    <a:pt x="7769032" y="2653167"/>
                  </a:lnTo>
                </a:path>
                <a:path w="9157970" h="2653665">
                  <a:moveTo>
                    <a:pt x="7767325" y="419998"/>
                  </a:moveTo>
                  <a:lnTo>
                    <a:pt x="7769032" y="419998"/>
                  </a:lnTo>
                </a:path>
                <a:path w="9157970" h="2653665">
                  <a:moveTo>
                    <a:pt x="7868776" y="419998"/>
                  </a:moveTo>
                  <a:lnTo>
                    <a:pt x="7856832" y="419998"/>
                  </a:lnTo>
                </a:path>
                <a:path w="9157970" h="2653665">
                  <a:moveTo>
                    <a:pt x="7976743" y="2653167"/>
                  </a:moveTo>
                  <a:lnTo>
                    <a:pt x="7978449" y="2653167"/>
                  </a:lnTo>
                </a:path>
                <a:path w="9157970" h="2653665">
                  <a:moveTo>
                    <a:pt x="7976743" y="419998"/>
                  </a:moveTo>
                  <a:lnTo>
                    <a:pt x="7978449" y="419998"/>
                  </a:lnTo>
                </a:path>
                <a:path w="9157970" h="2653665">
                  <a:moveTo>
                    <a:pt x="7993264" y="2653167"/>
                  </a:moveTo>
                  <a:lnTo>
                    <a:pt x="7991557" y="2653167"/>
                  </a:lnTo>
                </a:path>
                <a:path w="9157970" h="2653665">
                  <a:moveTo>
                    <a:pt x="7993264" y="419998"/>
                  </a:moveTo>
                  <a:lnTo>
                    <a:pt x="7991557" y="419998"/>
                  </a:lnTo>
                </a:path>
                <a:path w="9157970" h="2653665">
                  <a:moveTo>
                    <a:pt x="8186161" y="2653167"/>
                  </a:moveTo>
                  <a:lnTo>
                    <a:pt x="8187867" y="2653167"/>
                  </a:lnTo>
                </a:path>
                <a:path w="9157970" h="2653665">
                  <a:moveTo>
                    <a:pt x="8186161" y="419998"/>
                  </a:moveTo>
                  <a:lnTo>
                    <a:pt x="8187867" y="419998"/>
                  </a:lnTo>
                </a:path>
                <a:path w="9157970" h="2653665">
                  <a:moveTo>
                    <a:pt x="8200975" y="2653167"/>
                  </a:moveTo>
                  <a:lnTo>
                    <a:pt x="8187867" y="2653167"/>
                  </a:lnTo>
                </a:path>
                <a:path w="9157970" h="2653665">
                  <a:moveTo>
                    <a:pt x="8200975" y="419998"/>
                  </a:moveTo>
                  <a:lnTo>
                    <a:pt x="8187867" y="419998"/>
                  </a:lnTo>
                </a:path>
                <a:path w="9157970" h="2653665">
                  <a:moveTo>
                    <a:pt x="8122327" y="2653167"/>
                  </a:moveTo>
                  <a:lnTo>
                    <a:pt x="8124033" y="2653167"/>
                  </a:lnTo>
                </a:path>
                <a:path w="9157970" h="2653665">
                  <a:moveTo>
                    <a:pt x="8122327" y="419998"/>
                  </a:moveTo>
                  <a:lnTo>
                    <a:pt x="8124033" y="419998"/>
                  </a:lnTo>
                </a:path>
                <a:path w="9157970" h="2653665">
                  <a:moveTo>
                    <a:pt x="8137064" y="2653167"/>
                  </a:moveTo>
                  <a:lnTo>
                    <a:pt x="8124033" y="2653167"/>
                  </a:lnTo>
                </a:path>
                <a:path w="9157970" h="2653665">
                  <a:moveTo>
                    <a:pt x="8137064" y="419998"/>
                  </a:moveTo>
                  <a:lnTo>
                    <a:pt x="8124033" y="419998"/>
                  </a:lnTo>
                </a:path>
                <a:path w="9157970" h="2653665">
                  <a:moveTo>
                    <a:pt x="8247435" y="2653167"/>
                  </a:moveTo>
                  <a:lnTo>
                    <a:pt x="8202681" y="2653167"/>
                  </a:lnTo>
                </a:path>
                <a:path w="9157970" h="2653665">
                  <a:moveTo>
                    <a:pt x="8247435" y="419998"/>
                  </a:moveTo>
                  <a:lnTo>
                    <a:pt x="8202681" y="419998"/>
                  </a:lnTo>
                </a:path>
                <a:path w="9157970" h="2653665">
                  <a:moveTo>
                    <a:pt x="8263413" y="419998"/>
                  </a:moveTo>
                  <a:lnTo>
                    <a:pt x="8261551" y="419998"/>
                  </a:lnTo>
                </a:path>
                <a:path w="9157970" h="2653665">
                  <a:moveTo>
                    <a:pt x="8263413" y="419998"/>
                  </a:moveTo>
                  <a:lnTo>
                    <a:pt x="8266127" y="419998"/>
                  </a:lnTo>
                </a:path>
                <a:path w="9157970" h="2653665">
                  <a:moveTo>
                    <a:pt x="8186161" y="2653167"/>
                  </a:moveTo>
                  <a:lnTo>
                    <a:pt x="8138770" y="2653167"/>
                  </a:lnTo>
                </a:path>
                <a:path w="9157970" h="2653665">
                  <a:moveTo>
                    <a:pt x="8186161" y="419998"/>
                  </a:moveTo>
                  <a:lnTo>
                    <a:pt x="8138770" y="419998"/>
                  </a:lnTo>
                </a:path>
                <a:path w="9157970" h="2653665">
                  <a:moveTo>
                    <a:pt x="8202681" y="2653167"/>
                  </a:moveTo>
                  <a:lnTo>
                    <a:pt x="8200975" y="2653167"/>
                  </a:lnTo>
                </a:path>
                <a:path w="9157970" h="2653665">
                  <a:moveTo>
                    <a:pt x="8202681" y="419998"/>
                  </a:moveTo>
                  <a:lnTo>
                    <a:pt x="8200975" y="419998"/>
                  </a:lnTo>
                </a:path>
                <a:path w="9157970" h="2653665">
                  <a:moveTo>
                    <a:pt x="8266127" y="419998"/>
                  </a:moveTo>
                  <a:lnTo>
                    <a:pt x="8275978" y="419998"/>
                  </a:lnTo>
                </a:path>
                <a:path w="9157970" h="2653665">
                  <a:moveTo>
                    <a:pt x="8138770" y="2653167"/>
                  </a:moveTo>
                  <a:lnTo>
                    <a:pt x="8137064" y="2653167"/>
                  </a:lnTo>
                </a:path>
                <a:path w="9157970" h="2653665">
                  <a:moveTo>
                    <a:pt x="8138770" y="419998"/>
                  </a:moveTo>
                  <a:lnTo>
                    <a:pt x="8137064" y="419998"/>
                  </a:lnTo>
                </a:path>
                <a:path w="9157970" h="2653665">
                  <a:moveTo>
                    <a:pt x="8247435" y="419998"/>
                  </a:moveTo>
                  <a:lnTo>
                    <a:pt x="8261551" y="419998"/>
                  </a:lnTo>
                </a:path>
                <a:path w="9157970" h="2653665">
                  <a:moveTo>
                    <a:pt x="8078194" y="419998"/>
                  </a:moveTo>
                  <a:lnTo>
                    <a:pt x="8066250" y="419998"/>
                  </a:lnTo>
                </a:path>
                <a:path w="9157970" h="2653665">
                  <a:moveTo>
                    <a:pt x="8122327" y="2653167"/>
                  </a:moveTo>
                  <a:lnTo>
                    <a:pt x="8078194" y="2653167"/>
                  </a:lnTo>
                </a:path>
                <a:path w="9157970" h="2653665">
                  <a:moveTo>
                    <a:pt x="8122327" y="419998"/>
                  </a:moveTo>
                  <a:lnTo>
                    <a:pt x="8078194" y="419998"/>
                  </a:lnTo>
                </a:path>
                <a:path w="9157970" h="2653665">
                  <a:moveTo>
                    <a:pt x="8297850" y="2653167"/>
                  </a:moveTo>
                  <a:lnTo>
                    <a:pt x="8292421" y="2653167"/>
                  </a:lnTo>
                </a:path>
                <a:path w="9157970" h="2653665">
                  <a:moveTo>
                    <a:pt x="7557908" y="2653167"/>
                  </a:moveTo>
                  <a:lnTo>
                    <a:pt x="7510517" y="2653167"/>
                  </a:lnTo>
                </a:path>
                <a:path w="9157970" h="2653665">
                  <a:moveTo>
                    <a:pt x="7508811" y="2653167"/>
                  </a:moveTo>
                  <a:lnTo>
                    <a:pt x="7495780" y="2653167"/>
                  </a:lnTo>
                  <a:lnTo>
                    <a:pt x="7494074" y="2653167"/>
                  </a:lnTo>
                </a:path>
                <a:path w="9157970" h="2653665">
                  <a:moveTo>
                    <a:pt x="7572722" y="2653167"/>
                  </a:moveTo>
                  <a:lnTo>
                    <a:pt x="7559614" y="2653167"/>
                  </a:lnTo>
                </a:path>
                <a:path w="9157970" h="2653665">
                  <a:moveTo>
                    <a:pt x="7494074" y="2653167"/>
                  </a:moveTo>
                  <a:lnTo>
                    <a:pt x="7465686" y="2653167"/>
                  </a:lnTo>
                </a:path>
                <a:path w="9157970" h="2653665">
                  <a:moveTo>
                    <a:pt x="7619182" y="2653167"/>
                  </a:moveTo>
                  <a:lnTo>
                    <a:pt x="7574428" y="2653167"/>
                  </a:lnTo>
                </a:path>
                <a:path w="9157970" h="2653665">
                  <a:moveTo>
                    <a:pt x="7510517" y="2653167"/>
                  </a:moveTo>
                  <a:lnTo>
                    <a:pt x="7508811" y="2653167"/>
                  </a:lnTo>
                </a:path>
                <a:path w="9157970" h="2653665">
                  <a:moveTo>
                    <a:pt x="7557908" y="2653167"/>
                  </a:moveTo>
                  <a:lnTo>
                    <a:pt x="7559614" y="2653167"/>
                  </a:lnTo>
                </a:path>
                <a:path w="9157970" h="2653665">
                  <a:moveTo>
                    <a:pt x="7574428" y="2653167"/>
                  </a:moveTo>
                  <a:lnTo>
                    <a:pt x="7572722" y="2653167"/>
                  </a:lnTo>
                </a:path>
                <a:path w="9157970" h="2653665">
                  <a:moveTo>
                    <a:pt x="8297850" y="2653167"/>
                  </a:moveTo>
                  <a:lnTo>
                    <a:pt x="8297850" y="419998"/>
                  </a:lnTo>
                </a:path>
                <a:path w="9157970" h="2653665">
                  <a:moveTo>
                    <a:pt x="8278615" y="419998"/>
                  </a:moveTo>
                  <a:lnTo>
                    <a:pt x="8280476" y="419998"/>
                  </a:lnTo>
                </a:path>
                <a:path w="9157970" h="2653665">
                  <a:moveTo>
                    <a:pt x="8278615" y="419998"/>
                  </a:moveTo>
                  <a:lnTo>
                    <a:pt x="8275978" y="419998"/>
                  </a:lnTo>
                </a:path>
                <a:path w="9157970" h="2653665">
                  <a:moveTo>
                    <a:pt x="8297850" y="419998"/>
                  </a:moveTo>
                  <a:lnTo>
                    <a:pt x="8292421" y="419998"/>
                  </a:lnTo>
                  <a:lnTo>
                    <a:pt x="8280476" y="419998"/>
                  </a:lnTo>
                </a:path>
                <a:path w="9157970" h="2653665">
                  <a:moveTo>
                    <a:pt x="7494074" y="419998"/>
                  </a:moveTo>
                  <a:lnTo>
                    <a:pt x="7495780" y="419998"/>
                  </a:lnTo>
                  <a:lnTo>
                    <a:pt x="7508811" y="419998"/>
                  </a:lnTo>
                </a:path>
                <a:path w="9157970" h="2653665">
                  <a:moveTo>
                    <a:pt x="7642916" y="419998"/>
                  </a:moveTo>
                  <a:lnTo>
                    <a:pt x="7639270" y="419998"/>
                  </a:lnTo>
                </a:path>
                <a:path w="9157970" h="2653665">
                  <a:moveTo>
                    <a:pt x="7632910" y="419998"/>
                  </a:moveTo>
                  <a:lnTo>
                    <a:pt x="7631049" y="419998"/>
                  </a:lnTo>
                  <a:lnTo>
                    <a:pt x="7619182" y="419998"/>
                  </a:lnTo>
                </a:path>
                <a:path w="9157970" h="2653665">
                  <a:moveTo>
                    <a:pt x="7574428" y="419998"/>
                  </a:moveTo>
                  <a:lnTo>
                    <a:pt x="7572722" y="419998"/>
                  </a:lnTo>
                </a:path>
                <a:path w="9157970" h="2653665">
                  <a:moveTo>
                    <a:pt x="7645553" y="419998"/>
                  </a:moveTo>
                  <a:lnTo>
                    <a:pt x="7642916" y="419998"/>
                  </a:lnTo>
                </a:path>
                <a:path w="9157970" h="2653665">
                  <a:moveTo>
                    <a:pt x="7559614" y="419998"/>
                  </a:moveTo>
                  <a:lnTo>
                    <a:pt x="7557908" y="419998"/>
                  </a:lnTo>
                  <a:lnTo>
                    <a:pt x="7510517" y="419998"/>
                  </a:lnTo>
                </a:path>
                <a:path w="9157970" h="2653665">
                  <a:moveTo>
                    <a:pt x="7619182" y="419998"/>
                  </a:moveTo>
                  <a:lnTo>
                    <a:pt x="7574428" y="419998"/>
                  </a:lnTo>
                </a:path>
                <a:path w="9157970" h="2653665">
                  <a:moveTo>
                    <a:pt x="7635625" y="419998"/>
                  </a:moveTo>
                  <a:lnTo>
                    <a:pt x="7639270" y="419998"/>
                  </a:lnTo>
                </a:path>
                <a:path w="9157970" h="2653665">
                  <a:moveTo>
                    <a:pt x="7572722" y="419998"/>
                  </a:moveTo>
                  <a:lnTo>
                    <a:pt x="7559614" y="419998"/>
                  </a:lnTo>
                </a:path>
                <a:path w="9157970" h="2653665">
                  <a:moveTo>
                    <a:pt x="7632910" y="419998"/>
                  </a:moveTo>
                  <a:lnTo>
                    <a:pt x="7635625" y="419998"/>
                  </a:lnTo>
                </a:path>
                <a:path w="9157970" h="2653665">
                  <a:moveTo>
                    <a:pt x="7510517" y="419998"/>
                  </a:moveTo>
                  <a:lnTo>
                    <a:pt x="7508811" y="419998"/>
                  </a:lnTo>
                </a:path>
                <a:path w="9157970" h="2653665">
                  <a:moveTo>
                    <a:pt x="8055701" y="2653167"/>
                  </a:moveTo>
                  <a:lnTo>
                    <a:pt x="8058106" y="2653167"/>
                  </a:lnTo>
                  <a:lnTo>
                    <a:pt x="8060510" y="2653167"/>
                  </a:lnTo>
                </a:path>
                <a:path w="9157970" h="2653665">
                  <a:moveTo>
                    <a:pt x="7848688" y="2653167"/>
                  </a:moveTo>
                  <a:lnTo>
                    <a:pt x="7851092" y="2653167"/>
                  </a:lnTo>
                </a:path>
                <a:path w="9157970" h="2653665">
                  <a:moveTo>
                    <a:pt x="7639270" y="2653167"/>
                  </a:moveTo>
                  <a:lnTo>
                    <a:pt x="7641675" y="2653167"/>
                  </a:lnTo>
                </a:path>
                <a:path w="9157970" h="2653665">
                  <a:moveTo>
                    <a:pt x="7846283" y="2653167"/>
                  </a:moveTo>
                  <a:lnTo>
                    <a:pt x="7848688" y="2653167"/>
                  </a:lnTo>
                </a:path>
                <a:path w="9157970" h="2653665">
                  <a:moveTo>
                    <a:pt x="7636866" y="2653167"/>
                  </a:moveTo>
                  <a:lnTo>
                    <a:pt x="7639270" y="2653167"/>
                  </a:lnTo>
                </a:path>
                <a:path w="9157970" h="2653665">
                  <a:moveTo>
                    <a:pt x="5034680" y="0"/>
                  </a:moveTo>
                  <a:lnTo>
                    <a:pt x="5036549" y="0"/>
                  </a:lnTo>
                </a:path>
                <a:path w="9157970" h="2653665">
                  <a:moveTo>
                    <a:pt x="5231432" y="0"/>
                  </a:moveTo>
                  <a:lnTo>
                    <a:pt x="5229571" y="0"/>
                  </a:lnTo>
                </a:path>
                <a:path w="9157970" h="2653665">
                  <a:moveTo>
                    <a:pt x="5440850" y="0"/>
                  </a:moveTo>
                  <a:lnTo>
                    <a:pt x="5438988" y="0"/>
                  </a:lnTo>
                </a:path>
                <a:path w="9157970" h="2653665">
                  <a:moveTo>
                    <a:pt x="5156391" y="2233711"/>
                  </a:moveTo>
                  <a:lnTo>
                    <a:pt x="5109031" y="2233711"/>
                  </a:lnTo>
                </a:path>
                <a:path w="9157970" h="2653665">
                  <a:moveTo>
                    <a:pt x="5156391" y="0"/>
                  </a:moveTo>
                  <a:lnTo>
                    <a:pt x="5109031" y="0"/>
                  </a:lnTo>
                </a:path>
                <a:path w="9157970" h="2653665">
                  <a:moveTo>
                    <a:pt x="5171166" y="0"/>
                  </a:moveTo>
                  <a:lnTo>
                    <a:pt x="5158105" y="0"/>
                  </a:lnTo>
                </a:path>
                <a:path w="9157970" h="2653665">
                  <a:moveTo>
                    <a:pt x="5244075" y="0"/>
                  </a:moveTo>
                  <a:lnTo>
                    <a:pt x="5245936" y="0"/>
                  </a:lnTo>
                </a:path>
                <a:path w="9157970" h="2653665">
                  <a:moveTo>
                    <a:pt x="5301936" y="2233711"/>
                  </a:moveTo>
                  <a:lnTo>
                    <a:pt x="5303642" y="2233711"/>
                  </a:lnTo>
                </a:path>
                <a:path w="9157970" h="2653665">
                  <a:moveTo>
                    <a:pt x="5301936" y="0"/>
                  </a:moveTo>
                  <a:lnTo>
                    <a:pt x="5303642" y="0"/>
                  </a:lnTo>
                </a:path>
                <a:path w="9157970" h="2653665">
                  <a:moveTo>
                    <a:pt x="5316750" y="0"/>
                  </a:moveTo>
                  <a:lnTo>
                    <a:pt x="5303642" y="0"/>
                  </a:lnTo>
                </a:path>
                <a:path w="9157970" h="2653665">
                  <a:moveTo>
                    <a:pt x="5380584" y="0"/>
                  </a:moveTo>
                  <a:lnTo>
                    <a:pt x="5367554" y="0"/>
                  </a:lnTo>
                </a:path>
                <a:path w="9157970" h="2653665">
                  <a:moveTo>
                    <a:pt x="5427044" y="2233711"/>
                  </a:moveTo>
                  <a:lnTo>
                    <a:pt x="5382290" y="2233711"/>
                  </a:lnTo>
                </a:path>
                <a:path w="9157970" h="2653665">
                  <a:moveTo>
                    <a:pt x="5427044" y="0"/>
                  </a:moveTo>
                  <a:lnTo>
                    <a:pt x="5382290" y="0"/>
                  </a:lnTo>
                </a:path>
                <a:path w="9157970" h="2653665">
                  <a:moveTo>
                    <a:pt x="5107325" y="0"/>
                  </a:moveTo>
                  <a:lnTo>
                    <a:pt x="5094232" y="0"/>
                  </a:lnTo>
                </a:path>
                <a:path w="9157970" h="2653665">
                  <a:moveTo>
                    <a:pt x="5048432" y="0"/>
                  </a:moveTo>
                  <a:lnTo>
                    <a:pt x="5036549" y="0"/>
                  </a:lnTo>
                </a:path>
                <a:path w="9157970" h="2653665">
                  <a:moveTo>
                    <a:pt x="5109031" y="2233711"/>
                  </a:moveTo>
                  <a:lnTo>
                    <a:pt x="5107325" y="2233711"/>
                  </a:lnTo>
                </a:path>
                <a:path w="9157970" h="2653665">
                  <a:moveTo>
                    <a:pt x="5109031" y="0"/>
                  </a:moveTo>
                  <a:lnTo>
                    <a:pt x="5107325" y="0"/>
                  </a:lnTo>
                </a:path>
                <a:path w="9157970" h="2653665">
                  <a:moveTo>
                    <a:pt x="5172873" y="2233711"/>
                  </a:moveTo>
                  <a:lnTo>
                    <a:pt x="5171166" y="2233711"/>
                  </a:lnTo>
                </a:path>
                <a:path w="9157970" h="2653665">
                  <a:moveTo>
                    <a:pt x="5172873" y="0"/>
                  </a:moveTo>
                  <a:lnTo>
                    <a:pt x="5171166" y="0"/>
                  </a:lnTo>
                </a:path>
                <a:path w="9157970" h="2653665">
                  <a:moveTo>
                    <a:pt x="5217626" y="2233711"/>
                  </a:moveTo>
                  <a:lnTo>
                    <a:pt x="5172873" y="2233711"/>
                  </a:lnTo>
                </a:path>
                <a:path w="9157970" h="2653665">
                  <a:moveTo>
                    <a:pt x="5217626" y="0"/>
                  </a:moveTo>
                  <a:lnTo>
                    <a:pt x="5172873" y="0"/>
                  </a:lnTo>
                </a:path>
                <a:path w="9157970" h="2653665">
                  <a:moveTo>
                    <a:pt x="5231432" y="0"/>
                  </a:moveTo>
                  <a:lnTo>
                    <a:pt x="5234147" y="0"/>
                  </a:lnTo>
                </a:path>
                <a:path w="9157970" h="2653665">
                  <a:moveTo>
                    <a:pt x="5244075" y="0"/>
                  </a:moveTo>
                  <a:lnTo>
                    <a:pt x="5241438" y="0"/>
                  </a:lnTo>
                </a:path>
                <a:path w="9157970" h="2653665">
                  <a:moveTo>
                    <a:pt x="5301936" y="2233711"/>
                  </a:moveTo>
                  <a:lnTo>
                    <a:pt x="5257881" y="2233711"/>
                  </a:lnTo>
                </a:path>
                <a:path w="9157970" h="2653665">
                  <a:moveTo>
                    <a:pt x="5301936" y="0"/>
                  </a:moveTo>
                  <a:lnTo>
                    <a:pt x="5257881" y="0"/>
                  </a:lnTo>
                </a:path>
                <a:path w="9157970" h="2653665">
                  <a:moveTo>
                    <a:pt x="5365770" y="2233711"/>
                  </a:moveTo>
                  <a:lnTo>
                    <a:pt x="5318457" y="2233711"/>
                  </a:lnTo>
                </a:path>
                <a:path w="9157970" h="2653665">
                  <a:moveTo>
                    <a:pt x="5365770" y="0"/>
                  </a:moveTo>
                  <a:lnTo>
                    <a:pt x="5318457" y="0"/>
                  </a:lnTo>
                </a:path>
                <a:path w="9157970" h="2653665">
                  <a:moveTo>
                    <a:pt x="5443564" y="0"/>
                  </a:moveTo>
                  <a:lnTo>
                    <a:pt x="5447210" y="0"/>
                  </a:lnTo>
                </a:path>
                <a:path w="9157970" h="2653665">
                  <a:moveTo>
                    <a:pt x="5450855" y="0"/>
                  </a:moveTo>
                  <a:lnTo>
                    <a:pt x="5447210" y="0"/>
                  </a:lnTo>
                </a:path>
                <a:path w="9157970" h="2653665">
                  <a:moveTo>
                    <a:pt x="5453492" y="0"/>
                  </a:moveTo>
                  <a:lnTo>
                    <a:pt x="5450855" y="0"/>
                  </a:lnTo>
                </a:path>
                <a:path w="9157970" h="2653665">
                  <a:moveTo>
                    <a:pt x="5241438" y="0"/>
                  </a:moveTo>
                  <a:lnTo>
                    <a:pt x="5237792" y="0"/>
                  </a:lnTo>
                </a:path>
                <a:path w="9157970" h="2653665">
                  <a:moveTo>
                    <a:pt x="5453492" y="0"/>
                  </a:moveTo>
                  <a:lnTo>
                    <a:pt x="5455354" y="0"/>
                  </a:lnTo>
                </a:path>
                <a:path w="9157970" h="2653665">
                  <a:moveTo>
                    <a:pt x="5318457" y="2233711"/>
                  </a:moveTo>
                  <a:lnTo>
                    <a:pt x="5316750" y="2233711"/>
                  </a:lnTo>
                </a:path>
                <a:path w="9157970" h="2653665">
                  <a:moveTo>
                    <a:pt x="5318457" y="0"/>
                  </a:moveTo>
                  <a:lnTo>
                    <a:pt x="5316750" y="0"/>
                  </a:lnTo>
                </a:path>
                <a:path w="9157970" h="2653665">
                  <a:moveTo>
                    <a:pt x="5092518" y="2233711"/>
                  </a:moveTo>
                  <a:lnTo>
                    <a:pt x="5048432" y="2233711"/>
                  </a:lnTo>
                </a:path>
                <a:path w="9157970" h="2653665">
                  <a:moveTo>
                    <a:pt x="5092518" y="0"/>
                  </a:moveTo>
                  <a:lnTo>
                    <a:pt x="5048432" y="0"/>
                  </a:lnTo>
                </a:path>
                <a:path w="9157970" h="2653665">
                  <a:moveTo>
                    <a:pt x="5234147" y="0"/>
                  </a:moveTo>
                  <a:lnTo>
                    <a:pt x="5237792" y="0"/>
                  </a:lnTo>
                </a:path>
                <a:path w="9157970" h="2653665">
                  <a:moveTo>
                    <a:pt x="5217626" y="0"/>
                  </a:moveTo>
                  <a:lnTo>
                    <a:pt x="5229571" y="0"/>
                  </a:lnTo>
                </a:path>
                <a:path w="9157970" h="2653665">
                  <a:moveTo>
                    <a:pt x="5092518" y="2233711"/>
                  </a:moveTo>
                  <a:lnTo>
                    <a:pt x="5094232" y="2233711"/>
                  </a:lnTo>
                </a:path>
                <a:path w="9157970" h="2653665">
                  <a:moveTo>
                    <a:pt x="5092518" y="0"/>
                  </a:moveTo>
                  <a:lnTo>
                    <a:pt x="5094232" y="0"/>
                  </a:lnTo>
                </a:path>
                <a:path w="9157970" h="2653665">
                  <a:moveTo>
                    <a:pt x="5156391" y="2233711"/>
                  </a:moveTo>
                  <a:lnTo>
                    <a:pt x="5158105" y="2233711"/>
                  </a:lnTo>
                </a:path>
                <a:path w="9157970" h="2653665">
                  <a:moveTo>
                    <a:pt x="5156391" y="0"/>
                  </a:moveTo>
                  <a:lnTo>
                    <a:pt x="5158105" y="0"/>
                  </a:lnTo>
                </a:path>
                <a:path w="9157970" h="2653665">
                  <a:moveTo>
                    <a:pt x="5257881" y="0"/>
                  </a:moveTo>
                  <a:lnTo>
                    <a:pt x="5245936" y="0"/>
                  </a:lnTo>
                </a:path>
                <a:path w="9157970" h="2653665">
                  <a:moveTo>
                    <a:pt x="5365770" y="2233711"/>
                  </a:moveTo>
                  <a:lnTo>
                    <a:pt x="5367554" y="2233711"/>
                  </a:lnTo>
                </a:path>
                <a:path w="9157970" h="2653665">
                  <a:moveTo>
                    <a:pt x="5365770" y="0"/>
                  </a:moveTo>
                  <a:lnTo>
                    <a:pt x="5367554" y="0"/>
                  </a:lnTo>
                </a:path>
                <a:path w="9157970" h="2653665">
                  <a:moveTo>
                    <a:pt x="5382290" y="2233711"/>
                  </a:moveTo>
                  <a:lnTo>
                    <a:pt x="5380584" y="2233711"/>
                  </a:lnTo>
                </a:path>
                <a:path w="9157970" h="2653665">
                  <a:moveTo>
                    <a:pt x="5382290" y="0"/>
                  </a:moveTo>
                  <a:lnTo>
                    <a:pt x="5380584" y="0"/>
                  </a:lnTo>
                </a:path>
                <a:path w="9157970" h="2653665">
                  <a:moveTo>
                    <a:pt x="5575187" y="2233711"/>
                  </a:moveTo>
                  <a:lnTo>
                    <a:pt x="5576971" y="2233711"/>
                  </a:lnTo>
                </a:path>
                <a:path w="9157970" h="2653665">
                  <a:moveTo>
                    <a:pt x="5575187" y="0"/>
                  </a:moveTo>
                  <a:lnTo>
                    <a:pt x="5576971" y="0"/>
                  </a:lnTo>
                </a:path>
                <a:path w="9157970" h="2653665">
                  <a:moveTo>
                    <a:pt x="5590002" y="2233711"/>
                  </a:moveTo>
                  <a:lnTo>
                    <a:pt x="5576971" y="2233711"/>
                  </a:lnTo>
                </a:path>
                <a:path w="9157970" h="2653665">
                  <a:moveTo>
                    <a:pt x="5590002" y="0"/>
                  </a:moveTo>
                  <a:lnTo>
                    <a:pt x="5576971" y="0"/>
                  </a:lnTo>
                </a:path>
                <a:path w="9157970" h="2653665">
                  <a:moveTo>
                    <a:pt x="5511354" y="2233711"/>
                  </a:moveTo>
                  <a:lnTo>
                    <a:pt x="5513060" y="2233711"/>
                  </a:lnTo>
                </a:path>
                <a:path w="9157970" h="2653665">
                  <a:moveTo>
                    <a:pt x="5511354" y="0"/>
                  </a:moveTo>
                  <a:lnTo>
                    <a:pt x="5513060" y="0"/>
                  </a:lnTo>
                </a:path>
                <a:path w="9157970" h="2653665">
                  <a:moveTo>
                    <a:pt x="5526168" y="2233711"/>
                  </a:moveTo>
                  <a:lnTo>
                    <a:pt x="5513060" y="2233711"/>
                  </a:lnTo>
                </a:path>
                <a:path w="9157970" h="2653665">
                  <a:moveTo>
                    <a:pt x="5526168" y="0"/>
                  </a:moveTo>
                  <a:lnTo>
                    <a:pt x="5513060" y="0"/>
                  </a:lnTo>
                </a:path>
                <a:path w="9157970" h="2653665">
                  <a:moveTo>
                    <a:pt x="5636461" y="2233711"/>
                  </a:moveTo>
                  <a:lnTo>
                    <a:pt x="5591708" y="2233711"/>
                  </a:lnTo>
                </a:path>
                <a:path w="9157970" h="2653665">
                  <a:moveTo>
                    <a:pt x="5636461" y="0"/>
                  </a:moveTo>
                  <a:lnTo>
                    <a:pt x="5591708" y="0"/>
                  </a:lnTo>
                </a:path>
                <a:path w="9157970" h="2653665">
                  <a:moveTo>
                    <a:pt x="5652517" y="0"/>
                  </a:moveTo>
                  <a:lnTo>
                    <a:pt x="5650655" y="0"/>
                  </a:lnTo>
                </a:path>
                <a:path w="9157970" h="2653665">
                  <a:moveTo>
                    <a:pt x="5652517" y="0"/>
                  </a:moveTo>
                  <a:lnTo>
                    <a:pt x="5655231" y="0"/>
                  </a:lnTo>
                </a:path>
                <a:path w="9157970" h="2653665">
                  <a:moveTo>
                    <a:pt x="5575187" y="2233711"/>
                  </a:moveTo>
                  <a:lnTo>
                    <a:pt x="5527874" y="2233711"/>
                  </a:lnTo>
                </a:path>
                <a:path w="9157970" h="2653665">
                  <a:moveTo>
                    <a:pt x="5575187" y="0"/>
                  </a:moveTo>
                  <a:lnTo>
                    <a:pt x="5527874" y="0"/>
                  </a:lnTo>
                </a:path>
                <a:path w="9157970" h="2653665">
                  <a:moveTo>
                    <a:pt x="5591708" y="2233711"/>
                  </a:moveTo>
                  <a:lnTo>
                    <a:pt x="5590002" y="2233711"/>
                  </a:lnTo>
                </a:path>
                <a:path w="9157970" h="2653665">
                  <a:moveTo>
                    <a:pt x="5591708" y="0"/>
                  </a:moveTo>
                  <a:lnTo>
                    <a:pt x="5590002" y="0"/>
                  </a:lnTo>
                </a:path>
                <a:path w="9157970" h="2653665">
                  <a:moveTo>
                    <a:pt x="5655231" y="0"/>
                  </a:moveTo>
                  <a:lnTo>
                    <a:pt x="5665082" y="0"/>
                  </a:lnTo>
                </a:path>
                <a:path w="9157970" h="2653665">
                  <a:moveTo>
                    <a:pt x="5527874" y="2233711"/>
                  </a:moveTo>
                  <a:lnTo>
                    <a:pt x="5526168" y="2233711"/>
                  </a:lnTo>
                </a:path>
                <a:path w="9157970" h="2653665">
                  <a:moveTo>
                    <a:pt x="5527874" y="0"/>
                  </a:moveTo>
                  <a:lnTo>
                    <a:pt x="5526168" y="0"/>
                  </a:lnTo>
                </a:path>
                <a:path w="9157970" h="2653665">
                  <a:moveTo>
                    <a:pt x="5636461" y="0"/>
                  </a:moveTo>
                  <a:lnTo>
                    <a:pt x="5650655" y="0"/>
                  </a:lnTo>
                </a:path>
                <a:path w="9157970" h="2653665">
                  <a:moveTo>
                    <a:pt x="5511354" y="2233711"/>
                  </a:moveTo>
                  <a:lnTo>
                    <a:pt x="5467298" y="2233711"/>
                  </a:lnTo>
                </a:path>
                <a:path w="9157970" h="2653665">
                  <a:moveTo>
                    <a:pt x="5686877" y="2233711"/>
                  </a:moveTo>
                  <a:lnTo>
                    <a:pt x="5681447" y="2233711"/>
                  </a:lnTo>
                </a:path>
                <a:path w="9157970" h="2653665">
                  <a:moveTo>
                    <a:pt x="4946973" y="2233711"/>
                  </a:moveTo>
                  <a:lnTo>
                    <a:pt x="4899614" y="2233711"/>
                  </a:lnTo>
                </a:path>
                <a:path w="9157970" h="2653665">
                  <a:moveTo>
                    <a:pt x="4883101" y="2233711"/>
                  </a:moveTo>
                  <a:lnTo>
                    <a:pt x="4884815" y="2233711"/>
                  </a:lnTo>
                </a:path>
                <a:path w="9157970" h="2653665">
                  <a:moveTo>
                    <a:pt x="5008208" y="2233711"/>
                  </a:moveTo>
                  <a:lnTo>
                    <a:pt x="4963486" y="2233711"/>
                  </a:lnTo>
                </a:path>
                <a:path w="9157970" h="2653665">
                  <a:moveTo>
                    <a:pt x="4899614" y="2233711"/>
                  </a:moveTo>
                  <a:lnTo>
                    <a:pt x="4897907" y="2233711"/>
                  </a:lnTo>
                </a:path>
                <a:path w="9157970" h="2653665">
                  <a:moveTo>
                    <a:pt x="4946973" y="2233711"/>
                  </a:moveTo>
                  <a:lnTo>
                    <a:pt x="4948687" y="2233711"/>
                  </a:lnTo>
                </a:path>
                <a:path w="9157970" h="2653665">
                  <a:moveTo>
                    <a:pt x="4963486" y="2233711"/>
                  </a:moveTo>
                  <a:lnTo>
                    <a:pt x="4961780" y="2233711"/>
                  </a:lnTo>
                </a:path>
                <a:path w="9157970" h="2653665">
                  <a:moveTo>
                    <a:pt x="5686877" y="2233711"/>
                  </a:moveTo>
                  <a:lnTo>
                    <a:pt x="5686877" y="0"/>
                  </a:lnTo>
                </a:path>
                <a:path w="9157970" h="2653665">
                  <a:moveTo>
                    <a:pt x="5667719" y="0"/>
                  </a:moveTo>
                  <a:lnTo>
                    <a:pt x="5669580" y="0"/>
                  </a:lnTo>
                </a:path>
                <a:path w="9157970" h="2653665">
                  <a:moveTo>
                    <a:pt x="5667719" y="0"/>
                  </a:moveTo>
                  <a:lnTo>
                    <a:pt x="5665082" y="0"/>
                  </a:lnTo>
                </a:path>
                <a:path w="9157970" h="2653665">
                  <a:moveTo>
                    <a:pt x="5686877" y="0"/>
                  </a:moveTo>
                  <a:lnTo>
                    <a:pt x="5681447" y="0"/>
                  </a:lnTo>
                  <a:lnTo>
                    <a:pt x="5669580" y="0"/>
                  </a:lnTo>
                </a:path>
                <a:path w="9157970" h="2653665">
                  <a:moveTo>
                    <a:pt x="4897907" y="0"/>
                  </a:moveTo>
                  <a:lnTo>
                    <a:pt x="4884815" y="0"/>
                  </a:lnTo>
                  <a:lnTo>
                    <a:pt x="4883101" y="0"/>
                  </a:lnTo>
                  <a:lnTo>
                    <a:pt x="4845692" y="0"/>
                  </a:lnTo>
                </a:path>
                <a:path w="9157970" h="2653665">
                  <a:moveTo>
                    <a:pt x="5032020" y="0"/>
                  </a:moveTo>
                  <a:lnTo>
                    <a:pt x="5028359" y="0"/>
                  </a:lnTo>
                </a:path>
                <a:path w="9157970" h="2653665">
                  <a:moveTo>
                    <a:pt x="5022022" y="0"/>
                  </a:moveTo>
                  <a:lnTo>
                    <a:pt x="5020153" y="0"/>
                  </a:lnTo>
                  <a:lnTo>
                    <a:pt x="5008208" y="0"/>
                  </a:lnTo>
                </a:path>
                <a:path w="9157970" h="2653665">
                  <a:moveTo>
                    <a:pt x="4963486" y="0"/>
                  </a:moveTo>
                  <a:lnTo>
                    <a:pt x="4961780" y="0"/>
                  </a:lnTo>
                </a:path>
                <a:path w="9157970" h="2653665">
                  <a:moveTo>
                    <a:pt x="5034680" y="0"/>
                  </a:moveTo>
                  <a:lnTo>
                    <a:pt x="5032020" y="0"/>
                  </a:lnTo>
                </a:path>
                <a:path w="9157970" h="2653665">
                  <a:moveTo>
                    <a:pt x="4948687" y="0"/>
                  </a:moveTo>
                  <a:lnTo>
                    <a:pt x="4946973" y="0"/>
                  </a:lnTo>
                  <a:lnTo>
                    <a:pt x="4899614" y="0"/>
                  </a:lnTo>
                </a:path>
                <a:path w="9157970" h="2653665">
                  <a:moveTo>
                    <a:pt x="5008208" y="0"/>
                  </a:moveTo>
                  <a:lnTo>
                    <a:pt x="4963486" y="0"/>
                  </a:lnTo>
                </a:path>
                <a:path w="9157970" h="2653665">
                  <a:moveTo>
                    <a:pt x="5024698" y="0"/>
                  </a:moveTo>
                  <a:lnTo>
                    <a:pt x="5028359" y="0"/>
                  </a:lnTo>
                </a:path>
                <a:path w="9157970" h="2653665">
                  <a:moveTo>
                    <a:pt x="4961780" y="0"/>
                  </a:moveTo>
                  <a:lnTo>
                    <a:pt x="4948687" y="0"/>
                  </a:lnTo>
                </a:path>
                <a:path w="9157970" h="2653665">
                  <a:moveTo>
                    <a:pt x="5022022" y="0"/>
                  </a:moveTo>
                  <a:lnTo>
                    <a:pt x="5024698" y="0"/>
                  </a:lnTo>
                </a:path>
                <a:path w="9157970" h="2653665">
                  <a:moveTo>
                    <a:pt x="4899614" y="0"/>
                  </a:moveTo>
                  <a:lnTo>
                    <a:pt x="4897907" y="0"/>
                  </a:lnTo>
                </a:path>
                <a:path w="9157970" h="2653665">
                  <a:moveTo>
                    <a:pt x="5444805" y="2233711"/>
                  </a:moveTo>
                  <a:lnTo>
                    <a:pt x="5447210" y="2233711"/>
                  </a:lnTo>
                  <a:lnTo>
                    <a:pt x="5449614" y="2233711"/>
                  </a:lnTo>
                </a:path>
                <a:path w="9157970" h="2653665">
                  <a:moveTo>
                    <a:pt x="5237792" y="2233711"/>
                  </a:moveTo>
                  <a:lnTo>
                    <a:pt x="5240197" y="2233711"/>
                  </a:lnTo>
                </a:path>
                <a:path w="9157970" h="2653665">
                  <a:moveTo>
                    <a:pt x="5028359" y="2233711"/>
                  </a:moveTo>
                  <a:lnTo>
                    <a:pt x="5030748" y="2233711"/>
                  </a:lnTo>
                </a:path>
                <a:path w="9157970" h="2653665">
                  <a:moveTo>
                    <a:pt x="5235388" y="2233711"/>
                  </a:moveTo>
                  <a:lnTo>
                    <a:pt x="5237792" y="2233711"/>
                  </a:lnTo>
                </a:path>
                <a:path w="9157970" h="2653665">
                  <a:moveTo>
                    <a:pt x="5025962" y="2233711"/>
                  </a:moveTo>
                  <a:lnTo>
                    <a:pt x="5028359" y="2233711"/>
                  </a:lnTo>
                </a:path>
                <a:path w="9157970" h="2653665">
                  <a:moveTo>
                    <a:pt x="2511104" y="0"/>
                  </a:moveTo>
                  <a:lnTo>
                    <a:pt x="2512973" y="0"/>
                  </a:lnTo>
                </a:path>
                <a:path w="9157970" h="2653665">
                  <a:moveTo>
                    <a:pt x="2707863" y="0"/>
                  </a:moveTo>
                  <a:lnTo>
                    <a:pt x="2705994" y="0"/>
                  </a:lnTo>
                </a:path>
                <a:path w="9157970" h="2653665">
                  <a:moveTo>
                    <a:pt x="2917273" y="0"/>
                  </a:moveTo>
                  <a:lnTo>
                    <a:pt x="2915404" y="0"/>
                  </a:lnTo>
                </a:path>
                <a:path w="9157970" h="2653665">
                  <a:moveTo>
                    <a:pt x="2632807" y="2233711"/>
                  </a:moveTo>
                  <a:lnTo>
                    <a:pt x="2585447" y="2233711"/>
                  </a:lnTo>
                </a:path>
                <a:path w="9157970" h="2653665">
                  <a:moveTo>
                    <a:pt x="2632807" y="0"/>
                  </a:moveTo>
                  <a:lnTo>
                    <a:pt x="2585447" y="0"/>
                  </a:lnTo>
                </a:path>
                <a:path w="9157970" h="2653665">
                  <a:moveTo>
                    <a:pt x="2647613" y="0"/>
                  </a:moveTo>
                  <a:lnTo>
                    <a:pt x="2634528" y="0"/>
                  </a:lnTo>
                </a:path>
                <a:path w="9157970" h="2653665">
                  <a:moveTo>
                    <a:pt x="2720522" y="0"/>
                  </a:moveTo>
                  <a:lnTo>
                    <a:pt x="2722391" y="0"/>
                  </a:lnTo>
                </a:path>
                <a:path w="9157970" h="2653665">
                  <a:moveTo>
                    <a:pt x="2778352" y="2233711"/>
                  </a:moveTo>
                  <a:lnTo>
                    <a:pt x="2780074" y="2233711"/>
                  </a:lnTo>
                </a:path>
                <a:path w="9157970" h="2653665">
                  <a:moveTo>
                    <a:pt x="2778352" y="0"/>
                  </a:moveTo>
                  <a:lnTo>
                    <a:pt x="2780074" y="0"/>
                  </a:lnTo>
                </a:path>
                <a:path w="9157970" h="2653665">
                  <a:moveTo>
                    <a:pt x="2793158" y="0"/>
                  </a:moveTo>
                  <a:lnTo>
                    <a:pt x="2780074" y="0"/>
                  </a:lnTo>
                </a:path>
                <a:path w="9157970" h="2653665">
                  <a:moveTo>
                    <a:pt x="2857031" y="0"/>
                  </a:moveTo>
                  <a:lnTo>
                    <a:pt x="2843946" y="0"/>
                  </a:lnTo>
                </a:path>
                <a:path w="9157970" h="2653665">
                  <a:moveTo>
                    <a:pt x="2903467" y="2233711"/>
                  </a:moveTo>
                  <a:lnTo>
                    <a:pt x="2858737" y="2233711"/>
                  </a:lnTo>
                </a:path>
                <a:path w="9157970" h="2653665">
                  <a:moveTo>
                    <a:pt x="2903467" y="0"/>
                  </a:moveTo>
                  <a:lnTo>
                    <a:pt x="2858737" y="0"/>
                  </a:lnTo>
                </a:path>
                <a:path w="9157970" h="2653665">
                  <a:moveTo>
                    <a:pt x="2903467" y="0"/>
                  </a:moveTo>
                  <a:lnTo>
                    <a:pt x="2915404" y="0"/>
                  </a:lnTo>
                </a:path>
                <a:path w="9157970" h="2653665">
                  <a:moveTo>
                    <a:pt x="2583741" y="0"/>
                  </a:moveTo>
                  <a:lnTo>
                    <a:pt x="2570656" y="0"/>
                  </a:lnTo>
                </a:path>
                <a:path w="9157970" h="2653665">
                  <a:moveTo>
                    <a:pt x="2524848" y="0"/>
                  </a:moveTo>
                  <a:lnTo>
                    <a:pt x="2512973" y="0"/>
                  </a:lnTo>
                </a:path>
                <a:path w="9157970" h="2653665">
                  <a:moveTo>
                    <a:pt x="2585447" y="2233711"/>
                  </a:moveTo>
                  <a:lnTo>
                    <a:pt x="2583741" y="2233711"/>
                  </a:lnTo>
                </a:path>
                <a:path w="9157970" h="2653665">
                  <a:moveTo>
                    <a:pt x="2585447" y="0"/>
                  </a:moveTo>
                  <a:lnTo>
                    <a:pt x="2583741" y="0"/>
                  </a:lnTo>
                </a:path>
                <a:path w="9157970" h="2653665">
                  <a:moveTo>
                    <a:pt x="2649320" y="2233711"/>
                  </a:moveTo>
                  <a:lnTo>
                    <a:pt x="2647613" y="2233711"/>
                  </a:lnTo>
                </a:path>
                <a:path w="9157970" h="2653665">
                  <a:moveTo>
                    <a:pt x="2649320" y="0"/>
                  </a:moveTo>
                  <a:lnTo>
                    <a:pt x="2647613" y="0"/>
                  </a:lnTo>
                </a:path>
                <a:path w="9157970" h="2653665">
                  <a:moveTo>
                    <a:pt x="2694050" y="2233711"/>
                  </a:moveTo>
                  <a:lnTo>
                    <a:pt x="2649320" y="2233711"/>
                  </a:lnTo>
                </a:path>
                <a:path w="9157970" h="2653665">
                  <a:moveTo>
                    <a:pt x="2694050" y="0"/>
                  </a:moveTo>
                  <a:lnTo>
                    <a:pt x="2649320" y="0"/>
                  </a:lnTo>
                </a:path>
                <a:path w="9157970" h="2653665">
                  <a:moveTo>
                    <a:pt x="2707863" y="0"/>
                  </a:moveTo>
                  <a:lnTo>
                    <a:pt x="2710539" y="0"/>
                  </a:lnTo>
                </a:path>
                <a:path w="9157970" h="2653665">
                  <a:moveTo>
                    <a:pt x="2720522" y="0"/>
                  </a:moveTo>
                  <a:lnTo>
                    <a:pt x="2717853" y="0"/>
                  </a:lnTo>
                </a:path>
                <a:path w="9157970" h="2653665">
                  <a:moveTo>
                    <a:pt x="2778352" y="2233711"/>
                  </a:moveTo>
                  <a:lnTo>
                    <a:pt x="2734266" y="2233711"/>
                  </a:lnTo>
                </a:path>
                <a:path w="9157970" h="2653665">
                  <a:moveTo>
                    <a:pt x="2778352" y="0"/>
                  </a:moveTo>
                  <a:lnTo>
                    <a:pt x="2734266" y="0"/>
                  </a:lnTo>
                </a:path>
                <a:path w="9157970" h="2653665">
                  <a:moveTo>
                    <a:pt x="2842224" y="2233711"/>
                  </a:moveTo>
                  <a:lnTo>
                    <a:pt x="2794865" y="2233711"/>
                  </a:lnTo>
                </a:path>
                <a:path w="9157970" h="2653665">
                  <a:moveTo>
                    <a:pt x="2842224" y="0"/>
                  </a:moveTo>
                  <a:lnTo>
                    <a:pt x="2794865" y="0"/>
                  </a:lnTo>
                </a:path>
                <a:path w="9157970" h="2653665">
                  <a:moveTo>
                    <a:pt x="2919957" y="0"/>
                  </a:moveTo>
                  <a:lnTo>
                    <a:pt x="2923618" y="0"/>
                  </a:lnTo>
                </a:path>
                <a:path w="9157970" h="2653665">
                  <a:moveTo>
                    <a:pt x="2927271" y="0"/>
                  </a:moveTo>
                  <a:lnTo>
                    <a:pt x="2923618" y="0"/>
                  </a:lnTo>
                </a:path>
                <a:path w="9157970" h="2653665">
                  <a:moveTo>
                    <a:pt x="2917273" y="0"/>
                  </a:moveTo>
                  <a:lnTo>
                    <a:pt x="2919957" y="0"/>
                  </a:lnTo>
                </a:path>
                <a:path w="9157970" h="2653665">
                  <a:moveTo>
                    <a:pt x="2929939" y="0"/>
                  </a:moveTo>
                  <a:lnTo>
                    <a:pt x="2927271" y="0"/>
                  </a:lnTo>
                </a:path>
                <a:path w="9157970" h="2653665">
                  <a:moveTo>
                    <a:pt x="2717853" y="0"/>
                  </a:moveTo>
                  <a:lnTo>
                    <a:pt x="2714200" y="0"/>
                  </a:lnTo>
                </a:path>
                <a:path w="9157970" h="2653665">
                  <a:moveTo>
                    <a:pt x="2929939" y="0"/>
                  </a:moveTo>
                  <a:lnTo>
                    <a:pt x="2931809" y="0"/>
                  </a:lnTo>
                </a:path>
                <a:path w="9157970" h="2653665">
                  <a:moveTo>
                    <a:pt x="2794865" y="2233711"/>
                  </a:moveTo>
                  <a:lnTo>
                    <a:pt x="2793158" y="2233711"/>
                  </a:lnTo>
                </a:path>
                <a:path w="9157970" h="2653665">
                  <a:moveTo>
                    <a:pt x="2794865" y="0"/>
                  </a:moveTo>
                  <a:lnTo>
                    <a:pt x="2793158" y="0"/>
                  </a:lnTo>
                </a:path>
                <a:path w="9157970" h="2653665">
                  <a:moveTo>
                    <a:pt x="2568934" y="2233711"/>
                  </a:moveTo>
                  <a:lnTo>
                    <a:pt x="2524848" y="2233711"/>
                  </a:lnTo>
                </a:path>
                <a:path w="9157970" h="2653665">
                  <a:moveTo>
                    <a:pt x="2568934" y="0"/>
                  </a:moveTo>
                  <a:lnTo>
                    <a:pt x="2524848" y="0"/>
                  </a:lnTo>
                </a:path>
                <a:path w="9157970" h="2653665">
                  <a:moveTo>
                    <a:pt x="2710539" y="0"/>
                  </a:moveTo>
                  <a:lnTo>
                    <a:pt x="2714200" y="0"/>
                  </a:lnTo>
                </a:path>
                <a:path w="9157970" h="2653665">
                  <a:moveTo>
                    <a:pt x="2694050" y="0"/>
                  </a:moveTo>
                  <a:lnTo>
                    <a:pt x="2705994" y="0"/>
                  </a:lnTo>
                </a:path>
                <a:path w="9157970" h="2653665">
                  <a:moveTo>
                    <a:pt x="2568934" y="2233711"/>
                  </a:moveTo>
                  <a:lnTo>
                    <a:pt x="2570656" y="2233711"/>
                  </a:lnTo>
                </a:path>
                <a:path w="9157970" h="2653665">
                  <a:moveTo>
                    <a:pt x="2568934" y="0"/>
                  </a:moveTo>
                  <a:lnTo>
                    <a:pt x="2570656" y="0"/>
                  </a:lnTo>
                </a:path>
                <a:path w="9157970" h="2653665">
                  <a:moveTo>
                    <a:pt x="2632807" y="2233711"/>
                  </a:moveTo>
                  <a:lnTo>
                    <a:pt x="2634528" y="2233711"/>
                  </a:lnTo>
                </a:path>
                <a:path w="9157970" h="2653665">
                  <a:moveTo>
                    <a:pt x="2632807" y="0"/>
                  </a:moveTo>
                  <a:lnTo>
                    <a:pt x="2634528" y="0"/>
                  </a:lnTo>
                </a:path>
                <a:path w="9157970" h="2653665">
                  <a:moveTo>
                    <a:pt x="2734266" y="0"/>
                  </a:moveTo>
                  <a:lnTo>
                    <a:pt x="2722391" y="0"/>
                  </a:lnTo>
                </a:path>
                <a:path w="9157970" h="2653665">
                  <a:moveTo>
                    <a:pt x="2842224" y="2233711"/>
                  </a:moveTo>
                  <a:lnTo>
                    <a:pt x="2843946" y="2233711"/>
                  </a:lnTo>
                </a:path>
                <a:path w="9157970" h="2653665">
                  <a:moveTo>
                    <a:pt x="2842224" y="0"/>
                  </a:moveTo>
                  <a:lnTo>
                    <a:pt x="2843946" y="0"/>
                  </a:lnTo>
                </a:path>
                <a:path w="9157970" h="2653665">
                  <a:moveTo>
                    <a:pt x="2858737" y="2233711"/>
                  </a:moveTo>
                  <a:lnTo>
                    <a:pt x="2857031" y="2233711"/>
                  </a:lnTo>
                </a:path>
                <a:path w="9157970" h="2653665">
                  <a:moveTo>
                    <a:pt x="2858737" y="0"/>
                  </a:moveTo>
                  <a:lnTo>
                    <a:pt x="2857031" y="0"/>
                  </a:lnTo>
                </a:path>
                <a:path w="9157970" h="2653665">
                  <a:moveTo>
                    <a:pt x="3051642" y="2233711"/>
                  </a:moveTo>
                  <a:lnTo>
                    <a:pt x="3053364" y="2233711"/>
                  </a:lnTo>
                </a:path>
                <a:path w="9157970" h="2653665">
                  <a:moveTo>
                    <a:pt x="3051642" y="0"/>
                  </a:moveTo>
                  <a:lnTo>
                    <a:pt x="3053364" y="0"/>
                  </a:lnTo>
                </a:path>
                <a:path w="9157970" h="2653665">
                  <a:moveTo>
                    <a:pt x="3066449" y="0"/>
                  </a:moveTo>
                  <a:lnTo>
                    <a:pt x="3053364" y="0"/>
                  </a:lnTo>
                </a:path>
                <a:path w="9157970" h="2653665">
                  <a:moveTo>
                    <a:pt x="2987770" y="2233711"/>
                  </a:moveTo>
                  <a:lnTo>
                    <a:pt x="2989491" y="2233711"/>
                  </a:lnTo>
                </a:path>
                <a:path w="9157970" h="2653665">
                  <a:moveTo>
                    <a:pt x="2987770" y="0"/>
                  </a:moveTo>
                  <a:lnTo>
                    <a:pt x="2989491" y="0"/>
                  </a:lnTo>
                </a:path>
                <a:path w="9157970" h="2653665">
                  <a:moveTo>
                    <a:pt x="3002576" y="0"/>
                  </a:moveTo>
                  <a:lnTo>
                    <a:pt x="2989491" y="0"/>
                  </a:lnTo>
                </a:path>
                <a:path w="9157970" h="2653665">
                  <a:moveTo>
                    <a:pt x="3112877" y="2233711"/>
                  </a:moveTo>
                  <a:lnTo>
                    <a:pt x="3068155" y="2233711"/>
                  </a:lnTo>
                </a:path>
                <a:path w="9157970" h="2653665">
                  <a:moveTo>
                    <a:pt x="3112877" y="0"/>
                  </a:moveTo>
                  <a:lnTo>
                    <a:pt x="3068155" y="0"/>
                  </a:lnTo>
                </a:path>
                <a:path w="9157970" h="2653665">
                  <a:moveTo>
                    <a:pt x="3128964" y="0"/>
                  </a:moveTo>
                  <a:lnTo>
                    <a:pt x="3127094" y="0"/>
                  </a:lnTo>
                </a:path>
                <a:path w="9157970" h="2653665">
                  <a:moveTo>
                    <a:pt x="3128964" y="0"/>
                  </a:moveTo>
                  <a:lnTo>
                    <a:pt x="3131640" y="0"/>
                  </a:lnTo>
                </a:path>
                <a:path w="9157970" h="2653665">
                  <a:moveTo>
                    <a:pt x="3051642" y="2233711"/>
                  </a:moveTo>
                  <a:lnTo>
                    <a:pt x="3004283" y="2233711"/>
                  </a:lnTo>
                </a:path>
                <a:path w="9157970" h="2653665">
                  <a:moveTo>
                    <a:pt x="3051642" y="0"/>
                  </a:moveTo>
                  <a:lnTo>
                    <a:pt x="3004283" y="0"/>
                  </a:lnTo>
                </a:path>
                <a:path w="9157970" h="2653665">
                  <a:moveTo>
                    <a:pt x="3068155" y="2233711"/>
                  </a:moveTo>
                  <a:lnTo>
                    <a:pt x="3066449" y="2233711"/>
                  </a:lnTo>
                </a:path>
                <a:path w="9157970" h="2653665">
                  <a:moveTo>
                    <a:pt x="3068155" y="0"/>
                  </a:moveTo>
                  <a:lnTo>
                    <a:pt x="3066449" y="0"/>
                  </a:lnTo>
                </a:path>
                <a:path w="9157970" h="2653665">
                  <a:moveTo>
                    <a:pt x="3131640" y="0"/>
                  </a:moveTo>
                  <a:lnTo>
                    <a:pt x="3141482" y="0"/>
                  </a:lnTo>
                </a:path>
                <a:path w="9157970" h="2653665">
                  <a:moveTo>
                    <a:pt x="3004283" y="2233711"/>
                  </a:moveTo>
                  <a:lnTo>
                    <a:pt x="3002576" y="2233711"/>
                  </a:lnTo>
                </a:path>
                <a:path w="9157970" h="2653665">
                  <a:moveTo>
                    <a:pt x="3004283" y="0"/>
                  </a:moveTo>
                  <a:lnTo>
                    <a:pt x="3002576" y="0"/>
                  </a:lnTo>
                </a:path>
                <a:path w="9157970" h="2653665">
                  <a:moveTo>
                    <a:pt x="3112877" y="0"/>
                  </a:moveTo>
                  <a:lnTo>
                    <a:pt x="3127094" y="0"/>
                  </a:lnTo>
                </a:path>
                <a:path w="9157970" h="2653665">
                  <a:moveTo>
                    <a:pt x="2943683" y="0"/>
                  </a:moveTo>
                  <a:lnTo>
                    <a:pt x="2931809" y="0"/>
                  </a:lnTo>
                </a:path>
                <a:path w="9157970" h="2653665">
                  <a:moveTo>
                    <a:pt x="2987770" y="2233711"/>
                  </a:moveTo>
                  <a:lnTo>
                    <a:pt x="2943683" y="2233711"/>
                  </a:lnTo>
                </a:path>
                <a:path w="9157970" h="2653665">
                  <a:moveTo>
                    <a:pt x="2987770" y="0"/>
                  </a:moveTo>
                  <a:lnTo>
                    <a:pt x="2943683" y="0"/>
                  </a:lnTo>
                </a:path>
                <a:path w="9157970" h="2653665">
                  <a:moveTo>
                    <a:pt x="3163300" y="2233711"/>
                  </a:moveTo>
                  <a:lnTo>
                    <a:pt x="3157894" y="2233711"/>
                  </a:lnTo>
                </a:path>
                <a:path w="9157970" h="2653665">
                  <a:moveTo>
                    <a:pt x="2423389" y="2233711"/>
                  </a:moveTo>
                  <a:lnTo>
                    <a:pt x="2376037" y="2233711"/>
                  </a:lnTo>
                </a:path>
                <a:path w="9157970" h="2653665">
                  <a:moveTo>
                    <a:pt x="2359524" y="2233711"/>
                  </a:moveTo>
                  <a:lnTo>
                    <a:pt x="2361238" y="2233711"/>
                  </a:lnTo>
                </a:path>
                <a:path w="9157970" h="2653665">
                  <a:moveTo>
                    <a:pt x="2484632" y="2233711"/>
                  </a:moveTo>
                  <a:lnTo>
                    <a:pt x="2439902" y="2233711"/>
                  </a:lnTo>
                </a:path>
                <a:path w="9157970" h="2653665">
                  <a:moveTo>
                    <a:pt x="2376037" y="2233711"/>
                  </a:moveTo>
                  <a:lnTo>
                    <a:pt x="2374323" y="2233711"/>
                  </a:lnTo>
                </a:path>
                <a:path w="9157970" h="2653665">
                  <a:moveTo>
                    <a:pt x="2423389" y="2233711"/>
                  </a:moveTo>
                  <a:lnTo>
                    <a:pt x="2425111" y="2233711"/>
                  </a:lnTo>
                </a:path>
                <a:path w="9157970" h="2653665">
                  <a:moveTo>
                    <a:pt x="2439902" y="2233711"/>
                  </a:moveTo>
                  <a:lnTo>
                    <a:pt x="2438195" y="2233711"/>
                  </a:lnTo>
                </a:path>
                <a:path w="9157970" h="2653665">
                  <a:moveTo>
                    <a:pt x="3163300" y="2233711"/>
                  </a:moveTo>
                  <a:lnTo>
                    <a:pt x="3163300" y="0"/>
                  </a:lnTo>
                </a:path>
                <a:path w="9157970" h="2653665">
                  <a:moveTo>
                    <a:pt x="3144150" y="0"/>
                  </a:moveTo>
                  <a:lnTo>
                    <a:pt x="3146020" y="0"/>
                  </a:lnTo>
                </a:path>
                <a:path w="9157970" h="2653665">
                  <a:moveTo>
                    <a:pt x="3144150" y="0"/>
                  </a:moveTo>
                  <a:lnTo>
                    <a:pt x="3141482" y="0"/>
                  </a:lnTo>
                </a:path>
                <a:path w="9157970" h="2653665">
                  <a:moveTo>
                    <a:pt x="3163300" y="0"/>
                  </a:moveTo>
                  <a:lnTo>
                    <a:pt x="3157894" y="0"/>
                  </a:lnTo>
                  <a:lnTo>
                    <a:pt x="3146020" y="0"/>
                  </a:lnTo>
                </a:path>
                <a:path w="9157970" h="2653665">
                  <a:moveTo>
                    <a:pt x="2374323" y="0"/>
                  </a:moveTo>
                  <a:lnTo>
                    <a:pt x="2361238" y="0"/>
                  </a:lnTo>
                  <a:lnTo>
                    <a:pt x="2359524" y="0"/>
                  </a:lnTo>
                  <a:lnTo>
                    <a:pt x="2322108" y="0"/>
                  </a:lnTo>
                </a:path>
                <a:path w="9157970" h="2653665">
                  <a:moveTo>
                    <a:pt x="2508443" y="0"/>
                  </a:moveTo>
                  <a:lnTo>
                    <a:pt x="2504783" y="0"/>
                  </a:lnTo>
                </a:path>
                <a:path w="9157970" h="2653665">
                  <a:moveTo>
                    <a:pt x="2498446" y="0"/>
                  </a:moveTo>
                  <a:lnTo>
                    <a:pt x="2496576" y="0"/>
                  </a:lnTo>
                  <a:lnTo>
                    <a:pt x="2484632" y="0"/>
                  </a:lnTo>
                </a:path>
                <a:path w="9157970" h="2653665">
                  <a:moveTo>
                    <a:pt x="2439902" y="0"/>
                  </a:moveTo>
                  <a:lnTo>
                    <a:pt x="2438195" y="0"/>
                  </a:lnTo>
                </a:path>
                <a:path w="9157970" h="2653665">
                  <a:moveTo>
                    <a:pt x="2511104" y="0"/>
                  </a:moveTo>
                  <a:lnTo>
                    <a:pt x="2508443" y="0"/>
                  </a:lnTo>
                </a:path>
                <a:path w="9157970" h="2653665">
                  <a:moveTo>
                    <a:pt x="2425111" y="0"/>
                  </a:moveTo>
                  <a:lnTo>
                    <a:pt x="2423389" y="0"/>
                  </a:lnTo>
                  <a:lnTo>
                    <a:pt x="2376037" y="0"/>
                  </a:lnTo>
                </a:path>
                <a:path w="9157970" h="2653665">
                  <a:moveTo>
                    <a:pt x="2484632" y="0"/>
                  </a:moveTo>
                  <a:lnTo>
                    <a:pt x="2439902" y="0"/>
                  </a:lnTo>
                </a:path>
                <a:path w="9157970" h="2653665">
                  <a:moveTo>
                    <a:pt x="2501122" y="0"/>
                  </a:moveTo>
                  <a:lnTo>
                    <a:pt x="2504783" y="0"/>
                  </a:lnTo>
                </a:path>
                <a:path w="9157970" h="2653665">
                  <a:moveTo>
                    <a:pt x="2438195" y="0"/>
                  </a:moveTo>
                  <a:lnTo>
                    <a:pt x="2425111" y="0"/>
                  </a:lnTo>
                </a:path>
                <a:path w="9157970" h="2653665">
                  <a:moveTo>
                    <a:pt x="2498446" y="0"/>
                  </a:moveTo>
                  <a:lnTo>
                    <a:pt x="2501122" y="0"/>
                  </a:lnTo>
                </a:path>
                <a:path w="9157970" h="2653665">
                  <a:moveTo>
                    <a:pt x="2376037" y="0"/>
                  </a:moveTo>
                  <a:lnTo>
                    <a:pt x="2374323" y="0"/>
                  </a:lnTo>
                </a:path>
                <a:path w="9157970" h="2653665">
                  <a:moveTo>
                    <a:pt x="2921214" y="2233711"/>
                  </a:moveTo>
                  <a:lnTo>
                    <a:pt x="2923618" y="2233711"/>
                  </a:lnTo>
                  <a:lnTo>
                    <a:pt x="2926007" y="2233711"/>
                  </a:lnTo>
                </a:path>
                <a:path w="9157970" h="2653665">
                  <a:moveTo>
                    <a:pt x="2714200" y="2233711"/>
                  </a:moveTo>
                  <a:lnTo>
                    <a:pt x="2716589" y="2233711"/>
                  </a:lnTo>
                </a:path>
                <a:path w="9157970" h="2653665">
                  <a:moveTo>
                    <a:pt x="2504783" y="2233711"/>
                  </a:moveTo>
                  <a:lnTo>
                    <a:pt x="2507171" y="2233711"/>
                  </a:lnTo>
                </a:path>
                <a:path w="9157970" h="2653665">
                  <a:moveTo>
                    <a:pt x="2711796" y="2233711"/>
                  </a:moveTo>
                  <a:lnTo>
                    <a:pt x="2714200" y="2233711"/>
                  </a:lnTo>
                </a:path>
                <a:path w="9157970" h="2653665">
                  <a:moveTo>
                    <a:pt x="2502378" y="2233711"/>
                  </a:moveTo>
                  <a:lnTo>
                    <a:pt x="2504783" y="2233711"/>
                  </a:lnTo>
                </a:path>
                <a:path w="9157970" h="2653665">
                  <a:moveTo>
                    <a:pt x="4193488" y="0"/>
                  </a:moveTo>
                  <a:lnTo>
                    <a:pt x="4195357" y="0"/>
                  </a:lnTo>
                </a:path>
                <a:path w="9157970" h="2653665">
                  <a:moveTo>
                    <a:pt x="4390248" y="0"/>
                  </a:moveTo>
                  <a:lnTo>
                    <a:pt x="4388378" y="0"/>
                  </a:lnTo>
                </a:path>
                <a:path w="9157970" h="2653665">
                  <a:moveTo>
                    <a:pt x="4599665" y="0"/>
                  </a:moveTo>
                  <a:lnTo>
                    <a:pt x="4597796" y="0"/>
                  </a:lnTo>
                </a:path>
                <a:path w="9157970" h="2653665">
                  <a:moveTo>
                    <a:pt x="4315199" y="2233711"/>
                  </a:moveTo>
                  <a:lnTo>
                    <a:pt x="4267839" y="2233711"/>
                  </a:lnTo>
                </a:path>
                <a:path w="9157970" h="2653665">
                  <a:moveTo>
                    <a:pt x="4315199" y="0"/>
                  </a:moveTo>
                  <a:lnTo>
                    <a:pt x="4267839" y="0"/>
                  </a:lnTo>
                </a:path>
                <a:path w="9157970" h="2653665">
                  <a:moveTo>
                    <a:pt x="4330005" y="0"/>
                  </a:moveTo>
                  <a:lnTo>
                    <a:pt x="4316913" y="0"/>
                  </a:lnTo>
                </a:path>
                <a:path w="9157970" h="2653665">
                  <a:moveTo>
                    <a:pt x="4402906" y="0"/>
                  </a:moveTo>
                  <a:lnTo>
                    <a:pt x="4404775" y="0"/>
                  </a:lnTo>
                </a:path>
                <a:path w="9157970" h="2653665">
                  <a:moveTo>
                    <a:pt x="4460744" y="2233711"/>
                  </a:moveTo>
                  <a:lnTo>
                    <a:pt x="4462458" y="2233711"/>
                  </a:lnTo>
                </a:path>
                <a:path w="9157970" h="2653665">
                  <a:moveTo>
                    <a:pt x="4460744" y="0"/>
                  </a:moveTo>
                  <a:lnTo>
                    <a:pt x="4462458" y="0"/>
                  </a:lnTo>
                </a:path>
                <a:path w="9157970" h="2653665">
                  <a:moveTo>
                    <a:pt x="4475550" y="0"/>
                  </a:moveTo>
                  <a:lnTo>
                    <a:pt x="4462458" y="0"/>
                  </a:lnTo>
                </a:path>
                <a:path w="9157970" h="2653665">
                  <a:moveTo>
                    <a:pt x="4539423" y="0"/>
                  </a:moveTo>
                  <a:lnTo>
                    <a:pt x="4526330" y="0"/>
                  </a:lnTo>
                </a:path>
                <a:path w="9157970" h="2653665">
                  <a:moveTo>
                    <a:pt x="4585852" y="2233711"/>
                  </a:moveTo>
                  <a:lnTo>
                    <a:pt x="4541129" y="2233711"/>
                  </a:lnTo>
                </a:path>
                <a:path w="9157970" h="2653665">
                  <a:moveTo>
                    <a:pt x="4585852" y="0"/>
                  </a:moveTo>
                  <a:lnTo>
                    <a:pt x="4541129" y="0"/>
                  </a:lnTo>
                </a:path>
                <a:path w="9157970" h="2653665">
                  <a:moveTo>
                    <a:pt x="4585852" y="0"/>
                  </a:moveTo>
                  <a:lnTo>
                    <a:pt x="4597796" y="0"/>
                  </a:lnTo>
                </a:path>
                <a:path w="9157970" h="2653665">
                  <a:moveTo>
                    <a:pt x="4266133" y="0"/>
                  </a:moveTo>
                  <a:lnTo>
                    <a:pt x="4253040" y="0"/>
                  </a:lnTo>
                </a:path>
                <a:path w="9157970" h="2653665">
                  <a:moveTo>
                    <a:pt x="4207240" y="0"/>
                  </a:moveTo>
                  <a:lnTo>
                    <a:pt x="4195357" y="0"/>
                  </a:lnTo>
                </a:path>
                <a:path w="9157970" h="2653665">
                  <a:moveTo>
                    <a:pt x="4267839" y="2233711"/>
                  </a:moveTo>
                  <a:lnTo>
                    <a:pt x="4266133" y="2233711"/>
                  </a:lnTo>
                </a:path>
                <a:path w="9157970" h="2653665">
                  <a:moveTo>
                    <a:pt x="4267839" y="0"/>
                  </a:moveTo>
                  <a:lnTo>
                    <a:pt x="4266133" y="0"/>
                  </a:lnTo>
                </a:path>
                <a:path w="9157970" h="2653665">
                  <a:moveTo>
                    <a:pt x="4331712" y="2233711"/>
                  </a:moveTo>
                  <a:lnTo>
                    <a:pt x="4330005" y="2233711"/>
                  </a:lnTo>
                </a:path>
                <a:path w="9157970" h="2653665">
                  <a:moveTo>
                    <a:pt x="4331712" y="0"/>
                  </a:moveTo>
                  <a:lnTo>
                    <a:pt x="4330005" y="0"/>
                  </a:lnTo>
                </a:path>
                <a:path w="9157970" h="2653665">
                  <a:moveTo>
                    <a:pt x="4376434" y="2233711"/>
                  </a:moveTo>
                  <a:lnTo>
                    <a:pt x="4331712" y="2233711"/>
                  </a:lnTo>
                </a:path>
                <a:path w="9157970" h="2653665">
                  <a:moveTo>
                    <a:pt x="4376434" y="0"/>
                  </a:moveTo>
                  <a:lnTo>
                    <a:pt x="4331712" y="0"/>
                  </a:lnTo>
                </a:path>
                <a:path w="9157970" h="2653665">
                  <a:moveTo>
                    <a:pt x="4390248" y="0"/>
                  </a:moveTo>
                  <a:lnTo>
                    <a:pt x="4392924" y="0"/>
                  </a:lnTo>
                </a:path>
                <a:path w="9157970" h="2653665">
                  <a:moveTo>
                    <a:pt x="4402906" y="0"/>
                  </a:moveTo>
                  <a:lnTo>
                    <a:pt x="4400245" y="0"/>
                  </a:lnTo>
                </a:path>
                <a:path w="9157970" h="2653665">
                  <a:moveTo>
                    <a:pt x="4460744" y="2233711"/>
                  </a:moveTo>
                  <a:lnTo>
                    <a:pt x="4416658" y="2233711"/>
                  </a:lnTo>
                </a:path>
                <a:path w="9157970" h="2653665">
                  <a:moveTo>
                    <a:pt x="4460744" y="0"/>
                  </a:moveTo>
                  <a:lnTo>
                    <a:pt x="4416658" y="0"/>
                  </a:lnTo>
                </a:path>
                <a:path w="9157970" h="2653665">
                  <a:moveTo>
                    <a:pt x="4524616" y="2233711"/>
                  </a:moveTo>
                  <a:lnTo>
                    <a:pt x="4477257" y="2233711"/>
                  </a:lnTo>
                </a:path>
                <a:path w="9157970" h="2653665">
                  <a:moveTo>
                    <a:pt x="4524616" y="0"/>
                  </a:moveTo>
                  <a:lnTo>
                    <a:pt x="4477257" y="0"/>
                  </a:lnTo>
                </a:path>
                <a:path w="9157970" h="2653665">
                  <a:moveTo>
                    <a:pt x="4602341" y="0"/>
                  </a:moveTo>
                  <a:lnTo>
                    <a:pt x="4606002" y="0"/>
                  </a:lnTo>
                </a:path>
                <a:path w="9157970" h="2653665">
                  <a:moveTo>
                    <a:pt x="4609663" y="0"/>
                  </a:moveTo>
                  <a:lnTo>
                    <a:pt x="4606002" y="0"/>
                  </a:lnTo>
                </a:path>
                <a:path w="9157970" h="2653665">
                  <a:moveTo>
                    <a:pt x="4599665" y="0"/>
                  </a:moveTo>
                  <a:lnTo>
                    <a:pt x="4602341" y="0"/>
                  </a:lnTo>
                </a:path>
                <a:path w="9157970" h="2653665">
                  <a:moveTo>
                    <a:pt x="4612324" y="0"/>
                  </a:moveTo>
                  <a:lnTo>
                    <a:pt x="4609663" y="0"/>
                  </a:lnTo>
                </a:path>
                <a:path w="9157970" h="2653665">
                  <a:moveTo>
                    <a:pt x="4400245" y="0"/>
                  </a:moveTo>
                  <a:lnTo>
                    <a:pt x="4396584" y="0"/>
                  </a:lnTo>
                </a:path>
                <a:path w="9157970" h="2653665">
                  <a:moveTo>
                    <a:pt x="4612324" y="0"/>
                  </a:moveTo>
                  <a:lnTo>
                    <a:pt x="4614193" y="0"/>
                  </a:lnTo>
                </a:path>
                <a:path w="9157970" h="2653665">
                  <a:moveTo>
                    <a:pt x="4477257" y="2233711"/>
                  </a:moveTo>
                  <a:lnTo>
                    <a:pt x="4475550" y="2233711"/>
                  </a:lnTo>
                </a:path>
                <a:path w="9157970" h="2653665">
                  <a:moveTo>
                    <a:pt x="4477257" y="0"/>
                  </a:moveTo>
                  <a:lnTo>
                    <a:pt x="4475550" y="0"/>
                  </a:lnTo>
                </a:path>
                <a:path w="9157970" h="2653665">
                  <a:moveTo>
                    <a:pt x="4251326" y="2233711"/>
                  </a:moveTo>
                  <a:lnTo>
                    <a:pt x="4207240" y="2233711"/>
                  </a:lnTo>
                </a:path>
                <a:path w="9157970" h="2653665">
                  <a:moveTo>
                    <a:pt x="4251326" y="0"/>
                  </a:moveTo>
                  <a:lnTo>
                    <a:pt x="4207240" y="0"/>
                  </a:lnTo>
                </a:path>
                <a:path w="9157970" h="2653665">
                  <a:moveTo>
                    <a:pt x="4392924" y="0"/>
                  </a:moveTo>
                  <a:lnTo>
                    <a:pt x="4396584" y="0"/>
                  </a:lnTo>
                </a:path>
                <a:path w="9157970" h="2653665">
                  <a:moveTo>
                    <a:pt x="4376434" y="0"/>
                  </a:moveTo>
                  <a:lnTo>
                    <a:pt x="4388378" y="0"/>
                  </a:lnTo>
                </a:path>
                <a:path w="9157970" h="2653665">
                  <a:moveTo>
                    <a:pt x="4251326" y="2233711"/>
                  </a:moveTo>
                  <a:lnTo>
                    <a:pt x="4253040" y="2233711"/>
                  </a:lnTo>
                </a:path>
                <a:path w="9157970" h="2653665">
                  <a:moveTo>
                    <a:pt x="4251326" y="0"/>
                  </a:moveTo>
                  <a:lnTo>
                    <a:pt x="4253040" y="0"/>
                  </a:lnTo>
                </a:path>
                <a:path w="9157970" h="2653665">
                  <a:moveTo>
                    <a:pt x="4315199" y="2233711"/>
                  </a:moveTo>
                  <a:lnTo>
                    <a:pt x="4316913" y="2233711"/>
                  </a:lnTo>
                </a:path>
                <a:path w="9157970" h="2653665">
                  <a:moveTo>
                    <a:pt x="4315199" y="0"/>
                  </a:moveTo>
                  <a:lnTo>
                    <a:pt x="4316913" y="0"/>
                  </a:lnTo>
                </a:path>
                <a:path w="9157970" h="2653665">
                  <a:moveTo>
                    <a:pt x="4416658" y="0"/>
                  </a:moveTo>
                  <a:lnTo>
                    <a:pt x="4404775" y="0"/>
                  </a:lnTo>
                </a:path>
                <a:path w="9157970" h="2653665">
                  <a:moveTo>
                    <a:pt x="4524616" y="2233711"/>
                  </a:moveTo>
                  <a:lnTo>
                    <a:pt x="4526330" y="2233711"/>
                  </a:lnTo>
                </a:path>
                <a:path w="9157970" h="2653665">
                  <a:moveTo>
                    <a:pt x="4524616" y="0"/>
                  </a:moveTo>
                  <a:lnTo>
                    <a:pt x="4526330" y="0"/>
                  </a:lnTo>
                </a:path>
                <a:path w="9157970" h="2653665">
                  <a:moveTo>
                    <a:pt x="4541129" y="2233711"/>
                  </a:moveTo>
                  <a:lnTo>
                    <a:pt x="4539423" y="2233711"/>
                  </a:lnTo>
                </a:path>
                <a:path w="9157970" h="2653665">
                  <a:moveTo>
                    <a:pt x="4541129" y="0"/>
                  </a:moveTo>
                  <a:lnTo>
                    <a:pt x="4539423" y="0"/>
                  </a:lnTo>
                </a:path>
                <a:path w="9157970" h="2653665">
                  <a:moveTo>
                    <a:pt x="4734034" y="2233711"/>
                  </a:moveTo>
                  <a:lnTo>
                    <a:pt x="4735748" y="2233711"/>
                  </a:lnTo>
                </a:path>
                <a:path w="9157970" h="2653665">
                  <a:moveTo>
                    <a:pt x="4734034" y="0"/>
                  </a:moveTo>
                  <a:lnTo>
                    <a:pt x="4735748" y="0"/>
                  </a:lnTo>
                </a:path>
                <a:path w="9157970" h="2653665">
                  <a:moveTo>
                    <a:pt x="4748833" y="0"/>
                  </a:moveTo>
                  <a:lnTo>
                    <a:pt x="4735748" y="0"/>
                  </a:lnTo>
                </a:path>
                <a:path w="9157970" h="2653665">
                  <a:moveTo>
                    <a:pt x="4670162" y="2233711"/>
                  </a:moveTo>
                  <a:lnTo>
                    <a:pt x="4671876" y="2233711"/>
                  </a:lnTo>
                </a:path>
                <a:path w="9157970" h="2653665">
                  <a:moveTo>
                    <a:pt x="4670162" y="0"/>
                  </a:moveTo>
                  <a:lnTo>
                    <a:pt x="4671876" y="0"/>
                  </a:lnTo>
                </a:path>
                <a:path w="9157970" h="2653665">
                  <a:moveTo>
                    <a:pt x="4684960" y="0"/>
                  </a:moveTo>
                  <a:lnTo>
                    <a:pt x="4671876" y="0"/>
                  </a:lnTo>
                </a:path>
                <a:path w="9157970" h="2653665">
                  <a:moveTo>
                    <a:pt x="4795269" y="2233711"/>
                  </a:moveTo>
                  <a:lnTo>
                    <a:pt x="4750547" y="2233711"/>
                  </a:lnTo>
                </a:path>
                <a:path w="9157970" h="2653665">
                  <a:moveTo>
                    <a:pt x="4795269" y="0"/>
                  </a:moveTo>
                  <a:lnTo>
                    <a:pt x="4750547" y="0"/>
                  </a:lnTo>
                </a:path>
                <a:path w="9157970" h="2653665">
                  <a:moveTo>
                    <a:pt x="4811348" y="0"/>
                  </a:moveTo>
                  <a:lnTo>
                    <a:pt x="4809479" y="0"/>
                  </a:lnTo>
                </a:path>
                <a:path w="9157970" h="2653665">
                  <a:moveTo>
                    <a:pt x="4811348" y="0"/>
                  </a:moveTo>
                  <a:lnTo>
                    <a:pt x="4814024" y="0"/>
                  </a:lnTo>
                </a:path>
                <a:path w="9157970" h="2653665">
                  <a:moveTo>
                    <a:pt x="4734034" y="2233711"/>
                  </a:moveTo>
                  <a:lnTo>
                    <a:pt x="4686675" y="2233711"/>
                  </a:lnTo>
                </a:path>
                <a:path w="9157970" h="2653665">
                  <a:moveTo>
                    <a:pt x="4734034" y="0"/>
                  </a:moveTo>
                  <a:lnTo>
                    <a:pt x="4686675" y="0"/>
                  </a:lnTo>
                </a:path>
                <a:path w="9157970" h="2653665">
                  <a:moveTo>
                    <a:pt x="4750547" y="2233711"/>
                  </a:moveTo>
                  <a:lnTo>
                    <a:pt x="4748833" y="2233711"/>
                  </a:lnTo>
                </a:path>
                <a:path w="9157970" h="2653665">
                  <a:moveTo>
                    <a:pt x="4750547" y="0"/>
                  </a:moveTo>
                  <a:lnTo>
                    <a:pt x="4748833" y="0"/>
                  </a:lnTo>
                </a:path>
                <a:path w="9157970" h="2653665">
                  <a:moveTo>
                    <a:pt x="4814024" y="0"/>
                  </a:moveTo>
                  <a:lnTo>
                    <a:pt x="4823874" y="0"/>
                  </a:lnTo>
                </a:path>
                <a:path w="9157970" h="2653665">
                  <a:moveTo>
                    <a:pt x="4686675" y="2233711"/>
                  </a:moveTo>
                  <a:lnTo>
                    <a:pt x="4684960" y="2233711"/>
                  </a:lnTo>
                </a:path>
                <a:path w="9157970" h="2653665">
                  <a:moveTo>
                    <a:pt x="4686675" y="0"/>
                  </a:moveTo>
                  <a:lnTo>
                    <a:pt x="4684960" y="0"/>
                  </a:lnTo>
                </a:path>
                <a:path w="9157970" h="2653665">
                  <a:moveTo>
                    <a:pt x="4795269" y="0"/>
                  </a:moveTo>
                  <a:lnTo>
                    <a:pt x="4809479" y="0"/>
                  </a:lnTo>
                </a:path>
                <a:path w="9157970" h="2653665">
                  <a:moveTo>
                    <a:pt x="4626075" y="0"/>
                  </a:moveTo>
                  <a:lnTo>
                    <a:pt x="4614193" y="0"/>
                  </a:lnTo>
                </a:path>
                <a:path w="9157970" h="2653665">
                  <a:moveTo>
                    <a:pt x="4670162" y="2233711"/>
                  </a:moveTo>
                  <a:lnTo>
                    <a:pt x="4626075" y="2233711"/>
                  </a:lnTo>
                </a:path>
                <a:path w="9157970" h="2653665">
                  <a:moveTo>
                    <a:pt x="4670162" y="0"/>
                  </a:moveTo>
                  <a:lnTo>
                    <a:pt x="4626075" y="0"/>
                  </a:lnTo>
                </a:path>
                <a:path w="9157970" h="2653665">
                  <a:moveTo>
                    <a:pt x="4845692" y="2233711"/>
                  </a:moveTo>
                  <a:lnTo>
                    <a:pt x="4840286" y="2233711"/>
                  </a:lnTo>
                </a:path>
                <a:path w="9157970" h="2653665">
                  <a:moveTo>
                    <a:pt x="4105781" y="2233711"/>
                  </a:moveTo>
                  <a:lnTo>
                    <a:pt x="4058421" y="2233711"/>
                  </a:lnTo>
                </a:path>
                <a:path w="9157970" h="2653665">
                  <a:moveTo>
                    <a:pt x="4041908" y="2233711"/>
                  </a:moveTo>
                  <a:lnTo>
                    <a:pt x="4043623" y="2233711"/>
                  </a:lnTo>
                </a:path>
                <a:path w="9157970" h="2653665">
                  <a:moveTo>
                    <a:pt x="4167016" y="2233711"/>
                  </a:moveTo>
                  <a:lnTo>
                    <a:pt x="4122294" y="2233711"/>
                  </a:lnTo>
                </a:path>
                <a:path w="9157970" h="2653665">
                  <a:moveTo>
                    <a:pt x="4058421" y="2233711"/>
                  </a:moveTo>
                  <a:lnTo>
                    <a:pt x="4056715" y="2233711"/>
                  </a:lnTo>
                </a:path>
                <a:path w="9157970" h="2653665">
                  <a:moveTo>
                    <a:pt x="4105781" y="2233711"/>
                  </a:moveTo>
                  <a:lnTo>
                    <a:pt x="4107495" y="2233711"/>
                  </a:lnTo>
                </a:path>
                <a:path w="9157970" h="2653665">
                  <a:moveTo>
                    <a:pt x="4122294" y="2233711"/>
                  </a:moveTo>
                  <a:lnTo>
                    <a:pt x="4120587" y="2233711"/>
                  </a:lnTo>
                </a:path>
                <a:path w="9157970" h="2653665">
                  <a:moveTo>
                    <a:pt x="4845692" y="2233711"/>
                  </a:moveTo>
                  <a:lnTo>
                    <a:pt x="4845692" y="0"/>
                  </a:lnTo>
                </a:path>
                <a:path w="9157970" h="2653665">
                  <a:moveTo>
                    <a:pt x="4826535" y="0"/>
                  </a:moveTo>
                  <a:lnTo>
                    <a:pt x="4828404" y="0"/>
                  </a:lnTo>
                </a:path>
                <a:path w="9157970" h="2653665">
                  <a:moveTo>
                    <a:pt x="4826535" y="0"/>
                  </a:moveTo>
                  <a:lnTo>
                    <a:pt x="4823874" y="0"/>
                  </a:lnTo>
                </a:path>
                <a:path w="9157970" h="2653665">
                  <a:moveTo>
                    <a:pt x="4845692" y="0"/>
                  </a:moveTo>
                  <a:lnTo>
                    <a:pt x="4840286" y="0"/>
                  </a:lnTo>
                  <a:lnTo>
                    <a:pt x="4828404" y="0"/>
                  </a:lnTo>
                </a:path>
                <a:path w="9157970" h="2653665">
                  <a:moveTo>
                    <a:pt x="4056715" y="0"/>
                  </a:moveTo>
                  <a:lnTo>
                    <a:pt x="4043623" y="0"/>
                  </a:lnTo>
                  <a:lnTo>
                    <a:pt x="4041908" y="0"/>
                  </a:lnTo>
                  <a:lnTo>
                    <a:pt x="4004493" y="0"/>
                  </a:lnTo>
                </a:path>
                <a:path w="9157970" h="2653665">
                  <a:moveTo>
                    <a:pt x="4190828" y="0"/>
                  </a:moveTo>
                  <a:lnTo>
                    <a:pt x="4187167" y="0"/>
                  </a:lnTo>
                </a:path>
                <a:path w="9157970" h="2653665">
                  <a:moveTo>
                    <a:pt x="4180830" y="0"/>
                  </a:moveTo>
                  <a:lnTo>
                    <a:pt x="4178961" y="0"/>
                  </a:lnTo>
                  <a:lnTo>
                    <a:pt x="4167016" y="0"/>
                  </a:lnTo>
                </a:path>
                <a:path w="9157970" h="2653665">
                  <a:moveTo>
                    <a:pt x="4122294" y="0"/>
                  </a:moveTo>
                  <a:lnTo>
                    <a:pt x="4120587" y="0"/>
                  </a:lnTo>
                </a:path>
                <a:path w="9157970" h="2653665">
                  <a:moveTo>
                    <a:pt x="4193488" y="0"/>
                  </a:moveTo>
                  <a:lnTo>
                    <a:pt x="4190828" y="0"/>
                  </a:lnTo>
                </a:path>
                <a:path w="9157970" h="2653665">
                  <a:moveTo>
                    <a:pt x="4107495" y="0"/>
                  </a:moveTo>
                  <a:lnTo>
                    <a:pt x="4105781" y="0"/>
                  </a:lnTo>
                  <a:lnTo>
                    <a:pt x="4058421" y="0"/>
                  </a:lnTo>
                </a:path>
                <a:path w="9157970" h="2653665">
                  <a:moveTo>
                    <a:pt x="4167016" y="0"/>
                  </a:moveTo>
                  <a:lnTo>
                    <a:pt x="4122294" y="0"/>
                  </a:lnTo>
                </a:path>
                <a:path w="9157970" h="2653665">
                  <a:moveTo>
                    <a:pt x="4183506" y="0"/>
                  </a:moveTo>
                  <a:lnTo>
                    <a:pt x="4187167" y="0"/>
                  </a:lnTo>
                </a:path>
                <a:path w="9157970" h="2653665">
                  <a:moveTo>
                    <a:pt x="4120587" y="0"/>
                  </a:moveTo>
                  <a:lnTo>
                    <a:pt x="4107495" y="0"/>
                  </a:lnTo>
                </a:path>
                <a:path w="9157970" h="2653665">
                  <a:moveTo>
                    <a:pt x="4180830" y="0"/>
                  </a:moveTo>
                  <a:lnTo>
                    <a:pt x="4183506" y="0"/>
                  </a:lnTo>
                </a:path>
                <a:path w="9157970" h="2653665">
                  <a:moveTo>
                    <a:pt x="4058421" y="0"/>
                  </a:moveTo>
                  <a:lnTo>
                    <a:pt x="4056715" y="0"/>
                  </a:lnTo>
                </a:path>
                <a:path w="9157970" h="2653665">
                  <a:moveTo>
                    <a:pt x="4603598" y="2233711"/>
                  </a:moveTo>
                  <a:lnTo>
                    <a:pt x="4606002" y="2233711"/>
                  </a:lnTo>
                  <a:lnTo>
                    <a:pt x="4608391" y="2233711"/>
                  </a:lnTo>
                </a:path>
                <a:path w="9157970" h="2653665">
                  <a:moveTo>
                    <a:pt x="4396584" y="2233711"/>
                  </a:moveTo>
                  <a:lnTo>
                    <a:pt x="4398973" y="2233711"/>
                  </a:lnTo>
                </a:path>
                <a:path w="9157970" h="2653665">
                  <a:moveTo>
                    <a:pt x="4187167" y="2233711"/>
                  </a:moveTo>
                  <a:lnTo>
                    <a:pt x="4189556" y="2233711"/>
                  </a:lnTo>
                </a:path>
                <a:path w="9157970" h="2653665">
                  <a:moveTo>
                    <a:pt x="4394180" y="2233711"/>
                  </a:moveTo>
                  <a:lnTo>
                    <a:pt x="4396584" y="2233711"/>
                  </a:lnTo>
                </a:path>
                <a:path w="9157970" h="2653665">
                  <a:moveTo>
                    <a:pt x="4184762" y="2233711"/>
                  </a:moveTo>
                  <a:lnTo>
                    <a:pt x="4187167" y="2233711"/>
                  </a:lnTo>
                </a:path>
                <a:path w="9157970" h="2653665">
                  <a:moveTo>
                    <a:pt x="3352296" y="0"/>
                  </a:moveTo>
                  <a:lnTo>
                    <a:pt x="3354165" y="0"/>
                  </a:lnTo>
                </a:path>
                <a:path w="9157970" h="2653665">
                  <a:moveTo>
                    <a:pt x="3549056" y="0"/>
                  </a:moveTo>
                  <a:lnTo>
                    <a:pt x="3547186" y="0"/>
                  </a:lnTo>
                </a:path>
                <a:path w="9157970" h="2653665">
                  <a:moveTo>
                    <a:pt x="3758473" y="0"/>
                  </a:moveTo>
                  <a:lnTo>
                    <a:pt x="3756604" y="0"/>
                  </a:lnTo>
                </a:path>
                <a:path w="9157970" h="2653665">
                  <a:moveTo>
                    <a:pt x="3473999" y="2233711"/>
                  </a:moveTo>
                  <a:lnTo>
                    <a:pt x="3426647" y="2233711"/>
                  </a:lnTo>
                </a:path>
                <a:path w="9157970" h="2653665">
                  <a:moveTo>
                    <a:pt x="3473999" y="0"/>
                  </a:moveTo>
                  <a:lnTo>
                    <a:pt x="3426647" y="0"/>
                  </a:lnTo>
                </a:path>
                <a:path w="9157970" h="2653665">
                  <a:moveTo>
                    <a:pt x="3488805" y="0"/>
                  </a:moveTo>
                  <a:lnTo>
                    <a:pt x="3475721" y="0"/>
                  </a:lnTo>
                </a:path>
                <a:path w="9157970" h="2653665">
                  <a:moveTo>
                    <a:pt x="3561714" y="0"/>
                  </a:moveTo>
                  <a:lnTo>
                    <a:pt x="3563583" y="0"/>
                  </a:lnTo>
                </a:path>
                <a:path w="9157970" h="2653665">
                  <a:moveTo>
                    <a:pt x="3619552" y="2233711"/>
                  </a:moveTo>
                  <a:lnTo>
                    <a:pt x="3621266" y="2233711"/>
                  </a:lnTo>
                </a:path>
                <a:path w="9157970" h="2653665">
                  <a:moveTo>
                    <a:pt x="3619552" y="0"/>
                  </a:moveTo>
                  <a:lnTo>
                    <a:pt x="3621266" y="0"/>
                  </a:lnTo>
                </a:path>
                <a:path w="9157970" h="2653665">
                  <a:moveTo>
                    <a:pt x="3634351" y="0"/>
                  </a:moveTo>
                  <a:lnTo>
                    <a:pt x="3621266" y="0"/>
                  </a:lnTo>
                </a:path>
                <a:path w="9157970" h="2653665">
                  <a:moveTo>
                    <a:pt x="3698223" y="0"/>
                  </a:moveTo>
                  <a:lnTo>
                    <a:pt x="3685138" y="0"/>
                  </a:lnTo>
                </a:path>
                <a:path w="9157970" h="2653665">
                  <a:moveTo>
                    <a:pt x="3744659" y="2233711"/>
                  </a:moveTo>
                  <a:lnTo>
                    <a:pt x="3699929" y="2233711"/>
                  </a:lnTo>
                </a:path>
                <a:path w="9157970" h="2653665">
                  <a:moveTo>
                    <a:pt x="3744659" y="0"/>
                  </a:moveTo>
                  <a:lnTo>
                    <a:pt x="3699929" y="0"/>
                  </a:lnTo>
                </a:path>
                <a:path w="9157970" h="2653665">
                  <a:moveTo>
                    <a:pt x="3744659" y="0"/>
                  </a:moveTo>
                  <a:lnTo>
                    <a:pt x="3756604" y="0"/>
                  </a:lnTo>
                </a:path>
                <a:path w="9157970" h="2653665">
                  <a:moveTo>
                    <a:pt x="3424933" y="0"/>
                  </a:moveTo>
                  <a:lnTo>
                    <a:pt x="3411848" y="0"/>
                  </a:lnTo>
                </a:path>
                <a:path w="9157970" h="2653665">
                  <a:moveTo>
                    <a:pt x="3366048" y="0"/>
                  </a:moveTo>
                  <a:lnTo>
                    <a:pt x="3354165" y="0"/>
                  </a:lnTo>
                </a:path>
                <a:path w="9157970" h="2653665">
                  <a:moveTo>
                    <a:pt x="3426647" y="2233711"/>
                  </a:moveTo>
                  <a:lnTo>
                    <a:pt x="3424933" y="2233711"/>
                  </a:lnTo>
                </a:path>
                <a:path w="9157970" h="2653665">
                  <a:moveTo>
                    <a:pt x="3426647" y="0"/>
                  </a:moveTo>
                  <a:lnTo>
                    <a:pt x="3424933" y="0"/>
                  </a:lnTo>
                </a:path>
                <a:path w="9157970" h="2653665">
                  <a:moveTo>
                    <a:pt x="3490512" y="2233711"/>
                  </a:moveTo>
                  <a:lnTo>
                    <a:pt x="3488805" y="2233711"/>
                  </a:lnTo>
                </a:path>
                <a:path w="9157970" h="2653665">
                  <a:moveTo>
                    <a:pt x="3490512" y="0"/>
                  </a:moveTo>
                  <a:lnTo>
                    <a:pt x="3488805" y="0"/>
                  </a:lnTo>
                </a:path>
                <a:path w="9157970" h="2653665">
                  <a:moveTo>
                    <a:pt x="3535242" y="2233711"/>
                  </a:moveTo>
                  <a:lnTo>
                    <a:pt x="3490512" y="2233711"/>
                  </a:lnTo>
                </a:path>
                <a:path w="9157970" h="2653665">
                  <a:moveTo>
                    <a:pt x="3535242" y="0"/>
                  </a:moveTo>
                  <a:lnTo>
                    <a:pt x="3490512" y="0"/>
                  </a:lnTo>
                </a:path>
                <a:path w="9157970" h="2653665">
                  <a:moveTo>
                    <a:pt x="3549056" y="0"/>
                  </a:moveTo>
                  <a:lnTo>
                    <a:pt x="3551731" y="0"/>
                  </a:lnTo>
                </a:path>
                <a:path w="9157970" h="2653665">
                  <a:moveTo>
                    <a:pt x="3561714" y="0"/>
                  </a:moveTo>
                  <a:lnTo>
                    <a:pt x="3559053" y="0"/>
                  </a:lnTo>
                </a:path>
                <a:path w="9157970" h="2653665">
                  <a:moveTo>
                    <a:pt x="3619552" y="2233711"/>
                  </a:moveTo>
                  <a:lnTo>
                    <a:pt x="3575465" y="2233711"/>
                  </a:lnTo>
                </a:path>
                <a:path w="9157970" h="2653665">
                  <a:moveTo>
                    <a:pt x="3619552" y="0"/>
                  </a:moveTo>
                  <a:lnTo>
                    <a:pt x="3575465" y="0"/>
                  </a:lnTo>
                </a:path>
                <a:path w="9157970" h="2653665">
                  <a:moveTo>
                    <a:pt x="3683416" y="2233711"/>
                  </a:moveTo>
                  <a:lnTo>
                    <a:pt x="3636065" y="2233711"/>
                  </a:lnTo>
                </a:path>
                <a:path w="9157970" h="2653665">
                  <a:moveTo>
                    <a:pt x="3683416" y="0"/>
                  </a:moveTo>
                  <a:lnTo>
                    <a:pt x="3636065" y="0"/>
                  </a:lnTo>
                </a:path>
                <a:path w="9157970" h="2653665">
                  <a:moveTo>
                    <a:pt x="3761149" y="0"/>
                  </a:moveTo>
                  <a:lnTo>
                    <a:pt x="3764810" y="0"/>
                  </a:lnTo>
                </a:path>
                <a:path w="9157970" h="2653665">
                  <a:moveTo>
                    <a:pt x="3768463" y="0"/>
                  </a:moveTo>
                  <a:lnTo>
                    <a:pt x="3764810" y="0"/>
                  </a:lnTo>
                </a:path>
                <a:path w="9157970" h="2653665">
                  <a:moveTo>
                    <a:pt x="3758473" y="0"/>
                  </a:moveTo>
                  <a:lnTo>
                    <a:pt x="3761149" y="0"/>
                  </a:lnTo>
                </a:path>
                <a:path w="9157970" h="2653665">
                  <a:moveTo>
                    <a:pt x="3771131" y="0"/>
                  </a:moveTo>
                  <a:lnTo>
                    <a:pt x="3768463" y="0"/>
                  </a:lnTo>
                </a:path>
                <a:path w="9157970" h="2653665">
                  <a:moveTo>
                    <a:pt x="3559053" y="0"/>
                  </a:moveTo>
                  <a:lnTo>
                    <a:pt x="3555392" y="0"/>
                  </a:lnTo>
                </a:path>
                <a:path w="9157970" h="2653665">
                  <a:moveTo>
                    <a:pt x="3771131" y="0"/>
                  </a:moveTo>
                  <a:lnTo>
                    <a:pt x="3773001" y="0"/>
                  </a:lnTo>
                </a:path>
                <a:path w="9157970" h="2653665">
                  <a:moveTo>
                    <a:pt x="3636065" y="2233711"/>
                  </a:moveTo>
                  <a:lnTo>
                    <a:pt x="3634351" y="2233711"/>
                  </a:lnTo>
                </a:path>
                <a:path w="9157970" h="2653665">
                  <a:moveTo>
                    <a:pt x="3636065" y="0"/>
                  </a:moveTo>
                  <a:lnTo>
                    <a:pt x="3634351" y="0"/>
                  </a:lnTo>
                </a:path>
                <a:path w="9157970" h="2653665">
                  <a:moveTo>
                    <a:pt x="3410134" y="2233711"/>
                  </a:moveTo>
                  <a:lnTo>
                    <a:pt x="3366048" y="2233711"/>
                  </a:lnTo>
                </a:path>
                <a:path w="9157970" h="2653665">
                  <a:moveTo>
                    <a:pt x="3410134" y="0"/>
                  </a:moveTo>
                  <a:lnTo>
                    <a:pt x="3366048" y="0"/>
                  </a:lnTo>
                </a:path>
                <a:path w="9157970" h="2653665">
                  <a:moveTo>
                    <a:pt x="3551731" y="0"/>
                  </a:moveTo>
                  <a:lnTo>
                    <a:pt x="3555392" y="0"/>
                  </a:lnTo>
                </a:path>
                <a:path w="9157970" h="2653665">
                  <a:moveTo>
                    <a:pt x="3535242" y="0"/>
                  </a:moveTo>
                  <a:lnTo>
                    <a:pt x="3547186" y="0"/>
                  </a:lnTo>
                </a:path>
                <a:path w="9157970" h="2653665">
                  <a:moveTo>
                    <a:pt x="3410134" y="2233711"/>
                  </a:moveTo>
                  <a:lnTo>
                    <a:pt x="3411848" y="2233711"/>
                  </a:lnTo>
                </a:path>
                <a:path w="9157970" h="2653665">
                  <a:moveTo>
                    <a:pt x="3410134" y="0"/>
                  </a:moveTo>
                  <a:lnTo>
                    <a:pt x="3411848" y="0"/>
                  </a:lnTo>
                </a:path>
                <a:path w="9157970" h="2653665">
                  <a:moveTo>
                    <a:pt x="3473999" y="2233711"/>
                  </a:moveTo>
                  <a:lnTo>
                    <a:pt x="3475721" y="2233711"/>
                  </a:lnTo>
                </a:path>
                <a:path w="9157970" h="2653665">
                  <a:moveTo>
                    <a:pt x="3473999" y="0"/>
                  </a:moveTo>
                  <a:lnTo>
                    <a:pt x="3475721" y="0"/>
                  </a:lnTo>
                </a:path>
                <a:path w="9157970" h="2653665">
                  <a:moveTo>
                    <a:pt x="3575465" y="0"/>
                  </a:moveTo>
                  <a:lnTo>
                    <a:pt x="3563583" y="0"/>
                  </a:lnTo>
                </a:path>
                <a:path w="9157970" h="2653665">
                  <a:moveTo>
                    <a:pt x="3683416" y="2233711"/>
                  </a:moveTo>
                  <a:lnTo>
                    <a:pt x="3685138" y="2233711"/>
                  </a:lnTo>
                </a:path>
                <a:path w="9157970" h="2653665">
                  <a:moveTo>
                    <a:pt x="3683416" y="0"/>
                  </a:moveTo>
                  <a:lnTo>
                    <a:pt x="3685138" y="0"/>
                  </a:lnTo>
                </a:path>
                <a:path w="9157970" h="2653665">
                  <a:moveTo>
                    <a:pt x="3699929" y="2233711"/>
                  </a:moveTo>
                  <a:lnTo>
                    <a:pt x="3698223" y="2233711"/>
                  </a:lnTo>
                </a:path>
                <a:path w="9157970" h="2653665">
                  <a:moveTo>
                    <a:pt x="3699929" y="0"/>
                  </a:moveTo>
                  <a:lnTo>
                    <a:pt x="3698223" y="0"/>
                  </a:lnTo>
                </a:path>
                <a:path w="9157970" h="2653665">
                  <a:moveTo>
                    <a:pt x="3892834" y="2233711"/>
                  </a:moveTo>
                  <a:lnTo>
                    <a:pt x="3894556" y="2233711"/>
                  </a:lnTo>
                </a:path>
                <a:path w="9157970" h="2653665">
                  <a:moveTo>
                    <a:pt x="3892834" y="0"/>
                  </a:moveTo>
                  <a:lnTo>
                    <a:pt x="3894556" y="0"/>
                  </a:lnTo>
                </a:path>
                <a:path w="9157970" h="2653665">
                  <a:moveTo>
                    <a:pt x="3907641" y="0"/>
                  </a:moveTo>
                  <a:lnTo>
                    <a:pt x="3894556" y="0"/>
                  </a:lnTo>
                </a:path>
                <a:path w="9157970" h="2653665">
                  <a:moveTo>
                    <a:pt x="3828962" y="2233711"/>
                  </a:moveTo>
                  <a:lnTo>
                    <a:pt x="3830684" y="2233711"/>
                  </a:lnTo>
                </a:path>
                <a:path w="9157970" h="2653665">
                  <a:moveTo>
                    <a:pt x="3828962" y="0"/>
                  </a:moveTo>
                  <a:lnTo>
                    <a:pt x="3830684" y="0"/>
                  </a:lnTo>
                </a:path>
                <a:path w="9157970" h="2653665">
                  <a:moveTo>
                    <a:pt x="3843768" y="0"/>
                  </a:moveTo>
                  <a:lnTo>
                    <a:pt x="3830684" y="0"/>
                  </a:lnTo>
                </a:path>
                <a:path w="9157970" h="2653665">
                  <a:moveTo>
                    <a:pt x="3954077" y="2233711"/>
                  </a:moveTo>
                  <a:lnTo>
                    <a:pt x="3909347" y="2233711"/>
                  </a:lnTo>
                </a:path>
                <a:path w="9157970" h="2653665">
                  <a:moveTo>
                    <a:pt x="3954077" y="0"/>
                  </a:moveTo>
                  <a:lnTo>
                    <a:pt x="3909347" y="0"/>
                  </a:lnTo>
                </a:path>
                <a:path w="9157970" h="2653665">
                  <a:moveTo>
                    <a:pt x="3970156" y="0"/>
                  </a:moveTo>
                  <a:lnTo>
                    <a:pt x="3968287" y="0"/>
                  </a:lnTo>
                </a:path>
                <a:path w="9157970" h="2653665">
                  <a:moveTo>
                    <a:pt x="3970156" y="0"/>
                  </a:moveTo>
                  <a:lnTo>
                    <a:pt x="3972832" y="0"/>
                  </a:lnTo>
                </a:path>
                <a:path w="9157970" h="2653665">
                  <a:moveTo>
                    <a:pt x="3892834" y="2233711"/>
                  </a:moveTo>
                  <a:lnTo>
                    <a:pt x="3845475" y="2233711"/>
                  </a:lnTo>
                </a:path>
                <a:path w="9157970" h="2653665">
                  <a:moveTo>
                    <a:pt x="3892834" y="0"/>
                  </a:moveTo>
                  <a:lnTo>
                    <a:pt x="3845475" y="0"/>
                  </a:lnTo>
                </a:path>
                <a:path w="9157970" h="2653665">
                  <a:moveTo>
                    <a:pt x="3909347" y="2233711"/>
                  </a:moveTo>
                  <a:lnTo>
                    <a:pt x="3907641" y="2233711"/>
                  </a:lnTo>
                </a:path>
                <a:path w="9157970" h="2653665">
                  <a:moveTo>
                    <a:pt x="3909347" y="0"/>
                  </a:moveTo>
                  <a:lnTo>
                    <a:pt x="3907641" y="0"/>
                  </a:lnTo>
                </a:path>
                <a:path w="9157970" h="2653665">
                  <a:moveTo>
                    <a:pt x="3972832" y="0"/>
                  </a:moveTo>
                  <a:lnTo>
                    <a:pt x="3982682" y="0"/>
                  </a:lnTo>
                </a:path>
                <a:path w="9157970" h="2653665">
                  <a:moveTo>
                    <a:pt x="3845475" y="2233711"/>
                  </a:moveTo>
                  <a:lnTo>
                    <a:pt x="3843768" y="2233711"/>
                  </a:lnTo>
                </a:path>
                <a:path w="9157970" h="2653665">
                  <a:moveTo>
                    <a:pt x="3845475" y="0"/>
                  </a:moveTo>
                  <a:lnTo>
                    <a:pt x="3843768" y="0"/>
                  </a:lnTo>
                </a:path>
                <a:path w="9157970" h="2653665">
                  <a:moveTo>
                    <a:pt x="3954077" y="0"/>
                  </a:moveTo>
                  <a:lnTo>
                    <a:pt x="3968287" y="0"/>
                  </a:lnTo>
                </a:path>
                <a:path w="9157970" h="2653665">
                  <a:moveTo>
                    <a:pt x="3784875" y="0"/>
                  </a:moveTo>
                  <a:lnTo>
                    <a:pt x="3773001" y="0"/>
                  </a:lnTo>
                </a:path>
                <a:path w="9157970" h="2653665">
                  <a:moveTo>
                    <a:pt x="3828962" y="2233711"/>
                  </a:moveTo>
                  <a:lnTo>
                    <a:pt x="3784875" y="2233711"/>
                  </a:lnTo>
                </a:path>
                <a:path w="9157970" h="2653665">
                  <a:moveTo>
                    <a:pt x="3828962" y="0"/>
                  </a:moveTo>
                  <a:lnTo>
                    <a:pt x="3784875" y="0"/>
                  </a:lnTo>
                </a:path>
                <a:path w="9157970" h="2653665">
                  <a:moveTo>
                    <a:pt x="4004493" y="2233711"/>
                  </a:moveTo>
                  <a:lnTo>
                    <a:pt x="3999094" y="2233711"/>
                  </a:lnTo>
                </a:path>
                <a:path w="9157970" h="2653665">
                  <a:moveTo>
                    <a:pt x="3264589" y="2233711"/>
                  </a:moveTo>
                  <a:lnTo>
                    <a:pt x="3217229" y="2233711"/>
                  </a:lnTo>
                </a:path>
                <a:path w="9157970" h="2653665">
                  <a:moveTo>
                    <a:pt x="3200716" y="2233711"/>
                  </a:moveTo>
                  <a:lnTo>
                    <a:pt x="3202430" y="2233711"/>
                  </a:lnTo>
                </a:path>
                <a:path w="9157970" h="2653665">
                  <a:moveTo>
                    <a:pt x="3325824" y="2233711"/>
                  </a:moveTo>
                  <a:lnTo>
                    <a:pt x="3281102" y="2233711"/>
                  </a:lnTo>
                </a:path>
                <a:path w="9157970" h="2653665">
                  <a:moveTo>
                    <a:pt x="3217229" y="2233711"/>
                  </a:moveTo>
                  <a:lnTo>
                    <a:pt x="3215523" y="2233711"/>
                  </a:lnTo>
                </a:path>
                <a:path w="9157970" h="2653665">
                  <a:moveTo>
                    <a:pt x="3264589" y="2233711"/>
                  </a:moveTo>
                  <a:lnTo>
                    <a:pt x="3266303" y="2233711"/>
                  </a:lnTo>
                </a:path>
                <a:path w="9157970" h="2653665">
                  <a:moveTo>
                    <a:pt x="3281102" y="2233711"/>
                  </a:moveTo>
                  <a:lnTo>
                    <a:pt x="3279388" y="2233711"/>
                  </a:lnTo>
                </a:path>
                <a:path w="9157970" h="2653665">
                  <a:moveTo>
                    <a:pt x="4004493" y="2233711"/>
                  </a:moveTo>
                  <a:lnTo>
                    <a:pt x="4004493" y="0"/>
                  </a:lnTo>
                </a:path>
                <a:path w="9157970" h="2653665">
                  <a:moveTo>
                    <a:pt x="3985342" y="0"/>
                  </a:moveTo>
                  <a:lnTo>
                    <a:pt x="3987212" y="0"/>
                  </a:lnTo>
                </a:path>
                <a:path w="9157970" h="2653665">
                  <a:moveTo>
                    <a:pt x="3985342" y="0"/>
                  </a:moveTo>
                  <a:lnTo>
                    <a:pt x="3982682" y="0"/>
                  </a:lnTo>
                </a:path>
                <a:path w="9157970" h="2653665">
                  <a:moveTo>
                    <a:pt x="4004493" y="0"/>
                  </a:moveTo>
                  <a:lnTo>
                    <a:pt x="3999094" y="0"/>
                  </a:lnTo>
                  <a:lnTo>
                    <a:pt x="3987212" y="0"/>
                  </a:lnTo>
                </a:path>
                <a:path w="9157970" h="2653665">
                  <a:moveTo>
                    <a:pt x="3215523" y="0"/>
                  </a:moveTo>
                  <a:lnTo>
                    <a:pt x="3202430" y="0"/>
                  </a:lnTo>
                  <a:lnTo>
                    <a:pt x="3200716" y="0"/>
                  </a:lnTo>
                  <a:lnTo>
                    <a:pt x="3163300" y="0"/>
                  </a:lnTo>
                </a:path>
                <a:path w="9157970" h="2653665">
                  <a:moveTo>
                    <a:pt x="3349636" y="0"/>
                  </a:moveTo>
                  <a:lnTo>
                    <a:pt x="3345975" y="0"/>
                  </a:lnTo>
                </a:path>
                <a:path w="9157970" h="2653665">
                  <a:moveTo>
                    <a:pt x="3339638" y="0"/>
                  </a:moveTo>
                  <a:lnTo>
                    <a:pt x="3337769" y="0"/>
                  </a:lnTo>
                  <a:lnTo>
                    <a:pt x="3325824" y="0"/>
                  </a:lnTo>
                </a:path>
                <a:path w="9157970" h="2653665">
                  <a:moveTo>
                    <a:pt x="3281102" y="0"/>
                  </a:moveTo>
                  <a:lnTo>
                    <a:pt x="3279388" y="0"/>
                  </a:lnTo>
                </a:path>
                <a:path w="9157970" h="2653665">
                  <a:moveTo>
                    <a:pt x="3352296" y="0"/>
                  </a:moveTo>
                  <a:lnTo>
                    <a:pt x="3349636" y="0"/>
                  </a:lnTo>
                </a:path>
                <a:path w="9157970" h="2653665">
                  <a:moveTo>
                    <a:pt x="3266303" y="0"/>
                  </a:moveTo>
                  <a:lnTo>
                    <a:pt x="3264589" y="0"/>
                  </a:lnTo>
                  <a:lnTo>
                    <a:pt x="3217229" y="0"/>
                  </a:lnTo>
                </a:path>
                <a:path w="9157970" h="2653665">
                  <a:moveTo>
                    <a:pt x="3325824" y="0"/>
                  </a:moveTo>
                  <a:lnTo>
                    <a:pt x="3281102" y="0"/>
                  </a:lnTo>
                </a:path>
                <a:path w="9157970" h="2653665">
                  <a:moveTo>
                    <a:pt x="3342314" y="0"/>
                  </a:moveTo>
                  <a:lnTo>
                    <a:pt x="3345975" y="0"/>
                  </a:lnTo>
                </a:path>
                <a:path w="9157970" h="2653665">
                  <a:moveTo>
                    <a:pt x="3279388" y="0"/>
                  </a:moveTo>
                  <a:lnTo>
                    <a:pt x="3266303" y="0"/>
                  </a:lnTo>
                </a:path>
                <a:path w="9157970" h="2653665">
                  <a:moveTo>
                    <a:pt x="3339638" y="0"/>
                  </a:moveTo>
                  <a:lnTo>
                    <a:pt x="3342314" y="0"/>
                  </a:lnTo>
                </a:path>
                <a:path w="9157970" h="2653665">
                  <a:moveTo>
                    <a:pt x="3217229" y="0"/>
                  </a:moveTo>
                  <a:lnTo>
                    <a:pt x="3215523" y="0"/>
                  </a:lnTo>
                </a:path>
                <a:path w="9157970" h="2653665">
                  <a:moveTo>
                    <a:pt x="3762406" y="2233711"/>
                  </a:moveTo>
                  <a:lnTo>
                    <a:pt x="3764810" y="2233711"/>
                  </a:lnTo>
                  <a:lnTo>
                    <a:pt x="3767199" y="2233711"/>
                  </a:lnTo>
                </a:path>
                <a:path w="9157970" h="2653665">
                  <a:moveTo>
                    <a:pt x="3555392" y="2233711"/>
                  </a:moveTo>
                  <a:lnTo>
                    <a:pt x="3557781" y="2233711"/>
                  </a:lnTo>
                </a:path>
                <a:path w="9157970" h="2653665">
                  <a:moveTo>
                    <a:pt x="3345975" y="2233711"/>
                  </a:moveTo>
                  <a:lnTo>
                    <a:pt x="3348364" y="2233711"/>
                  </a:lnTo>
                </a:path>
                <a:path w="9157970" h="2653665">
                  <a:moveTo>
                    <a:pt x="3552988" y="2233711"/>
                  </a:moveTo>
                  <a:lnTo>
                    <a:pt x="3555392" y="2233711"/>
                  </a:lnTo>
                </a:path>
                <a:path w="9157970" h="2653665">
                  <a:moveTo>
                    <a:pt x="3343570" y="2233711"/>
                  </a:moveTo>
                  <a:lnTo>
                    <a:pt x="3345975" y="2233711"/>
                  </a:lnTo>
                </a:path>
                <a:path w="9157970" h="2653665">
                  <a:moveTo>
                    <a:pt x="6717057" y="0"/>
                  </a:moveTo>
                  <a:lnTo>
                    <a:pt x="6718918" y="0"/>
                  </a:lnTo>
                </a:path>
                <a:path w="9157970" h="2653665">
                  <a:moveTo>
                    <a:pt x="6913832" y="0"/>
                  </a:moveTo>
                  <a:lnTo>
                    <a:pt x="6911970" y="0"/>
                  </a:lnTo>
                </a:path>
                <a:path w="9157970" h="2653665">
                  <a:moveTo>
                    <a:pt x="7123249" y="0"/>
                  </a:moveTo>
                  <a:lnTo>
                    <a:pt x="7121388" y="0"/>
                  </a:lnTo>
                </a:path>
                <a:path w="9157970" h="2653665">
                  <a:moveTo>
                    <a:pt x="6838752" y="2233711"/>
                  </a:moveTo>
                  <a:lnTo>
                    <a:pt x="6791439" y="2233711"/>
                  </a:lnTo>
                </a:path>
                <a:path w="9157970" h="2653665">
                  <a:moveTo>
                    <a:pt x="6838752" y="0"/>
                  </a:moveTo>
                  <a:lnTo>
                    <a:pt x="6791439" y="0"/>
                  </a:lnTo>
                </a:path>
                <a:path w="9157970" h="2653665">
                  <a:moveTo>
                    <a:pt x="6853566" y="2233711"/>
                  </a:moveTo>
                  <a:lnTo>
                    <a:pt x="6840458" y="2233711"/>
                  </a:lnTo>
                </a:path>
                <a:path w="9157970" h="2653665">
                  <a:moveTo>
                    <a:pt x="6853566" y="0"/>
                  </a:moveTo>
                  <a:lnTo>
                    <a:pt x="6840458" y="0"/>
                  </a:lnTo>
                </a:path>
                <a:path w="9157970" h="2653665">
                  <a:moveTo>
                    <a:pt x="6926474" y="0"/>
                  </a:moveTo>
                  <a:lnTo>
                    <a:pt x="6928336" y="0"/>
                  </a:lnTo>
                </a:path>
                <a:path w="9157970" h="2653665">
                  <a:moveTo>
                    <a:pt x="6984336" y="2233711"/>
                  </a:moveTo>
                  <a:lnTo>
                    <a:pt x="6986042" y="2233711"/>
                  </a:lnTo>
                </a:path>
                <a:path w="9157970" h="2653665">
                  <a:moveTo>
                    <a:pt x="6984336" y="0"/>
                  </a:moveTo>
                  <a:lnTo>
                    <a:pt x="6986042" y="0"/>
                  </a:lnTo>
                </a:path>
                <a:path w="9157970" h="2653665">
                  <a:moveTo>
                    <a:pt x="6999150" y="2233711"/>
                  </a:moveTo>
                  <a:lnTo>
                    <a:pt x="6986042" y="2233711"/>
                  </a:lnTo>
                </a:path>
                <a:path w="9157970" h="2653665">
                  <a:moveTo>
                    <a:pt x="6999150" y="0"/>
                  </a:moveTo>
                  <a:lnTo>
                    <a:pt x="6986042" y="0"/>
                  </a:lnTo>
                </a:path>
                <a:path w="9157970" h="2653665">
                  <a:moveTo>
                    <a:pt x="7062984" y="2233711"/>
                  </a:moveTo>
                  <a:lnTo>
                    <a:pt x="7049876" y="2233711"/>
                  </a:lnTo>
                </a:path>
                <a:path w="9157970" h="2653665">
                  <a:moveTo>
                    <a:pt x="7062984" y="0"/>
                  </a:moveTo>
                  <a:lnTo>
                    <a:pt x="7049876" y="0"/>
                  </a:lnTo>
                </a:path>
                <a:path w="9157970" h="2653665">
                  <a:moveTo>
                    <a:pt x="7109443" y="2233711"/>
                  </a:moveTo>
                  <a:lnTo>
                    <a:pt x="7064690" y="2233711"/>
                  </a:lnTo>
                </a:path>
                <a:path w="9157970" h="2653665">
                  <a:moveTo>
                    <a:pt x="7109443" y="0"/>
                  </a:moveTo>
                  <a:lnTo>
                    <a:pt x="7064690" y="0"/>
                  </a:lnTo>
                </a:path>
                <a:path w="9157970" h="2653665">
                  <a:moveTo>
                    <a:pt x="7109443" y="0"/>
                  </a:moveTo>
                  <a:lnTo>
                    <a:pt x="7121388" y="0"/>
                  </a:lnTo>
                </a:path>
                <a:path w="9157970" h="2653665">
                  <a:moveTo>
                    <a:pt x="6789732" y="2233711"/>
                  </a:moveTo>
                  <a:lnTo>
                    <a:pt x="6776624" y="2233711"/>
                  </a:lnTo>
                </a:path>
                <a:path w="9157970" h="2653665">
                  <a:moveTo>
                    <a:pt x="6789732" y="0"/>
                  </a:moveTo>
                  <a:lnTo>
                    <a:pt x="6776624" y="0"/>
                  </a:lnTo>
                </a:path>
                <a:path w="9157970" h="2653665">
                  <a:moveTo>
                    <a:pt x="6730785" y="0"/>
                  </a:moveTo>
                  <a:lnTo>
                    <a:pt x="6718918" y="0"/>
                  </a:lnTo>
                </a:path>
                <a:path w="9157970" h="2653665">
                  <a:moveTo>
                    <a:pt x="6791439" y="2233711"/>
                  </a:moveTo>
                  <a:lnTo>
                    <a:pt x="6789732" y="2233711"/>
                  </a:lnTo>
                </a:path>
                <a:path w="9157970" h="2653665">
                  <a:moveTo>
                    <a:pt x="6791439" y="0"/>
                  </a:moveTo>
                  <a:lnTo>
                    <a:pt x="6789732" y="0"/>
                  </a:lnTo>
                </a:path>
                <a:path w="9157970" h="2653665">
                  <a:moveTo>
                    <a:pt x="6855272" y="2233711"/>
                  </a:moveTo>
                  <a:lnTo>
                    <a:pt x="6853566" y="2233711"/>
                  </a:lnTo>
                </a:path>
                <a:path w="9157970" h="2653665">
                  <a:moveTo>
                    <a:pt x="6855272" y="0"/>
                  </a:moveTo>
                  <a:lnTo>
                    <a:pt x="6853566" y="0"/>
                  </a:lnTo>
                </a:path>
                <a:path w="9157970" h="2653665">
                  <a:moveTo>
                    <a:pt x="6900026" y="2233711"/>
                  </a:moveTo>
                  <a:lnTo>
                    <a:pt x="6855272" y="2233711"/>
                  </a:lnTo>
                </a:path>
                <a:path w="9157970" h="2653665">
                  <a:moveTo>
                    <a:pt x="6900026" y="0"/>
                  </a:moveTo>
                  <a:lnTo>
                    <a:pt x="6855272" y="0"/>
                  </a:lnTo>
                </a:path>
                <a:path w="9157970" h="2653665">
                  <a:moveTo>
                    <a:pt x="6913832" y="0"/>
                  </a:moveTo>
                  <a:lnTo>
                    <a:pt x="6916469" y="0"/>
                  </a:lnTo>
                </a:path>
                <a:path w="9157970" h="2653665">
                  <a:moveTo>
                    <a:pt x="6926474" y="0"/>
                  </a:moveTo>
                  <a:lnTo>
                    <a:pt x="6923837" y="0"/>
                  </a:lnTo>
                </a:path>
                <a:path w="9157970" h="2653665">
                  <a:moveTo>
                    <a:pt x="6984336" y="2233711"/>
                  </a:moveTo>
                  <a:lnTo>
                    <a:pt x="6940203" y="2233711"/>
                  </a:lnTo>
                </a:path>
                <a:path w="9157970" h="2653665">
                  <a:moveTo>
                    <a:pt x="6984336" y="0"/>
                  </a:moveTo>
                  <a:lnTo>
                    <a:pt x="6940203" y="0"/>
                  </a:lnTo>
                </a:path>
                <a:path w="9157970" h="2653665">
                  <a:moveTo>
                    <a:pt x="7048169" y="2233711"/>
                  </a:moveTo>
                  <a:lnTo>
                    <a:pt x="7000856" y="2233711"/>
                  </a:lnTo>
                </a:path>
                <a:path w="9157970" h="2653665">
                  <a:moveTo>
                    <a:pt x="7048169" y="0"/>
                  </a:moveTo>
                  <a:lnTo>
                    <a:pt x="7000856" y="0"/>
                  </a:lnTo>
                </a:path>
                <a:path w="9157970" h="2653665">
                  <a:moveTo>
                    <a:pt x="7125887" y="0"/>
                  </a:moveTo>
                  <a:lnTo>
                    <a:pt x="7129610" y="0"/>
                  </a:lnTo>
                </a:path>
                <a:path w="9157970" h="2653665">
                  <a:moveTo>
                    <a:pt x="7133255" y="0"/>
                  </a:moveTo>
                  <a:lnTo>
                    <a:pt x="7129610" y="0"/>
                  </a:lnTo>
                </a:path>
                <a:path w="9157970" h="2653665">
                  <a:moveTo>
                    <a:pt x="7123249" y="0"/>
                  </a:moveTo>
                  <a:lnTo>
                    <a:pt x="7125887" y="0"/>
                  </a:lnTo>
                </a:path>
                <a:path w="9157970" h="2653665">
                  <a:moveTo>
                    <a:pt x="7135892" y="0"/>
                  </a:moveTo>
                  <a:lnTo>
                    <a:pt x="7133255" y="0"/>
                  </a:lnTo>
                </a:path>
                <a:path w="9157970" h="2653665">
                  <a:moveTo>
                    <a:pt x="6923837" y="0"/>
                  </a:moveTo>
                  <a:lnTo>
                    <a:pt x="6920192" y="0"/>
                  </a:lnTo>
                </a:path>
                <a:path w="9157970" h="2653665">
                  <a:moveTo>
                    <a:pt x="7135892" y="0"/>
                  </a:moveTo>
                  <a:lnTo>
                    <a:pt x="7137754" y="0"/>
                  </a:lnTo>
                </a:path>
                <a:path w="9157970" h="2653665">
                  <a:moveTo>
                    <a:pt x="7000856" y="2233711"/>
                  </a:moveTo>
                  <a:lnTo>
                    <a:pt x="6999150" y="2233711"/>
                  </a:lnTo>
                </a:path>
                <a:path w="9157970" h="2653665">
                  <a:moveTo>
                    <a:pt x="7000856" y="0"/>
                  </a:moveTo>
                  <a:lnTo>
                    <a:pt x="6999150" y="0"/>
                  </a:lnTo>
                </a:path>
                <a:path w="9157970" h="2653665">
                  <a:moveTo>
                    <a:pt x="6774918" y="2233711"/>
                  </a:moveTo>
                  <a:lnTo>
                    <a:pt x="6730785" y="2233711"/>
                  </a:lnTo>
                </a:path>
                <a:path w="9157970" h="2653665">
                  <a:moveTo>
                    <a:pt x="6774918" y="0"/>
                  </a:moveTo>
                  <a:lnTo>
                    <a:pt x="6730785" y="0"/>
                  </a:lnTo>
                </a:path>
                <a:path w="9157970" h="2653665">
                  <a:moveTo>
                    <a:pt x="6916469" y="0"/>
                  </a:moveTo>
                  <a:lnTo>
                    <a:pt x="6920192" y="0"/>
                  </a:lnTo>
                </a:path>
                <a:path w="9157970" h="2653665">
                  <a:moveTo>
                    <a:pt x="6900026" y="0"/>
                  </a:moveTo>
                  <a:lnTo>
                    <a:pt x="6911970" y="0"/>
                  </a:lnTo>
                </a:path>
                <a:path w="9157970" h="2653665">
                  <a:moveTo>
                    <a:pt x="6774918" y="2233711"/>
                  </a:moveTo>
                  <a:lnTo>
                    <a:pt x="6776624" y="2233711"/>
                  </a:lnTo>
                </a:path>
                <a:path w="9157970" h="2653665">
                  <a:moveTo>
                    <a:pt x="6774918" y="0"/>
                  </a:moveTo>
                  <a:lnTo>
                    <a:pt x="6776624" y="0"/>
                  </a:lnTo>
                </a:path>
                <a:path w="9157970" h="2653665">
                  <a:moveTo>
                    <a:pt x="6838752" y="2233711"/>
                  </a:moveTo>
                  <a:lnTo>
                    <a:pt x="6840458" y="2233711"/>
                  </a:lnTo>
                </a:path>
                <a:path w="9157970" h="2653665">
                  <a:moveTo>
                    <a:pt x="6838752" y="0"/>
                  </a:moveTo>
                  <a:lnTo>
                    <a:pt x="6840458" y="0"/>
                  </a:lnTo>
                </a:path>
                <a:path w="9157970" h="2653665">
                  <a:moveTo>
                    <a:pt x="6940203" y="0"/>
                  </a:moveTo>
                  <a:lnTo>
                    <a:pt x="6928336" y="0"/>
                  </a:lnTo>
                </a:path>
                <a:path w="9157970" h="2653665">
                  <a:moveTo>
                    <a:pt x="7048169" y="2233711"/>
                  </a:moveTo>
                  <a:lnTo>
                    <a:pt x="7049876" y="2233711"/>
                  </a:lnTo>
                </a:path>
                <a:path w="9157970" h="2653665">
                  <a:moveTo>
                    <a:pt x="7048169" y="0"/>
                  </a:moveTo>
                  <a:lnTo>
                    <a:pt x="7049876" y="0"/>
                  </a:lnTo>
                </a:path>
                <a:path w="9157970" h="2653665">
                  <a:moveTo>
                    <a:pt x="7064690" y="2233711"/>
                  </a:moveTo>
                  <a:lnTo>
                    <a:pt x="7062984" y="2233711"/>
                  </a:lnTo>
                </a:path>
                <a:path w="9157970" h="2653665">
                  <a:moveTo>
                    <a:pt x="7064690" y="0"/>
                  </a:moveTo>
                  <a:lnTo>
                    <a:pt x="7062984" y="0"/>
                  </a:lnTo>
                </a:path>
                <a:path w="9157970" h="2653665">
                  <a:moveTo>
                    <a:pt x="7257587" y="2233711"/>
                  </a:moveTo>
                  <a:lnTo>
                    <a:pt x="7259293" y="2233711"/>
                  </a:lnTo>
                </a:path>
                <a:path w="9157970" h="2653665">
                  <a:moveTo>
                    <a:pt x="7257587" y="0"/>
                  </a:moveTo>
                  <a:lnTo>
                    <a:pt x="7259293" y="0"/>
                  </a:lnTo>
                </a:path>
                <a:path w="9157970" h="2653665">
                  <a:moveTo>
                    <a:pt x="7272401" y="2233711"/>
                  </a:moveTo>
                  <a:lnTo>
                    <a:pt x="7259293" y="2233711"/>
                  </a:lnTo>
                </a:path>
                <a:path w="9157970" h="2653665">
                  <a:moveTo>
                    <a:pt x="7193753" y="2233711"/>
                  </a:moveTo>
                  <a:lnTo>
                    <a:pt x="7195460" y="2233711"/>
                  </a:lnTo>
                </a:path>
                <a:path w="9157970" h="2653665">
                  <a:moveTo>
                    <a:pt x="7193753" y="0"/>
                  </a:moveTo>
                  <a:lnTo>
                    <a:pt x="7195460" y="0"/>
                  </a:lnTo>
                </a:path>
                <a:path w="9157970" h="2653665">
                  <a:moveTo>
                    <a:pt x="7208568" y="2233711"/>
                  </a:moveTo>
                  <a:lnTo>
                    <a:pt x="7195460" y="2233711"/>
                  </a:lnTo>
                </a:path>
                <a:path w="9157970" h="2653665">
                  <a:moveTo>
                    <a:pt x="7208568" y="0"/>
                  </a:moveTo>
                  <a:lnTo>
                    <a:pt x="7195460" y="0"/>
                  </a:lnTo>
                </a:path>
                <a:path w="9157970" h="2653665">
                  <a:moveTo>
                    <a:pt x="7318861" y="2233711"/>
                  </a:moveTo>
                  <a:lnTo>
                    <a:pt x="7274108" y="2233711"/>
                  </a:lnTo>
                </a:path>
                <a:path w="9157970" h="2653665">
                  <a:moveTo>
                    <a:pt x="7318861" y="0"/>
                  </a:moveTo>
                  <a:lnTo>
                    <a:pt x="7274108" y="0"/>
                  </a:lnTo>
                </a:path>
                <a:path w="9157970" h="2653665">
                  <a:moveTo>
                    <a:pt x="7334916" y="0"/>
                  </a:moveTo>
                  <a:lnTo>
                    <a:pt x="7333055" y="0"/>
                  </a:lnTo>
                </a:path>
                <a:path w="9157970" h="2653665">
                  <a:moveTo>
                    <a:pt x="7334916" y="0"/>
                  </a:moveTo>
                  <a:lnTo>
                    <a:pt x="7337631" y="0"/>
                  </a:lnTo>
                </a:path>
                <a:path w="9157970" h="2653665">
                  <a:moveTo>
                    <a:pt x="7257587" y="2233711"/>
                  </a:moveTo>
                  <a:lnTo>
                    <a:pt x="7210274" y="2233711"/>
                  </a:lnTo>
                </a:path>
                <a:path w="9157970" h="2653665">
                  <a:moveTo>
                    <a:pt x="7257587" y="0"/>
                  </a:moveTo>
                  <a:lnTo>
                    <a:pt x="7210274" y="0"/>
                  </a:lnTo>
                </a:path>
                <a:path w="9157970" h="2653665">
                  <a:moveTo>
                    <a:pt x="7274108" y="2233711"/>
                  </a:moveTo>
                  <a:lnTo>
                    <a:pt x="7272401" y="2233711"/>
                  </a:lnTo>
                </a:path>
                <a:path w="9157970" h="2653665">
                  <a:moveTo>
                    <a:pt x="7274108" y="0"/>
                  </a:moveTo>
                  <a:lnTo>
                    <a:pt x="7272401" y="0"/>
                  </a:lnTo>
                </a:path>
                <a:path w="9157970" h="2653665">
                  <a:moveTo>
                    <a:pt x="7337631" y="0"/>
                  </a:moveTo>
                  <a:lnTo>
                    <a:pt x="7347482" y="0"/>
                  </a:lnTo>
                </a:path>
                <a:path w="9157970" h="2653665">
                  <a:moveTo>
                    <a:pt x="7210274" y="2233711"/>
                  </a:moveTo>
                  <a:lnTo>
                    <a:pt x="7208568" y="2233711"/>
                  </a:lnTo>
                </a:path>
                <a:path w="9157970" h="2653665">
                  <a:moveTo>
                    <a:pt x="7210274" y="0"/>
                  </a:moveTo>
                  <a:lnTo>
                    <a:pt x="7208568" y="0"/>
                  </a:lnTo>
                </a:path>
                <a:path w="9157970" h="2653665">
                  <a:moveTo>
                    <a:pt x="7149621" y="0"/>
                  </a:moveTo>
                  <a:lnTo>
                    <a:pt x="7137754" y="0"/>
                  </a:lnTo>
                </a:path>
                <a:path w="9157970" h="2653665">
                  <a:moveTo>
                    <a:pt x="7193753" y="2233711"/>
                  </a:moveTo>
                  <a:lnTo>
                    <a:pt x="7149621" y="2233711"/>
                  </a:lnTo>
                </a:path>
                <a:path w="9157970" h="2653665">
                  <a:moveTo>
                    <a:pt x="7193753" y="0"/>
                  </a:moveTo>
                  <a:lnTo>
                    <a:pt x="7149621" y="0"/>
                  </a:lnTo>
                </a:path>
                <a:path w="9157970" h="2653665">
                  <a:moveTo>
                    <a:pt x="6629334" y="2233711"/>
                  </a:moveTo>
                  <a:lnTo>
                    <a:pt x="6582021" y="2233711"/>
                  </a:lnTo>
                </a:path>
                <a:path w="9157970" h="2653665">
                  <a:moveTo>
                    <a:pt x="6580315" y="2233711"/>
                  </a:moveTo>
                  <a:lnTo>
                    <a:pt x="6567207" y="2233711"/>
                  </a:lnTo>
                  <a:lnTo>
                    <a:pt x="6565500" y="2233711"/>
                  </a:lnTo>
                </a:path>
                <a:path w="9157970" h="2653665">
                  <a:moveTo>
                    <a:pt x="6644148" y="2233711"/>
                  </a:moveTo>
                  <a:lnTo>
                    <a:pt x="6631040" y="2233711"/>
                  </a:lnTo>
                </a:path>
                <a:path w="9157970" h="2653665">
                  <a:moveTo>
                    <a:pt x="6690608" y="2233711"/>
                  </a:moveTo>
                  <a:lnTo>
                    <a:pt x="6645855" y="2233711"/>
                  </a:lnTo>
                </a:path>
                <a:path w="9157970" h="2653665">
                  <a:moveTo>
                    <a:pt x="6582021" y="2233711"/>
                  </a:moveTo>
                  <a:lnTo>
                    <a:pt x="6580315" y="2233711"/>
                  </a:lnTo>
                </a:path>
                <a:path w="9157970" h="2653665">
                  <a:moveTo>
                    <a:pt x="6629334" y="2233711"/>
                  </a:moveTo>
                  <a:lnTo>
                    <a:pt x="6631040" y="2233711"/>
                  </a:lnTo>
                </a:path>
                <a:path w="9157970" h="2653665">
                  <a:moveTo>
                    <a:pt x="6645855" y="2233711"/>
                  </a:moveTo>
                  <a:lnTo>
                    <a:pt x="6644148" y="2233711"/>
                  </a:lnTo>
                </a:path>
                <a:path w="9157970" h="2653665">
                  <a:moveTo>
                    <a:pt x="7350119" y="0"/>
                  </a:moveTo>
                  <a:lnTo>
                    <a:pt x="7351980" y="0"/>
                  </a:lnTo>
                </a:path>
                <a:path w="9157970" h="2653665">
                  <a:moveTo>
                    <a:pt x="7350119" y="0"/>
                  </a:moveTo>
                  <a:lnTo>
                    <a:pt x="7347482" y="0"/>
                  </a:lnTo>
                </a:path>
                <a:path w="9157970" h="2653665">
                  <a:moveTo>
                    <a:pt x="7369276" y="0"/>
                  </a:moveTo>
                  <a:lnTo>
                    <a:pt x="7363847" y="0"/>
                  </a:lnTo>
                  <a:lnTo>
                    <a:pt x="7351980" y="0"/>
                  </a:lnTo>
                </a:path>
                <a:path w="9157970" h="2653665">
                  <a:moveTo>
                    <a:pt x="6580315" y="0"/>
                  </a:moveTo>
                  <a:lnTo>
                    <a:pt x="6567207" y="0"/>
                  </a:lnTo>
                  <a:lnTo>
                    <a:pt x="6565500" y="0"/>
                  </a:lnTo>
                  <a:lnTo>
                    <a:pt x="6528115" y="0"/>
                  </a:lnTo>
                </a:path>
                <a:path w="9157970" h="2653665">
                  <a:moveTo>
                    <a:pt x="6714420" y="0"/>
                  </a:moveTo>
                  <a:lnTo>
                    <a:pt x="6710774" y="0"/>
                  </a:lnTo>
                </a:path>
                <a:path w="9157970" h="2653665">
                  <a:moveTo>
                    <a:pt x="6704414" y="0"/>
                  </a:moveTo>
                  <a:lnTo>
                    <a:pt x="6702553" y="0"/>
                  </a:lnTo>
                  <a:lnTo>
                    <a:pt x="6690608" y="0"/>
                  </a:lnTo>
                </a:path>
                <a:path w="9157970" h="2653665">
                  <a:moveTo>
                    <a:pt x="6645855" y="0"/>
                  </a:moveTo>
                  <a:lnTo>
                    <a:pt x="6644148" y="0"/>
                  </a:lnTo>
                </a:path>
                <a:path w="9157970" h="2653665">
                  <a:moveTo>
                    <a:pt x="6717057" y="0"/>
                  </a:moveTo>
                  <a:lnTo>
                    <a:pt x="6714420" y="0"/>
                  </a:lnTo>
                </a:path>
                <a:path w="9157970" h="2653665">
                  <a:moveTo>
                    <a:pt x="6631040" y="0"/>
                  </a:moveTo>
                  <a:lnTo>
                    <a:pt x="6629334" y="0"/>
                  </a:lnTo>
                  <a:lnTo>
                    <a:pt x="6582021" y="0"/>
                  </a:lnTo>
                </a:path>
                <a:path w="9157970" h="2653665">
                  <a:moveTo>
                    <a:pt x="6690608" y="0"/>
                  </a:moveTo>
                  <a:lnTo>
                    <a:pt x="6645855" y="0"/>
                  </a:lnTo>
                </a:path>
                <a:path w="9157970" h="2653665">
                  <a:moveTo>
                    <a:pt x="6707051" y="0"/>
                  </a:moveTo>
                  <a:lnTo>
                    <a:pt x="6710774" y="0"/>
                  </a:lnTo>
                </a:path>
                <a:path w="9157970" h="2653665">
                  <a:moveTo>
                    <a:pt x="6644148" y="0"/>
                  </a:moveTo>
                  <a:lnTo>
                    <a:pt x="6631040" y="0"/>
                  </a:lnTo>
                </a:path>
                <a:path w="9157970" h="2653665">
                  <a:moveTo>
                    <a:pt x="6704414" y="0"/>
                  </a:moveTo>
                  <a:lnTo>
                    <a:pt x="6707051" y="0"/>
                  </a:lnTo>
                </a:path>
                <a:path w="9157970" h="2653665">
                  <a:moveTo>
                    <a:pt x="6582021" y="0"/>
                  </a:moveTo>
                  <a:lnTo>
                    <a:pt x="6580315" y="0"/>
                  </a:lnTo>
                </a:path>
                <a:path w="9157970" h="2653665">
                  <a:moveTo>
                    <a:pt x="7127205" y="2233711"/>
                  </a:moveTo>
                  <a:lnTo>
                    <a:pt x="7129610" y="2233711"/>
                  </a:lnTo>
                  <a:lnTo>
                    <a:pt x="7131936" y="2233711"/>
                  </a:lnTo>
                </a:path>
                <a:path w="9157970" h="2653665">
                  <a:moveTo>
                    <a:pt x="6920192" y="2233711"/>
                  </a:moveTo>
                  <a:lnTo>
                    <a:pt x="6922519" y="2233711"/>
                  </a:lnTo>
                </a:path>
                <a:path w="9157970" h="2653665">
                  <a:moveTo>
                    <a:pt x="6710774" y="2233711"/>
                  </a:moveTo>
                  <a:lnTo>
                    <a:pt x="6713101" y="2233711"/>
                  </a:lnTo>
                </a:path>
                <a:path w="9157970" h="2653665">
                  <a:moveTo>
                    <a:pt x="6917787" y="2233711"/>
                  </a:moveTo>
                  <a:lnTo>
                    <a:pt x="6920192" y="2233711"/>
                  </a:lnTo>
                </a:path>
                <a:path w="9157970" h="2653665">
                  <a:moveTo>
                    <a:pt x="6708370" y="2233711"/>
                  </a:moveTo>
                  <a:lnTo>
                    <a:pt x="6710774" y="2233711"/>
                  </a:lnTo>
                </a:path>
                <a:path w="9157970" h="2653665">
                  <a:moveTo>
                    <a:pt x="5875896" y="0"/>
                  </a:moveTo>
                  <a:lnTo>
                    <a:pt x="5877757" y="0"/>
                  </a:lnTo>
                </a:path>
                <a:path w="9157970" h="2653665">
                  <a:moveTo>
                    <a:pt x="6072671" y="0"/>
                  </a:moveTo>
                  <a:lnTo>
                    <a:pt x="6070732" y="0"/>
                  </a:lnTo>
                </a:path>
                <a:path w="9157970" h="2653665">
                  <a:moveTo>
                    <a:pt x="6282088" y="0"/>
                  </a:moveTo>
                  <a:lnTo>
                    <a:pt x="6280149" y="0"/>
                  </a:lnTo>
                </a:path>
                <a:path w="9157970" h="2653665">
                  <a:moveTo>
                    <a:pt x="5997591" y="2233711"/>
                  </a:moveTo>
                  <a:lnTo>
                    <a:pt x="5950200" y="2233711"/>
                  </a:lnTo>
                </a:path>
                <a:path w="9157970" h="2653665">
                  <a:moveTo>
                    <a:pt x="5997591" y="0"/>
                  </a:moveTo>
                  <a:lnTo>
                    <a:pt x="5950200" y="0"/>
                  </a:lnTo>
                </a:path>
                <a:path w="9157970" h="2653665">
                  <a:moveTo>
                    <a:pt x="6012405" y="2233711"/>
                  </a:moveTo>
                  <a:lnTo>
                    <a:pt x="5999297" y="2233711"/>
                  </a:lnTo>
                </a:path>
                <a:path w="9157970" h="2653665">
                  <a:moveTo>
                    <a:pt x="6012405" y="0"/>
                  </a:moveTo>
                  <a:lnTo>
                    <a:pt x="5999297" y="0"/>
                  </a:lnTo>
                </a:path>
                <a:path w="9157970" h="2653665">
                  <a:moveTo>
                    <a:pt x="6085313" y="0"/>
                  </a:moveTo>
                  <a:lnTo>
                    <a:pt x="6087175" y="0"/>
                  </a:lnTo>
                </a:path>
                <a:path w="9157970" h="2653665">
                  <a:moveTo>
                    <a:pt x="6143097" y="2233711"/>
                  </a:moveTo>
                  <a:lnTo>
                    <a:pt x="6144881" y="2233711"/>
                  </a:lnTo>
                </a:path>
                <a:path w="9157970" h="2653665">
                  <a:moveTo>
                    <a:pt x="6143097" y="0"/>
                  </a:moveTo>
                  <a:lnTo>
                    <a:pt x="6144881" y="0"/>
                  </a:lnTo>
                </a:path>
                <a:path w="9157970" h="2653665">
                  <a:moveTo>
                    <a:pt x="6157911" y="2233711"/>
                  </a:moveTo>
                  <a:lnTo>
                    <a:pt x="6144881" y="2233711"/>
                  </a:lnTo>
                </a:path>
                <a:path w="9157970" h="2653665">
                  <a:moveTo>
                    <a:pt x="6157911" y="0"/>
                  </a:moveTo>
                  <a:lnTo>
                    <a:pt x="6144881" y="0"/>
                  </a:lnTo>
                </a:path>
                <a:path w="9157970" h="2653665">
                  <a:moveTo>
                    <a:pt x="6221823" y="2233711"/>
                  </a:moveTo>
                  <a:lnTo>
                    <a:pt x="6208715" y="2233711"/>
                  </a:lnTo>
                </a:path>
                <a:path w="9157970" h="2653665">
                  <a:moveTo>
                    <a:pt x="6221823" y="0"/>
                  </a:moveTo>
                  <a:lnTo>
                    <a:pt x="6208715" y="0"/>
                  </a:lnTo>
                </a:path>
                <a:path w="9157970" h="2653665">
                  <a:moveTo>
                    <a:pt x="6268205" y="2233711"/>
                  </a:moveTo>
                  <a:lnTo>
                    <a:pt x="6223529" y="2233711"/>
                  </a:lnTo>
                </a:path>
                <a:path w="9157970" h="2653665">
                  <a:moveTo>
                    <a:pt x="6268205" y="0"/>
                  </a:moveTo>
                  <a:lnTo>
                    <a:pt x="6223529" y="0"/>
                  </a:lnTo>
                </a:path>
                <a:path w="9157970" h="2653665">
                  <a:moveTo>
                    <a:pt x="6268205" y="0"/>
                  </a:moveTo>
                  <a:lnTo>
                    <a:pt x="6280149" y="0"/>
                  </a:lnTo>
                </a:path>
                <a:path w="9157970" h="2653665">
                  <a:moveTo>
                    <a:pt x="5948494" y="2233711"/>
                  </a:moveTo>
                  <a:lnTo>
                    <a:pt x="5935463" y="2233711"/>
                  </a:lnTo>
                </a:path>
                <a:path w="9157970" h="2653665">
                  <a:moveTo>
                    <a:pt x="5948494" y="0"/>
                  </a:moveTo>
                  <a:lnTo>
                    <a:pt x="5935463" y="0"/>
                  </a:lnTo>
                </a:path>
                <a:path w="9157970" h="2653665">
                  <a:moveTo>
                    <a:pt x="5889624" y="0"/>
                  </a:moveTo>
                  <a:lnTo>
                    <a:pt x="5877757" y="0"/>
                  </a:lnTo>
                </a:path>
                <a:path w="9157970" h="2653665">
                  <a:moveTo>
                    <a:pt x="5950200" y="2233711"/>
                  </a:moveTo>
                  <a:lnTo>
                    <a:pt x="5948494" y="2233711"/>
                  </a:lnTo>
                </a:path>
                <a:path w="9157970" h="2653665">
                  <a:moveTo>
                    <a:pt x="5950200" y="0"/>
                  </a:moveTo>
                  <a:lnTo>
                    <a:pt x="5948494" y="0"/>
                  </a:lnTo>
                </a:path>
                <a:path w="9157970" h="2653665">
                  <a:moveTo>
                    <a:pt x="6014111" y="2233711"/>
                  </a:moveTo>
                  <a:lnTo>
                    <a:pt x="6012405" y="2233711"/>
                  </a:lnTo>
                </a:path>
                <a:path w="9157970" h="2653665">
                  <a:moveTo>
                    <a:pt x="6014111" y="0"/>
                  </a:moveTo>
                  <a:lnTo>
                    <a:pt x="6012405" y="0"/>
                  </a:lnTo>
                </a:path>
                <a:path w="9157970" h="2653665">
                  <a:moveTo>
                    <a:pt x="6058787" y="2233711"/>
                  </a:moveTo>
                  <a:lnTo>
                    <a:pt x="6014111" y="2233711"/>
                  </a:lnTo>
                </a:path>
                <a:path w="9157970" h="2653665">
                  <a:moveTo>
                    <a:pt x="6058787" y="0"/>
                  </a:moveTo>
                  <a:lnTo>
                    <a:pt x="6014111" y="0"/>
                  </a:lnTo>
                </a:path>
                <a:path w="9157970" h="2653665">
                  <a:moveTo>
                    <a:pt x="6072671" y="0"/>
                  </a:moveTo>
                  <a:lnTo>
                    <a:pt x="6075308" y="0"/>
                  </a:lnTo>
                </a:path>
                <a:path w="9157970" h="2653665">
                  <a:moveTo>
                    <a:pt x="6085313" y="0"/>
                  </a:moveTo>
                  <a:lnTo>
                    <a:pt x="6082599" y="0"/>
                  </a:lnTo>
                </a:path>
                <a:path w="9157970" h="2653665">
                  <a:moveTo>
                    <a:pt x="6143097" y="2233711"/>
                  </a:moveTo>
                  <a:lnTo>
                    <a:pt x="6099042" y="2233711"/>
                  </a:lnTo>
                </a:path>
                <a:path w="9157970" h="2653665">
                  <a:moveTo>
                    <a:pt x="6143097" y="0"/>
                  </a:moveTo>
                  <a:lnTo>
                    <a:pt x="6099042" y="0"/>
                  </a:lnTo>
                </a:path>
                <a:path w="9157970" h="2653665">
                  <a:moveTo>
                    <a:pt x="6207008" y="2233711"/>
                  </a:moveTo>
                  <a:lnTo>
                    <a:pt x="6159618" y="2233711"/>
                  </a:lnTo>
                </a:path>
                <a:path w="9157970" h="2653665">
                  <a:moveTo>
                    <a:pt x="6207008" y="0"/>
                  </a:moveTo>
                  <a:lnTo>
                    <a:pt x="6159618" y="0"/>
                  </a:lnTo>
                </a:path>
                <a:path w="9157970" h="2653665">
                  <a:moveTo>
                    <a:pt x="6284726" y="0"/>
                  </a:moveTo>
                  <a:lnTo>
                    <a:pt x="6288371" y="0"/>
                  </a:lnTo>
                </a:path>
                <a:path w="9157970" h="2653665">
                  <a:moveTo>
                    <a:pt x="6292016" y="0"/>
                  </a:moveTo>
                  <a:lnTo>
                    <a:pt x="6288371" y="0"/>
                  </a:lnTo>
                </a:path>
                <a:path w="9157970" h="2653665">
                  <a:moveTo>
                    <a:pt x="6282088" y="0"/>
                  </a:moveTo>
                  <a:lnTo>
                    <a:pt x="6284726" y="0"/>
                  </a:lnTo>
                </a:path>
                <a:path w="9157970" h="2653665">
                  <a:moveTo>
                    <a:pt x="6294731" y="0"/>
                  </a:moveTo>
                  <a:lnTo>
                    <a:pt x="6292016" y="0"/>
                  </a:lnTo>
                </a:path>
                <a:path w="9157970" h="2653665">
                  <a:moveTo>
                    <a:pt x="6082599" y="0"/>
                  </a:moveTo>
                  <a:lnTo>
                    <a:pt x="6078953" y="0"/>
                  </a:lnTo>
                </a:path>
                <a:path w="9157970" h="2653665">
                  <a:moveTo>
                    <a:pt x="6294731" y="0"/>
                  </a:moveTo>
                  <a:lnTo>
                    <a:pt x="6296593" y="0"/>
                  </a:lnTo>
                </a:path>
                <a:path w="9157970" h="2653665">
                  <a:moveTo>
                    <a:pt x="6159618" y="2233711"/>
                  </a:moveTo>
                  <a:lnTo>
                    <a:pt x="6157911" y="2233711"/>
                  </a:lnTo>
                </a:path>
                <a:path w="9157970" h="2653665">
                  <a:moveTo>
                    <a:pt x="6159618" y="0"/>
                  </a:moveTo>
                  <a:lnTo>
                    <a:pt x="6157911" y="0"/>
                  </a:lnTo>
                </a:path>
                <a:path w="9157970" h="2653665">
                  <a:moveTo>
                    <a:pt x="5933679" y="2233711"/>
                  </a:moveTo>
                  <a:lnTo>
                    <a:pt x="5889624" y="2233711"/>
                  </a:lnTo>
                </a:path>
                <a:path w="9157970" h="2653665">
                  <a:moveTo>
                    <a:pt x="5933679" y="0"/>
                  </a:moveTo>
                  <a:lnTo>
                    <a:pt x="5889624" y="0"/>
                  </a:lnTo>
                </a:path>
                <a:path w="9157970" h="2653665">
                  <a:moveTo>
                    <a:pt x="6075308" y="0"/>
                  </a:moveTo>
                  <a:lnTo>
                    <a:pt x="6078953" y="0"/>
                  </a:lnTo>
                </a:path>
                <a:path w="9157970" h="2653665">
                  <a:moveTo>
                    <a:pt x="6058787" y="0"/>
                  </a:moveTo>
                  <a:lnTo>
                    <a:pt x="6070732" y="0"/>
                  </a:lnTo>
                </a:path>
                <a:path w="9157970" h="2653665">
                  <a:moveTo>
                    <a:pt x="5933679" y="2233711"/>
                  </a:moveTo>
                  <a:lnTo>
                    <a:pt x="5935463" y="2233711"/>
                  </a:lnTo>
                </a:path>
                <a:path w="9157970" h="2653665">
                  <a:moveTo>
                    <a:pt x="5933679" y="0"/>
                  </a:moveTo>
                  <a:lnTo>
                    <a:pt x="5935463" y="0"/>
                  </a:lnTo>
                </a:path>
                <a:path w="9157970" h="2653665">
                  <a:moveTo>
                    <a:pt x="5997591" y="2233711"/>
                  </a:moveTo>
                  <a:lnTo>
                    <a:pt x="5999297" y="2233711"/>
                  </a:lnTo>
                </a:path>
                <a:path w="9157970" h="2653665">
                  <a:moveTo>
                    <a:pt x="5997591" y="0"/>
                  </a:moveTo>
                  <a:lnTo>
                    <a:pt x="5999297" y="0"/>
                  </a:lnTo>
                </a:path>
                <a:path w="9157970" h="2653665">
                  <a:moveTo>
                    <a:pt x="6099042" y="0"/>
                  </a:moveTo>
                  <a:lnTo>
                    <a:pt x="6087175" y="0"/>
                  </a:lnTo>
                </a:path>
                <a:path w="9157970" h="2653665">
                  <a:moveTo>
                    <a:pt x="6207008" y="2233711"/>
                  </a:moveTo>
                  <a:lnTo>
                    <a:pt x="6208715" y="2233711"/>
                  </a:lnTo>
                </a:path>
                <a:path w="9157970" h="2653665">
                  <a:moveTo>
                    <a:pt x="6207008" y="0"/>
                  </a:moveTo>
                  <a:lnTo>
                    <a:pt x="6208715" y="0"/>
                  </a:lnTo>
                </a:path>
                <a:path w="9157970" h="2653665">
                  <a:moveTo>
                    <a:pt x="6223529" y="2233711"/>
                  </a:moveTo>
                  <a:lnTo>
                    <a:pt x="6221823" y="2233711"/>
                  </a:lnTo>
                </a:path>
                <a:path w="9157970" h="2653665">
                  <a:moveTo>
                    <a:pt x="6223529" y="0"/>
                  </a:moveTo>
                  <a:lnTo>
                    <a:pt x="6221823" y="0"/>
                  </a:lnTo>
                </a:path>
                <a:path w="9157970" h="2653665">
                  <a:moveTo>
                    <a:pt x="6416426" y="2233711"/>
                  </a:moveTo>
                  <a:lnTo>
                    <a:pt x="6418132" y="2233711"/>
                  </a:lnTo>
                </a:path>
                <a:path w="9157970" h="2653665">
                  <a:moveTo>
                    <a:pt x="6416426" y="0"/>
                  </a:moveTo>
                  <a:lnTo>
                    <a:pt x="6418132" y="0"/>
                  </a:lnTo>
                </a:path>
                <a:path w="9157970" h="2653665">
                  <a:moveTo>
                    <a:pt x="6431240" y="2233711"/>
                  </a:moveTo>
                  <a:lnTo>
                    <a:pt x="6418132" y="2233711"/>
                  </a:lnTo>
                </a:path>
                <a:path w="9157970" h="2653665">
                  <a:moveTo>
                    <a:pt x="6431240" y="0"/>
                  </a:moveTo>
                  <a:lnTo>
                    <a:pt x="6418132" y="0"/>
                  </a:lnTo>
                </a:path>
                <a:path w="9157970" h="2653665">
                  <a:moveTo>
                    <a:pt x="6352515" y="2233711"/>
                  </a:moveTo>
                  <a:lnTo>
                    <a:pt x="6354299" y="2233711"/>
                  </a:lnTo>
                </a:path>
                <a:path w="9157970" h="2653665">
                  <a:moveTo>
                    <a:pt x="6352515" y="0"/>
                  </a:moveTo>
                  <a:lnTo>
                    <a:pt x="6354299" y="0"/>
                  </a:lnTo>
                </a:path>
                <a:path w="9157970" h="2653665">
                  <a:moveTo>
                    <a:pt x="6367329" y="2233711"/>
                  </a:moveTo>
                  <a:lnTo>
                    <a:pt x="6354299" y="2233711"/>
                  </a:lnTo>
                </a:path>
                <a:path w="9157970" h="2653665">
                  <a:moveTo>
                    <a:pt x="6367329" y="0"/>
                  </a:moveTo>
                  <a:lnTo>
                    <a:pt x="6354299" y="0"/>
                  </a:lnTo>
                </a:path>
                <a:path w="9157970" h="2653665">
                  <a:moveTo>
                    <a:pt x="6477622" y="2233711"/>
                  </a:moveTo>
                  <a:lnTo>
                    <a:pt x="6432947" y="2233711"/>
                  </a:lnTo>
                </a:path>
                <a:path w="9157970" h="2653665">
                  <a:moveTo>
                    <a:pt x="6477622" y="0"/>
                  </a:moveTo>
                  <a:lnTo>
                    <a:pt x="6432947" y="0"/>
                  </a:lnTo>
                </a:path>
                <a:path w="9157970" h="2653665">
                  <a:moveTo>
                    <a:pt x="6493755" y="0"/>
                  </a:moveTo>
                  <a:lnTo>
                    <a:pt x="6491894" y="0"/>
                  </a:lnTo>
                </a:path>
                <a:path w="9157970" h="2653665">
                  <a:moveTo>
                    <a:pt x="6493755" y="0"/>
                  </a:moveTo>
                  <a:lnTo>
                    <a:pt x="6496393" y="0"/>
                  </a:lnTo>
                </a:path>
                <a:path w="9157970" h="2653665">
                  <a:moveTo>
                    <a:pt x="6416426" y="2233711"/>
                  </a:moveTo>
                  <a:lnTo>
                    <a:pt x="6369036" y="2233711"/>
                  </a:lnTo>
                </a:path>
                <a:path w="9157970" h="2653665">
                  <a:moveTo>
                    <a:pt x="6416426" y="0"/>
                  </a:moveTo>
                  <a:lnTo>
                    <a:pt x="6369036" y="0"/>
                  </a:lnTo>
                </a:path>
                <a:path w="9157970" h="2653665">
                  <a:moveTo>
                    <a:pt x="6432947" y="2233711"/>
                  </a:moveTo>
                  <a:lnTo>
                    <a:pt x="6431240" y="2233711"/>
                  </a:lnTo>
                </a:path>
                <a:path w="9157970" h="2653665">
                  <a:moveTo>
                    <a:pt x="6496393" y="0"/>
                  </a:moveTo>
                  <a:lnTo>
                    <a:pt x="6506243" y="0"/>
                  </a:lnTo>
                </a:path>
                <a:path w="9157970" h="2653665">
                  <a:moveTo>
                    <a:pt x="6369036" y="2233711"/>
                  </a:moveTo>
                  <a:lnTo>
                    <a:pt x="6367329" y="2233711"/>
                  </a:lnTo>
                </a:path>
                <a:path w="9157970" h="2653665">
                  <a:moveTo>
                    <a:pt x="6369036" y="0"/>
                  </a:moveTo>
                  <a:lnTo>
                    <a:pt x="6367329" y="0"/>
                  </a:lnTo>
                </a:path>
                <a:path w="9157970" h="2653665">
                  <a:moveTo>
                    <a:pt x="6477622" y="0"/>
                  </a:moveTo>
                  <a:lnTo>
                    <a:pt x="6491894" y="0"/>
                  </a:lnTo>
                </a:path>
                <a:path w="9157970" h="2653665">
                  <a:moveTo>
                    <a:pt x="6308460" y="0"/>
                  </a:moveTo>
                  <a:lnTo>
                    <a:pt x="6296593" y="0"/>
                  </a:lnTo>
                </a:path>
                <a:path w="9157970" h="2653665">
                  <a:moveTo>
                    <a:pt x="6352515" y="2233711"/>
                  </a:moveTo>
                  <a:lnTo>
                    <a:pt x="6308460" y="2233711"/>
                  </a:lnTo>
                </a:path>
                <a:path w="9157970" h="2653665">
                  <a:moveTo>
                    <a:pt x="6352515" y="0"/>
                  </a:moveTo>
                  <a:lnTo>
                    <a:pt x="6308460" y="0"/>
                  </a:lnTo>
                </a:path>
                <a:path w="9157970" h="2653665">
                  <a:moveTo>
                    <a:pt x="6528115" y="2233711"/>
                  </a:moveTo>
                  <a:lnTo>
                    <a:pt x="6522686" y="2233711"/>
                  </a:lnTo>
                </a:path>
                <a:path w="9157970" h="2653665">
                  <a:moveTo>
                    <a:pt x="5788173" y="2233711"/>
                  </a:moveTo>
                  <a:lnTo>
                    <a:pt x="5740782" y="2233711"/>
                  </a:lnTo>
                </a:path>
                <a:path w="9157970" h="2653665">
                  <a:moveTo>
                    <a:pt x="5739076" y="2233711"/>
                  </a:moveTo>
                  <a:lnTo>
                    <a:pt x="5726046" y="2233711"/>
                  </a:lnTo>
                  <a:lnTo>
                    <a:pt x="5724262" y="2233711"/>
                  </a:lnTo>
                </a:path>
                <a:path w="9157970" h="2653665">
                  <a:moveTo>
                    <a:pt x="5802987" y="2233711"/>
                  </a:moveTo>
                  <a:lnTo>
                    <a:pt x="5789879" y="2233711"/>
                  </a:lnTo>
                </a:path>
                <a:path w="9157970" h="2653665">
                  <a:moveTo>
                    <a:pt x="5849369" y="2233711"/>
                  </a:moveTo>
                  <a:lnTo>
                    <a:pt x="5804694" y="2233711"/>
                  </a:lnTo>
                </a:path>
                <a:path w="9157970" h="2653665">
                  <a:moveTo>
                    <a:pt x="5740782" y="2233711"/>
                  </a:moveTo>
                  <a:lnTo>
                    <a:pt x="5739076" y="2233711"/>
                  </a:lnTo>
                </a:path>
                <a:path w="9157970" h="2653665">
                  <a:moveTo>
                    <a:pt x="5788173" y="2233711"/>
                  </a:moveTo>
                  <a:lnTo>
                    <a:pt x="5789879" y="2233711"/>
                  </a:lnTo>
                </a:path>
                <a:path w="9157970" h="2653665">
                  <a:moveTo>
                    <a:pt x="5804694" y="2233711"/>
                  </a:moveTo>
                  <a:lnTo>
                    <a:pt x="5802987" y="2233711"/>
                  </a:lnTo>
                </a:path>
                <a:path w="9157970" h="2653665">
                  <a:moveTo>
                    <a:pt x="6528115" y="2233711"/>
                  </a:moveTo>
                  <a:lnTo>
                    <a:pt x="6528115" y="0"/>
                  </a:lnTo>
                </a:path>
                <a:path w="9157970" h="2653665">
                  <a:moveTo>
                    <a:pt x="6508958" y="0"/>
                  </a:moveTo>
                  <a:lnTo>
                    <a:pt x="6510819" y="0"/>
                  </a:lnTo>
                </a:path>
                <a:path w="9157970" h="2653665">
                  <a:moveTo>
                    <a:pt x="6508958" y="0"/>
                  </a:moveTo>
                  <a:lnTo>
                    <a:pt x="6506243" y="0"/>
                  </a:lnTo>
                </a:path>
                <a:path w="9157970" h="2653665">
                  <a:moveTo>
                    <a:pt x="6528115" y="0"/>
                  </a:moveTo>
                  <a:lnTo>
                    <a:pt x="6522686" y="0"/>
                  </a:lnTo>
                  <a:lnTo>
                    <a:pt x="6510819" y="0"/>
                  </a:lnTo>
                </a:path>
                <a:path w="9157970" h="2653665">
                  <a:moveTo>
                    <a:pt x="5739076" y="0"/>
                  </a:moveTo>
                  <a:lnTo>
                    <a:pt x="5726046" y="0"/>
                  </a:lnTo>
                  <a:lnTo>
                    <a:pt x="5724262" y="0"/>
                  </a:lnTo>
                  <a:lnTo>
                    <a:pt x="5686877" y="0"/>
                  </a:lnTo>
                </a:path>
                <a:path w="9157970" h="2653665">
                  <a:moveTo>
                    <a:pt x="5873181" y="0"/>
                  </a:moveTo>
                  <a:lnTo>
                    <a:pt x="5869536" y="0"/>
                  </a:lnTo>
                </a:path>
                <a:path w="9157970" h="2653665">
                  <a:moveTo>
                    <a:pt x="5863253" y="0"/>
                  </a:moveTo>
                  <a:lnTo>
                    <a:pt x="5861314" y="0"/>
                  </a:lnTo>
                  <a:lnTo>
                    <a:pt x="5849369" y="0"/>
                  </a:lnTo>
                </a:path>
                <a:path w="9157970" h="2653665">
                  <a:moveTo>
                    <a:pt x="5804694" y="0"/>
                  </a:moveTo>
                  <a:lnTo>
                    <a:pt x="5802987" y="0"/>
                  </a:lnTo>
                </a:path>
                <a:path w="9157970" h="2653665">
                  <a:moveTo>
                    <a:pt x="5875896" y="0"/>
                  </a:moveTo>
                  <a:lnTo>
                    <a:pt x="5873181" y="0"/>
                  </a:lnTo>
                </a:path>
                <a:path w="9157970" h="2653665">
                  <a:moveTo>
                    <a:pt x="5789879" y="0"/>
                  </a:moveTo>
                  <a:lnTo>
                    <a:pt x="5788173" y="0"/>
                  </a:lnTo>
                  <a:lnTo>
                    <a:pt x="5740782" y="0"/>
                  </a:lnTo>
                </a:path>
                <a:path w="9157970" h="2653665">
                  <a:moveTo>
                    <a:pt x="5849369" y="0"/>
                  </a:moveTo>
                  <a:lnTo>
                    <a:pt x="5804694" y="0"/>
                  </a:lnTo>
                </a:path>
                <a:path w="9157970" h="2653665">
                  <a:moveTo>
                    <a:pt x="5865890" y="0"/>
                  </a:moveTo>
                  <a:lnTo>
                    <a:pt x="5869536" y="0"/>
                  </a:lnTo>
                </a:path>
                <a:path w="9157970" h="2653665">
                  <a:moveTo>
                    <a:pt x="5802987" y="0"/>
                  </a:moveTo>
                  <a:lnTo>
                    <a:pt x="5789879" y="0"/>
                  </a:lnTo>
                </a:path>
                <a:path w="9157970" h="2653665">
                  <a:moveTo>
                    <a:pt x="5863253" y="0"/>
                  </a:moveTo>
                  <a:lnTo>
                    <a:pt x="5865890" y="0"/>
                  </a:lnTo>
                </a:path>
                <a:path w="9157970" h="2653665">
                  <a:moveTo>
                    <a:pt x="5740782" y="0"/>
                  </a:moveTo>
                  <a:lnTo>
                    <a:pt x="5739076" y="0"/>
                  </a:lnTo>
                </a:path>
                <a:path w="9157970" h="2653665">
                  <a:moveTo>
                    <a:pt x="6285966" y="2233711"/>
                  </a:moveTo>
                  <a:lnTo>
                    <a:pt x="6288371" y="2233711"/>
                  </a:lnTo>
                  <a:lnTo>
                    <a:pt x="6290775" y="2233711"/>
                  </a:lnTo>
                </a:path>
                <a:path w="9157970" h="2653665">
                  <a:moveTo>
                    <a:pt x="6078953" y="2233711"/>
                  </a:moveTo>
                  <a:lnTo>
                    <a:pt x="6081358" y="2233711"/>
                  </a:lnTo>
                </a:path>
                <a:path w="9157970" h="2653665">
                  <a:moveTo>
                    <a:pt x="5869536" y="2233711"/>
                  </a:moveTo>
                  <a:lnTo>
                    <a:pt x="5871940" y="2233711"/>
                  </a:lnTo>
                </a:path>
                <a:path w="9157970" h="2653665">
                  <a:moveTo>
                    <a:pt x="6076549" y="2233711"/>
                  </a:moveTo>
                  <a:lnTo>
                    <a:pt x="6078953" y="2233711"/>
                  </a:lnTo>
                </a:path>
                <a:path w="9157970" h="2653665">
                  <a:moveTo>
                    <a:pt x="5867131" y="2233711"/>
                  </a:moveTo>
                  <a:lnTo>
                    <a:pt x="5869536" y="2233711"/>
                  </a:lnTo>
                </a:path>
                <a:path w="9157970" h="2653665">
                  <a:moveTo>
                    <a:pt x="1669912" y="0"/>
                  </a:moveTo>
                  <a:lnTo>
                    <a:pt x="1671781" y="0"/>
                  </a:lnTo>
                </a:path>
                <a:path w="9157970" h="2653665">
                  <a:moveTo>
                    <a:pt x="1866664" y="0"/>
                  </a:moveTo>
                  <a:lnTo>
                    <a:pt x="1864794" y="0"/>
                  </a:lnTo>
                </a:path>
                <a:path w="9157970" h="2653665">
                  <a:moveTo>
                    <a:pt x="2076081" y="0"/>
                  </a:moveTo>
                  <a:lnTo>
                    <a:pt x="2074212" y="0"/>
                  </a:lnTo>
                </a:path>
                <a:path w="9157970" h="2653665">
                  <a:moveTo>
                    <a:pt x="1791614" y="2233711"/>
                  </a:moveTo>
                  <a:lnTo>
                    <a:pt x="1744255" y="2233711"/>
                  </a:lnTo>
                </a:path>
                <a:path w="9157970" h="2653665">
                  <a:moveTo>
                    <a:pt x="1791614" y="0"/>
                  </a:moveTo>
                  <a:lnTo>
                    <a:pt x="1744255" y="0"/>
                  </a:lnTo>
                </a:path>
                <a:path w="9157970" h="2653665">
                  <a:moveTo>
                    <a:pt x="1806421" y="0"/>
                  </a:moveTo>
                  <a:lnTo>
                    <a:pt x="1793336" y="0"/>
                  </a:lnTo>
                </a:path>
                <a:path w="9157970" h="2653665">
                  <a:moveTo>
                    <a:pt x="1879329" y="0"/>
                  </a:moveTo>
                  <a:lnTo>
                    <a:pt x="1881199" y="0"/>
                  </a:lnTo>
                </a:path>
                <a:path w="9157970" h="2653665">
                  <a:moveTo>
                    <a:pt x="1937160" y="2233711"/>
                  </a:moveTo>
                  <a:lnTo>
                    <a:pt x="1938882" y="2233711"/>
                  </a:lnTo>
                </a:path>
                <a:path w="9157970" h="2653665">
                  <a:moveTo>
                    <a:pt x="1937160" y="0"/>
                  </a:moveTo>
                  <a:lnTo>
                    <a:pt x="1938882" y="0"/>
                  </a:lnTo>
                </a:path>
                <a:path w="9157970" h="2653665">
                  <a:moveTo>
                    <a:pt x="1951966" y="0"/>
                  </a:moveTo>
                  <a:lnTo>
                    <a:pt x="1938882" y="0"/>
                  </a:lnTo>
                </a:path>
                <a:path w="9157970" h="2653665">
                  <a:moveTo>
                    <a:pt x="2015839" y="0"/>
                  </a:moveTo>
                  <a:lnTo>
                    <a:pt x="2002746" y="0"/>
                  </a:lnTo>
                </a:path>
                <a:path w="9157970" h="2653665">
                  <a:moveTo>
                    <a:pt x="2062267" y="2233711"/>
                  </a:moveTo>
                  <a:lnTo>
                    <a:pt x="2017545" y="2233711"/>
                  </a:lnTo>
                </a:path>
                <a:path w="9157970" h="2653665">
                  <a:moveTo>
                    <a:pt x="2062267" y="0"/>
                  </a:moveTo>
                  <a:lnTo>
                    <a:pt x="2017545" y="0"/>
                  </a:lnTo>
                </a:path>
                <a:path w="9157970" h="2653665">
                  <a:moveTo>
                    <a:pt x="2062267" y="0"/>
                  </a:moveTo>
                  <a:lnTo>
                    <a:pt x="2074212" y="0"/>
                  </a:lnTo>
                </a:path>
                <a:path w="9157970" h="2653665">
                  <a:moveTo>
                    <a:pt x="1742549" y="0"/>
                  </a:moveTo>
                  <a:lnTo>
                    <a:pt x="1729464" y="0"/>
                  </a:lnTo>
                </a:path>
                <a:path w="9157970" h="2653665">
                  <a:moveTo>
                    <a:pt x="1683656" y="0"/>
                  </a:moveTo>
                  <a:lnTo>
                    <a:pt x="1671781" y="0"/>
                  </a:lnTo>
                </a:path>
                <a:path w="9157970" h="2653665">
                  <a:moveTo>
                    <a:pt x="1744255" y="2233711"/>
                  </a:moveTo>
                  <a:lnTo>
                    <a:pt x="1742549" y="2233711"/>
                  </a:lnTo>
                </a:path>
                <a:path w="9157970" h="2653665">
                  <a:moveTo>
                    <a:pt x="1744255" y="0"/>
                  </a:moveTo>
                  <a:lnTo>
                    <a:pt x="1742549" y="0"/>
                  </a:lnTo>
                </a:path>
                <a:path w="9157970" h="2653665">
                  <a:moveTo>
                    <a:pt x="1808127" y="2233711"/>
                  </a:moveTo>
                  <a:lnTo>
                    <a:pt x="1806421" y="2233711"/>
                  </a:lnTo>
                </a:path>
                <a:path w="9157970" h="2653665">
                  <a:moveTo>
                    <a:pt x="1808127" y="0"/>
                  </a:moveTo>
                  <a:lnTo>
                    <a:pt x="1806421" y="0"/>
                  </a:lnTo>
                </a:path>
                <a:path w="9157970" h="2653665">
                  <a:moveTo>
                    <a:pt x="1852850" y="2233711"/>
                  </a:moveTo>
                  <a:lnTo>
                    <a:pt x="1808127" y="2233711"/>
                  </a:lnTo>
                </a:path>
                <a:path w="9157970" h="2653665">
                  <a:moveTo>
                    <a:pt x="1852850" y="0"/>
                  </a:moveTo>
                  <a:lnTo>
                    <a:pt x="1808127" y="0"/>
                  </a:lnTo>
                </a:path>
                <a:path w="9157970" h="2653665">
                  <a:moveTo>
                    <a:pt x="1866664" y="0"/>
                  </a:moveTo>
                  <a:lnTo>
                    <a:pt x="1869347" y="0"/>
                  </a:lnTo>
                </a:path>
                <a:path w="9157970" h="2653665">
                  <a:moveTo>
                    <a:pt x="1879329" y="0"/>
                  </a:moveTo>
                  <a:lnTo>
                    <a:pt x="1876661" y="0"/>
                  </a:lnTo>
                </a:path>
                <a:path w="9157970" h="2653665">
                  <a:moveTo>
                    <a:pt x="1937160" y="2233711"/>
                  </a:moveTo>
                  <a:lnTo>
                    <a:pt x="1893073" y="2233711"/>
                  </a:lnTo>
                </a:path>
                <a:path w="9157970" h="2653665">
                  <a:moveTo>
                    <a:pt x="1937160" y="0"/>
                  </a:moveTo>
                  <a:lnTo>
                    <a:pt x="1893073" y="0"/>
                  </a:lnTo>
                </a:path>
                <a:path w="9157970" h="2653665">
                  <a:moveTo>
                    <a:pt x="2001032" y="2233711"/>
                  </a:moveTo>
                  <a:lnTo>
                    <a:pt x="1953673" y="2233711"/>
                  </a:lnTo>
                </a:path>
                <a:path w="9157970" h="2653665">
                  <a:moveTo>
                    <a:pt x="2001032" y="0"/>
                  </a:moveTo>
                  <a:lnTo>
                    <a:pt x="1953673" y="0"/>
                  </a:lnTo>
                </a:path>
                <a:path w="9157970" h="2653665">
                  <a:moveTo>
                    <a:pt x="2078765" y="0"/>
                  </a:moveTo>
                  <a:lnTo>
                    <a:pt x="2082418" y="0"/>
                  </a:lnTo>
                </a:path>
                <a:path w="9157970" h="2653665">
                  <a:moveTo>
                    <a:pt x="2086079" y="0"/>
                  </a:moveTo>
                  <a:lnTo>
                    <a:pt x="2082418" y="0"/>
                  </a:lnTo>
                </a:path>
                <a:path w="9157970" h="2653665">
                  <a:moveTo>
                    <a:pt x="2076081" y="0"/>
                  </a:moveTo>
                  <a:lnTo>
                    <a:pt x="2078765" y="0"/>
                  </a:lnTo>
                </a:path>
                <a:path w="9157970" h="2653665">
                  <a:moveTo>
                    <a:pt x="2088747" y="0"/>
                  </a:moveTo>
                  <a:lnTo>
                    <a:pt x="2086079" y="0"/>
                  </a:lnTo>
                </a:path>
                <a:path w="9157970" h="2653665">
                  <a:moveTo>
                    <a:pt x="1876661" y="0"/>
                  </a:moveTo>
                  <a:lnTo>
                    <a:pt x="1873000" y="0"/>
                  </a:lnTo>
                </a:path>
                <a:path w="9157970" h="2653665">
                  <a:moveTo>
                    <a:pt x="2088747" y="0"/>
                  </a:moveTo>
                  <a:lnTo>
                    <a:pt x="2090616" y="0"/>
                  </a:lnTo>
                </a:path>
                <a:path w="9157970" h="2653665">
                  <a:moveTo>
                    <a:pt x="1953673" y="2233711"/>
                  </a:moveTo>
                  <a:lnTo>
                    <a:pt x="1951966" y="2233711"/>
                  </a:lnTo>
                </a:path>
                <a:path w="9157970" h="2653665">
                  <a:moveTo>
                    <a:pt x="1953673" y="0"/>
                  </a:moveTo>
                  <a:lnTo>
                    <a:pt x="1951966" y="0"/>
                  </a:lnTo>
                </a:path>
                <a:path w="9157970" h="2653665">
                  <a:moveTo>
                    <a:pt x="1727742" y="2233711"/>
                  </a:moveTo>
                  <a:lnTo>
                    <a:pt x="1683656" y="2233711"/>
                  </a:lnTo>
                </a:path>
                <a:path w="9157970" h="2653665">
                  <a:moveTo>
                    <a:pt x="1727742" y="0"/>
                  </a:moveTo>
                  <a:lnTo>
                    <a:pt x="1683656" y="0"/>
                  </a:lnTo>
                </a:path>
                <a:path w="9157970" h="2653665">
                  <a:moveTo>
                    <a:pt x="1869347" y="0"/>
                  </a:moveTo>
                  <a:lnTo>
                    <a:pt x="1873000" y="0"/>
                  </a:lnTo>
                </a:path>
                <a:path w="9157970" h="2653665">
                  <a:moveTo>
                    <a:pt x="1852850" y="0"/>
                  </a:moveTo>
                  <a:lnTo>
                    <a:pt x="1864794" y="0"/>
                  </a:lnTo>
                </a:path>
                <a:path w="9157970" h="2653665">
                  <a:moveTo>
                    <a:pt x="1727742" y="2233711"/>
                  </a:moveTo>
                  <a:lnTo>
                    <a:pt x="1729464" y="2233711"/>
                  </a:lnTo>
                </a:path>
                <a:path w="9157970" h="2653665">
                  <a:moveTo>
                    <a:pt x="1727742" y="0"/>
                  </a:moveTo>
                  <a:lnTo>
                    <a:pt x="1729464" y="0"/>
                  </a:lnTo>
                </a:path>
                <a:path w="9157970" h="2653665">
                  <a:moveTo>
                    <a:pt x="1791614" y="2233711"/>
                  </a:moveTo>
                  <a:lnTo>
                    <a:pt x="1793336" y="2233711"/>
                  </a:lnTo>
                </a:path>
                <a:path w="9157970" h="2653665">
                  <a:moveTo>
                    <a:pt x="1791614" y="0"/>
                  </a:moveTo>
                  <a:lnTo>
                    <a:pt x="1793336" y="0"/>
                  </a:lnTo>
                </a:path>
                <a:path w="9157970" h="2653665">
                  <a:moveTo>
                    <a:pt x="1893073" y="0"/>
                  </a:moveTo>
                  <a:lnTo>
                    <a:pt x="1881199" y="0"/>
                  </a:lnTo>
                </a:path>
                <a:path w="9157970" h="2653665">
                  <a:moveTo>
                    <a:pt x="2001032" y="2233711"/>
                  </a:moveTo>
                  <a:lnTo>
                    <a:pt x="2002746" y="2233711"/>
                  </a:lnTo>
                </a:path>
                <a:path w="9157970" h="2653665">
                  <a:moveTo>
                    <a:pt x="2001032" y="0"/>
                  </a:moveTo>
                  <a:lnTo>
                    <a:pt x="2002746" y="0"/>
                  </a:lnTo>
                </a:path>
                <a:path w="9157970" h="2653665">
                  <a:moveTo>
                    <a:pt x="2017545" y="2233711"/>
                  </a:moveTo>
                  <a:lnTo>
                    <a:pt x="2015839" y="2233711"/>
                  </a:lnTo>
                </a:path>
                <a:path w="9157970" h="2653665">
                  <a:moveTo>
                    <a:pt x="2017545" y="0"/>
                  </a:moveTo>
                  <a:lnTo>
                    <a:pt x="2015839" y="0"/>
                  </a:lnTo>
                </a:path>
                <a:path w="9157970" h="2653665">
                  <a:moveTo>
                    <a:pt x="2210450" y="2233711"/>
                  </a:moveTo>
                  <a:lnTo>
                    <a:pt x="2212164" y="2233711"/>
                  </a:lnTo>
                </a:path>
                <a:path w="9157970" h="2653665">
                  <a:moveTo>
                    <a:pt x="2210450" y="0"/>
                  </a:moveTo>
                  <a:lnTo>
                    <a:pt x="2212164" y="0"/>
                  </a:lnTo>
                </a:path>
                <a:path w="9157970" h="2653665">
                  <a:moveTo>
                    <a:pt x="2225256" y="0"/>
                  </a:moveTo>
                  <a:lnTo>
                    <a:pt x="2212164" y="0"/>
                  </a:lnTo>
                </a:path>
                <a:path w="9157970" h="2653665">
                  <a:moveTo>
                    <a:pt x="2146577" y="2233711"/>
                  </a:moveTo>
                  <a:lnTo>
                    <a:pt x="2148292" y="2233711"/>
                  </a:lnTo>
                </a:path>
                <a:path w="9157970" h="2653665">
                  <a:moveTo>
                    <a:pt x="2146577" y="0"/>
                  </a:moveTo>
                  <a:lnTo>
                    <a:pt x="2148292" y="0"/>
                  </a:lnTo>
                </a:path>
                <a:path w="9157970" h="2653665">
                  <a:moveTo>
                    <a:pt x="2161384" y="0"/>
                  </a:moveTo>
                  <a:lnTo>
                    <a:pt x="2148292" y="0"/>
                  </a:lnTo>
                </a:path>
                <a:path w="9157970" h="2653665">
                  <a:moveTo>
                    <a:pt x="2271685" y="2233711"/>
                  </a:moveTo>
                  <a:lnTo>
                    <a:pt x="2226963" y="2233711"/>
                  </a:lnTo>
                </a:path>
                <a:path w="9157970" h="2653665">
                  <a:moveTo>
                    <a:pt x="2271685" y="0"/>
                  </a:moveTo>
                  <a:lnTo>
                    <a:pt x="2226963" y="0"/>
                  </a:lnTo>
                </a:path>
                <a:path w="9157970" h="2653665">
                  <a:moveTo>
                    <a:pt x="2287764" y="0"/>
                  </a:moveTo>
                  <a:lnTo>
                    <a:pt x="2285895" y="0"/>
                  </a:lnTo>
                </a:path>
                <a:path w="9157970" h="2653665">
                  <a:moveTo>
                    <a:pt x="2287764" y="0"/>
                  </a:moveTo>
                  <a:lnTo>
                    <a:pt x="2290447" y="0"/>
                  </a:lnTo>
                </a:path>
                <a:path w="9157970" h="2653665">
                  <a:moveTo>
                    <a:pt x="2210450" y="2233711"/>
                  </a:moveTo>
                  <a:lnTo>
                    <a:pt x="2163090" y="2233711"/>
                  </a:lnTo>
                </a:path>
                <a:path w="9157970" h="2653665">
                  <a:moveTo>
                    <a:pt x="2210450" y="0"/>
                  </a:moveTo>
                  <a:lnTo>
                    <a:pt x="2163090" y="0"/>
                  </a:lnTo>
                </a:path>
                <a:path w="9157970" h="2653665">
                  <a:moveTo>
                    <a:pt x="2226963" y="2233711"/>
                  </a:moveTo>
                  <a:lnTo>
                    <a:pt x="2225256" y="2233711"/>
                  </a:lnTo>
                </a:path>
                <a:path w="9157970" h="2653665">
                  <a:moveTo>
                    <a:pt x="2226963" y="0"/>
                  </a:moveTo>
                  <a:lnTo>
                    <a:pt x="2225256" y="0"/>
                  </a:lnTo>
                </a:path>
                <a:path w="9157970" h="2653665">
                  <a:moveTo>
                    <a:pt x="2290447" y="0"/>
                  </a:moveTo>
                  <a:lnTo>
                    <a:pt x="2300290" y="0"/>
                  </a:lnTo>
                </a:path>
                <a:path w="9157970" h="2653665">
                  <a:moveTo>
                    <a:pt x="2163090" y="2233711"/>
                  </a:moveTo>
                  <a:lnTo>
                    <a:pt x="2161384" y="2233711"/>
                  </a:lnTo>
                </a:path>
                <a:path w="9157970" h="2653665">
                  <a:moveTo>
                    <a:pt x="2163090" y="0"/>
                  </a:moveTo>
                  <a:lnTo>
                    <a:pt x="2161384" y="0"/>
                  </a:lnTo>
                </a:path>
                <a:path w="9157970" h="2653665">
                  <a:moveTo>
                    <a:pt x="2271685" y="0"/>
                  </a:moveTo>
                  <a:lnTo>
                    <a:pt x="2285895" y="0"/>
                  </a:lnTo>
                </a:path>
                <a:path w="9157970" h="2653665">
                  <a:moveTo>
                    <a:pt x="2102491" y="0"/>
                  </a:moveTo>
                  <a:lnTo>
                    <a:pt x="2090616" y="0"/>
                  </a:lnTo>
                </a:path>
                <a:path w="9157970" h="2653665">
                  <a:moveTo>
                    <a:pt x="2146577" y="2233711"/>
                  </a:moveTo>
                  <a:lnTo>
                    <a:pt x="2102491" y="2233711"/>
                  </a:lnTo>
                </a:path>
                <a:path w="9157970" h="2653665">
                  <a:moveTo>
                    <a:pt x="2146577" y="0"/>
                  </a:moveTo>
                  <a:lnTo>
                    <a:pt x="2102491" y="0"/>
                  </a:lnTo>
                </a:path>
                <a:path w="9157970" h="2653665">
                  <a:moveTo>
                    <a:pt x="2322108" y="2233711"/>
                  </a:moveTo>
                  <a:lnTo>
                    <a:pt x="2316702" y="2233711"/>
                  </a:lnTo>
                </a:path>
                <a:path w="9157970" h="2653665">
                  <a:moveTo>
                    <a:pt x="1582197" y="2233711"/>
                  </a:moveTo>
                  <a:lnTo>
                    <a:pt x="1534837" y="2233711"/>
                  </a:lnTo>
                </a:path>
                <a:path w="9157970" h="2653665">
                  <a:moveTo>
                    <a:pt x="1518324" y="2233711"/>
                  </a:moveTo>
                  <a:lnTo>
                    <a:pt x="1520046" y="2233711"/>
                  </a:lnTo>
                </a:path>
                <a:path w="9157970" h="2653665">
                  <a:moveTo>
                    <a:pt x="1643432" y="2233711"/>
                  </a:moveTo>
                  <a:lnTo>
                    <a:pt x="1598710" y="2233711"/>
                  </a:lnTo>
                </a:path>
                <a:path w="9157970" h="2653665">
                  <a:moveTo>
                    <a:pt x="1534837" y="2233711"/>
                  </a:moveTo>
                  <a:lnTo>
                    <a:pt x="1533131" y="2233711"/>
                  </a:lnTo>
                </a:path>
                <a:path w="9157970" h="2653665">
                  <a:moveTo>
                    <a:pt x="1582197" y="2233711"/>
                  </a:moveTo>
                  <a:lnTo>
                    <a:pt x="1583919" y="2233711"/>
                  </a:lnTo>
                </a:path>
                <a:path w="9157970" h="2653665">
                  <a:moveTo>
                    <a:pt x="1598710" y="2233711"/>
                  </a:moveTo>
                  <a:lnTo>
                    <a:pt x="1597003" y="2233711"/>
                  </a:lnTo>
                </a:path>
                <a:path w="9157970" h="2653665">
                  <a:moveTo>
                    <a:pt x="2322108" y="2233711"/>
                  </a:moveTo>
                  <a:lnTo>
                    <a:pt x="2322108" y="0"/>
                  </a:lnTo>
                </a:path>
                <a:path w="9157970" h="2653665">
                  <a:moveTo>
                    <a:pt x="2302958" y="0"/>
                  </a:moveTo>
                  <a:lnTo>
                    <a:pt x="2304827" y="0"/>
                  </a:lnTo>
                </a:path>
                <a:path w="9157970" h="2653665">
                  <a:moveTo>
                    <a:pt x="2302958" y="0"/>
                  </a:moveTo>
                  <a:lnTo>
                    <a:pt x="2300290" y="0"/>
                  </a:lnTo>
                </a:path>
                <a:path w="9157970" h="2653665">
                  <a:moveTo>
                    <a:pt x="2322108" y="0"/>
                  </a:moveTo>
                  <a:lnTo>
                    <a:pt x="2316702" y="0"/>
                  </a:lnTo>
                  <a:lnTo>
                    <a:pt x="2304827" y="0"/>
                  </a:lnTo>
                </a:path>
                <a:path w="9157970" h="2653665">
                  <a:moveTo>
                    <a:pt x="1533131" y="0"/>
                  </a:moveTo>
                  <a:lnTo>
                    <a:pt x="1520046" y="0"/>
                  </a:lnTo>
                  <a:lnTo>
                    <a:pt x="1518324" y="0"/>
                  </a:lnTo>
                  <a:lnTo>
                    <a:pt x="1480916" y="0"/>
                  </a:lnTo>
                </a:path>
                <a:path w="9157970" h="2653665">
                  <a:moveTo>
                    <a:pt x="1667244" y="0"/>
                  </a:moveTo>
                  <a:lnTo>
                    <a:pt x="1663590" y="0"/>
                  </a:lnTo>
                </a:path>
                <a:path w="9157970" h="2653665">
                  <a:moveTo>
                    <a:pt x="1657246" y="0"/>
                  </a:moveTo>
                  <a:lnTo>
                    <a:pt x="1655377" y="0"/>
                  </a:lnTo>
                  <a:lnTo>
                    <a:pt x="1643432" y="0"/>
                  </a:lnTo>
                </a:path>
                <a:path w="9157970" h="2653665">
                  <a:moveTo>
                    <a:pt x="1598710" y="0"/>
                  </a:moveTo>
                  <a:lnTo>
                    <a:pt x="1597003" y="0"/>
                  </a:lnTo>
                </a:path>
                <a:path w="9157970" h="2653665">
                  <a:moveTo>
                    <a:pt x="1669912" y="0"/>
                  </a:moveTo>
                  <a:lnTo>
                    <a:pt x="1667244" y="0"/>
                  </a:lnTo>
                </a:path>
                <a:path w="9157970" h="2653665">
                  <a:moveTo>
                    <a:pt x="1583919" y="0"/>
                  </a:moveTo>
                  <a:lnTo>
                    <a:pt x="1582197" y="0"/>
                  </a:lnTo>
                  <a:lnTo>
                    <a:pt x="1534837" y="0"/>
                  </a:lnTo>
                </a:path>
                <a:path w="9157970" h="2653665">
                  <a:moveTo>
                    <a:pt x="1643432" y="0"/>
                  </a:moveTo>
                  <a:lnTo>
                    <a:pt x="1598710" y="0"/>
                  </a:lnTo>
                </a:path>
                <a:path w="9157970" h="2653665">
                  <a:moveTo>
                    <a:pt x="1659930" y="0"/>
                  </a:moveTo>
                  <a:lnTo>
                    <a:pt x="1663590" y="0"/>
                  </a:lnTo>
                </a:path>
                <a:path w="9157970" h="2653665">
                  <a:moveTo>
                    <a:pt x="1597003" y="0"/>
                  </a:moveTo>
                  <a:lnTo>
                    <a:pt x="1583919" y="0"/>
                  </a:lnTo>
                </a:path>
                <a:path w="9157970" h="2653665">
                  <a:moveTo>
                    <a:pt x="1657246" y="0"/>
                  </a:moveTo>
                  <a:lnTo>
                    <a:pt x="1659930" y="0"/>
                  </a:lnTo>
                </a:path>
                <a:path w="9157970" h="2653665">
                  <a:moveTo>
                    <a:pt x="1534837" y="0"/>
                  </a:moveTo>
                  <a:lnTo>
                    <a:pt x="1533131" y="0"/>
                  </a:lnTo>
                </a:path>
                <a:path w="9157970" h="2653665">
                  <a:moveTo>
                    <a:pt x="2080021" y="2233711"/>
                  </a:moveTo>
                  <a:lnTo>
                    <a:pt x="2082418" y="2233711"/>
                  </a:lnTo>
                  <a:lnTo>
                    <a:pt x="2084807" y="2233711"/>
                  </a:lnTo>
                </a:path>
                <a:path w="9157970" h="2653665">
                  <a:moveTo>
                    <a:pt x="1873000" y="2233711"/>
                  </a:moveTo>
                  <a:lnTo>
                    <a:pt x="1875397" y="2233711"/>
                  </a:lnTo>
                </a:path>
                <a:path w="9157970" h="2653665">
                  <a:moveTo>
                    <a:pt x="1663590" y="2233711"/>
                  </a:moveTo>
                  <a:lnTo>
                    <a:pt x="1665979" y="2233711"/>
                  </a:lnTo>
                </a:path>
                <a:path w="9157970" h="2653665">
                  <a:moveTo>
                    <a:pt x="1870604" y="2233711"/>
                  </a:moveTo>
                  <a:lnTo>
                    <a:pt x="1873000" y="2233711"/>
                  </a:lnTo>
                </a:path>
                <a:path w="9157970" h="2653665">
                  <a:moveTo>
                    <a:pt x="1661186" y="2233711"/>
                  </a:moveTo>
                  <a:lnTo>
                    <a:pt x="1663590" y="2233711"/>
                  </a:lnTo>
                </a:path>
                <a:path w="9157970" h="2653665">
                  <a:moveTo>
                    <a:pt x="828720" y="0"/>
                  </a:moveTo>
                  <a:lnTo>
                    <a:pt x="830589" y="0"/>
                  </a:lnTo>
                </a:path>
                <a:path w="9157970" h="2653665">
                  <a:moveTo>
                    <a:pt x="1025471" y="0"/>
                  </a:moveTo>
                  <a:lnTo>
                    <a:pt x="1023602" y="0"/>
                  </a:lnTo>
                </a:path>
                <a:path w="9157970" h="2653665">
                  <a:moveTo>
                    <a:pt x="1234889" y="0"/>
                  </a:moveTo>
                  <a:lnTo>
                    <a:pt x="1233020" y="0"/>
                  </a:lnTo>
                </a:path>
                <a:path w="9157970" h="2653665">
                  <a:moveTo>
                    <a:pt x="950422" y="2233711"/>
                  </a:moveTo>
                  <a:lnTo>
                    <a:pt x="903063" y="2233711"/>
                  </a:lnTo>
                </a:path>
                <a:path w="9157970" h="2653665">
                  <a:moveTo>
                    <a:pt x="950422" y="0"/>
                  </a:moveTo>
                  <a:lnTo>
                    <a:pt x="903063" y="0"/>
                  </a:lnTo>
                </a:path>
                <a:path w="9157970" h="2653665">
                  <a:moveTo>
                    <a:pt x="965229" y="0"/>
                  </a:moveTo>
                  <a:lnTo>
                    <a:pt x="952136" y="0"/>
                  </a:lnTo>
                </a:path>
                <a:path w="9157970" h="2653665">
                  <a:moveTo>
                    <a:pt x="1038137" y="0"/>
                  </a:moveTo>
                  <a:lnTo>
                    <a:pt x="1040007" y="0"/>
                  </a:lnTo>
                </a:path>
                <a:path w="9157970" h="2653665">
                  <a:moveTo>
                    <a:pt x="1095968" y="2233711"/>
                  </a:moveTo>
                  <a:lnTo>
                    <a:pt x="1097682" y="2233711"/>
                  </a:lnTo>
                </a:path>
                <a:path w="9157970" h="2653665">
                  <a:moveTo>
                    <a:pt x="1095968" y="0"/>
                  </a:moveTo>
                  <a:lnTo>
                    <a:pt x="1097682" y="0"/>
                  </a:lnTo>
                </a:path>
                <a:path w="9157970" h="2653665">
                  <a:moveTo>
                    <a:pt x="1110774" y="0"/>
                  </a:moveTo>
                  <a:lnTo>
                    <a:pt x="1097682" y="0"/>
                  </a:lnTo>
                </a:path>
                <a:path w="9157970" h="2653665">
                  <a:moveTo>
                    <a:pt x="1174647" y="0"/>
                  </a:moveTo>
                  <a:lnTo>
                    <a:pt x="1161554" y="0"/>
                  </a:lnTo>
                </a:path>
                <a:path w="9157970" h="2653665">
                  <a:moveTo>
                    <a:pt x="1221075" y="2233711"/>
                  </a:moveTo>
                  <a:lnTo>
                    <a:pt x="1176353" y="2233711"/>
                  </a:lnTo>
                </a:path>
                <a:path w="9157970" h="2653665">
                  <a:moveTo>
                    <a:pt x="1221075" y="0"/>
                  </a:moveTo>
                  <a:lnTo>
                    <a:pt x="1176353" y="0"/>
                  </a:lnTo>
                </a:path>
                <a:path w="9157970" h="2653665">
                  <a:moveTo>
                    <a:pt x="1221075" y="0"/>
                  </a:moveTo>
                  <a:lnTo>
                    <a:pt x="1233020" y="0"/>
                  </a:lnTo>
                </a:path>
                <a:path w="9157970" h="2653665">
                  <a:moveTo>
                    <a:pt x="842464" y="0"/>
                  </a:moveTo>
                  <a:lnTo>
                    <a:pt x="830589" y="0"/>
                  </a:lnTo>
                </a:path>
                <a:path w="9157970" h="2653665">
                  <a:moveTo>
                    <a:pt x="903063" y="2233711"/>
                  </a:moveTo>
                  <a:lnTo>
                    <a:pt x="901357" y="2233711"/>
                  </a:lnTo>
                </a:path>
                <a:path w="9157970" h="2653665">
                  <a:moveTo>
                    <a:pt x="903063" y="0"/>
                  </a:moveTo>
                  <a:lnTo>
                    <a:pt x="901357" y="0"/>
                  </a:lnTo>
                </a:path>
                <a:path w="9157970" h="2653665">
                  <a:moveTo>
                    <a:pt x="966935" y="2233711"/>
                  </a:moveTo>
                  <a:lnTo>
                    <a:pt x="965229" y="2233711"/>
                  </a:lnTo>
                </a:path>
                <a:path w="9157970" h="2653665">
                  <a:moveTo>
                    <a:pt x="966935" y="0"/>
                  </a:moveTo>
                  <a:lnTo>
                    <a:pt x="965229" y="0"/>
                  </a:lnTo>
                </a:path>
                <a:path w="9157970" h="2653665">
                  <a:moveTo>
                    <a:pt x="1011658" y="2233711"/>
                  </a:moveTo>
                  <a:lnTo>
                    <a:pt x="966935" y="2233711"/>
                  </a:lnTo>
                </a:path>
                <a:path w="9157970" h="2653665">
                  <a:moveTo>
                    <a:pt x="1011658" y="0"/>
                  </a:moveTo>
                  <a:lnTo>
                    <a:pt x="966935" y="0"/>
                  </a:lnTo>
                </a:path>
                <a:path w="9157970" h="2653665">
                  <a:moveTo>
                    <a:pt x="1025471" y="0"/>
                  </a:moveTo>
                  <a:lnTo>
                    <a:pt x="1028155" y="0"/>
                  </a:lnTo>
                </a:path>
                <a:path w="9157970" h="2653665">
                  <a:moveTo>
                    <a:pt x="1038137" y="0"/>
                  </a:moveTo>
                  <a:lnTo>
                    <a:pt x="1035469" y="0"/>
                  </a:lnTo>
                </a:path>
                <a:path w="9157970" h="2653665">
                  <a:moveTo>
                    <a:pt x="1095968" y="2233711"/>
                  </a:moveTo>
                  <a:lnTo>
                    <a:pt x="1051881" y="2233711"/>
                  </a:lnTo>
                </a:path>
                <a:path w="9157970" h="2653665">
                  <a:moveTo>
                    <a:pt x="1095968" y="0"/>
                  </a:moveTo>
                  <a:lnTo>
                    <a:pt x="1051881" y="0"/>
                  </a:lnTo>
                </a:path>
                <a:path w="9157970" h="2653665">
                  <a:moveTo>
                    <a:pt x="1159840" y="2233711"/>
                  </a:moveTo>
                  <a:lnTo>
                    <a:pt x="1112481" y="2233711"/>
                  </a:lnTo>
                </a:path>
                <a:path w="9157970" h="2653665">
                  <a:moveTo>
                    <a:pt x="1159840" y="0"/>
                  </a:moveTo>
                  <a:lnTo>
                    <a:pt x="1112481" y="0"/>
                  </a:lnTo>
                </a:path>
                <a:path w="9157970" h="2653665">
                  <a:moveTo>
                    <a:pt x="1237565" y="0"/>
                  </a:moveTo>
                  <a:lnTo>
                    <a:pt x="1241226" y="0"/>
                  </a:lnTo>
                </a:path>
                <a:path w="9157970" h="2653665">
                  <a:moveTo>
                    <a:pt x="1244887" y="0"/>
                  </a:moveTo>
                  <a:lnTo>
                    <a:pt x="1241226" y="0"/>
                  </a:lnTo>
                </a:path>
                <a:path w="9157970" h="2653665">
                  <a:moveTo>
                    <a:pt x="1234889" y="0"/>
                  </a:moveTo>
                  <a:lnTo>
                    <a:pt x="1237565" y="0"/>
                  </a:lnTo>
                </a:path>
                <a:path w="9157970" h="2653665">
                  <a:moveTo>
                    <a:pt x="1247547" y="0"/>
                  </a:moveTo>
                  <a:lnTo>
                    <a:pt x="1244887" y="0"/>
                  </a:lnTo>
                </a:path>
                <a:path w="9157970" h="2653665">
                  <a:moveTo>
                    <a:pt x="1035469" y="0"/>
                  </a:moveTo>
                  <a:lnTo>
                    <a:pt x="1031808" y="0"/>
                  </a:lnTo>
                </a:path>
                <a:path w="9157970" h="2653665">
                  <a:moveTo>
                    <a:pt x="1247547" y="0"/>
                  </a:moveTo>
                  <a:lnTo>
                    <a:pt x="1249417" y="0"/>
                  </a:lnTo>
                </a:path>
                <a:path w="9157970" h="2653665">
                  <a:moveTo>
                    <a:pt x="1112481" y="2233711"/>
                  </a:moveTo>
                  <a:lnTo>
                    <a:pt x="1110774" y="2233711"/>
                  </a:lnTo>
                </a:path>
                <a:path w="9157970" h="2653665">
                  <a:moveTo>
                    <a:pt x="1112481" y="0"/>
                  </a:moveTo>
                  <a:lnTo>
                    <a:pt x="1110774" y="0"/>
                  </a:lnTo>
                </a:path>
                <a:path w="9157970" h="2653665">
                  <a:moveTo>
                    <a:pt x="886550" y="2233711"/>
                  </a:moveTo>
                  <a:lnTo>
                    <a:pt x="842464" y="2233711"/>
                  </a:lnTo>
                </a:path>
                <a:path w="9157970" h="2653665">
                  <a:moveTo>
                    <a:pt x="886550" y="0"/>
                  </a:moveTo>
                  <a:lnTo>
                    <a:pt x="842464" y="0"/>
                  </a:lnTo>
                </a:path>
                <a:path w="9157970" h="2653665">
                  <a:moveTo>
                    <a:pt x="1028155" y="0"/>
                  </a:moveTo>
                  <a:lnTo>
                    <a:pt x="1031808" y="0"/>
                  </a:lnTo>
                </a:path>
                <a:path w="9157970" h="2653665">
                  <a:moveTo>
                    <a:pt x="1011658" y="0"/>
                  </a:moveTo>
                  <a:lnTo>
                    <a:pt x="1023602" y="0"/>
                  </a:lnTo>
                </a:path>
                <a:path w="9157970" h="2653665">
                  <a:moveTo>
                    <a:pt x="886550" y="2233711"/>
                  </a:moveTo>
                  <a:lnTo>
                    <a:pt x="888264" y="2233711"/>
                  </a:lnTo>
                </a:path>
                <a:path w="9157970" h="2653665">
                  <a:moveTo>
                    <a:pt x="886550" y="0"/>
                  </a:moveTo>
                  <a:lnTo>
                    <a:pt x="888264" y="0"/>
                  </a:lnTo>
                </a:path>
                <a:path w="9157970" h="2653665">
                  <a:moveTo>
                    <a:pt x="950422" y="2233711"/>
                  </a:moveTo>
                  <a:lnTo>
                    <a:pt x="952136" y="2233711"/>
                  </a:lnTo>
                </a:path>
                <a:path w="9157970" h="2653665">
                  <a:moveTo>
                    <a:pt x="950422" y="0"/>
                  </a:moveTo>
                  <a:lnTo>
                    <a:pt x="952136" y="0"/>
                  </a:lnTo>
                </a:path>
                <a:path w="9157970" h="2653665">
                  <a:moveTo>
                    <a:pt x="1051881" y="0"/>
                  </a:moveTo>
                  <a:lnTo>
                    <a:pt x="1040007" y="0"/>
                  </a:lnTo>
                </a:path>
                <a:path w="9157970" h="2653665">
                  <a:moveTo>
                    <a:pt x="1159840" y="2233711"/>
                  </a:moveTo>
                  <a:lnTo>
                    <a:pt x="1161554" y="2233711"/>
                  </a:lnTo>
                </a:path>
                <a:path w="9157970" h="2653665">
                  <a:moveTo>
                    <a:pt x="1159840" y="0"/>
                  </a:moveTo>
                  <a:lnTo>
                    <a:pt x="1161554" y="0"/>
                  </a:lnTo>
                </a:path>
                <a:path w="9157970" h="2653665">
                  <a:moveTo>
                    <a:pt x="1176353" y="2233711"/>
                  </a:moveTo>
                  <a:lnTo>
                    <a:pt x="1174647" y="2233711"/>
                  </a:lnTo>
                </a:path>
                <a:path w="9157970" h="2653665">
                  <a:moveTo>
                    <a:pt x="1176353" y="0"/>
                  </a:moveTo>
                  <a:lnTo>
                    <a:pt x="1174647" y="0"/>
                  </a:lnTo>
                </a:path>
                <a:path w="9157970" h="2653665">
                  <a:moveTo>
                    <a:pt x="1369258" y="2233711"/>
                  </a:moveTo>
                  <a:lnTo>
                    <a:pt x="1370972" y="2233711"/>
                  </a:lnTo>
                </a:path>
                <a:path w="9157970" h="2653665">
                  <a:moveTo>
                    <a:pt x="1369258" y="0"/>
                  </a:moveTo>
                  <a:lnTo>
                    <a:pt x="1370972" y="0"/>
                  </a:lnTo>
                </a:path>
                <a:path w="9157970" h="2653665">
                  <a:moveTo>
                    <a:pt x="1384064" y="0"/>
                  </a:moveTo>
                  <a:lnTo>
                    <a:pt x="1370972" y="0"/>
                  </a:lnTo>
                </a:path>
                <a:path w="9157970" h="2653665">
                  <a:moveTo>
                    <a:pt x="1305385" y="2233711"/>
                  </a:moveTo>
                  <a:lnTo>
                    <a:pt x="1307099" y="2233711"/>
                  </a:lnTo>
                </a:path>
                <a:path w="9157970" h="2653665">
                  <a:moveTo>
                    <a:pt x="1305385" y="0"/>
                  </a:moveTo>
                  <a:lnTo>
                    <a:pt x="1307099" y="0"/>
                  </a:lnTo>
                </a:path>
                <a:path w="9157970" h="2653665">
                  <a:moveTo>
                    <a:pt x="1320192" y="0"/>
                  </a:moveTo>
                  <a:lnTo>
                    <a:pt x="1307099" y="0"/>
                  </a:lnTo>
                </a:path>
                <a:path w="9157970" h="2653665">
                  <a:moveTo>
                    <a:pt x="1430493" y="2233711"/>
                  </a:moveTo>
                  <a:lnTo>
                    <a:pt x="1385771" y="2233711"/>
                  </a:lnTo>
                </a:path>
                <a:path w="9157970" h="2653665">
                  <a:moveTo>
                    <a:pt x="1430493" y="0"/>
                  </a:moveTo>
                  <a:lnTo>
                    <a:pt x="1385771" y="0"/>
                  </a:lnTo>
                </a:path>
                <a:path w="9157970" h="2653665">
                  <a:moveTo>
                    <a:pt x="1446572" y="0"/>
                  </a:moveTo>
                  <a:lnTo>
                    <a:pt x="1444702" y="0"/>
                  </a:lnTo>
                </a:path>
                <a:path w="9157970" h="2653665">
                  <a:moveTo>
                    <a:pt x="1446572" y="0"/>
                  </a:moveTo>
                  <a:lnTo>
                    <a:pt x="1449255" y="0"/>
                  </a:lnTo>
                </a:path>
                <a:path w="9157970" h="2653665">
                  <a:moveTo>
                    <a:pt x="1369258" y="2233711"/>
                  </a:moveTo>
                  <a:lnTo>
                    <a:pt x="1321898" y="2233711"/>
                  </a:lnTo>
                </a:path>
                <a:path w="9157970" h="2653665">
                  <a:moveTo>
                    <a:pt x="1369258" y="0"/>
                  </a:moveTo>
                  <a:lnTo>
                    <a:pt x="1321898" y="0"/>
                  </a:lnTo>
                </a:path>
                <a:path w="9157970" h="2653665">
                  <a:moveTo>
                    <a:pt x="1385771" y="2233711"/>
                  </a:moveTo>
                  <a:lnTo>
                    <a:pt x="1384064" y="2233711"/>
                  </a:lnTo>
                </a:path>
                <a:path w="9157970" h="2653665">
                  <a:moveTo>
                    <a:pt x="1385771" y="0"/>
                  </a:moveTo>
                  <a:lnTo>
                    <a:pt x="1384064" y="0"/>
                  </a:lnTo>
                </a:path>
                <a:path w="9157970" h="2653665">
                  <a:moveTo>
                    <a:pt x="1449255" y="0"/>
                  </a:moveTo>
                  <a:lnTo>
                    <a:pt x="1459098" y="0"/>
                  </a:lnTo>
                </a:path>
                <a:path w="9157970" h="2653665">
                  <a:moveTo>
                    <a:pt x="1321898" y="2233711"/>
                  </a:moveTo>
                  <a:lnTo>
                    <a:pt x="1320192" y="2233711"/>
                  </a:lnTo>
                </a:path>
                <a:path w="9157970" h="2653665">
                  <a:moveTo>
                    <a:pt x="1321898" y="0"/>
                  </a:moveTo>
                  <a:lnTo>
                    <a:pt x="1320192" y="0"/>
                  </a:lnTo>
                </a:path>
                <a:path w="9157970" h="2653665">
                  <a:moveTo>
                    <a:pt x="1430493" y="0"/>
                  </a:moveTo>
                  <a:lnTo>
                    <a:pt x="1444702" y="0"/>
                  </a:lnTo>
                </a:path>
                <a:path w="9157970" h="2653665">
                  <a:moveTo>
                    <a:pt x="1261299" y="0"/>
                  </a:moveTo>
                  <a:lnTo>
                    <a:pt x="1249417" y="0"/>
                  </a:lnTo>
                </a:path>
                <a:path w="9157970" h="2653665">
                  <a:moveTo>
                    <a:pt x="1305385" y="2233711"/>
                  </a:moveTo>
                  <a:lnTo>
                    <a:pt x="1261299" y="2233711"/>
                  </a:lnTo>
                </a:path>
                <a:path w="9157970" h="2653665">
                  <a:moveTo>
                    <a:pt x="1305385" y="0"/>
                  </a:moveTo>
                  <a:lnTo>
                    <a:pt x="1261299" y="0"/>
                  </a:lnTo>
                </a:path>
                <a:path w="9157970" h="2653665">
                  <a:moveTo>
                    <a:pt x="1480916" y="2233711"/>
                  </a:moveTo>
                  <a:lnTo>
                    <a:pt x="1475510" y="2233711"/>
                  </a:lnTo>
                </a:path>
                <a:path w="9157970" h="2653665">
                  <a:moveTo>
                    <a:pt x="741005" y="2233711"/>
                  </a:moveTo>
                  <a:lnTo>
                    <a:pt x="693645" y="2233711"/>
                  </a:lnTo>
                </a:path>
                <a:path w="9157970" h="2653665">
                  <a:moveTo>
                    <a:pt x="677132" y="2233711"/>
                  </a:moveTo>
                  <a:lnTo>
                    <a:pt x="678854" y="2233711"/>
                  </a:lnTo>
                </a:path>
                <a:path w="9157970" h="2653665">
                  <a:moveTo>
                    <a:pt x="802240" y="2233711"/>
                  </a:moveTo>
                  <a:lnTo>
                    <a:pt x="757518" y="2233711"/>
                  </a:lnTo>
                </a:path>
                <a:path w="9157970" h="2653665">
                  <a:moveTo>
                    <a:pt x="693645" y="2233711"/>
                  </a:moveTo>
                  <a:lnTo>
                    <a:pt x="691939" y="2233711"/>
                  </a:lnTo>
                </a:path>
                <a:path w="9157970" h="2653665">
                  <a:moveTo>
                    <a:pt x="741005" y="2233711"/>
                  </a:moveTo>
                  <a:lnTo>
                    <a:pt x="742719" y="2233711"/>
                  </a:lnTo>
                </a:path>
                <a:path w="9157970" h="2653665">
                  <a:moveTo>
                    <a:pt x="757518" y="2233711"/>
                  </a:moveTo>
                  <a:lnTo>
                    <a:pt x="755811" y="2233711"/>
                  </a:lnTo>
                </a:path>
                <a:path w="9157970" h="2653665">
                  <a:moveTo>
                    <a:pt x="1480916" y="2233711"/>
                  </a:moveTo>
                  <a:lnTo>
                    <a:pt x="1480916" y="0"/>
                  </a:lnTo>
                </a:path>
                <a:path w="9157970" h="2653665">
                  <a:moveTo>
                    <a:pt x="1461766" y="0"/>
                  </a:moveTo>
                  <a:lnTo>
                    <a:pt x="1463635" y="0"/>
                  </a:lnTo>
                </a:path>
                <a:path w="9157970" h="2653665">
                  <a:moveTo>
                    <a:pt x="1461766" y="0"/>
                  </a:moveTo>
                  <a:lnTo>
                    <a:pt x="1459098" y="0"/>
                  </a:lnTo>
                </a:path>
                <a:path w="9157970" h="2653665">
                  <a:moveTo>
                    <a:pt x="1480916" y="0"/>
                  </a:moveTo>
                  <a:lnTo>
                    <a:pt x="1475510" y="0"/>
                  </a:lnTo>
                  <a:lnTo>
                    <a:pt x="1463635" y="0"/>
                  </a:lnTo>
                </a:path>
                <a:path w="9157970" h="2653665">
                  <a:moveTo>
                    <a:pt x="691939" y="0"/>
                  </a:moveTo>
                  <a:lnTo>
                    <a:pt x="678854" y="0"/>
                  </a:lnTo>
                  <a:lnTo>
                    <a:pt x="677132" y="0"/>
                  </a:lnTo>
                  <a:lnTo>
                    <a:pt x="639724" y="0"/>
                  </a:lnTo>
                </a:path>
                <a:path w="9157970" h="2653665">
                  <a:moveTo>
                    <a:pt x="826051" y="0"/>
                  </a:moveTo>
                  <a:lnTo>
                    <a:pt x="822391" y="0"/>
                  </a:lnTo>
                </a:path>
                <a:path w="9157970" h="2653665">
                  <a:moveTo>
                    <a:pt x="816054" y="0"/>
                  </a:moveTo>
                  <a:lnTo>
                    <a:pt x="814184" y="0"/>
                  </a:lnTo>
                  <a:lnTo>
                    <a:pt x="802240" y="0"/>
                  </a:lnTo>
                </a:path>
                <a:path w="9157970" h="2653665">
                  <a:moveTo>
                    <a:pt x="757518" y="0"/>
                  </a:moveTo>
                  <a:lnTo>
                    <a:pt x="755811" y="0"/>
                  </a:lnTo>
                </a:path>
                <a:path w="9157970" h="2653665">
                  <a:moveTo>
                    <a:pt x="828720" y="0"/>
                  </a:moveTo>
                  <a:lnTo>
                    <a:pt x="826051" y="0"/>
                  </a:lnTo>
                </a:path>
                <a:path w="9157970" h="2653665">
                  <a:moveTo>
                    <a:pt x="742719" y="0"/>
                  </a:moveTo>
                  <a:lnTo>
                    <a:pt x="741005" y="0"/>
                  </a:lnTo>
                  <a:lnTo>
                    <a:pt x="693645" y="0"/>
                  </a:lnTo>
                </a:path>
                <a:path w="9157970" h="2653665">
                  <a:moveTo>
                    <a:pt x="802240" y="0"/>
                  </a:moveTo>
                  <a:lnTo>
                    <a:pt x="757518" y="0"/>
                  </a:lnTo>
                </a:path>
                <a:path w="9157970" h="2653665">
                  <a:moveTo>
                    <a:pt x="818737" y="0"/>
                  </a:moveTo>
                  <a:lnTo>
                    <a:pt x="822391" y="0"/>
                  </a:lnTo>
                </a:path>
                <a:path w="9157970" h="2653665">
                  <a:moveTo>
                    <a:pt x="755811" y="0"/>
                  </a:moveTo>
                  <a:lnTo>
                    <a:pt x="742719" y="0"/>
                  </a:lnTo>
                </a:path>
                <a:path w="9157970" h="2653665">
                  <a:moveTo>
                    <a:pt x="816054" y="0"/>
                  </a:moveTo>
                  <a:lnTo>
                    <a:pt x="818737" y="0"/>
                  </a:lnTo>
                </a:path>
                <a:path w="9157970" h="2653665">
                  <a:moveTo>
                    <a:pt x="693645" y="0"/>
                  </a:moveTo>
                  <a:lnTo>
                    <a:pt x="691939" y="0"/>
                  </a:lnTo>
                </a:path>
                <a:path w="9157970" h="2653665">
                  <a:moveTo>
                    <a:pt x="1238829" y="2233711"/>
                  </a:moveTo>
                  <a:lnTo>
                    <a:pt x="1241226" y="2233711"/>
                  </a:lnTo>
                  <a:lnTo>
                    <a:pt x="1243615" y="2233711"/>
                  </a:lnTo>
                </a:path>
                <a:path w="9157970" h="2653665">
                  <a:moveTo>
                    <a:pt x="1031808" y="2233711"/>
                  </a:moveTo>
                  <a:lnTo>
                    <a:pt x="1034197" y="2233711"/>
                  </a:lnTo>
                </a:path>
                <a:path w="9157970" h="2653665">
                  <a:moveTo>
                    <a:pt x="822391" y="2233711"/>
                  </a:moveTo>
                  <a:lnTo>
                    <a:pt x="824779" y="2233711"/>
                  </a:lnTo>
                </a:path>
                <a:path w="9157970" h="2653665">
                  <a:moveTo>
                    <a:pt x="1029412" y="2233711"/>
                  </a:moveTo>
                  <a:lnTo>
                    <a:pt x="1031808" y="2233711"/>
                  </a:lnTo>
                </a:path>
                <a:path w="9157970" h="2653665">
                  <a:moveTo>
                    <a:pt x="819994" y="2233711"/>
                  </a:moveTo>
                  <a:lnTo>
                    <a:pt x="822391" y="2233711"/>
                  </a:lnTo>
                </a:path>
                <a:path w="9157970" h="2653665">
                  <a:moveTo>
                    <a:pt x="184279" y="0"/>
                  </a:moveTo>
                  <a:lnTo>
                    <a:pt x="182410" y="0"/>
                  </a:lnTo>
                </a:path>
                <a:path w="9157970" h="2653665">
                  <a:moveTo>
                    <a:pt x="393697" y="0"/>
                  </a:moveTo>
                  <a:lnTo>
                    <a:pt x="391828" y="0"/>
                  </a:lnTo>
                </a:path>
                <a:path w="9157970" h="2653665">
                  <a:moveTo>
                    <a:pt x="109230" y="2233711"/>
                  </a:moveTo>
                  <a:lnTo>
                    <a:pt x="61871" y="2233711"/>
                  </a:lnTo>
                </a:path>
                <a:path w="9157970" h="2653665">
                  <a:moveTo>
                    <a:pt x="109230" y="0"/>
                  </a:moveTo>
                  <a:lnTo>
                    <a:pt x="61871" y="0"/>
                  </a:lnTo>
                </a:path>
                <a:path w="9157970" h="2653665">
                  <a:moveTo>
                    <a:pt x="124037" y="0"/>
                  </a:moveTo>
                  <a:lnTo>
                    <a:pt x="110944" y="0"/>
                  </a:lnTo>
                </a:path>
                <a:path w="9157970" h="2653665">
                  <a:moveTo>
                    <a:pt x="196937" y="0"/>
                  </a:moveTo>
                  <a:lnTo>
                    <a:pt x="198807" y="0"/>
                  </a:lnTo>
                </a:path>
                <a:path w="9157970" h="2653665">
                  <a:moveTo>
                    <a:pt x="254776" y="2233711"/>
                  </a:moveTo>
                  <a:lnTo>
                    <a:pt x="256490" y="2233711"/>
                  </a:lnTo>
                </a:path>
                <a:path w="9157970" h="2653665">
                  <a:moveTo>
                    <a:pt x="254776" y="0"/>
                  </a:moveTo>
                  <a:lnTo>
                    <a:pt x="256490" y="0"/>
                  </a:lnTo>
                </a:path>
                <a:path w="9157970" h="2653665">
                  <a:moveTo>
                    <a:pt x="269582" y="0"/>
                  </a:moveTo>
                  <a:lnTo>
                    <a:pt x="256490" y="0"/>
                  </a:lnTo>
                </a:path>
                <a:path w="9157970" h="2653665">
                  <a:moveTo>
                    <a:pt x="333455" y="0"/>
                  </a:moveTo>
                  <a:lnTo>
                    <a:pt x="320362" y="0"/>
                  </a:lnTo>
                </a:path>
                <a:path w="9157970" h="2653665">
                  <a:moveTo>
                    <a:pt x="379883" y="2233711"/>
                  </a:moveTo>
                  <a:lnTo>
                    <a:pt x="335161" y="2233711"/>
                  </a:lnTo>
                </a:path>
                <a:path w="9157970" h="2653665">
                  <a:moveTo>
                    <a:pt x="379883" y="0"/>
                  </a:moveTo>
                  <a:lnTo>
                    <a:pt x="335161" y="0"/>
                  </a:lnTo>
                </a:path>
                <a:path w="9157970" h="2653665">
                  <a:moveTo>
                    <a:pt x="379883" y="0"/>
                  </a:moveTo>
                  <a:lnTo>
                    <a:pt x="391828" y="0"/>
                  </a:lnTo>
                </a:path>
                <a:path w="9157970" h="2653665">
                  <a:moveTo>
                    <a:pt x="60164" y="0"/>
                  </a:moveTo>
                  <a:lnTo>
                    <a:pt x="47072" y="0"/>
                  </a:lnTo>
                </a:path>
                <a:path w="9157970" h="2653665">
                  <a:moveTo>
                    <a:pt x="61871" y="2233711"/>
                  </a:moveTo>
                  <a:lnTo>
                    <a:pt x="60164" y="2233711"/>
                  </a:lnTo>
                </a:path>
                <a:path w="9157970" h="2653665">
                  <a:moveTo>
                    <a:pt x="61871" y="0"/>
                  </a:moveTo>
                  <a:lnTo>
                    <a:pt x="60164" y="0"/>
                  </a:lnTo>
                </a:path>
                <a:path w="9157970" h="2653665">
                  <a:moveTo>
                    <a:pt x="125743" y="2233711"/>
                  </a:moveTo>
                  <a:lnTo>
                    <a:pt x="124037" y="2233711"/>
                  </a:lnTo>
                </a:path>
                <a:path w="9157970" h="2653665">
                  <a:moveTo>
                    <a:pt x="125743" y="0"/>
                  </a:moveTo>
                  <a:lnTo>
                    <a:pt x="124037" y="0"/>
                  </a:lnTo>
                </a:path>
                <a:path w="9157970" h="2653665">
                  <a:moveTo>
                    <a:pt x="170466" y="2233711"/>
                  </a:moveTo>
                  <a:lnTo>
                    <a:pt x="125743" y="2233711"/>
                  </a:lnTo>
                </a:path>
                <a:path w="9157970" h="2653665">
                  <a:moveTo>
                    <a:pt x="170466" y="0"/>
                  </a:moveTo>
                  <a:lnTo>
                    <a:pt x="125743" y="0"/>
                  </a:lnTo>
                </a:path>
                <a:path w="9157970" h="2653665">
                  <a:moveTo>
                    <a:pt x="184279" y="0"/>
                  </a:moveTo>
                  <a:lnTo>
                    <a:pt x="186955" y="0"/>
                  </a:lnTo>
                </a:path>
                <a:path w="9157970" h="2653665">
                  <a:moveTo>
                    <a:pt x="196937" y="0"/>
                  </a:moveTo>
                  <a:lnTo>
                    <a:pt x="194277" y="0"/>
                  </a:lnTo>
                </a:path>
                <a:path w="9157970" h="2653665">
                  <a:moveTo>
                    <a:pt x="254776" y="2233711"/>
                  </a:moveTo>
                  <a:lnTo>
                    <a:pt x="210689" y="2233711"/>
                  </a:lnTo>
                </a:path>
                <a:path w="9157970" h="2653665">
                  <a:moveTo>
                    <a:pt x="254776" y="0"/>
                  </a:moveTo>
                  <a:lnTo>
                    <a:pt x="210689" y="0"/>
                  </a:lnTo>
                </a:path>
                <a:path w="9157970" h="2653665">
                  <a:moveTo>
                    <a:pt x="318648" y="2233711"/>
                  </a:moveTo>
                  <a:lnTo>
                    <a:pt x="271288" y="2233711"/>
                  </a:lnTo>
                </a:path>
                <a:path w="9157970" h="2653665">
                  <a:moveTo>
                    <a:pt x="318648" y="0"/>
                  </a:moveTo>
                  <a:lnTo>
                    <a:pt x="271288" y="0"/>
                  </a:lnTo>
                </a:path>
                <a:path w="9157970" h="2653665">
                  <a:moveTo>
                    <a:pt x="396373" y="0"/>
                  </a:moveTo>
                  <a:lnTo>
                    <a:pt x="400034" y="0"/>
                  </a:lnTo>
                </a:path>
                <a:path w="9157970" h="2653665">
                  <a:moveTo>
                    <a:pt x="403695" y="0"/>
                  </a:moveTo>
                  <a:lnTo>
                    <a:pt x="400034" y="0"/>
                  </a:lnTo>
                </a:path>
                <a:path w="9157970" h="2653665">
                  <a:moveTo>
                    <a:pt x="393697" y="0"/>
                  </a:moveTo>
                  <a:lnTo>
                    <a:pt x="396373" y="0"/>
                  </a:lnTo>
                </a:path>
                <a:path w="9157970" h="2653665">
                  <a:moveTo>
                    <a:pt x="406355" y="0"/>
                  </a:moveTo>
                  <a:lnTo>
                    <a:pt x="403695" y="0"/>
                  </a:lnTo>
                </a:path>
                <a:path w="9157970" h="2653665">
                  <a:moveTo>
                    <a:pt x="194277" y="0"/>
                  </a:moveTo>
                  <a:lnTo>
                    <a:pt x="190616" y="0"/>
                  </a:lnTo>
                </a:path>
                <a:path w="9157970" h="2653665">
                  <a:moveTo>
                    <a:pt x="406355" y="0"/>
                  </a:moveTo>
                  <a:lnTo>
                    <a:pt x="408224" y="0"/>
                  </a:lnTo>
                </a:path>
                <a:path w="9157970" h="2653665">
                  <a:moveTo>
                    <a:pt x="271288" y="2233711"/>
                  </a:moveTo>
                  <a:lnTo>
                    <a:pt x="269582" y="2233711"/>
                  </a:lnTo>
                </a:path>
                <a:path w="9157970" h="2653665">
                  <a:moveTo>
                    <a:pt x="271288" y="0"/>
                  </a:moveTo>
                  <a:lnTo>
                    <a:pt x="269582" y="0"/>
                  </a:lnTo>
                </a:path>
                <a:path w="9157970" h="2653665">
                  <a:moveTo>
                    <a:pt x="45358" y="2233711"/>
                  </a:moveTo>
                  <a:lnTo>
                    <a:pt x="1272" y="2233711"/>
                  </a:lnTo>
                </a:path>
                <a:path w="9157970" h="2653665">
                  <a:moveTo>
                    <a:pt x="45358" y="0"/>
                  </a:moveTo>
                  <a:lnTo>
                    <a:pt x="1272" y="0"/>
                  </a:lnTo>
                </a:path>
                <a:path w="9157970" h="2653665">
                  <a:moveTo>
                    <a:pt x="186955" y="0"/>
                  </a:moveTo>
                  <a:lnTo>
                    <a:pt x="190616" y="0"/>
                  </a:lnTo>
                </a:path>
                <a:path w="9157970" h="2653665">
                  <a:moveTo>
                    <a:pt x="170466" y="0"/>
                  </a:moveTo>
                  <a:lnTo>
                    <a:pt x="182410" y="0"/>
                  </a:lnTo>
                </a:path>
                <a:path w="9157970" h="2653665">
                  <a:moveTo>
                    <a:pt x="45358" y="2233711"/>
                  </a:moveTo>
                  <a:lnTo>
                    <a:pt x="47072" y="2233711"/>
                  </a:lnTo>
                </a:path>
                <a:path w="9157970" h="2653665">
                  <a:moveTo>
                    <a:pt x="45358" y="0"/>
                  </a:moveTo>
                  <a:lnTo>
                    <a:pt x="47072" y="0"/>
                  </a:lnTo>
                </a:path>
                <a:path w="9157970" h="2653665">
                  <a:moveTo>
                    <a:pt x="109230" y="2233711"/>
                  </a:moveTo>
                  <a:lnTo>
                    <a:pt x="110944" y="2233711"/>
                  </a:lnTo>
                </a:path>
                <a:path w="9157970" h="2653665">
                  <a:moveTo>
                    <a:pt x="109230" y="0"/>
                  </a:moveTo>
                  <a:lnTo>
                    <a:pt x="110944" y="0"/>
                  </a:lnTo>
                </a:path>
                <a:path w="9157970" h="2653665">
                  <a:moveTo>
                    <a:pt x="210689" y="0"/>
                  </a:moveTo>
                  <a:lnTo>
                    <a:pt x="198807" y="0"/>
                  </a:lnTo>
                </a:path>
                <a:path w="9157970" h="2653665">
                  <a:moveTo>
                    <a:pt x="318648" y="2233711"/>
                  </a:moveTo>
                  <a:lnTo>
                    <a:pt x="320362" y="2233711"/>
                  </a:lnTo>
                </a:path>
                <a:path w="9157970" h="2653665">
                  <a:moveTo>
                    <a:pt x="318648" y="0"/>
                  </a:moveTo>
                  <a:lnTo>
                    <a:pt x="320362" y="0"/>
                  </a:lnTo>
                </a:path>
                <a:path w="9157970" h="2653665">
                  <a:moveTo>
                    <a:pt x="335161" y="2233711"/>
                  </a:moveTo>
                  <a:lnTo>
                    <a:pt x="333455" y="2233711"/>
                  </a:lnTo>
                </a:path>
                <a:path w="9157970" h="2653665">
                  <a:moveTo>
                    <a:pt x="335161" y="0"/>
                  </a:moveTo>
                  <a:lnTo>
                    <a:pt x="333455" y="0"/>
                  </a:lnTo>
                </a:path>
                <a:path w="9157970" h="2653665">
                  <a:moveTo>
                    <a:pt x="528066" y="2233711"/>
                  </a:moveTo>
                  <a:lnTo>
                    <a:pt x="529780" y="2233711"/>
                  </a:lnTo>
                </a:path>
                <a:path w="9157970" h="2653665">
                  <a:moveTo>
                    <a:pt x="528066" y="0"/>
                  </a:moveTo>
                  <a:lnTo>
                    <a:pt x="529780" y="0"/>
                  </a:lnTo>
                </a:path>
                <a:path w="9157970" h="2653665">
                  <a:moveTo>
                    <a:pt x="542872" y="0"/>
                  </a:moveTo>
                  <a:lnTo>
                    <a:pt x="529780" y="0"/>
                  </a:lnTo>
                </a:path>
                <a:path w="9157970" h="2653665">
                  <a:moveTo>
                    <a:pt x="464193" y="2233711"/>
                  </a:moveTo>
                  <a:lnTo>
                    <a:pt x="465907" y="2233711"/>
                  </a:lnTo>
                </a:path>
                <a:path w="9157970" h="2653665">
                  <a:moveTo>
                    <a:pt x="464193" y="0"/>
                  </a:moveTo>
                  <a:lnTo>
                    <a:pt x="465907" y="0"/>
                  </a:lnTo>
                </a:path>
                <a:path w="9157970" h="2653665">
                  <a:moveTo>
                    <a:pt x="479000" y="0"/>
                  </a:moveTo>
                  <a:lnTo>
                    <a:pt x="465907" y="0"/>
                  </a:lnTo>
                </a:path>
                <a:path w="9157970" h="2653665">
                  <a:moveTo>
                    <a:pt x="589301" y="2233711"/>
                  </a:moveTo>
                  <a:lnTo>
                    <a:pt x="544579" y="2233711"/>
                  </a:lnTo>
                </a:path>
                <a:path w="9157970" h="2653665">
                  <a:moveTo>
                    <a:pt x="589301" y="0"/>
                  </a:moveTo>
                  <a:lnTo>
                    <a:pt x="544579" y="0"/>
                  </a:lnTo>
                </a:path>
                <a:path w="9157970" h="2653665">
                  <a:moveTo>
                    <a:pt x="605380" y="0"/>
                  </a:moveTo>
                  <a:lnTo>
                    <a:pt x="603510" y="0"/>
                  </a:lnTo>
                </a:path>
                <a:path w="9157970" h="2653665">
                  <a:moveTo>
                    <a:pt x="605380" y="0"/>
                  </a:moveTo>
                  <a:lnTo>
                    <a:pt x="608063" y="0"/>
                  </a:lnTo>
                </a:path>
                <a:path w="9157970" h="2653665">
                  <a:moveTo>
                    <a:pt x="528066" y="2233711"/>
                  </a:moveTo>
                  <a:lnTo>
                    <a:pt x="480706" y="2233711"/>
                  </a:lnTo>
                </a:path>
                <a:path w="9157970" h="2653665">
                  <a:moveTo>
                    <a:pt x="528066" y="0"/>
                  </a:moveTo>
                  <a:lnTo>
                    <a:pt x="480706" y="0"/>
                  </a:lnTo>
                </a:path>
                <a:path w="9157970" h="2653665">
                  <a:moveTo>
                    <a:pt x="544579" y="2233711"/>
                  </a:moveTo>
                  <a:lnTo>
                    <a:pt x="542872" y="2233711"/>
                  </a:lnTo>
                </a:path>
                <a:path w="9157970" h="2653665">
                  <a:moveTo>
                    <a:pt x="544579" y="0"/>
                  </a:moveTo>
                  <a:lnTo>
                    <a:pt x="542872" y="0"/>
                  </a:lnTo>
                </a:path>
                <a:path w="9157970" h="2653665">
                  <a:moveTo>
                    <a:pt x="608063" y="0"/>
                  </a:moveTo>
                  <a:lnTo>
                    <a:pt x="617906" y="0"/>
                  </a:lnTo>
                </a:path>
                <a:path w="9157970" h="2653665">
                  <a:moveTo>
                    <a:pt x="480706" y="2233711"/>
                  </a:moveTo>
                  <a:lnTo>
                    <a:pt x="479000" y="2233711"/>
                  </a:lnTo>
                </a:path>
                <a:path w="9157970" h="2653665">
                  <a:moveTo>
                    <a:pt x="480706" y="0"/>
                  </a:moveTo>
                  <a:lnTo>
                    <a:pt x="479000" y="0"/>
                  </a:lnTo>
                </a:path>
                <a:path w="9157970" h="2653665">
                  <a:moveTo>
                    <a:pt x="589301" y="0"/>
                  </a:moveTo>
                  <a:lnTo>
                    <a:pt x="603510" y="0"/>
                  </a:lnTo>
                </a:path>
                <a:path w="9157970" h="2653665">
                  <a:moveTo>
                    <a:pt x="420107" y="0"/>
                  </a:moveTo>
                  <a:lnTo>
                    <a:pt x="408224" y="0"/>
                  </a:lnTo>
                </a:path>
                <a:path w="9157970" h="2653665">
                  <a:moveTo>
                    <a:pt x="464193" y="2233711"/>
                  </a:moveTo>
                  <a:lnTo>
                    <a:pt x="420107" y="2233711"/>
                  </a:lnTo>
                </a:path>
                <a:path w="9157970" h="2653665">
                  <a:moveTo>
                    <a:pt x="464193" y="0"/>
                  </a:moveTo>
                  <a:lnTo>
                    <a:pt x="420107" y="0"/>
                  </a:lnTo>
                </a:path>
                <a:path w="9157970" h="2653665">
                  <a:moveTo>
                    <a:pt x="639724" y="0"/>
                  </a:moveTo>
                  <a:lnTo>
                    <a:pt x="639724" y="2233711"/>
                  </a:lnTo>
                  <a:lnTo>
                    <a:pt x="634318" y="2233711"/>
                  </a:lnTo>
                </a:path>
                <a:path w="9157970" h="2653665">
                  <a:moveTo>
                    <a:pt x="620566" y="0"/>
                  </a:moveTo>
                  <a:lnTo>
                    <a:pt x="622435" y="0"/>
                  </a:lnTo>
                </a:path>
                <a:path w="9157970" h="2653665">
                  <a:moveTo>
                    <a:pt x="620566" y="0"/>
                  </a:moveTo>
                  <a:lnTo>
                    <a:pt x="617906" y="0"/>
                  </a:lnTo>
                </a:path>
                <a:path w="9157970" h="2653665">
                  <a:moveTo>
                    <a:pt x="639724" y="0"/>
                  </a:moveTo>
                  <a:lnTo>
                    <a:pt x="634318" y="0"/>
                  </a:lnTo>
                  <a:lnTo>
                    <a:pt x="622435" y="0"/>
                  </a:lnTo>
                </a:path>
                <a:path w="9157970" h="2653665">
                  <a:moveTo>
                    <a:pt x="397629" y="2233711"/>
                  </a:moveTo>
                  <a:lnTo>
                    <a:pt x="400034" y="2233711"/>
                  </a:lnTo>
                  <a:lnTo>
                    <a:pt x="402423" y="2233711"/>
                  </a:lnTo>
                </a:path>
                <a:path w="9157970" h="2653665">
                  <a:moveTo>
                    <a:pt x="188219" y="2233711"/>
                  </a:moveTo>
                  <a:lnTo>
                    <a:pt x="190616" y="2233711"/>
                  </a:lnTo>
                  <a:lnTo>
                    <a:pt x="193005" y="2233711"/>
                  </a:lnTo>
                </a:path>
                <a:path w="9157970" h="2653665">
                  <a:moveTo>
                    <a:pt x="1272" y="0"/>
                  </a:moveTo>
                  <a:lnTo>
                    <a:pt x="0" y="0"/>
                  </a:lnTo>
                </a:path>
                <a:path w="9157970" h="2653665">
                  <a:moveTo>
                    <a:pt x="597" y="2233711"/>
                  </a:moveTo>
                  <a:lnTo>
                    <a:pt x="1272" y="2233711"/>
                  </a:lnTo>
                </a:path>
                <a:path w="9157970" h="2653665">
                  <a:moveTo>
                    <a:pt x="7461420" y="2653477"/>
                  </a:moveTo>
                  <a:lnTo>
                    <a:pt x="7461420" y="2653399"/>
                  </a:lnTo>
                </a:path>
                <a:path w="9157970" h="2653665">
                  <a:moveTo>
                    <a:pt x="7459016" y="2653399"/>
                  </a:moveTo>
                  <a:lnTo>
                    <a:pt x="7458938" y="2653399"/>
                  </a:lnTo>
                  <a:lnTo>
                    <a:pt x="7458938" y="2653399"/>
                  </a:lnTo>
                </a:path>
                <a:path w="9157970" h="2653665">
                  <a:moveTo>
                    <a:pt x="7459636" y="2653322"/>
                  </a:moveTo>
                  <a:lnTo>
                    <a:pt x="7459559" y="2653322"/>
                  </a:lnTo>
                  <a:lnTo>
                    <a:pt x="7459559" y="2653322"/>
                  </a:lnTo>
                </a:path>
                <a:path w="9157970" h="2653665">
                  <a:moveTo>
                    <a:pt x="7459869" y="2653322"/>
                  </a:moveTo>
                  <a:lnTo>
                    <a:pt x="7459869" y="2653322"/>
                  </a:lnTo>
                  <a:lnTo>
                    <a:pt x="7459869" y="2653322"/>
                  </a:lnTo>
                </a:path>
                <a:path w="9157970" h="2653665">
                  <a:moveTo>
                    <a:pt x="7458706" y="2653399"/>
                  </a:moveTo>
                  <a:lnTo>
                    <a:pt x="7458706" y="2653477"/>
                  </a:lnTo>
                </a:path>
                <a:path w="9157970" h="2653665">
                  <a:moveTo>
                    <a:pt x="7458706" y="2653477"/>
                  </a:moveTo>
                  <a:lnTo>
                    <a:pt x="7458706" y="2653399"/>
                  </a:lnTo>
                </a:path>
                <a:path w="9157970" h="2653665">
                  <a:moveTo>
                    <a:pt x="7443891" y="2653399"/>
                  </a:moveTo>
                  <a:lnTo>
                    <a:pt x="7443891" y="2653167"/>
                  </a:lnTo>
                </a:path>
                <a:path w="9157970" h="2653665">
                  <a:moveTo>
                    <a:pt x="7461575" y="2653322"/>
                  </a:moveTo>
                  <a:lnTo>
                    <a:pt x="7461420" y="2653399"/>
                  </a:lnTo>
                </a:path>
                <a:path w="9157970" h="2653665">
                  <a:moveTo>
                    <a:pt x="7444744" y="2653322"/>
                  </a:moveTo>
                  <a:lnTo>
                    <a:pt x="7444744" y="2653167"/>
                  </a:lnTo>
                </a:path>
                <a:path w="9157970" h="2653665">
                  <a:moveTo>
                    <a:pt x="7461575" y="2653322"/>
                  </a:moveTo>
                  <a:lnTo>
                    <a:pt x="7459869" y="2653322"/>
                  </a:lnTo>
                </a:path>
                <a:path w="9157970" h="2653665">
                  <a:moveTo>
                    <a:pt x="7460800" y="2653244"/>
                  </a:moveTo>
                  <a:lnTo>
                    <a:pt x="7460722" y="2653244"/>
                  </a:lnTo>
                  <a:lnTo>
                    <a:pt x="7460722" y="2653167"/>
                  </a:lnTo>
                </a:path>
                <a:path w="9157970" h="2653665">
                  <a:moveTo>
                    <a:pt x="7460490" y="2653244"/>
                  </a:moveTo>
                  <a:lnTo>
                    <a:pt x="7460490" y="2653244"/>
                  </a:lnTo>
                  <a:lnTo>
                    <a:pt x="7460490" y="2653167"/>
                  </a:lnTo>
                </a:path>
                <a:path w="9157970" h="2653665">
                  <a:moveTo>
                    <a:pt x="7461575" y="2653244"/>
                  </a:moveTo>
                  <a:lnTo>
                    <a:pt x="7460800" y="2653244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10037229" y="8237871"/>
              <a:ext cx="4445" cy="2237105"/>
            </a:xfrm>
            <a:custGeom>
              <a:avLst/>
              <a:gdLst/>
              <a:ahLst/>
              <a:cxnLst/>
              <a:rect l="l" t="t" r="r" b="b"/>
              <a:pathLst>
                <a:path w="4445" h="2237104">
                  <a:moveTo>
                    <a:pt x="3873" y="2235035"/>
                  </a:moveTo>
                  <a:lnTo>
                    <a:pt x="3314" y="2233663"/>
                  </a:lnTo>
                  <a:lnTo>
                    <a:pt x="1943" y="2233091"/>
                  </a:lnTo>
                  <a:lnTo>
                    <a:pt x="571" y="2233663"/>
                  </a:lnTo>
                  <a:lnTo>
                    <a:pt x="0" y="2235035"/>
                  </a:lnTo>
                  <a:lnTo>
                    <a:pt x="571" y="2236406"/>
                  </a:lnTo>
                  <a:lnTo>
                    <a:pt x="1943" y="2236978"/>
                  </a:lnTo>
                  <a:lnTo>
                    <a:pt x="3314" y="2236406"/>
                  </a:lnTo>
                  <a:lnTo>
                    <a:pt x="3873" y="2235035"/>
                  </a:lnTo>
                  <a:close/>
                </a:path>
                <a:path w="4445" h="2237104">
                  <a:moveTo>
                    <a:pt x="3873" y="1943"/>
                  </a:moveTo>
                  <a:lnTo>
                    <a:pt x="3314" y="571"/>
                  </a:lnTo>
                  <a:lnTo>
                    <a:pt x="1943" y="0"/>
                  </a:lnTo>
                  <a:lnTo>
                    <a:pt x="571" y="571"/>
                  </a:lnTo>
                  <a:lnTo>
                    <a:pt x="0" y="1943"/>
                  </a:lnTo>
                  <a:lnTo>
                    <a:pt x="571" y="3314"/>
                  </a:lnTo>
                  <a:lnTo>
                    <a:pt x="1943" y="3886"/>
                  </a:lnTo>
                  <a:lnTo>
                    <a:pt x="3314" y="3314"/>
                  </a:lnTo>
                  <a:lnTo>
                    <a:pt x="3873" y="19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10039174" y="8239733"/>
              <a:ext cx="20320" cy="635"/>
            </a:xfrm>
            <a:custGeom>
              <a:avLst/>
              <a:gdLst/>
              <a:ahLst/>
              <a:cxnLst/>
              <a:rect l="l" t="t" r="r" b="b"/>
              <a:pathLst>
                <a:path w="20320" h="634">
                  <a:moveTo>
                    <a:pt x="17606" y="0"/>
                  </a:moveTo>
                  <a:lnTo>
                    <a:pt x="20243" y="0"/>
                  </a:lnTo>
                </a:path>
                <a:path w="20320" h="634">
                  <a:moveTo>
                    <a:pt x="17606" y="0"/>
                  </a:moveTo>
                  <a:lnTo>
                    <a:pt x="3257" y="0"/>
                  </a:lnTo>
                  <a:lnTo>
                    <a:pt x="0" y="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10039950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2182054" y="8239733"/>
              <a:ext cx="10278110" cy="2672715"/>
            </a:xfrm>
            <a:custGeom>
              <a:avLst/>
              <a:gdLst/>
              <a:ahLst/>
              <a:cxnLst/>
              <a:rect l="l" t="t" r="r" b="b"/>
              <a:pathLst>
                <a:path w="10278110" h="2672715">
                  <a:moveTo>
                    <a:pt x="7879767" y="77"/>
                  </a:moveTo>
                  <a:lnTo>
                    <a:pt x="7877363" y="0"/>
                  </a:lnTo>
                </a:path>
                <a:path w="10278110" h="2672715">
                  <a:moveTo>
                    <a:pt x="7875579" y="2233478"/>
                  </a:moveTo>
                  <a:lnTo>
                    <a:pt x="7875579" y="2233478"/>
                  </a:lnTo>
                  <a:lnTo>
                    <a:pt x="7875734" y="2233478"/>
                  </a:lnTo>
                </a:path>
                <a:path w="10278110" h="2672715">
                  <a:moveTo>
                    <a:pt x="7857119" y="2233478"/>
                  </a:moveTo>
                  <a:lnTo>
                    <a:pt x="7857119" y="2233168"/>
                  </a:lnTo>
                </a:path>
                <a:path w="10278110" h="2672715">
                  <a:moveTo>
                    <a:pt x="7828809" y="930"/>
                  </a:moveTo>
                  <a:lnTo>
                    <a:pt x="7857119" y="930"/>
                  </a:lnTo>
                </a:path>
                <a:path w="10278110" h="2672715">
                  <a:moveTo>
                    <a:pt x="7828809" y="2234099"/>
                  </a:moveTo>
                  <a:lnTo>
                    <a:pt x="7873562" y="2234099"/>
                  </a:lnTo>
                </a:path>
                <a:path w="10278110" h="2672715">
                  <a:moveTo>
                    <a:pt x="7812753" y="930"/>
                  </a:moveTo>
                  <a:lnTo>
                    <a:pt x="7814615" y="930"/>
                  </a:lnTo>
                </a:path>
                <a:path w="10278110" h="2672715">
                  <a:moveTo>
                    <a:pt x="7812753" y="930"/>
                  </a:moveTo>
                  <a:lnTo>
                    <a:pt x="7810039" y="930"/>
                  </a:lnTo>
                </a:path>
                <a:path w="10278110" h="2672715">
                  <a:moveTo>
                    <a:pt x="7810039" y="930"/>
                  </a:moveTo>
                  <a:lnTo>
                    <a:pt x="7800188" y="930"/>
                  </a:lnTo>
                </a:path>
                <a:path w="10278110" h="2672715">
                  <a:moveTo>
                    <a:pt x="7828809" y="930"/>
                  </a:moveTo>
                  <a:lnTo>
                    <a:pt x="7814615" y="930"/>
                  </a:lnTo>
                </a:path>
                <a:path w="10278110" h="2672715">
                  <a:moveTo>
                    <a:pt x="7783435" y="930"/>
                  </a:moveTo>
                  <a:lnTo>
                    <a:pt x="7783823" y="930"/>
                  </a:lnTo>
                </a:path>
                <a:path w="10278110" h="2672715">
                  <a:moveTo>
                    <a:pt x="7800188" y="930"/>
                  </a:moveTo>
                  <a:lnTo>
                    <a:pt x="7797551" y="930"/>
                  </a:lnTo>
                  <a:lnTo>
                    <a:pt x="7795690" y="930"/>
                  </a:lnTo>
                  <a:lnTo>
                    <a:pt x="7783823" y="930"/>
                  </a:lnTo>
                </a:path>
                <a:path w="10278110" h="2672715">
                  <a:moveTo>
                    <a:pt x="7778393" y="1813712"/>
                  </a:moveTo>
                  <a:lnTo>
                    <a:pt x="7778393" y="2234099"/>
                  </a:lnTo>
                </a:path>
                <a:path w="10278110" h="2672715">
                  <a:moveTo>
                    <a:pt x="7874803" y="2233478"/>
                  </a:moveTo>
                  <a:lnTo>
                    <a:pt x="7874803" y="2234099"/>
                  </a:lnTo>
                  <a:lnTo>
                    <a:pt x="7873562" y="2234099"/>
                  </a:lnTo>
                </a:path>
                <a:path w="10278110" h="2672715">
                  <a:moveTo>
                    <a:pt x="7870382" y="2233478"/>
                  </a:moveTo>
                  <a:lnTo>
                    <a:pt x="7872864" y="2233478"/>
                  </a:lnTo>
                </a:path>
                <a:path w="10278110" h="2672715">
                  <a:moveTo>
                    <a:pt x="10129301" y="2584912"/>
                  </a:moveTo>
                  <a:lnTo>
                    <a:pt x="10129301" y="2585377"/>
                  </a:lnTo>
                  <a:lnTo>
                    <a:pt x="10129301" y="2596469"/>
                  </a:lnTo>
                </a:path>
                <a:path w="10278110" h="2672715">
                  <a:moveTo>
                    <a:pt x="10129379" y="2584757"/>
                  </a:moveTo>
                  <a:lnTo>
                    <a:pt x="10129379" y="2584912"/>
                  </a:lnTo>
                  <a:lnTo>
                    <a:pt x="10129379" y="2596469"/>
                  </a:lnTo>
                </a:path>
                <a:path w="10278110" h="2672715">
                  <a:moveTo>
                    <a:pt x="10270464" y="2583516"/>
                  </a:moveTo>
                  <a:lnTo>
                    <a:pt x="10270619" y="1445214"/>
                  </a:lnTo>
                  <a:lnTo>
                    <a:pt x="10270619" y="1444671"/>
                  </a:lnTo>
                </a:path>
                <a:path w="10278110" h="2672715">
                  <a:moveTo>
                    <a:pt x="357452" y="1947429"/>
                  </a:moveTo>
                  <a:lnTo>
                    <a:pt x="357452" y="1947584"/>
                  </a:lnTo>
                  <a:lnTo>
                    <a:pt x="357452" y="1951152"/>
                  </a:lnTo>
                </a:path>
                <a:path w="10278110" h="2672715">
                  <a:moveTo>
                    <a:pt x="10136204" y="2583671"/>
                  </a:moveTo>
                  <a:lnTo>
                    <a:pt x="10136204" y="2584136"/>
                  </a:lnTo>
                  <a:lnTo>
                    <a:pt x="10136204" y="2596934"/>
                  </a:lnTo>
                </a:path>
                <a:path w="10278110" h="2672715">
                  <a:moveTo>
                    <a:pt x="10136282" y="2583516"/>
                  </a:moveTo>
                  <a:lnTo>
                    <a:pt x="10136282" y="2583671"/>
                  </a:lnTo>
                  <a:lnTo>
                    <a:pt x="10136282" y="2596934"/>
                  </a:lnTo>
                </a:path>
                <a:path w="10278110" h="2672715">
                  <a:moveTo>
                    <a:pt x="10277367" y="2583593"/>
                  </a:moveTo>
                  <a:lnTo>
                    <a:pt x="10277600" y="1444051"/>
                  </a:lnTo>
                  <a:lnTo>
                    <a:pt x="10277600" y="1443430"/>
                  </a:lnTo>
                </a:path>
                <a:path w="10278110" h="2672715">
                  <a:moveTo>
                    <a:pt x="10132791" y="2584291"/>
                  </a:moveTo>
                  <a:lnTo>
                    <a:pt x="10132791" y="2584757"/>
                  </a:lnTo>
                  <a:lnTo>
                    <a:pt x="10132791" y="2596701"/>
                  </a:lnTo>
                </a:path>
                <a:path w="10278110" h="2672715">
                  <a:moveTo>
                    <a:pt x="10132869" y="2584136"/>
                  </a:moveTo>
                  <a:lnTo>
                    <a:pt x="10132869" y="2584291"/>
                  </a:lnTo>
                  <a:lnTo>
                    <a:pt x="10132869" y="2596701"/>
                  </a:lnTo>
                </a:path>
                <a:path w="10278110" h="2672715">
                  <a:moveTo>
                    <a:pt x="10273954" y="2583593"/>
                  </a:moveTo>
                  <a:lnTo>
                    <a:pt x="10274109" y="1444671"/>
                  </a:lnTo>
                  <a:lnTo>
                    <a:pt x="10274109" y="1444051"/>
                  </a:lnTo>
                </a:path>
                <a:path w="10278110" h="2672715">
                  <a:moveTo>
                    <a:pt x="9551075" y="2235340"/>
                  </a:moveTo>
                  <a:lnTo>
                    <a:pt x="9551075" y="2235417"/>
                  </a:lnTo>
                </a:path>
                <a:path w="10278110" h="2672715">
                  <a:moveTo>
                    <a:pt x="7877363" y="2233013"/>
                  </a:moveTo>
                  <a:lnTo>
                    <a:pt x="7879302" y="2233013"/>
                  </a:lnTo>
                  <a:lnTo>
                    <a:pt x="7879845" y="2233013"/>
                  </a:lnTo>
                </a:path>
                <a:path w="10278110" h="2672715">
                  <a:moveTo>
                    <a:pt x="7875734" y="2566530"/>
                  </a:moveTo>
                  <a:lnTo>
                    <a:pt x="7875734" y="2672635"/>
                  </a:lnTo>
                </a:path>
                <a:path w="10278110" h="2672715">
                  <a:moveTo>
                    <a:pt x="10125888" y="2585377"/>
                  </a:moveTo>
                  <a:lnTo>
                    <a:pt x="10125888" y="2585455"/>
                  </a:lnTo>
                  <a:lnTo>
                    <a:pt x="10125888" y="2596236"/>
                  </a:lnTo>
                </a:path>
                <a:path w="10278110" h="2672715">
                  <a:moveTo>
                    <a:pt x="7879767" y="0"/>
                  </a:moveTo>
                  <a:lnTo>
                    <a:pt x="7879845" y="0"/>
                  </a:lnTo>
                </a:path>
                <a:path w="10278110" h="2672715">
                  <a:moveTo>
                    <a:pt x="7879302" y="2233013"/>
                  </a:moveTo>
                  <a:lnTo>
                    <a:pt x="7879767" y="77"/>
                  </a:lnTo>
                  <a:lnTo>
                    <a:pt x="7879767" y="0"/>
                  </a:lnTo>
                </a:path>
                <a:path w="10278110" h="2672715">
                  <a:moveTo>
                    <a:pt x="7391824" y="2415671"/>
                  </a:moveTo>
                  <a:lnTo>
                    <a:pt x="7778936" y="2441267"/>
                  </a:lnTo>
                  <a:lnTo>
                    <a:pt x="7875734" y="2447627"/>
                  </a:lnTo>
                </a:path>
                <a:path w="10278110" h="2672715">
                  <a:moveTo>
                    <a:pt x="0" y="1927496"/>
                  </a:moveTo>
                  <a:lnTo>
                    <a:pt x="357398" y="1951152"/>
                  </a:lnTo>
                </a:path>
                <a:path w="10278110" h="2672715">
                  <a:moveTo>
                    <a:pt x="379550" y="1813014"/>
                  </a:moveTo>
                  <a:lnTo>
                    <a:pt x="384172" y="1813014"/>
                  </a:lnTo>
                </a:path>
                <a:path w="10278110" h="2672715">
                  <a:moveTo>
                    <a:pt x="369653" y="1815030"/>
                  </a:moveTo>
                  <a:lnTo>
                    <a:pt x="369653" y="1947429"/>
                  </a:lnTo>
                  <a:lnTo>
                    <a:pt x="369653" y="1951928"/>
                  </a:lnTo>
                </a:path>
                <a:path w="10278110" h="2672715">
                  <a:moveTo>
                    <a:pt x="9567829" y="2235184"/>
                  </a:moveTo>
                  <a:lnTo>
                    <a:pt x="9567906" y="2235184"/>
                  </a:lnTo>
                </a:path>
                <a:path w="10278110" h="2672715">
                  <a:moveTo>
                    <a:pt x="9570699" y="2235262"/>
                  </a:moveTo>
                  <a:lnTo>
                    <a:pt x="9571164" y="2235262"/>
                  </a:lnTo>
                </a:path>
                <a:path w="10278110" h="2672715">
                  <a:moveTo>
                    <a:pt x="9553635" y="2235184"/>
                  </a:moveTo>
                  <a:lnTo>
                    <a:pt x="9555652" y="2235184"/>
                  </a:lnTo>
                  <a:lnTo>
                    <a:pt x="9555729" y="2235262"/>
                  </a:lnTo>
                </a:path>
                <a:path w="10278110" h="2672715">
                  <a:moveTo>
                    <a:pt x="9568062" y="2235417"/>
                  </a:moveTo>
                  <a:lnTo>
                    <a:pt x="9570699" y="2235340"/>
                  </a:lnTo>
                  <a:lnTo>
                    <a:pt x="9571242" y="2235417"/>
                  </a:lnTo>
                  <a:lnTo>
                    <a:pt x="9573956" y="2235340"/>
                  </a:lnTo>
                </a:path>
                <a:path w="10278110" h="2672715">
                  <a:moveTo>
                    <a:pt x="9553402" y="2235029"/>
                  </a:moveTo>
                  <a:lnTo>
                    <a:pt x="9553480" y="2235029"/>
                  </a:lnTo>
                </a:path>
                <a:path w="10278110" h="2672715">
                  <a:moveTo>
                    <a:pt x="9567674" y="2235029"/>
                  </a:moveTo>
                  <a:lnTo>
                    <a:pt x="9567751" y="2235029"/>
                  </a:lnTo>
                </a:path>
                <a:path w="10278110" h="2672715">
                  <a:moveTo>
                    <a:pt x="9567751" y="2235107"/>
                  </a:moveTo>
                  <a:lnTo>
                    <a:pt x="9567829" y="2235107"/>
                  </a:lnTo>
                </a:path>
                <a:path w="10278110" h="2672715">
                  <a:moveTo>
                    <a:pt x="9553092" y="2235340"/>
                  </a:moveTo>
                  <a:lnTo>
                    <a:pt x="9553092" y="2235340"/>
                  </a:lnTo>
                  <a:lnTo>
                    <a:pt x="9551075" y="2235340"/>
                  </a:lnTo>
                </a:path>
                <a:path w="10278110" h="2672715">
                  <a:moveTo>
                    <a:pt x="9551075" y="2235184"/>
                  </a:moveTo>
                  <a:lnTo>
                    <a:pt x="9552859" y="2235107"/>
                  </a:lnTo>
                  <a:lnTo>
                    <a:pt x="9552937" y="2235184"/>
                  </a:lnTo>
                </a:path>
                <a:path w="10278110" h="2672715">
                  <a:moveTo>
                    <a:pt x="9552859" y="2235107"/>
                  </a:moveTo>
                  <a:lnTo>
                    <a:pt x="9551075" y="2235184"/>
                  </a:lnTo>
                </a:path>
                <a:path w="10278110" h="2672715">
                  <a:moveTo>
                    <a:pt x="9551075" y="2235107"/>
                  </a:moveTo>
                  <a:lnTo>
                    <a:pt x="9552859" y="2235029"/>
                  </a:lnTo>
                </a:path>
                <a:path w="10278110" h="2672715">
                  <a:moveTo>
                    <a:pt x="9565269" y="2235262"/>
                  </a:moveTo>
                  <a:lnTo>
                    <a:pt x="9567906" y="2235262"/>
                  </a:lnTo>
                  <a:lnTo>
                    <a:pt x="9568449" y="2235262"/>
                  </a:lnTo>
                </a:path>
                <a:path w="10278110" h="2672715">
                  <a:moveTo>
                    <a:pt x="9565037" y="2235107"/>
                  </a:moveTo>
                  <a:lnTo>
                    <a:pt x="9567751" y="2235107"/>
                  </a:lnTo>
                </a:path>
                <a:path w="10278110" h="2672715">
                  <a:moveTo>
                    <a:pt x="9567519" y="2234797"/>
                  </a:moveTo>
                  <a:lnTo>
                    <a:pt x="9567596" y="2234797"/>
                  </a:lnTo>
                </a:path>
                <a:path w="10278110" h="2672715">
                  <a:moveTo>
                    <a:pt x="9567596" y="2234874"/>
                  </a:moveTo>
                  <a:lnTo>
                    <a:pt x="9568062" y="2234874"/>
                  </a:lnTo>
                </a:path>
                <a:path w="10278110" h="2672715">
                  <a:moveTo>
                    <a:pt x="9553325" y="2234874"/>
                  </a:moveTo>
                  <a:lnTo>
                    <a:pt x="9553325" y="2234952"/>
                  </a:lnTo>
                </a:path>
                <a:path w="10278110" h="2672715">
                  <a:moveTo>
                    <a:pt x="9573568" y="2235029"/>
                  </a:moveTo>
                  <a:lnTo>
                    <a:pt x="9573568" y="7135"/>
                  </a:lnTo>
                  <a:lnTo>
                    <a:pt x="9573568" y="6825"/>
                  </a:lnTo>
                </a:path>
                <a:path w="10278110" h="2672715">
                  <a:moveTo>
                    <a:pt x="9553402" y="2235029"/>
                  </a:moveTo>
                  <a:lnTo>
                    <a:pt x="9555496" y="223502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11733208" y="10472436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11733130" y="8245395"/>
              <a:ext cx="22225" cy="2229485"/>
            </a:xfrm>
            <a:custGeom>
              <a:avLst/>
              <a:gdLst/>
              <a:ahLst/>
              <a:cxnLst/>
              <a:rect l="l" t="t" r="r" b="b"/>
              <a:pathLst>
                <a:path w="22225" h="2229484">
                  <a:moveTo>
                    <a:pt x="16288" y="2228979"/>
                  </a:moveTo>
                  <a:lnTo>
                    <a:pt x="16365" y="2228979"/>
                  </a:lnTo>
                </a:path>
                <a:path w="22225" h="2229484">
                  <a:moveTo>
                    <a:pt x="16365" y="2229057"/>
                  </a:moveTo>
                  <a:lnTo>
                    <a:pt x="16443" y="2229057"/>
                  </a:lnTo>
                </a:path>
                <a:path w="22225" h="2229484">
                  <a:moveTo>
                    <a:pt x="1628" y="2229290"/>
                  </a:moveTo>
                  <a:lnTo>
                    <a:pt x="1628" y="2229290"/>
                  </a:lnTo>
                  <a:lnTo>
                    <a:pt x="0" y="2229367"/>
                  </a:lnTo>
                </a:path>
                <a:path w="22225" h="2229484">
                  <a:moveTo>
                    <a:pt x="0" y="2229135"/>
                  </a:moveTo>
                  <a:lnTo>
                    <a:pt x="1473" y="2229057"/>
                  </a:lnTo>
                  <a:lnTo>
                    <a:pt x="1473" y="2229135"/>
                  </a:lnTo>
                </a:path>
                <a:path w="22225" h="2229484">
                  <a:moveTo>
                    <a:pt x="1473" y="2229057"/>
                  </a:moveTo>
                  <a:lnTo>
                    <a:pt x="0" y="2229135"/>
                  </a:lnTo>
                </a:path>
                <a:path w="22225" h="2229484">
                  <a:moveTo>
                    <a:pt x="0" y="2229057"/>
                  </a:moveTo>
                  <a:lnTo>
                    <a:pt x="1396" y="2229057"/>
                  </a:lnTo>
                </a:path>
                <a:path w="22225" h="2229484">
                  <a:moveTo>
                    <a:pt x="13806" y="2229290"/>
                  </a:moveTo>
                  <a:lnTo>
                    <a:pt x="16520" y="2229212"/>
                  </a:lnTo>
                </a:path>
                <a:path w="22225" h="2229484">
                  <a:moveTo>
                    <a:pt x="13650" y="2229057"/>
                  </a:moveTo>
                  <a:lnTo>
                    <a:pt x="16365" y="2229057"/>
                  </a:lnTo>
                </a:path>
                <a:path w="22225" h="2229484">
                  <a:moveTo>
                    <a:pt x="16055" y="2228747"/>
                  </a:moveTo>
                  <a:lnTo>
                    <a:pt x="16132" y="2228747"/>
                  </a:lnTo>
                </a:path>
                <a:path w="22225" h="2229484">
                  <a:moveTo>
                    <a:pt x="16132" y="2228902"/>
                  </a:moveTo>
                  <a:lnTo>
                    <a:pt x="16675" y="2228902"/>
                  </a:lnTo>
                </a:path>
                <a:path w="22225" h="2229484">
                  <a:moveTo>
                    <a:pt x="1861" y="2228824"/>
                  </a:moveTo>
                  <a:lnTo>
                    <a:pt x="1939" y="2228902"/>
                  </a:lnTo>
                </a:path>
                <a:path w="22225" h="2229484">
                  <a:moveTo>
                    <a:pt x="18925" y="2228979"/>
                  </a:moveTo>
                  <a:lnTo>
                    <a:pt x="19468" y="2228979"/>
                  </a:lnTo>
                </a:path>
                <a:path w="22225" h="2229484">
                  <a:moveTo>
                    <a:pt x="22182" y="2228979"/>
                  </a:moveTo>
                  <a:lnTo>
                    <a:pt x="22182" y="1163"/>
                  </a:lnTo>
                  <a:lnTo>
                    <a:pt x="22182" y="775"/>
                  </a:lnTo>
                </a:path>
                <a:path w="22225" h="2229484">
                  <a:moveTo>
                    <a:pt x="2016" y="2228979"/>
                  </a:moveTo>
                  <a:lnTo>
                    <a:pt x="4110" y="2228979"/>
                  </a:lnTo>
                </a:path>
                <a:path w="22225" h="2229484">
                  <a:moveTo>
                    <a:pt x="1628" y="2228592"/>
                  </a:moveTo>
                  <a:lnTo>
                    <a:pt x="1706" y="2228669"/>
                  </a:lnTo>
                </a:path>
                <a:path w="22225" h="2229484">
                  <a:moveTo>
                    <a:pt x="15900" y="2228592"/>
                  </a:moveTo>
                  <a:lnTo>
                    <a:pt x="15977" y="2228592"/>
                  </a:lnTo>
                </a:path>
                <a:path w="22225" h="2229484">
                  <a:moveTo>
                    <a:pt x="15977" y="2228669"/>
                  </a:moveTo>
                  <a:lnTo>
                    <a:pt x="16055" y="2228669"/>
                  </a:lnTo>
                </a:path>
                <a:path w="22225" h="2229484">
                  <a:moveTo>
                    <a:pt x="13185" y="2228592"/>
                  </a:moveTo>
                  <a:lnTo>
                    <a:pt x="13573" y="2228592"/>
                  </a:lnTo>
                </a:path>
                <a:path w="22225" h="2229484">
                  <a:moveTo>
                    <a:pt x="1318" y="2228902"/>
                  </a:moveTo>
                  <a:lnTo>
                    <a:pt x="1318" y="2228902"/>
                  </a:lnTo>
                  <a:lnTo>
                    <a:pt x="0" y="2228979"/>
                  </a:lnTo>
                </a:path>
                <a:path w="22225" h="2229484">
                  <a:moveTo>
                    <a:pt x="0" y="2228747"/>
                  </a:moveTo>
                  <a:lnTo>
                    <a:pt x="1085" y="2228747"/>
                  </a:lnTo>
                  <a:lnTo>
                    <a:pt x="1163" y="2228747"/>
                  </a:lnTo>
                </a:path>
                <a:path w="22225" h="2229484">
                  <a:moveTo>
                    <a:pt x="1085" y="2228747"/>
                  </a:moveTo>
                  <a:lnTo>
                    <a:pt x="0" y="2228747"/>
                  </a:lnTo>
                </a:path>
                <a:path w="22225" h="2229484">
                  <a:moveTo>
                    <a:pt x="0" y="2228669"/>
                  </a:moveTo>
                  <a:lnTo>
                    <a:pt x="1008" y="2228669"/>
                  </a:lnTo>
                </a:path>
                <a:path w="22225" h="2229484">
                  <a:moveTo>
                    <a:pt x="13418" y="2228902"/>
                  </a:moveTo>
                  <a:lnTo>
                    <a:pt x="16132" y="2228902"/>
                  </a:lnTo>
                </a:path>
                <a:path w="22225" h="2229484">
                  <a:moveTo>
                    <a:pt x="13263" y="2228669"/>
                  </a:moveTo>
                  <a:lnTo>
                    <a:pt x="15977" y="2228669"/>
                  </a:lnTo>
                </a:path>
                <a:path w="22225" h="2229484">
                  <a:moveTo>
                    <a:pt x="15745" y="2228437"/>
                  </a:moveTo>
                  <a:lnTo>
                    <a:pt x="15822" y="2228437"/>
                  </a:lnTo>
                </a:path>
                <a:path w="22225" h="2229484">
                  <a:moveTo>
                    <a:pt x="15822" y="2228514"/>
                  </a:moveTo>
                  <a:lnTo>
                    <a:pt x="16288" y="2228514"/>
                  </a:lnTo>
                </a:path>
                <a:path w="22225" h="2229484">
                  <a:moveTo>
                    <a:pt x="1551" y="2228437"/>
                  </a:moveTo>
                  <a:lnTo>
                    <a:pt x="1551" y="2228514"/>
                  </a:lnTo>
                </a:path>
                <a:path w="22225" h="2229484">
                  <a:moveTo>
                    <a:pt x="18614" y="2228592"/>
                  </a:moveTo>
                  <a:lnTo>
                    <a:pt x="19080" y="2228592"/>
                  </a:lnTo>
                </a:path>
                <a:path w="22225" h="2229484">
                  <a:moveTo>
                    <a:pt x="21794" y="2228592"/>
                  </a:moveTo>
                  <a:lnTo>
                    <a:pt x="21794" y="775"/>
                  </a:lnTo>
                  <a:lnTo>
                    <a:pt x="21794" y="387"/>
                  </a:lnTo>
                </a:path>
                <a:path w="22225" h="2229484">
                  <a:moveTo>
                    <a:pt x="1628" y="2228592"/>
                  </a:moveTo>
                  <a:lnTo>
                    <a:pt x="3722" y="2228592"/>
                  </a:lnTo>
                </a:path>
                <a:path w="22225" h="2229484">
                  <a:moveTo>
                    <a:pt x="1318" y="2228204"/>
                  </a:moveTo>
                  <a:lnTo>
                    <a:pt x="1318" y="2228281"/>
                  </a:lnTo>
                </a:path>
                <a:path w="22225" h="2229484">
                  <a:moveTo>
                    <a:pt x="15512" y="2228204"/>
                  </a:moveTo>
                  <a:lnTo>
                    <a:pt x="15589" y="2228204"/>
                  </a:lnTo>
                </a:path>
                <a:path w="22225" h="2229484">
                  <a:moveTo>
                    <a:pt x="15667" y="2228281"/>
                  </a:moveTo>
                  <a:lnTo>
                    <a:pt x="15745" y="2228281"/>
                  </a:lnTo>
                </a:path>
                <a:path w="22225" h="2229484">
                  <a:moveTo>
                    <a:pt x="12797" y="2228204"/>
                  </a:moveTo>
                  <a:lnTo>
                    <a:pt x="13263" y="2228204"/>
                  </a:lnTo>
                </a:path>
                <a:path w="22225" h="2229484">
                  <a:moveTo>
                    <a:pt x="930" y="2228592"/>
                  </a:moveTo>
                  <a:lnTo>
                    <a:pt x="930" y="2228514"/>
                  </a:lnTo>
                  <a:lnTo>
                    <a:pt x="0" y="2228592"/>
                  </a:lnTo>
                </a:path>
                <a:path w="22225" h="2229484">
                  <a:moveTo>
                    <a:pt x="0" y="2228359"/>
                  </a:moveTo>
                  <a:lnTo>
                    <a:pt x="775" y="2228359"/>
                  </a:lnTo>
                  <a:lnTo>
                    <a:pt x="775" y="2228359"/>
                  </a:lnTo>
                </a:path>
                <a:path w="22225" h="2229484">
                  <a:moveTo>
                    <a:pt x="775" y="2228359"/>
                  </a:moveTo>
                  <a:lnTo>
                    <a:pt x="0" y="2228437"/>
                  </a:lnTo>
                </a:path>
                <a:path w="22225" h="2229484">
                  <a:moveTo>
                    <a:pt x="0" y="2228281"/>
                  </a:moveTo>
                  <a:lnTo>
                    <a:pt x="698" y="2228281"/>
                  </a:lnTo>
                </a:path>
                <a:path w="22225" h="2229484">
                  <a:moveTo>
                    <a:pt x="13107" y="2228514"/>
                  </a:moveTo>
                  <a:lnTo>
                    <a:pt x="15822" y="2228514"/>
                  </a:lnTo>
                </a:path>
                <a:path w="22225" h="2229484">
                  <a:moveTo>
                    <a:pt x="12952" y="2228281"/>
                  </a:moveTo>
                  <a:lnTo>
                    <a:pt x="15667" y="2228281"/>
                  </a:lnTo>
                </a:path>
                <a:path w="22225" h="2229484">
                  <a:moveTo>
                    <a:pt x="15357" y="2228049"/>
                  </a:moveTo>
                  <a:lnTo>
                    <a:pt x="15434" y="2228049"/>
                  </a:lnTo>
                </a:path>
                <a:path w="22225" h="2229484">
                  <a:moveTo>
                    <a:pt x="15434" y="2228126"/>
                  </a:moveTo>
                  <a:lnTo>
                    <a:pt x="15977" y="2228126"/>
                  </a:lnTo>
                </a:path>
                <a:path w="22225" h="2229484">
                  <a:moveTo>
                    <a:pt x="1163" y="2228126"/>
                  </a:moveTo>
                  <a:lnTo>
                    <a:pt x="1240" y="2228126"/>
                  </a:lnTo>
                </a:path>
                <a:path w="22225" h="2229484">
                  <a:moveTo>
                    <a:pt x="18227" y="2228204"/>
                  </a:moveTo>
                  <a:lnTo>
                    <a:pt x="18770" y="2228204"/>
                  </a:lnTo>
                </a:path>
                <a:path w="22225" h="2229484">
                  <a:moveTo>
                    <a:pt x="21407" y="2228204"/>
                  </a:moveTo>
                  <a:lnTo>
                    <a:pt x="21407" y="387"/>
                  </a:lnTo>
                  <a:lnTo>
                    <a:pt x="21407" y="0"/>
                  </a:lnTo>
                </a:path>
                <a:path w="22225" h="2229484">
                  <a:moveTo>
                    <a:pt x="1318" y="2228204"/>
                  </a:moveTo>
                  <a:lnTo>
                    <a:pt x="3335" y="2228281"/>
                  </a:lnTo>
                </a:path>
                <a:path w="22225" h="2229484">
                  <a:moveTo>
                    <a:pt x="930" y="2227894"/>
                  </a:moveTo>
                  <a:lnTo>
                    <a:pt x="1008" y="2227894"/>
                  </a:lnTo>
                </a:path>
                <a:path w="22225" h="2229484">
                  <a:moveTo>
                    <a:pt x="15202" y="2227816"/>
                  </a:moveTo>
                  <a:lnTo>
                    <a:pt x="15279" y="2227894"/>
                  </a:lnTo>
                </a:path>
                <a:path w="22225" h="2229484">
                  <a:moveTo>
                    <a:pt x="15279" y="2227971"/>
                  </a:moveTo>
                  <a:lnTo>
                    <a:pt x="15357" y="2227971"/>
                  </a:lnTo>
                </a:path>
                <a:path w="22225" h="2229484">
                  <a:moveTo>
                    <a:pt x="12487" y="2227816"/>
                  </a:moveTo>
                  <a:lnTo>
                    <a:pt x="12952" y="2227816"/>
                  </a:lnTo>
                </a:path>
                <a:path w="22225" h="2229484">
                  <a:moveTo>
                    <a:pt x="620" y="2228204"/>
                  </a:moveTo>
                  <a:lnTo>
                    <a:pt x="542" y="2228126"/>
                  </a:lnTo>
                  <a:lnTo>
                    <a:pt x="0" y="2228204"/>
                  </a:lnTo>
                </a:path>
                <a:path w="22225" h="2229484">
                  <a:moveTo>
                    <a:pt x="0" y="2227971"/>
                  </a:moveTo>
                  <a:lnTo>
                    <a:pt x="387" y="2227971"/>
                  </a:lnTo>
                  <a:lnTo>
                    <a:pt x="465" y="2227971"/>
                  </a:lnTo>
                </a:path>
                <a:path w="22225" h="2229484">
                  <a:moveTo>
                    <a:pt x="387" y="2227971"/>
                  </a:moveTo>
                  <a:lnTo>
                    <a:pt x="0" y="2228049"/>
                  </a:lnTo>
                </a:path>
                <a:path w="22225" h="2229484">
                  <a:moveTo>
                    <a:pt x="0" y="2227971"/>
                  </a:moveTo>
                  <a:lnTo>
                    <a:pt x="310" y="2227894"/>
                  </a:lnTo>
                </a:path>
                <a:path w="22225" h="2229484">
                  <a:moveTo>
                    <a:pt x="13806" y="2228049"/>
                  </a:moveTo>
                  <a:lnTo>
                    <a:pt x="12642" y="2228049"/>
                  </a:lnTo>
                </a:path>
                <a:path w="22225" h="2229484">
                  <a:moveTo>
                    <a:pt x="12720" y="2228126"/>
                  </a:moveTo>
                  <a:lnTo>
                    <a:pt x="15434" y="2228126"/>
                  </a:lnTo>
                </a:path>
                <a:path w="22225" h="2229484">
                  <a:moveTo>
                    <a:pt x="12565" y="2227971"/>
                  </a:moveTo>
                  <a:lnTo>
                    <a:pt x="15279" y="2227971"/>
                  </a:lnTo>
                </a:path>
                <a:path w="22225" h="2229484">
                  <a:moveTo>
                    <a:pt x="15047" y="2227661"/>
                  </a:moveTo>
                  <a:lnTo>
                    <a:pt x="15124" y="2227661"/>
                  </a:lnTo>
                </a:path>
                <a:path w="22225" h="2229484">
                  <a:moveTo>
                    <a:pt x="15124" y="2227738"/>
                  </a:moveTo>
                  <a:lnTo>
                    <a:pt x="15589" y="2227738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/>
            <p:cNvSpPr/>
            <p:nvPr/>
          </p:nvSpPr>
          <p:spPr>
            <a:xfrm>
              <a:off x="11732045" y="1047119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/>
            <p:cNvSpPr/>
            <p:nvPr/>
          </p:nvSpPr>
          <p:spPr>
            <a:xfrm>
              <a:off x="10860324" y="8244541"/>
              <a:ext cx="894080" cy="2228850"/>
            </a:xfrm>
            <a:custGeom>
              <a:avLst/>
              <a:gdLst/>
              <a:ahLst/>
              <a:cxnLst/>
              <a:rect l="l" t="t" r="r" b="b"/>
              <a:pathLst>
                <a:path w="894079" h="2228850">
                  <a:moveTo>
                    <a:pt x="890723" y="2228669"/>
                  </a:moveTo>
                  <a:lnTo>
                    <a:pt x="891188" y="2228669"/>
                  </a:lnTo>
                </a:path>
                <a:path w="894079" h="2228850">
                  <a:moveTo>
                    <a:pt x="893903" y="2228669"/>
                  </a:moveTo>
                  <a:lnTo>
                    <a:pt x="893903" y="853"/>
                  </a:lnTo>
                  <a:lnTo>
                    <a:pt x="893903" y="465"/>
                  </a:lnTo>
                </a:path>
                <a:path w="894079" h="2228850">
                  <a:moveTo>
                    <a:pt x="873737" y="2228669"/>
                  </a:moveTo>
                  <a:lnTo>
                    <a:pt x="875831" y="2228747"/>
                  </a:lnTo>
                </a:path>
                <a:path w="894079" h="2228850">
                  <a:moveTo>
                    <a:pt x="887698" y="2228437"/>
                  </a:moveTo>
                  <a:lnTo>
                    <a:pt x="887853" y="2228437"/>
                  </a:lnTo>
                </a:path>
                <a:path w="894079" h="2228850">
                  <a:moveTo>
                    <a:pt x="884906" y="2228359"/>
                  </a:moveTo>
                  <a:lnTo>
                    <a:pt x="887620" y="2228359"/>
                  </a:lnTo>
                </a:path>
                <a:path w="894079" h="2228850">
                  <a:moveTo>
                    <a:pt x="873039" y="2228669"/>
                  </a:moveTo>
                  <a:lnTo>
                    <a:pt x="873039" y="2228669"/>
                  </a:lnTo>
                  <a:lnTo>
                    <a:pt x="872806" y="2228669"/>
                  </a:lnTo>
                </a:path>
                <a:path w="894079" h="2228850">
                  <a:moveTo>
                    <a:pt x="872806" y="2228514"/>
                  </a:moveTo>
                  <a:lnTo>
                    <a:pt x="872883" y="2228437"/>
                  </a:lnTo>
                  <a:lnTo>
                    <a:pt x="872883" y="2228514"/>
                  </a:lnTo>
                </a:path>
                <a:path w="894079" h="2228850">
                  <a:moveTo>
                    <a:pt x="886302" y="2228514"/>
                  </a:moveTo>
                  <a:lnTo>
                    <a:pt x="885138" y="2228514"/>
                  </a:lnTo>
                </a:path>
                <a:path w="894079" h="2228850">
                  <a:moveTo>
                    <a:pt x="885216" y="2228592"/>
                  </a:moveTo>
                  <a:lnTo>
                    <a:pt x="887931" y="2228592"/>
                  </a:lnTo>
                </a:path>
                <a:path w="894079" h="2228850">
                  <a:moveTo>
                    <a:pt x="885061" y="2228437"/>
                  </a:moveTo>
                  <a:lnTo>
                    <a:pt x="887698" y="2228437"/>
                  </a:lnTo>
                </a:path>
                <a:path w="894079" h="2228850">
                  <a:moveTo>
                    <a:pt x="874900" y="2228204"/>
                  </a:moveTo>
                  <a:lnTo>
                    <a:pt x="875365" y="2228281"/>
                  </a:lnTo>
                </a:path>
                <a:path w="894079" h="2228850">
                  <a:moveTo>
                    <a:pt x="890723" y="2228204"/>
                  </a:moveTo>
                  <a:lnTo>
                    <a:pt x="890723" y="155"/>
                  </a:lnTo>
                  <a:lnTo>
                    <a:pt x="890723" y="0"/>
                  </a:lnTo>
                </a:path>
                <a:path w="894079" h="2228850">
                  <a:moveTo>
                    <a:pt x="887543" y="2228204"/>
                  </a:moveTo>
                  <a:lnTo>
                    <a:pt x="888008" y="2228204"/>
                  </a:lnTo>
                </a:path>
                <a:path w="894079" h="2228850">
                  <a:moveTo>
                    <a:pt x="875365" y="2228281"/>
                  </a:moveTo>
                  <a:lnTo>
                    <a:pt x="875443" y="2228281"/>
                  </a:lnTo>
                </a:path>
                <a:path w="894079" h="2228850">
                  <a:moveTo>
                    <a:pt x="890335" y="2228359"/>
                  </a:moveTo>
                  <a:lnTo>
                    <a:pt x="890800" y="2228359"/>
                  </a:lnTo>
                </a:path>
                <a:path w="894079" h="2228850">
                  <a:moveTo>
                    <a:pt x="893515" y="2228359"/>
                  </a:moveTo>
                  <a:lnTo>
                    <a:pt x="893515" y="465"/>
                  </a:lnTo>
                  <a:lnTo>
                    <a:pt x="893515" y="155"/>
                  </a:lnTo>
                </a:path>
                <a:path w="894079" h="2228850">
                  <a:moveTo>
                    <a:pt x="884828" y="2228204"/>
                  </a:moveTo>
                  <a:lnTo>
                    <a:pt x="887543" y="2228204"/>
                  </a:lnTo>
                </a:path>
                <a:path w="894079" h="2228850">
                  <a:moveTo>
                    <a:pt x="222680" y="2228359"/>
                  </a:moveTo>
                  <a:lnTo>
                    <a:pt x="223301" y="2228359"/>
                  </a:lnTo>
                  <a:lnTo>
                    <a:pt x="224542" y="2228359"/>
                  </a:lnTo>
                </a:path>
                <a:path w="894079" h="2228850">
                  <a:moveTo>
                    <a:pt x="419455" y="2228359"/>
                  </a:moveTo>
                  <a:lnTo>
                    <a:pt x="418835" y="2228359"/>
                  </a:lnTo>
                  <a:lnTo>
                    <a:pt x="417594" y="2228359"/>
                  </a:lnTo>
                </a:path>
                <a:path w="894079" h="2228850">
                  <a:moveTo>
                    <a:pt x="628873" y="2228359"/>
                  </a:moveTo>
                  <a:lnTo>
                    <a:pt x="628253" y="2228359"/>
                  </a:lnTo>
                  <a:lnTo>
                    <a:pt x="627012" y="2228359"/>
                  </a:lnTo>
                </a:path>
                <a:path w="894079" h="2228850">
                  <a:moveTo>
                    <a:pt x="432098" y="2228359"/>
                  </a:moveTo>
                  <a:lnTo>
                    <a:pt x="432719" y="2228359"/>
                  </a:lnTo>
                  <a:lnTo>
                    <a:pt x="433960" y="2228359"/>
                  </a:lnTo>
                </a:path>
                <a:path w="894079" h="2228850">
                  <a:moveTo>
                    <a:pt x="419455" y="2228359"/>
                  </a:moveTo>
                  <a:lnTo>
                    <a:pt x="420696" y="2228359"/>
                  </a:lnTo>
                  <a:lnTo>
                    <a:pt x="422093" y="2228359"/>
                  </a:lnTo>
                </a:path>
                <a:path w="894079" h="2228850">
                  <a:moveTo>
                    <a:pt x="432098" y="2228359"/>
                  </a:moveTo>
                  <a:lnTo>
                    <a:pt x="430857" y="2228359"/>
                  </a:lnTo>
                  <a:lnTo>
                    <a:pt x="429383" y="2228359"/>
                  </a:lnTo>
                </a:path>
                <a:path w="894079" h="2228850">
                  <a:moveTo>
                    <a:pt x="631510" y="2228359"/>
                  </a:moveTo>
                  <a:lnTo>
                    <a:pt x="632751" y="2228359"/>
                  </a:lnTo>
                </a:path>
                <a:path w="894079" h="2228850">
                  <a:moveTo>
                    <a:pt x="638801" y="2228359"/>
                  </a:moveTo>
                  <a:lnTo>
                    <a:pt x="637560" y="2228359"/>
                  </a:lnTo>
                </a:path>
                <a:path w="894079" h="2228850">
                  <a:moveTo>
                    <a:pt x="628873" y="2228359"/>
                  </a:moveTo>
                  <a:lnTo>
                    <a:pt x="630114" y="2228359"/>
                  </a:lnTo>
                  <a:lnTo>
                    <a:pt x="631510" y="2228359"/>
                  </a:lnTo>
                </a:path>
                <a:path w="894079" h="2228850">
                  <a:moveTo>
                    <a:pt x="641516" y="2228359"/>
                  </a:moveTo>
                  <a:lnTo>
                    <a:pt x="640275" y="2228359"/>
                  </a:lnTo>
                  <a:lnTo>
                    <a:pt x="638801" y="2228359"/>
                  </a:lnTo>
                </a:path>
                <a:path w="894079" h="2228850">
                  <a:moveTo>
                    <a:pt x="429383" y="2228359"/>
                  </a:moveTo>
                  <a:lnTo>
                    <a:pt x="428142" y="2228359"/>
                  </a:lnTo>
                </a:path>
                <a:path w="894079" h="2228850">
                  <a:moveTo>
                    <a:pt x="641516" y="2228359"/>
                  </a:moveTo>
                  <a:lnTo>
                    <a:pt x="642136" y="2228359"/>
                  </a:lnTo>
                  <a:lnTo>
                    <a:pt x="643377" y="2228359"/>
                  </a:lnTo>
                </a:path>
                <a:path w="894079" h="2228850">
                  <a:moveTo>
                    <a:pt x="422093" y="2228359"/>
                  </a:moveTo>
                  <a:lnTo>
                    <a:pt x="423334" y="2228359"/>
                  </a:lnTo>
                </a:path>
                <a:path w="894079" h="2228850">
                  <a:moveTo>
                    <a:pt x="843177" y="2228359"/>
                  </a:moveTo>
                  <a:lnTo>
                    <a:pt x="841781" y="2228359"/>
                  </a:lnTo>
                  <a:lnTo>
                    <a:pt x="840540" y="2228359"/>
                  </a:lnTo>
                  <a:lnTo>
                    <a:pt x="839920" y="2228359"/>
                  </a:lnTo>
                  <a:lnTo>
                    <a:pt x="838679" y="2228359"/>
                  </a:lnTo>
                </a:path>
                <a:path w="894079" h="2228850">
                  <a:moveTo>
                    <a:pt x="853028" y="2228359"/>
                  </a:moveTo>
                  <a:lnTo>
                    <a:pt x="854424" y="2228359"/>
                  </a:lnTo>
                  <a:lnTo>
                    <a:pt x="855742" y="2228359"/>
                  </a:lnTo>
                  <a:lnTo>
                    <a:pt x="856285" y="2228359"/>
                  </a:lnTo>
                </a:path>
                <a:path w="894079" h="2228850">
                  <a:moveTo>
                    <a:pt x="872806" y="2228359"/>
                  </a:moveTo>
                  <a:lnTo>
                    <a:pt x="869471" y="2228359"/>
                  </a:lnTo>
                </a:path>
                <a:path w="894079" h="2228850">
                  <a:moveTo>
                    <a:pt x="856285" y="2228359"/>
                  </a:moveTo>
                  <a:lnTo>
                    <a:pt x="857604" y="2228359"/>
                  </a:lnTo>
                  <a:lnTo>
                    <a:pt x="868230" y="2228359"/>
                  </a:lnTo>
                </a:path>
                <a:path w="894079" h="2228850">
                  <a:moveTo>
                    <a:pt x="13263" y="2228359"/>
                  </a:moveTo>
                  <a:lnTo>
                    <a:pt x="13883" y="2228359"/>
                  </a:lnTo>
                </a:path>
                <a:path w="894079" h="2228850">
                  <a:moveTo>
                    <a:pt x="212675" y="2228359"/>
                  </a:moveTo>
                  <a:lnTo>
                    <a:pt x="213916" y="2228359"/>
                  </a:lnTo>
                </a:path>
                <a:path w="894079" h="2228850">
                  <a:moveTo>
                    <a:pt x="219966" y="2228359"/>
                  </a:moveTo>
                  <a:lnTo>
                    <a:pt x="218725" y="2228359"/>
                  </a:lnTo>
                </a:path>
                <a:path w="894079" h="2228850">
                  <a:moveTo>
                    <a:pt x="71124" y="2228359"/>
                  </a:moveTo>
                  <a:lnTo>
                    <a:pt x="33739" y="2228359"/>
                  </a:lnTo>
                </a:path>
                <a:path w="894079" h="2228850">
                  <a:moveTo>
                    <a:pt x="620" y="2228359"/>
                  </a:moveTo>
                  <a:lnTo>
                    <a:pt x="0" y="2228359"/>
                  </a:lnTo>
                </a:path>
                <a:path w="894079" h="2228850">
                  <a:moveTo>
                    <a:pt x="13263" y="2228359"/>
                  </a:moveTo>
                  <a:lnTo>
                    <a:pt x="12022" y="2228359"/>
                  </a:lnTo>
                </a:path>
                <a:path w="894079" h="2228850">
                  <a:moveTo>
                    <a:pt x="222680" y="2228359"/>
                  </a:moveTo>
                  <a:lnTo>
                    <a:pt x="221439" y="2228359"/>
                  </a:lnTo>
                  <a:lnTo>
                    <a:pt x="219966" y="2228359"/>
                  </a:lnTo>
                </a:path>
                <a:path w="894079" h="2228850">
                  <a:moveTo>
                    <a:pt x="620" y="2228359"/>
                  </a:moveTo>
                  <a:lnTo>
                    <a:pt x="1861" y="2228359"/>
                  </a:lnTo>
                </a:path>
                <a:path w="894079" h="2228850">
                  <a:moveTo>
                    <a:pt x="208176" y="2228359"/>
                  </a:moveTo>
                  <a:lnTo>
                    <a:pt x="209417" y="2228359"/>
                  </a:lnTo>
                  <a:lnTo>
                    <a:pt x="210038" y="2228359"/>
                  </a:lnTo>
                  <a:lnTo>
                    <a:pt x="211279" y="2228359"/>
                  </a:lnTo>
                  <a:lnTo>
                    <a:pt x="212675" y="222835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/>
            <p:cNvSpPr/>
            <p:nvPr/>
          </p:nvSpPr>
          <p:spPr>
            <a:xfrm>
              <a:off x="11733286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/>
            <p:cNvSpPr/>
            <p:nvPr/>
          </p:nvSpPr>
          <p:spPr>
            <a:xfrm>
              <a:off x="2539453" y="7819734"/>
              <a:ext cx="9914890" cy="3161665"/>
            </a:xfrm>
            <a:custGeom>
              <a:avLst/>
              <a:gdLst/>
              <a:ahLst/>
              <a:cxnLst/>
              <a:rect l="l" t="t" r="r" b="b"/>
              <a:pathLst>
                <a:path w="9914890" h="3161665">
                  <a:moveTo>
                    <a:pt x="7702313" y="2653167"/>
                  </a:moveTo>
                  <a:lnTo>
                    <a:pt x="7702933" y="2653167"/>
                  </a:lnTo>
                  <a:lnTo>
                    <a:pt x="7704174" y="2653167"/>
                  </a:lnTo>
                </a:path>
                <a:path w="9914890" h="3161665">
                  <a:moveTo>
                    <a:pt x="7899088" y="2653167"/>
                  </a:moveTo>
                  <a:lnTo>
                    <a:pt x="7898467" y="2653167"/>
                  </a:lnTo>
                  <a:lnTo>
                    <a:pt x="7897226" y="2653167"/>
                  </a:lnTo>
                </a:path>
                <a:path w="9914890" h="3161665">
                  <a:moveTo>
                    <a:pt x="8108505" y="2653167"/>
                  </a:moveTo>
                  <a:lnTo>
                    <a:pt x="8107885" y="2653167"/>
                  </a:lnTo>
                  <a:lnTo>
                    <a:pt x="8106644" y="2653167"/>
                  </a:lnTo>
                </a:path>
                <a:path w="9914890" h="3161665">
                  <a:moveTo>
                    <a:pt x="7911730" y="2653167"/>
                  </a:moveTo>
                  <a:lnTo>
                    <a:pt x="7912351" y="2653167"/>
                  </a:lnTo>
                  <a:lnTo>
                    <a:pt x="7913592" y="2653167"/>
                  </a:lnTo>
                </a:path>
                <a:path w="9914890" h="3161665">
                  <a:moveTo>
                    <a:pt x="7899088" y="2653167"/>
                  </a:moveTo>
                  <a:lnTo>
                    <a:pt x="7900329" y="2653167"/>
                  </a:lnTo>
                  <a:lnTo>
                    <a:pt x="7901802" y="2653167"/>
                  </a:lnTo>
                </a:path>
                <a:path w="9914890" h="3161665">
                  <a:moveTo>
                    <a:pt x="7911730" y="2653167"/>
                  </a:moveTo>
                  <a:lnTo>
                    <a:pt x="7910489" y="2653167"/>
                  </a:lnTo>
                  <a:lnTo>
                    <a:pt x="7909093" y="2653167"/>
                  </a:lnTo>
                </a:path>
                <a:path w="9914890" h="3161665">
                  <a:moveTo>
                    <a:pt x="8111220" y="2653167"/>
                  </a:moveTo>
                  <a:lnTo>
                    <a:pt x="8112461" y="2653167"/>
                  </a:lnTo>
                </a:path>
                <a:path w="9914890" h="3161665">
                  <a:moveTo>
                    <a:pt x="8118511" y="2653167"/>
                  </a:moveTo>
                  <a:lnTo>
                    <a:pt x="8117270" y="2653167"/>
                  </a:lnTo>
                </a:path>
                <a:path w="9914890" h="3161665">
                  <a:moveTo>
                    <a:pt x="8108505" y="2653167"/>
                  </a:moveTo>
                  <a:lnTo>
                    <a:pt x="8109746" y="2653167"/>
                  </a:lnTo>
                  <a:lnTo>
                    <a:pt x="8111220" y="2653167"/>
                  </a:lnTo>
                </a:path>
                <a:path w="9914890" h="3161665">
                  <a:moveTo>
                    <a:pt x="8121148" y="2653167"/>
                  </a:moveTo>
                  <a:lnTo>
                    <a:pt x="8119907" y="2653167"/>
                  </a:lnTo>
                  <a:lnTo>
                    <a:pt x="8118511" y="2653167"/>
                  </a:lnTo>
                </a:path>
                <a:path w="9914890" h="3161665">
                  <a:moveTo>
                    <a:pt x="7909093" y="2653167"/>
                  </a:moveTo>
                  <a:lnTo>
                    <a:pt x="7907852" y="2653167"/>
                  </a:lnTo>
                </a:path>
                <a:path w="9914890" h="3161665">
                  <a:moveTo>
                    <a:pt x="8121148" y="2653167"/>
                  </a:moveTo>
                  <a:lnTo>
                    <a:pt x="8121769" y="2653167"/>
                  </a:lnTo>
                  <a:lnTo>
                    <a:pt x="8123010" y="2653167"/>
                  </a:lnTo>
                </a:path>
                <a:path w="9914890" h="3161665">
                  <a:moveTo>
                    <a:pt x="7901802" y="2653167"/>
                  </a:moveTo>
                  <a:lnTo>
                    <a:pt x="7903043" y="2653167"/>
                  </a:lnTo>
                </a:path>
                <a:path w="9914890" h="3161665">
                  <a:moveTo>
                    <a:pt x="8320172" y="2653167"/>
                  </a:moveTo>
                  <a:lnTo>
                    <a:pt x="8319630" y="2653167"/>
                  </a:lnTo>
                  <a:lnTo>
                    <a:pt x="8318311" y="2653167"/>
                  </a:lnTo>
                </a:path>
                <a:path w="9914890" h="3161665">
                  <a:moveTo>
                    <a:pt x="8335375" y="2653167"/>
                  </a:moveTo>
                  <a:lnTo>
                    <a:pt x="8335995" y="2653167"/>
                  </a:lnTo>
                  <a:lnTo>
                    <a:pt x="8337236" y="2653167"/>
                  </a:lnTo>
                </a:path>
                <a:path w="9914890" h="3161665">
                  <a:moveTo>
                    <a:pt x="7692385" y="2653167"/>
                  </a:moveTo>
                  <a:lnTo>
                    <a:pt x="7693626" y="2653167"/>
                  </a:lnTo>
                </a:path>
                <a:path w="9914890" h="3161665">
                  <a:moveTo>
                    <a:pt x="7699676" y="2653167"/>
                  </a:moveTo>
                  <a:lnTo>
                    <a:pt x="7698435" y="2653167"/>
                  </a:lnTo>
                </a:path>
                <a:path w="9914890" h="3161665">
                  <a:moveTo>
                    <a:pt x="7702313" y="2653167"/>
                  </a:moveTo>
                  <a:lnTo>
                    <a:pt x="7701072" y="2653167"/>
                  </a:lnTo>
                  <a:lnTo>
                    <a:pt x="7699676" y="2653167"/>
                  </a:lnTo>
                </a:path>
                <a:path w="9914890" h="3161665">
                  <a:moveTo>
                    <a:pt x="7687809" y="2653167"/>
                  </a:moveTo>
                  <a:lnTo>
                    <a:pt x="7689050" y="2653167"/>
                  </a:lnTo>
                  <a:lnTo>
                    <a:pt x="7689670" y="2653167"/>
                  </a:lnTo>
                  <a:lnTo>
                    <a:pt x="7690911" y="2653167"/>
                  </a:lnTo>
                  <a:lnTo>
                    <a:pt x="7692385" y="2653167"/>
                  </a:lnTo>
                </a:path>
                <a:path w="9914890" h="3161665">
                  <a:moveTo>
                    <a:pt x="7522446" y="419998"/>
                  </a:moveTo>
                  <a:lnTo>
                    <a:pt x="7522446" y="2653012"/>
                  </a:lnTo>
                  <a:lnTo>
                    <a:pt x="7522446" y="2653167"/>
                  </a:lnTo>
                </a:path>
                <a:path w="9914890" h="3161665">
                  <a:moveTo>
                    <a:pt x="5091440" y="2233711"/>
                  </a:moveTo>
                  <a:lnTo>
                    <a:pt x="5092045" y="2233711"/>
                  </a:lnTo>
                  <a:lnTo>
                    <a:pt x="5093309" y="2233711"/>
                  </a:lnTo>
                </a:path>
                <a:path w="9914890" h="3161665">
                  <a:moveTo>
                    <a:pt x="5288192" y="2233711"/>
                  </a:moveTo>
                  <a:lnTo>
                    <a:pt x="5287571" y="2233711"/>
                  </a:lnTo>
                  <a:lnTo>
                    <a:pt x="5286330" y="2233711"/>
                  </a:lnTo>
                </a:path>
                <a:path w="9914890" h="3161665">
                  <a:moveTo>
                    <a:pt x="5497610" y="2233711"/>
                  </a:moveTo>
                  <a:lnTo>
                    <a:pt x="5496989" y="2233711"/>
                  </a:lnTo>
                  <a:lnTo>
                    <a:pt x="5495748" y="2233711"/>
                  </a:lnTo>
                </a:path>
                <a:path w="9914890" h="3161665">
                  <a:moveTo>
                    <a:pt x="5300835" y="2233711"/>
                  </a:moveTo>
                  <a:lnTo>
                    <a:pt x="5301455" y="2233711"/>
                  </a:lnTo>
                  <a:lnTo>
                    <a:pt x="5302696" y="2233711"/>
                  </a:lnTo>
                </a:path>
                <a:path w="9914890" h="3161665">
                  <a:moveTo>
                    <a:pt x="5483804" y="0"/>
                  </a:moveTo>
                  <a:lnTo>
                    <a:pt x="5490086" y="0"/>
                  </a:lnTo>
                  <a:lnTo>
                    <a:pt x="5495748" y="0"/>
                  </a:lnTo>
                </a:path>
                <a:path w="9914890" h="3161665">
                  <a:moveTo>
                    <a:pt x="5288192" y="2233711"/>
                  </a:moveTo>
                  <a:lnTo>
                    <a:pt x="5289433" y="2233711"/>
                  </a:lnTo>
                  <a:lnTo>
                    <a:pt x="5290907" y="2233711"/>
                  </a:lnTo>
                </a:path>
                <a:path w="9914890" h="3161665">
                  <a:moveTo>
                    <a:pt x="5300835" y="2233711"/>
                  </a:moveTo>
                  <a:lnTo>
                    <a:pt x="5299594" y="2233711"/>
                  </a:lnTo>
                  <a:lnTo>
                    <a:pt x="5298197" y="2233711"/>
                  </a:lnTo>
                </a:path>
                <a:path w="9914890" h="3161665">
                  <a:moveTo>
                    <a:pt x="5500324" y="2233711"/>
                  </a:moveTo>
                  <a:lnTo>
                    <a:pt x="5501565" y="2233711"/>
                  </a:lnTo>
                </a:path>
                <a:path w="9914890" h="3161665">
                  <a:moveTo>
                    <a:pt x="5507615" y="2233711"/>
                  </a:moveTo>
                  <a:lnTo>
                    <a:pt x="5506374" y="2233711"/>
                  </a:lnTo>
                </a:path>
                <a:path w="9914890" h="3161665">
                  <a:moveTo>
                    <a:pt x="5497610" y="2233711"/>
                  </a:moveTo>
                  <a:lnTo>
                    <a:pt x="5498851" y="2233711"/>
                  </a:lnTo>
                  <a:lnTo>
                    <a:pt x="5500324" y="2233711"/>
                  </a:lnTo>
                </a:path>
                <a:path w="9914890" h="3161665">
                  <a:moveTo>
                    <a:pt x="5510252" y="2233711"/>
                  </a:moveTo>
                  <a:lnTo>
                    <a:pt x="5509011" y="2233711"/>
                  </a:lnTo>
                  <a:lnTo>
                    <a:pt x="5507615" y="2233711"/>
                  </a:lnTo>
                </a:path>
                <a:path w="9914890" h="3161665">
                  <a:moveTo>
                    <a:pt x="5298197" y="2233711"/>
                  </a:moveTo>
                  <a:lnTo>
                    <a:pt x="5296957" y="2233711"/>
                  </a:lnTo>
                </a:path>
                <a:path w="9914890" h="3161665">
                  <a:moveTo>
                    <a:pt x="5510252" y="2233711"/>
                  </a:moveTo>
                  <a:lnTo>
                    <a:pt x="5510873" y="2233711"/>
                  </a:lnTo>
                  <a:lnTo>
                    <a:pt x="5512114" y="2233711"/>
                  </a:lnTo>
                </a:path>
                <a:path w="9914890" h="3161665">
                  <a:moveTo>
                    <a:pt x="5290907" y="2233711"/>
                  </a:moveTo>
                  <a:lnTo>
                    <a:pt x="5292148" y="2233711"/>
                  </a:lnTo>
                </a:path>
                <a:path w="9914890" h="3161665">
                  <a:moveTo>
                    <a:pt x="5709975" y="2233711"/>
                  </a:moveTo>
                  <a:lnTo>
                    <a:pt x="5709277" y="2233711"/>
                  </a:lnTo>
                  <a:lnTo>
                    <a:pt x="5708656" y="2233711"/>
                  </a:lnTo>
                  <a:lnTo>
                    <a:pt x="5707415" y="2233711"/>
                  </a:lnTo>
                </a:path>
                <a:path w="9914890" h="3161665">
                  <a:moveTo>
                    <a:pt x="5721919" y="2233711"/>
                  </a:moveTo>
                  <a:lnTo>
                    <a:pt x="5723238" y="2233711"/>
                  </a:lnTo>
                  <a:lnTo>
                    <a:pt x="5723781" y="2233711"/>
                  </a:lnTo>
                </a:path>
                <a:path w="9914890" h="3161665">
                  <a:moveTo>
                    <a:pt x="5724479" y="2233711"/>
                  </a:moveTo>
                  <a:lnTo>
                    <a:pt x="5725099" y="2233711"/>
                  </a:lnTo>
                  <a:lnTo>
                    <a:pt x="5726340" y="2233711"/>
                  </a:lnTo>
                </a:path>
                <a:path w="9914890" h="3161665">
                  <a:moveTo>
                    <a:pt x="4882030" y="2233711"/>
                  </a:moveTo>
                  <a:lnTo>
                    <a:pt x="4882627" y="2233711"/>
                  </a:lnTo>
                </a:path>
                <a:path w="9914890" h="3161665">
                  <a:moveTo>
                    <a:pt x="5081458" y="2233711"/>
                  </a:moveTo>
                  <a:lnTo>
                    <a:pt x="5082722" y="2233711"/>
                  </a:lnTo>
                </a:path>
                <a:path w="9914890" h="3161665">
                  <a:moveTo>
                    <a:pt x="5088780" y="2233711"/>
                  </a:moveTo>
                  <a:lnTo>
                    <a:pt x="5087508" y="2233711"/>
                  </a:lnTo>
                </a:path>
                <a:path w="9914890" h="3161665">
                  <a:moveTo>
                    <a:pt x="4939861" y="2233711"/>
                  </a:moveTo>
                  <a:lnTo>
                    <a:pt x="4902452" y="2233711"/>
                  </a:lnTo>
                </a:path>
                <a:path w="9914890" h="3161665">
                  <a:moveTo>
                    <a:pt x="4869364" y="2233711"/>
                  </a:moveTo>
                  <a:lnTo>
                    <a:pt x="4868752" y="2233711"/>
                  </a:lnTo>
                </a:path>
                <a:path w="9914890" h="3161665">
                  <a:moveTo>
                    <a:pt x="4882030" y="2233711"/>
                  </a:moveTo>
                  <a:lnTo>
                    <a:pt x="4880758" y="2233711"/>
                  </a:lnTo>
                </a:path>
                <a:path w="9914890" h="3161665">
                  <a:moveTo>
                    <a:pt x="5091440" y="2233711"/>
                  </a:moveTo>
                  <a:lnTo>
                    <a:pt x="5090176" y="2233711"/>
                  </a:lnTo>
                  <a:lnTo>
                    <a:pt x="5088780" y="2233711"/>
                  </a:lnTo>
                </a:path>
                <a:path w="9914890" h="3161665">
                  <a:moveTo>
                    <a:pt x="4869364" y="2233711"/>
                  </a:moveTo>
                  <a:lnTo>
                    <a:pt x="4870621" y="2233711"/>
                  </a:lnTo>
                </a:path>
                <a:path w="9914890" h="3161665">
                  <a:moveTo>
                    <a:pt x="5076913" y="2233711"/>
                  </a:moveTo>
                  <a:lnTo>
                    <a:pt x="5078169" y="2233711"/>
                  </a:lnTo>
                  <a:lnTo>
                    <a:pt x="5078782" y="2233711"/>
                  </a:lnTo>
                  <a:lnTo>
                    <a:pt x="5080039" y="2233711"/>
                  </a:lnTo>
                  <a:lnTo>
                    <a:pt x="5081458" y="2233711"/>
                  </a:lnTo>
                </a:path>
                <a:path w="9914890" h="3161665">
                  <a:moveTo>
                    <a:pt x="5710595" y="2233711"/>
                  </a:moveTo>
                  <a:lnTo>
                    <a:pt x="5711836" y="2233711"/>
                  </a:lnTo>
                </a:path>
                <a:path w="9914890" h="3161665">
                  <a:moveTo>
                    <a:pt x="2567864" y="2233711"/>
                  </a:moveTo>
                  <a:lnTo>
                    <a:pt x="2568461" y="2233711"/>
                  </a:lnTo>
                  <a:lnTo>
                    <a:pt x="2569733" y="2233711"/>
                  </a:lnTo>
                </a:path>
                <a:path w="9914890" h="3161665">
                  <a:moveTo>
                    <a:pt x="2764623" y="2233711"/>
                  </a:moveTo>
                  <a:lnTo>
                    <a:pt x="2764011" y="2233711"/>
                  </a:lnTo>
                  <a:lnTo>
                    <a:pt x="2762754" y="2233711"/>
                  </a:lnTo>
                </a:path>
                <a:path w="9914890" h="3161665">
                  <a:moveTo>
                    <a:pt x="2974033" y="2233711"/>
                  </a:moveTo>
                  <a:lnTo>
                    <a:pt x="2973428" y="2233711"/>
                  </a:lnTo>
                  <a:lnTo>
                    <a:pt x="2972164" y="2233711"/>
                  </a:lnTo>
                </a:path>
                <a:path w="9914890" h="3161665">
                  <a:moveTo>
                    <a:pt x="2692219" y="2233711"/>
                  </a:moveTo>
                  <a:lnTo>
                    <a:pt x="2691288" y="2233711"/>
                  </a:lnTo>
                </a:path>
                <a:path w="9914890" h="3161665">
                  <a:moveTo>
                    <a:pt x="2777282" y="2233711"/>
                  </a:moveTo>
                  <a:lnTo>
                    <a:pt x="2777879" y="2233711"/>
                  </a:lnTo>
                  <a:lnTo>
                    <a:pt x="2779151" y="2233711"/>
                  </a:lnTo>
                </a:path>
                <a:path w="9914890" h="3161665">
                  <a:moveTo>
                    <a:pt x="2901660" y="2233711"/>
                  </a:moveTo>
                  <a:lnTo>
                    <a:pt x="2900706" y="2233711"/>
                  </a:lnTo>
                </a:path>
                <a:path w="9914890" h="3161665">
                  <a:moveTo>
                    <a:pt x="2628339" y="2233711"/>
                  </a:moveTo>
                  <a:lnTo>
                    <a:pt x="2627416" y="2233711"/>
                  </a:lnTo>
                </a:path>
                <a:path w="9914890" h="3161665">
                  <a:moveTo>
                    <a:pt x="2764623" y="2233711"/>
                  </a:moveTo>
                  <a:lnTo>
                    <a:pt x="2765880" y="2233711"/>
                  </a:lnTo>
                  <a:lnTo>
                    <a:pt x="2767299" y="2233711"/>
                  </a:lnTo>
                </a:path>
                <a:path w="9914890" h="3161665">
                  <a:moveTo>
                    <a:pt x="2777282" y="2233711"/>
                  </a:moveTo>
                  <a:lnTo>
                    <a:pt x="2776010" y="2233711"/>
                  </a:lnTo>
                  <a:lnTo>
                    <a:pt x="2774613" y="2233711"/>
                  </a:lnTo>
                </a:path>
                <a:path w="9914890" h="3161665">
                  <a:moveTo>
                    <a:pt x="2976717" y="2233711"/>
                  </a:moveTo>
                  <a:lnTo>
                    <a:pt x="2977973" y="2233711"/>
                  </a:lnTo>
                </a:path>
                <a:path w="9914890" h="3161665">
                  <a:moveTo>
                    <a:pt x="2984031" y="2233711"/>
                  </a:moveTo>
                  <a:lnTo>
                    <a:pt x="2982767" y="2233711"/>
                  </a:lnTo>
                </a:path>
                <a:path w="9914890" h="3161665">
                  <a:moveTo>
                    <a:pt x="2974033" y="2233711"/>
                  </a:moveTo>
                  <a:lnTo>
                    <a:pt x="2975298" y="2233711"/>
                  </a:lnTo>
                  <a:lnTo>
                    <a:pt x="2976717" y="2233711"/>
                  </a:lnTo>
                </a:path>
                <a:path w="9914890" h="3161665">
                  <a:moveTo>
                    <a:pt x="2986699" y="2233711"/>
                  </a:moveTo>
                  <a:lnTo>
                    <a:pt x="2985427" y="2233711"/>
                  </a:lnTo>
                  <a:lnTo>
                    <a:pt x="2984031" y="2233711"/>
                  </a:lnTo>
                </a:path>
                <a:path w="9914890" h="3161665">
                  <a:moveTo>
                    <a:pt x="2774613" y="2233711"/>
                  </a:moveTo>
                  <a:lnTo>
                    <a:pt x="2773349" y="2233711"/>
                  </a:lnTo>
                </a:path>
                <a:path w="9914890" h="3161665">
                  <a:moveTo>
                    <a:pt x="2986699" y="2233711"/>
                  </a:moveTo>
                  <a:lnTo>
                    <a:pt x="2987296" y="2233711"/>
                  </a:lnTo>
                  <a:lnTo>
                    <a:pt x="2988568" y="2233711"/>
                  </a:lnTo>
                </a:path>
                <a:path w="9914890" h="3161665">
                  <a:moveTo>
                    <a:pt x="2767299" y="2233711"/>
                  </a:moveTo>
                  <a:lnTo>
                    <a:pt x="2768556" y="2233711"/>
                  </a:lnTo>
                </a:path>
                <a:path w="9914890" h="3161665">
                  <a:moveTo>
                    <a:pt x="3047221" y="2233711"/>
                  </a:moveTo>
                  <a:lnTo>
                    <a:pt x="3046251" y="2233711"/>
                  </a:lnTo>
                </a:path>
                <a:path w="9914890" h="3161665">
                  <a:moveTo>
                    <a:pt x="3186367" y="2233711"/>
                  </a:moveTo>
                  <a:lnTo>
                    <a:pt x="3185724" y="2233711"/>
                  </a:lnTo>
                  <a:lnTo>
                    <a:pt x="3185111" y="2233711"/>
                  </a:lnTo>
                  <a:lnTo>
                    <a:pt x="3183854" y="2233711"/>
                  </a:lnTo>
                </a:path>
                <a:path w="9914890" h="3161665">
                  <a:moveTo>
                    <a:pt x="3198366" y="2233711"/>
                  </a:moveTo>
                  <a:lnTo>
                    <a:pt x="3199638" y="2233711"/>
                  </a:lnTo>
                  <a:lnTo>
                    <a:pt x="3200235" y="2233711"/>
                  </a:lnTo>
                </a:path>
                <a:path w="9914890" h="3161665">
                  <a:moveTo>
                    <a:pt x="3200235" y="2233711"/>
                  </a:moveTo>
                  <a:lnTo>
                    <a:pt x="3200910" y="2233711"/>
                  </a:lnTo>
                  <a:lnTo>
                    <a:pt x="3201507" y="2233711"/>
                  </a:lnTo>
                  <a:lnTo>
                    <a:pt x="3202780" y="2233711"/>
                  </a:lnTo>
                </a:path>
                <a:path w="9914890" h="3161665">
                  <a:moveTo>
                    <a:pt x="2358446" y="2233711"/>
                  </a:moveTo>
                  <a:lnTo>
                    <a:pt x="2359043" y="2233711"/>
                  </a:lnTo>
                </a:path>
                <a:path w="9914890" h="3161665">
                  <a:moveTo>
                    <a:pt x="2557882" y="2233711"/>
                  </a:moveTo>
                  <a:lnTo>
                    <a:pt x="2559138" y="2233711"/>
                  </a:lnTo>
                </a:path>
                <a:path w="9914890" h="3161665">
                  <a:moveTo>
                    <a:pt x="2418898" y="2233711"/>
                  </a:moveTo>
                  <a:lnTo>
                    <a:pt x="2417998" y="2233711"/>
                  </a:lnTo>
                </a:path>
                <a:path w="9914890" h="3161665">
                  <a:moveTo>
                    <a:pt x="2482770" y="2233711"/>
                  </a:moveTo>
                  <a:lnTo>
                    <a:pt x="2481871" y="2233711"/>
                  </a:lnTo>
                </a:path>
                <a:path w="9914890" h="3161665">
                  <a:moveTo>
                    <a:pt x="2565203" y="2233711"/>
                  </a:moveTo>
                  <a:lnTo>
                    <a:pt x="2563931" y="2233711"/>
                  </a:lnTo>
                </a:path>
                <a:path w="9914890" h="3161665">
                  <a:moveTo>
                    <a:pt x="2416284" y="2233711"/>
                  </a:moveTo>
                  <a:lnTo>
                    <a:pt x="2378868" y="2233711"/>
                  </a:lnTo>
                </a:path>
                <a:path w="9914890" h="3161665">
                  <a:moveTo>
                    <a:pt x="2345788" y="2233711"/>
                  </a:moveTo>
                  <a:lnTo>
                    <a:pt x="2345175" y="2233711"/>
                  </a:lnTo>
                </a:path>
                <a:path w="9914890" h="3161665">
                  <a:moveTo>
                    <a:pt x="2358446" y="2233711"/>
                  </a:moveTo>
                  <a:lnTo>
                    <a:pt x="2357174" y="2233711"/>
                  </a:lnTo>
                </a:path>
                <a:path w="9914890" h="3161665">
                  <a:moveTo>
                    <a:pt x="2567864" y="2233711"/>
                  </a:moveTo>
                  <a:lnTo>
                    <a:pt x="2566592" y="2233711"/>
                  </a:lnTo>
                  <a:lnTo>
                    <a:pt x="2565203" y="2233711"/>
                  </a:lnTo>
                </a:path>
                <a:path w="9914890" h="3161665">
                  <a:moveTo>
                    <a:pt x="2345788" y="2233711"/>
                  </a:moveTo>
                  <a:lnTo>
                    <a:pt x="2347044" y="2233711"/>
                  </a:lnTo>
                </a:path>
                <a:path w="9914890" h="3161665">
                  <a:moveTo>
                    <a:pt x="2553336" y="2233711"/>
                  </a:moveTo>
                  <a:lnTo>
                    <a:pt x="2554593" y="2233711"/>
                  </a:lnTo>
                  <a:lnTo>
                    <a:pt x="2555206" y="2233711"/>
                  </a:lnTo>
                  <a:lnTo>
                    <a:pt x="2556462" y="2233711"/>
                  </a:lnTo>
                  <a:lnTo>
                    <a:pt x="2557882" y="2233711"/>
                  </a:lnTo>
                </a:path>
                <a:path w="9914890" h="3161665">
                  <a:moveTo>
                    <a:pt x="3186367" y="2233711"/>
                  </a:moveTo>
                  <a:lnTo>
                    <a:pt x="3186980" y="2233711"/>
                  </a:lnTo>
                  <a:lnTo>
                    <a:pt x="3188237" y="2233711"/>
                  </a:lnTo>
                </a:path>
                <a:path w="9914890" h="3161665">
                  <a:moveTo>
                    <a:pt x="4250248" y="2233711"/>
                  </a:moveTo>
                  <a:lnTo>
                    <a:pt x="4250845" y="2233711"/>
                  </a:lnTo>
                  <a:lnTo>
                    <a:pt x="4252117" y="2233711"/>
                  </a:lnTo>
                </a:path>
                <a:path w="9914890" h="3161665">
                  <a:moveTo>
                    <a:pt x="4447008" y="2233711"/>
                  </a:moveTo>
                  <a:lnTo>
                    <a:pt x="4446395" y="2233711"/>
                  </a:lnTo>
                  <a:lnTo>
                    <a:pt x="4445138" y="2233711"/>
                  </a:lnTo>
                </a:path>
                <a:path w="9914890" h="3161665">
                  <a:moveTo>
                    <a:pt x="4656425" y="2233711"/>
                  </a:moveTo>
                  <a:lnTo>
                    <a:pt x="4655813" y="2233711"/>
                  </a:lnTo>
                  <a:lnTo>
                    <a:pt x="4654556" y="2233711"/>
                  </a:lnTo>
                </a:path>
                <a:path w="9914890" h="3161665">
                  <a:moveTo>
                    <a:pt x="4459666" y="2233711"/>
                  </a:moveTo>
                  <a:lnTo>
                    <a:pt x="4460263" y="2233711"/>
                  </a:lnTo>
                  <a:lnTo>
                    <a:pt x="4461535" y="2233711"/>
                  </a:lnTo>
                </a:path>
                <a:path w="9914890" h="3161665">
                  <a:moveTo>
                    <a:pt x="4447008" y="2233711"/>
                  </a:moveTo>
                  <a:lnTo>
                    <a:pt x="4448264" y="2233711"/>
                  </a:lnTo>
                  <a:lnTo>
                    <a:pt x="4449684" y="2233711"/>
                  </a:lnTo>
                </a:path>
                <a:path w="9914890" h="3161665">
                  <a:moveTo>
                    <a:pt x="4459666" y="2233711"/>
                  </a:moveTo>
                  <a:lnTo>
                    <a:pt x="4458394" y="2233711"/>
                  </a:lnTo>
                  <a:lnTo>
                    <a:pt x="4457005" y="2233711"/>
                  </a:lnTo>
                </a:path>
                <a:path w="9914890" h="3161665">
                  <a:moveTo>
                    <a:pt x="4659101" y="2233711"/>
                  </a:moveTo>
                  <a:lnTo>
                    <a:pt x="4660358" y="2233711"/>
                  </a:lnTo>
                </a:path>
                <a:path w="9914890" h="3161665">
                  <a:moveTo>
                    <a:pt x="4666423" y="2233711"/>
                  </a:moveTo>
                  <a:lnTo>
                    <a:pt x="4665151" y="2233711"/>
                  </a:lnTo>
                </a:path>
                <a:path w="9914890" h="3161665">
                  <a:moveTo>
                    <a:pt x="4656425" y="2233711"/>
                  </a:moveTo>
                  <a:lnTo>
                    <a:pt x="4657682" y="2233711"/>
                  </a:lnTo>
                  <a:lnTo>
                    <a:pt x="4659101" y="2233711"/>
                  </a:lnTo>
                </a:path>
                <a:path w="9914890" h="3161665">
                  <a:moveTo>
                    <a:pt x="4669083" y="2233711"/>
                  </a:moveTo>
                  <a:lnTo>
                    <a:pt x="4667811" y="2233711"/>
                  </a:lnTo>
                  <a:lnTo>
                    <a:pt x="4666423" y="2233711"/>
                  </a:lnTo>
                </a:path>
                <a:path w="9914890" h="3161665">
                  <a:moveTo>
                    <a:pt x="4457005" y="2233711"/>
                  </a:moveTo>
                  <a:lnTo>
                    <a:pt x="4455733" y="2233711"/>
                  </a:lnTo>
                </a:path>
                <a:path w="9914890" h="3161665">
                  <a:moveTo>
                    <a:pt x="4669083" y="2233711"/>
                  </a:moveTo>
                  <a:lnTo>
                    <a:pt x="4669681" y="2233711"/>
                  </a:lnTo>
                  <a:lnTo>
                    <a:pt x="4670953" y="2233711"/>
                  </a:lnTo>
                </a:path>
                <a:path w="9914890" h="3161665">
                  <a:moveTo>
                    <a:pt x="4449684" y="2233711"/>
                  </a:moveTo>
                  <a:lnTo>
                    <a:pt x="4450940" y="2233711"/>
                  </a:lnTo>
                </a:path>
                <a:path w="9914890" h="3161665">
                  <a:moveTo>
                    <a:pt x="4868752" y="2233711"/>
                  </a:moveTo>
                  <a:lnTo>
                    <a:pt x="4868108" y="2233711"/>
                  </a:lnTo>
                  <a:lnTo>
                    <a:pt x="4867495" y="2233711"/>
                  </a:lnTo>
                  <a:lnTo>
                    <a:pt x="4866239" y="2233711"/>
                  </a:lnTo>
                </a:path>
                <a:path w="9914890" h="3161665">
                  <a:moveTo>
                    <a:pt x="4882627" y="2233711"/>
                  </a:moveTo>
                  <a:lnTo>
                    <a:pt x="4883294" y="2233711"/>
                  </a:lnTo>
                  <a:lnTo>
                    <a:pt x="4883892" y="2233711"/>
                  </a:lnTo>
                  <a:lnTo>
                    <a:pt x="4885164" y="2233711"/>
                  </a:lnTo>
                </a:path>
                <a:path w="9914890" h="3161665">
                  <a:moveTo>
                    <a:pt x="4040830" y="2233711"/>
                  </a:moveTo>
                  <a:lnTo>
                    <a:pt x="4041435" y="2233711"/>
                  </a:lnTo>
                </a:path>
                <a:path w="9914890" h="3161665">
                  <a:moveTo>
                    <a:pt x="4240266" y="2233711"/>
                  </a:moveTo>
                  <a:lnTo>
                    <a:pt x="4241522" y="2233711"/>
                  </a:lnTo>
                </a:path>
                <a:path w="9914890" h="3161665">
                  <a:moveTo>
                    <a:pt x="4247588" y="2233711"/>
                  </a:moveTo>
                  <a:lnTo>
                    <a:pt x="4246316" y="2233711"/>
                  </a:lnTo>
                </a:path>
                <a:path w="9914890" h="3161665">
                  <a:moveTo>
                    <a:pt x="4098668" y="2233711"/>
                  </a:moveTo>
                  <a:lnTo>
                    <a:pt x="4061252" y="2233711"/>
                  </a:lnTo>
                </a:path>
                <a:path w="9914890" h="3161665">
                  <a:moveTo>
                    <a:pt x="4028172" y="2233711"/>
                  </a:moveTo>
                  <a:lnTo>
                    <a:pt x="4027559" y="2233711"/>
                  </a:lnTo>
                </a:path>
                <a:path w="9914890" h="3161665">
                  <a:moveTo>
                    <a:pt x="4040830" y="2233711"/>
                  </a:moveTo>
                  <a:lnTo>
                    <a:pt x="4039566" y="2233711"/>
                  </a:lnTo>
                </a:path>
                <a:path w="9914890" h="3161665">
                  <a:moveTo>
                    <a:pt x="4250248" y="2233711"/>
                  </a:moveTo>
                  <a:lnTo>
                    <a:pt x="4248976" y="2233711"/>
                  </a:lnTo>
                  <a:lnTo>
                    <a:pt x="4247588" y="2233711"/>
                  </a:lnTo>
                </a:path>
                <a:path w="9914890" h="3161665">
                  <a:moveTo>
                    <a:pt x="4028172" y="2233711"/>
                  </a:moveTo>
                  <a:lnTo>
                    <a:pt x="4029429" y="2233711"/>
                  </a:lnTo>
                </a:path>
                <a:path w="9914890" h="3161665">
                  <a:moveTo>
                    <a:pt x="4235721" y="2233711"/>
                  </a:moveTo>
                  <a:lnTo>
                    <a:pt x="4236977" y="2233711"/>
                  </a:lnTo>
                  <a:lnTo>
                    <a:pt x="4237590" y="2233711"/>
                  </a:lnTo>
                  <a:lnTo>
                    <a:pt x="4238846" y="2233711"/>
                  </a:lnTo>
                  <a:lnTo>
                    <a:pt x="4240266" y="2233711"/>
                  </a:lnTo>
                </a:path>
                <a:path w="9914890" h="3161665">
                  <a:moveTo>
                    <a:pt x="3409056" y="2233711"/>
                  </a:moveTo>
                  <a:lnTo>
                    <a:pt x="3409653" y="2233711"/>
                  </a:lnTo>
                  <a:lnTo>
                    <a:pt x="3410925" y="2233711"/>
                  </a:lnTo>
                </a:path>
                <a:path w="9914890" h="3161665">
                  <a:moveTo>
                    <a:pt x="3605816" y="2233711"/>
                  </a:moveTo>
                  <a:lnTo>
                    <a:pt x="3605203" y="2233711"/>
                  </a:lnTo>
                  <a:lnTo>
                    <a:pt x="3603946" y="2233711"/>
                  </a:lnTo>
                </a:path>
                <a:path w="9914890" h="3161665">
                  <a:moveTo>
                    <a:pt x="3815233" y="2233711"/>
                  </a:moveTo>
                  <a:lnTo>
                    <a:pt x="3814620" y="2233711"/>
                  </a:lnTo>
                  <a:lnTo>
                    <a:pt x="3813364" y="2233711"/>
                  </a:lnTo>
                </a:path>
                <a:path w="9914890" h="3161665">
                  <a:moveTo>
                    <a:pt x="3618474" y="2233711"/>
                  </a:moveTo>
                  <a:lnTo>
                    <a:pt x="3619071" y="2233711"/>
                  </a:lnTo>
                  <a:lnTo>
                    <a:pt x="3620343" y="2233711"/>
                  </a:lnTo>
                </a:path>
                <a:path w="9914890" h="3161665">
                  <a:moveTo>
                    <a:pt x="3605816" y="2233711"/>
                  </a:moveTo>
                  <a:lnTo>
                    <a:pt x="3607072" y="2233711"/>
                  </a:lnTo>
                  <a:lnTo>
                    <a:pt x="3608491" y="2233711"/>
                  </a:lnTo>
                </a:path>
                <a:path w="9914890" h="3161665">
                  <a:moveTo>
                    <a:pt x="3618474" y="2233711"/>
                  </a:moveTo>
                  <a:lnTo>
                    <a:pt x="3617202" y="2233711"/>
                  </a:lnTo>
                  <a:lnTo>
                    <a:pt x="3615813" y="2233711"/>
                  </a:lnTo>
                </a:path>
                <a:path w="9914890" h="3161665">
                  <a:moveTo>
                    <a:pt x="3817909" y="2233711"/>
                  </a:moveTo>
                  <a:lnTo>
                    <a:pt x="3819166" y="2233711"/>
                  </a:lnTo>
                </a:path>
                <a:path w="9914890" h="3161665">
                  <a:moveTo>
                    <a:pt x="3825223" y="2233711"/>
                  </a:moveTo>
                  <a:lnTo>
                    <a:pt x="3823959" y="2233711"/>
                  </a:lnTo>
                </a:path>
                <a:path w="9914890" h="3161665">
                  <a:moveTo>
                    <a:pt x="3815233" y="2233711"/>
                  </a:moveTo>
                  <a:lnTo>
                    <a:pt x="3816490" y="2233711"/>
                  </a:lnTo>
                  <a:lnTo>
                    <a:pt x="3817909" y="2233711"/>
                  </a:lnTo>
                </a:path>
                <a:path w="9914890" h="3161665">
                  <a:moveTo>
                    <a:pt x="3827891" y="2233711"/>
                  </a:moveTo>
                  <a:lnTo>
                    <a:pt x="3826619" y="2233711"/>
                  </a:lnTo>
                  <a:lnTo>
                    <a:pt x="3825223" y="2233711"/>
                  </a:lnTo>
                </a:path>
                <a:path w="9914890" h="3161665">
                  <a:moveTo>
                    <a:pt x="3615813" y="2233711"/>
                  </a:moveTo>
                  <a:lnTo>
                    <a:pt x="3614541" y="2233711"/>
                  </a:lnTo>
                </a:path>
                <a:path w="9914890" h="3161665">
                  <a:moveTo>
                    <a:pt x="3827891" y="2233711"/>
                  </a:moveTo>
                  <a:lnTo>
                    <a:pt x="3828489" y="2233711"/>
                  </a:lnTo>
                  <a:lnTo>
                    <a:pt x="3829761" y="2233711"/>
                  </a:lnTo>
                </a:path>
                <a:path w="9914890" h="3161665">
                  <a:moveTo>
                    <a:pt x="3608491" y="2233711"/>
                  </a:moveTo>
                  <a:lnTo>
                    <a:pt x="3609748" y="2233711"/>
                  </a:lnTo>
                </a:path>
                <a:path w="9914890" h="3161665">
                  <a:moveTo>
                    <a:pt x="4027559" y="2233711"/>
                  </a:moveTo>
                  <a:lnTo>
                    <a:pt x="4026916" y="2233711"/>
                  </a:lnTo>
                  <a:lnTo>
                    <a:pt x="4026303" y="2233711"/>
                  </a:lnTo>
                  <a:lnTo>
                    <a:pt x="4025046" y="2233711"/>
                  </a:lnTo>
                </a:path>
                <a:path w="9914890" h="3161665">
                  <a:moveTo>
                    <a:pt x="4041435" y="2233711"/>
                  </a:moveTo>
                  <a:lnTo>
                    <a:pt x="4042102" y="2233711"/>
                  </a:lnTo>
                  <a:lnTo>
                    <a:pt x="4042700" y="2233711"/>
                  </a:lnTo>
                  <a:lnTo>
                    <a:pt x="4043972" y="2233711"/>
                  </a:lnTo>
                </a:path>
                <a:path w="9914890" h="3161665">
                  <a:moveTo>
                    <a:pt x="3399074" y="2233711"/>
                  </a:moveTo>
                  <a:lnTo>
                    <a:pt x="3400330" y="2233711"/>
                  </a:lnTo>
                </a:path>
                <a:path w="9914890" h="3161665">
                  <a:moveTo>
                    <a:pt x="3260191" y="2233711"/>
                  </a:moveTo>
                  <a:lnTo>
                    <a:pt x="3259190" y="2233711"/>
                  </a:lnTo>
                </a:path>
                <a:path w="9914890" h="3161665">
                  <a:moveTo>
                    <a:pt x="3324071" y="2233711"/>
                  </a:moveTo>
                  <a:lnTo>
                    <a:pt x="3323063" y="2233711"/>
                  </a:lnTo>
                </a:path>
                <a:path w="9914890" h="3161665">
                  <a:moveTo>
                    <a:pt x="3406396" y="2233711"/>
                  </a:moveTo>
                  <a:lnTo>
                    <a:pt x="3405124" y="2233711"/>
                  </a:lnTo>
                </a:path>
                <a:path w="9914890" h="3161665">
                  <a:moveTo>
                    <a:pt x="3257476" y="2233711"/>
                  </a:moveTo>
                  <a:lnTo>
                    <a:pt x="3220060" y="2233711"/>
                  </a:lnTo>
                </a:path>
                <a:path w="9914890" h="3161665">
                  <a:moveTo>
                    <a:pt x="3409056" y="2233711"/>
                  </a:moveTo>
                  <a:lnTo>
                    <a:pt x="3407784" y="2233711"/>
                  </a:lnTo>
                  <a:lnTo>
                    <a:pt x="3406396" y="2233711"/>
                  </a:lnTo>
                </a:path>
                <a:path w="9914890" h="3161665">
                  <a:moveTo>
                    <a:pt x="3394529" y="2233711"/>
                  </a:moveTo>
                  <a:lnTo>
                    <a:pt x="3395785" y="2233711"/>
                  </a:lnTo>
                  <a:lnTo>
                    <a:pt x="3396398" y="2233711"/>
                  </a:lnTo>
                  <a:lnTo>
                    <a:pt x="3397654" y="2233711"/>
                  </a:lnTo>
                  <a:lnTo>
                    <a:pt x="3399074" y="2233711"/>
                  </a:lnTo>
                </a:path>
                <a:path w="9914890" h="3161665">
                  <a:moveTo>
                    <a:pt x="6773817" y="2233711"/>
                  </a:moveTo>
                  <a:lnTo>
                    <a:pt x="6774437" y="2233711"/>
                  </a:lnTo>
                  <a:lnTo>
                    <a:pt x="6775678" y="2233711"/>
                  </a:lnTo>
                </a:path>
                <a:path w="9914890" h="3161665">
                  <a:moveTo>
                    <a:pt x="6970592" y="2233711"/>
                  </a:moveTo>
                  <a:lnTo>
                    <a:pt x="6969971" y="2233711"/>
                  </a:lnTo>
                  <a:lnTo>
                    <a:pt x="6968730" y="2233711"/>
                  </a:lnTo>
                </a:path>
                <a:path w="9914890" h="3161665">
                  <a:moveTo>
                    <a:pt x="7180009" y="2233711"/>
                  </a:moveTo>
                  <a:lnTo>
                    <a:pt x="7179389" y="2233711"/>
                  </a:lnTo>
                  <a:lnTo>
                    <a:pt x="7178148" y="2233711"/>
                  </a:lnTo>
                </a:path>
                <a:path w="9914890" h="3161665">
                  <a:moveTo>
                    <a:pt x="6983234" y="2233711"/>
                  </a:moveTo>
                  <a:lnTo>
                    <a:pt x="6983855" y="2233711"/>
                  </a:lnTo>
                  <a:lnTo>
                    <a:pt x="6985096" y="2233711"/>
                  </a:lnTo>
                </a:path>
                <a:path w="9914890" h="3161665">
                  <a:moveTo>
                    <a:pt x="6970592" y="2233711"/>
                  </a:moveTo>
                  <a:lnTo>
                    <a:pt x="6971833" y="2233711"/>
                  </a:lnTo>
                  <a:lnTo>
                    <a:pt x="6973229" y="2233711"/>
                  </a:lnTo>
                </a:path>
                <a:path w="9914890" h="3161665">
                  <a:moveTo>
                    <a:pt x="6983234" y="2233711"/>
                  </a:moveTo>
                  <a:lnTo>
                    <a:pt x="6981993" y="2233711"/>
                  </a:lnTo>
                  <a:lnTo>
                    <a:pt x="6980597" y="2233711"/>
                  </a:lnTo>
                </a:path>
                <a:path w="9914890" h="3161665">
                  <a:moveTo>
                    <a:pt x="7182647" y="2233711"/>
                  </a:moveTo>
                  <a:lnTo>
                    <a:pt x="7183965" y="2233711"/>
                  </a:lnTo>
                </a:path>
                <a:path w="9914890" h="3161665">
                  <a:moveTo>
                    <a:pt x="7190015" y="2233711"/>
                  </a:moveTo>
                  <a:lnTo>
                    <a:pt x="7188696" y="2233711"/>
                  </a:lnTo>
                </a:path>
                <a:path w="9914890" h="3161665">
                  <a:moveTo>
                    <a:pt x="7180009" y="2233711"/>
                  </a:moveTo>
                  <a:lnTo>
                    <a:pt x="7181250" y="2233711"/>
                  </a:lnTo>
                  <a:lnTo>
                    <a:pt x="7182647" y="2233711"/>
                  </a:lnTo>
                </a:path>
                <a:path w="9914890" h="3161665">
                  <a:moveTo>
                    <a:pt x="7192652" y="2233711"/>
                  </a:moveTo>
                  <a:lnTo>
                    <a:pt x="7191411" y="2233711"/>
                  </a:lnTo>
                  <a:lnTo>
                    <a:pt x="7190015" y="2233711"/>
                  </a:lnTo>
                </a:path>
                <a:path w="9914890" h="3161665">
                  <a:moveTo>
                    <a:pt x="6980597" y="2233711"/>
                  </a:moveTo>
                  <a:lnTo>
                    <a:pt x="6979279" y="2233711"/>
                  </a:lnTo>
                </a:path>
                <a:path w="9914890" h="3161665">
                  <a:moveTo>
                    <a:pt x="7192652" y="2233711"/>
                  </a:moveTo>
                  <a:lnTo>
                    <a:pt x="7193273" y="2233711"/>
                  </a:lnTo>
                  <a:lnTo>
                    <a:pt x="7194514" y="2233711"/>
                  </a:lnTo>
                </a:path>
                <a:path w="9914890" h="3161665">
                  <a:moveTo>
                    <a:pt x="6973229" y="2233711"/>
                  </a:moveTo>
                  <a:lnTo>
                    <a:pt x="6974547" y="2233711"/>
                  </a:lnTo>
                </a:path>
                <a:path w="9914890" h="3161665">
                  <a:moveTo>
                    <a:pt x="7329161" y="0"/>
                  </a:moveTo>
                  <a:lnTo>
                    <a:pt x="7327377" y="0"/>
                  </a:lnTo>
                  <a:lnTo>
                    <a:pt x="7316053" y="0"/>
                  </a:lnTo>
                </a:path>
                <a:path w="9914890" h="3161665">
                  <a:moveTo>
                    <a:pt x="7394391" y="2233711"/>
                  </a:moveTo>
                  <a:lnTo>
                    <a:pt x="7392917" y="2233711"/>
                  </a:lnTo>
                  <a:lnTo>
                    <a:pt x="7391676" y="2233711"/>
                  </a:lnTo>
                  <a:lnTo>
                    <a:pt x="7391056" y="2233711"/>
                  </a:lnTo>
                  <a:lnTo>
                    <a:pt x="7389815" y="2233711"/>
                  </a:lnTo>
                </a:path>
                <a:path w="9914890" h="3161665">
                  <a:moveTo>
                    <a:pt x="7404241" y="2233711"/>
                  </a:moveTo>
                  <a:lnTo>
                    <a:pt x="7405638" y="2233711"/>
                  </a:lnTo>
                  <a:lnTo>
                    <a:pt x="7406879" y="2233711"/>
                  </a:lnTo>
                  <a:lnTo>
                    <a:pt x="7407499" y="2233711"/>
                  </a:lnTo>
                </a:path>
                <a:path w="9914890" h="3161665">
                  <a:moveTo>
                    <a:pt x="7420995" y="2233711"/>
                  </a:moveTo>
                  <a:lnTo>
                    <a:pt x="7420607" y="2233711"/>
                  </a:lnTo>
                </a:path>
                <a:path w="9914890" h="3161665">
                  <a:moveTo>
                    <a:pt x="7407499" y="2233711"/>
                  </a:moveTo>
                  <a:lnTo>
                    <a:pt x="7408740" y="2233711"/>
                  </a:lnTo>
                </a:path>
                <a:path w="9914890" h="3161665">
                  <a:moveTo>
                    <a:pt x="7420607" y="2233711"/>
                  </a:moveTo>
                  <a:lnTo>
                    <a:pt x="7419366" y="2233711"/>
                  </a:lnTo>
                  <a:lnTo>
                    <a:pt x="7408740" y="2233711"/>
                  </a:lnTo>
                </a:path>
                <a:path w="9914890" h="3161665">
                  <a:moveTo>
                    <a:pt x="6564399" y="2233711"/>
                  </a:moveTo>
                  <a:lnTo>
                    <a:pt x="6565019" y="2233711"/>
                  </a:lnTo>
                </a:path>
                <a:path w="9914890" h="3161665">
                  <a:moveTo>
                    <a:pt x="6763811" y="2233711"/>
                  </a:moveTo>
                  <a:lnTo>
                    <a:pt x="6765130" y="2233711"/>
                  </a:lnTo>
                </a:path>
                <a:path w="9914890" h="3161665">
                  <a:moveTo>
                    <a:pt x="6771180" y="2233711"/>
                  </a:moveTo>
                  <a:lnTo>
                    <a:pt x="6769861" y="2233711"/>
                  </a:lnTo>
                </a:path>
                <a:path w="9914890" h="3161665">
                  <a:moveTo>
                    <a:pt x="6622260" y="2233711"/>
                  </a:moveTo>
                  <a:lnTo>
                    <a:pt x="6584875" y="2233711"/>
                  </a:lnTo>
                </a:path>
                <a:path w="9914890" h="3161665">
                  <a:moveTo>
                    <a:pt x="6551756" y="2233711"/>
                  </a:moveTo>
                  <a:lnTo>
                    <a:pt x="6551136" y="2233711"/>
                  </a:lnTo>
                </a:path>
                <a:path w="9914890" h="3161665">
                  <a:moveTo>
                    <a:pt x="6564399" y="2233711"/>
                  </a:moveTo>
                  <a:lnTo>
                    <a:pt x="6563158" y="2233711"/>
                  </a:lnTo>
                </a:path>
                <a:path w="9914890" h="3161665">
                  <a:moveTo>
                    <a:pt x="6773817" y="2233711"/>
                  </a:moveTo>
                  <a:lnTo>
                    <a:pt x="6772576" y="2233711"/>
                  </a:lnTo>
                  <a:lnTo>
                    <a:pt x="6771180" y="2233711"/>
                  </a:lnTo>
                </a:path>
                <a:path w="9914890" h="3161665">
                  <a:moveTo>
                    <a:pt x="6551756" y="2233711"/>
                  </a:moveTo>
                  <a:lnTo>
                    <a:pt x="6552997" y="2233711"/>
                  </a:lnTo>
                </a:path>
                <a:path w="9914890" h="3161665">
                  <a:moveTo>
                    <a:pt x="6759313" y="2233711"/>
                  </a:moveTo>
                  <a:lnTo>
                    <a:pt x="6760554" y="2233711"/>
                  </a:lnTo>
                  <a:lnTo>
                    <a:pt x="6761174" y="2233711"/>
                  </a:lnTo>
                  <a:lnTo>
                    <a:pt x="6762415" y="2233711"/>
                  </a:lnTo>
                  <a:lnTo>
                    <a:pt x="6763811" y="2233711"/>
                  </a:lnTo>
                </a:path>
                <a:path w="9914890" h="3161665">
                  <a:moveTo>
                    <a:pt x="7426036" y="2233711"/>
                  </a:moveTo>
                  <a:lnTo>
                    <a:pt x="7426036" y="420929"/>
                  </a:lnTo>
                  <a:lnTo>
                    <a:pt x="7426036" y="0"/>
                  </a:lnTo>
                </a:path>
                <a:path w="9914890" h="3161665">
                  <a:moveTo>
                    <a:pt x="5932656" y="2233711"/>
                  </a:moveTo>
                  <a:lnTo>
                    <a:pt x="5933199" y="2233711"/>
                  </a:lnTo>
                  <a:lnTo>
                    <a:pt x="5934517" y="2233711"/>
                  </a:lnTo>
                </a:path>
                <a:path w="9914890" h="3161665">
                  <a:moveTo>
                    <a:pt x="6129431" y="2233711"/>
                  </a:moveTo>
                  <a:lnTo>
                    <a:pt x="6128810" y="2233711"/>
                  </a:lnTo>
                  <a:lnTo>
                    <a:pt x="6127492" y="2233711"/>
                  </a:lnTo>
                </a:path>
                <a:path w="9914890" h="3161665">
                  <a:moveTo>
                    <a:pt x="6338848" y="2233711"/>
                  </a:moveTo>
                  <a:lnTo>
                    <a:pt x="6338228" y="2233711"/>
                  </a:lnTo>
                  <a:lnTo>
                    <a:pt x="6336909" y="2233711"/>
                  </a:lnTo>
                </a:path>
                <a:path w="9914890" h="3161665">
                  <a:moveTo>
                    <a:pt x="6142073" y="2233711"/>
                  </a:moveTo>
                  <a:lnTo>
                    <a:pt x="6142616" y="2233711"/>
                  </a:lnTo>
                  <a:lnTo>
                    <a:pt x="6143935" y="2233711"/>
                  </a:lnTo>
                </a:path>
                <a:path w="9914890" h="3161665">
                  <a:moveTo>
                    <a:pt x="6129431" y="2233711"/>
                  </a:moveTo>
                  <a:lnTo>
                    <a:pt x="6130672" y="2233711"/>
                  </a:lnTo>
                  <a:lnTo>
                    <a:pt x="6132068" y="2233711"/>
                  </a:lnTo>
                </a:path>
                <a:path w="9914890" h="3161665">
                  <a:moveTo>
                    <a:pt x="6142073" y="2233711"/>
                  </a:moveTo>
                  <a:lnTo>
                    <a:pt x="6140755" y="2233711"/>
                  </a:lnTo>
                  <a:lnTo>
                    <a:pt x="6139359" y="2233711"/>
                  </a:lnTo>
                </a:path>
                <a:path w="9914890" h="3161665">
                  <a:moveTo>
                    <a:pt x="6341485" y="2233711"/>
                  </a:moveTo>
                  <a:lnTo>
                    <a:pt x="6342726" y="2233711"/>
                  </a:lnTo>
                </a:path>
                <a:path w="9914890" h="3161665">
                  <a:moveTo>
                    <a:pt x="6348776" y="2233711"/>
                  </a:moveTo>
                  <a:lnTo>
                    <a:pt x="6347535" y="2233711"/>
                  </a:lnTo>
                </a:path>
                <a:path w="9914890" h="3161665">
                  <a:moveTo>
                    <a:pt x="6338848" y="2233711"/>
                  </a:moveTo>
                  <a:lnTo>
                    <a:pt x="6340089" y="2233711"/>
                  </a:lnTo>
                  <a:lnTo>
                    <a:pt x="6341485" y="2233711"/>
                  </a:lnTo>
                </a:path>
                <a:path w="9914890" h="3161665">
                  <a:moveTo>
                    <a:pt x="6351491" y="2233711"/>
                  </a:moveTo>
                  <a:lnTo>
                    <a:pt x="6350172" y="2233711"/>
                  </a:lnTo>
                  <a:lnTo>
                    <a:pt x="6348776" y="2233711"/>
                  </a:lnTo>
                </a:path>
                <a:path w="9914890" h="3161665">
                  <a:moveTo>
                    <a:pt x="6139359" y="2233711"/>
                  </a:moveTo>
                  <a:lnTo>
                    <a:pt x="6138118" y="2233711"/>
                  </a:lnTo>
                </a:path>
                <a:path w="9914890" h="3161665">
                  <a:moveTo>
                    <a:pt x="6351491" y="2233711"/>
                  </a:moveTo>
                  <a:lnTo>
                    <a:pt x="6352034" y="2233711"/>
                  </a:lnTo>
                  <a:lnTo>
                    <a:pt x="6353352" y="2233711"/>
                  </a:lnTo>
                </a:path>
                <a:path w="9914890" h="3161665">
                  <a:moveTo>
                    <a:pt x="6132068" y="2233711"/>
                  </a:moveTo>
                  <a:lnTo>
                    <a:pt x="6133309" y="2233711"/>
                  </a:lnTo>
                </a:path>
                <a:path w="9914890" h="3161665">
                  <a:moveTo>
                    <a:pt x="6551136" y="2233711"/>
                  </a:moveTo>
                  <a:lnTo>
                    <a:pt x="6550515" y="2233711"/>
                  </a:lnTo>
                  <a:lnTo>
                    <a:pt x="6549895" y="2233711"/>
                  </a:lnTo>
                  <a:lnTo>
                    <a:pt x="6548654" y="2233711"/>
                  </a:lnTo>
                </a:path>
                <a:path w="9914890" h="3161665">
                  <a:moveTo>
                    <a:pt x="6489707" y="0"/>
                  </a:moveTo>
                  <a:lnTo>
                    <a:pt x="6488311" y="0"/>
                  </a:lnTo>
                  <a:lnTo>
                    <a:pt x="6488000" y="0"/>
                  </a:lnTo>
                </a:path>
                <a:path w="9914890" h="3161665">
                  <a:moveTo>
                    <a:pt x="6565019" y="2233711"/>
                  </a:moveTo>
                  <a:lnTo>
                    <a:pt x="6565718" y="2233711"/>
                  </a:lnTo>
                  <a:lnTo>
                    <a:pt x="6566260" y="2233711"/>
                  </a:lnTo>
                  <a:lnTo>
                    <a:pt x="6567579" y="2233711"/>
                  </a:lnTo>
                </a:path>
                <a:path w="9914890" h="3161665">
                  <a:moveTo>
                    <a:pt x="5922650" y="2233711"/>
                  </a:moveTo>
                  <a:lnTo>
                    <a:pt x="5923891" y="2233711"/>
                  </a:lnTo>
                </a:path>
                <a:path w="9914890" h="3161665">
                  <a:moveTo>
                    <a:pt x="5929941" y="2233711"/>
                  </a:moveTo>
                  <a:lnTo>
                    <a:pt x="5928700" y="2233711"/>
                  </a:lnTo>
                </a:path>
                <a:path w="9914890" h="3161665">
                  <a:moveTo>
                    <a:pt x="5781022" y="2233711"/>
                  </a:moveTo>
                  <a:lnTo>
                    <a:pt x="5743637" y="2233711"/>
                  </a:lnTo>
                </a:path>
                <a:path w="9914890" h="3161665">
                  <a:moveTo>
                    <a:pt x="5932656" y="2233711"/>
                  </a:moveTo>
                  <a:lnTo>
                    <a:pt x="5931337" y="2233711"/>
                  </a:lnTo>
                  <a:lnTo>
                    <a:pt x="5929941" y="2233711"/>
                  </a:lnTo>
                </a:path>
                <a:path w="9914890" h="3161665">
                  <a:moveTo>
                    <a:pt x="5709975" y="2233711"/>
                  </a:moveTo>
                  <a:lnTo>
                    <a:pt x="5710595" y="2233711"/>
                  </a:lnTo>
                </a:path>
                <a:path w="9914890" h="3161665">
                  <a:moveTo>
                    <a:pt x="5711836" y="2233711"/>
                  </a:moveTo>
                  <a:lnTo>
                    <a:pt x="5711991" y="2233711"/>
                  </a:lnTo>
                </a:path>
                <a:path w="9914890" h="3161665">
                  <a:moveTo>
                    <a:pt x="5918074" y="2233711"/>
                  </a:moveTo>
                  <a:lnTo>
                    <a:pt x="5919392" y="2233711"/>
                  </a:lnTo>
                  <a:lnTo>
                    <a:pt x="5920013" y="2233711"/>
                  </a:lnTo>
                  <a:lnTo>
                    <a:pt x="5921254" y="2233711"/>
                  </a:lnTo>
                  <a:lnTo>
                    <a:pt x="5922650" y="2233711"/>
                  </a:lnTo>
                </a:path>
                <a:path w="9914890" h="3161665">
                  <a:moveTo>
                    <a:pt x="5721842" y="2233711"/>
                  </a:moveTo>
                  <a:lnTo>
                    <a:pt x="5721919" y="2233711"/>
                  </a:lnTo>
                </a:path>
                <a:path w="9914890" h="3161665">
                  <a:moveTo>
                    <a:pt x="1726672" y="2233711"/>
                  </a:moveTo>
                  <a:lnTo>
                    <a:pt x="1727269" y="2233711"/>
                  </a:lnTo>
                  <a:lnTo>
                    <a:pt x="1728541" y="2233711"/>
                  </a:lnTo>
                </a:path>
                <a:path w="9914890" h="3161665">
                  <a:moveTo>
                    <a:pt x="1923424" y="2233711"/>
                  </a:moveTo>
                  <a:lnTo>
                    <a:pt x="1922811" y="2233711"/>
                  </a:lnTo>
                  <a:lnTo>
                    <a:pt x="1921554" y="2233711"/>
                  </a:lnTo>
                </a:path>
                <a:path w="9914890" h="3161665">
                  <a:moveTo>
                    <a:pt x="2132841" y="2233711"/>
                  </a:moveTo>
                  <a:lnTo>
                    <a:pt x="2132228" y="2233711"/>
                  </a:lnTo>
                  <a:lnTo>
                    <a:pt x="2130972" y="2233711"/>
                  </a:lnTo>
                </a:path>
                <a:path w="9914890" h="3161665">
                  <a:moveTo>
                    <a:pt x="1850918" y="2233711"/>
                  </a:moveTo>
                  <a:lnTo>
                    <a:pt x="1850096" y="2233711"/>
                  </a:lnTo>
                </a:path>
                <a:path w="9914890" h="3161665">
                  <a:moveTo>
                    <a:pt x="1936089" y="2233711"/>
                  </a:moveTo>
                  <a:lnTo>
                    <a:pt x="1936687" y="2233711"/>
                  </a:lnTo>
                  <a:lnTo>
                    <a:pt x="1937959" y="2233711"/>
                  </a:lnTo>
                </a:path>
                <a:path w="9914890" h="3161665">
                  <a:moveTo>
                    <a:pt x="2008726" y="2233711"/>
                  </a:moveTo>
                  <a:lnTo>
                    <a:pt x="2007865" y="2233711"/>
                  </a:lnTo>
                </a:path>
                <a:path w="9914890" h="3161665">
                  <a:moveTo>
                    <a:pt x="2072599" y="2233711"/>
                  </a:moveTo>
                  <a:lnTo>
                    <a:pt x="2071730" y="2233711"/>
                  </a:lnTo>
                </a:path>
                <a:path w="9914890" h="3161665">
                  <a:moveTo>
                    <a:pt x="1787038" y="2233711"/>
                  </a:moveTo>
                  <a:lnTo>
                    <a:pt x="1786224" y="2233711"/>
                  </a:lnTo>
                </a:path>
                <a:path w="9914890" h="3161665">
                  <a:moveTo>
                    <a:pt x="1923424" y="2233711"/>
                  </a:moveTo>
                  <a:lnTo>
                    <a:pt x="1924688" y="2233711"/>
                  </a:lnTo>
                  <a:lnTo>
                    <a:pt x="1926107" y="2233711"/>
                  </a:lnTo>
                </a:path>
                <a:path w="9914890" h="3161665">
                  <a:moveTo>
                    <a:pt x="1936089" y="2233711"/>
                  </a:moveTo>
                  <a:lnTo>
                    <a:pt x="1934817" y="2233711"/>
                  </a:lnTo>
                  <a:lnTo>
                    <a:pt x="1933421" y="2233711"/>
                  </a:lnTo>
                </a:path>
                <a:path w="9914890" h="3161665">
                  <a:moveTo>
                    <a:pt x="2135525" y="2233711"/>
                  </a:moveTo>
                  <a:lnTo>
                    <a:pt x="2136781" y="2233711"/>
                  </a:lnTo>
                </a:path>
                <a:path w="9914890" h="3161665">
                  <a:moveTo>
                    <a:pt x="2142839" y="2233711"/>
                  </a:moveTo>
                  <a:lnTo>
                    <a:pt x="2141567" y="2233711"/>
                  </a:lnTo>
                </a:path>
                <a:path w="9914890" h="3161665">
                  <a:moveTo>
                    <a:pt x="2132841" y="2233711"/>
                  </a:moveTo>
                  <a:lnTo>
                    <a:pt x="2134098" y="2233711"/>
                  </a:lnTo>
                  <a:lnTo>
                    <a:pt x="2135525" y="2233711"/>
                  </a:lnTo>
                </a:path>
                <a:path w="9914890" h="3161665">
                  <a:moveTo>
                    <a:pt x="2145507" y="2233711"/>
                  </a:moveTo>
                  <a:lnTo>
                    <a:pt x="2144235" y="2233711"/>
                  </a:lnTo>
                  <a:lnTo>
                    <a:pt x="2142839" y="2233711"/>
                  </a:lnTo>
                </a:path>
                <a:path w="9914890" h="3161665">
                  <a:moveTo>
                    <a:pt x="1933421" y="2233711"/>
                  </a:moveTo>
                  <a:lnTo>
                    <a:pt x="1932157" y="2233711"/>
                  </a:lnTo>
                </a:path>
                <a:path w="9914890" h="3161665">
                  <a:moveTo>
                    <a:pt x="2145507" y="2233711"/>
                  </a:moveTo>
                  <a:lnTo>
                    <a:pt x="2146104" y="2233711"/>
                  </a:lnTo>
                  <a:lnTo>
                    <a:pt x="2147376" y="2233711"/>
                  </a:lnTo>
                </a:path>
                <a:path w="9914890" h="3161665">
                  <a:moveTo>
                    <a:pt x="1926107" y="2233711"/>
                  </a:moveTo>
                  <a:lnTo>
                    <a:pt x="1927364" y="2233711"/>
                  </a:lnTo>
                </a:path>
                <a:path w="9914890" h="3161665">
                  <a:moveTo>
                    <a:pt x="2282016" y="2233711"/>
                  </a:moveTo>
                  <a:lnTo>
                    <a:pt x="2281124" y="2233711"/>
                  </a:lnTo>
                </a:path>
                <a:path w="9914890" h="3161665">
                  <a:moveTo>
                    <a:pt x="2205928" y="2233711"/>
                  </a:moveTo>
                  <a:lnTo>
                    <a:pt x="2205052" y="2233711"/>
                  </a:lnTo>
                </a:path>
                <a:path w="9914890" h="3161665">
                  <a:moveTo>
                    <a:pt x="2345175" y="2233711"/>
                  </a:moveTo>
                  <a:lnTo>
                    <a:pt x="2344524" y="2233711"/>
                  </a:lnTo>
                  <a:lnTo>
                    <a:pt x="2343919" y="2233711"/>
                  </a:lnTo>
                  <a:lnTo>
                    <a:pt x="2342654" y="2233711"/>
                  </a:lnTo>
                </a:path>
                <a:path w="9914890" h="3161665">
                  <a:moveTo>
                    <a:pt x="2359043" y="2233711"/>
                  </a:moveTo>
                  <a:lnTo>
                    <a:pt x="2359718" y="2233711"/>
                  </a:lnTo>
                  <a:lnTo>
                    <a:pt x="2360315" y="2233711"/>
                  </a:lnTo>
                  <a:lnTo>
                    <a:pt x="2361587" y="2233711"/>
                  </a:lnTo>
                  <a:lnTo>
                    <a:pt x="2369584" y="2233711"/>
                  </a:lnTo>
                </a:path>
                <a:path w="9914890" h="3161665">
                  <a:moveTo>
                    <a:pt x="1517254" y="2233711"/>
                  </a:moveTo>
                  <a:lnTo>
                    <a:pt x="1517851" y="2233711"/>
                  </a:lnTo>
                </a:path>
                <a:path w="9914890" h="3161665">
                  <a:moveTo>
                    <a:pt x="1716689" y="2233711"/>
                  </a:moveTo>
                  <a:lnTo>
                    <a:pt x="1717946" y="2233711"/>
                  </a:lnTo>
                </a:path>
                <a:path w="9914890" h="3161665">
                  <a:moveTo>
                    <a:pt x="1577597" y="2233711"/>
                  </a:moveTo>
                  <a:lnTo>
                    <a:pt x="1576806" y="2233711"/>
                  </a:lnTo>
                </a:path>
                <a:path w="9914890" h="3161665">
                  <a:moveTo>
                    <a:pt x="1641477" y="2233711"/>
                  </a:moveTo>
                  <a:lnTo>
                    <a:pt x="1640679" y="2233711"/>
                  </a:lnTo>
                </a:path>
                <a:path w="9914890" h="3161665">
                  <a:moveTo>
                    <a:pt x="1724004" y="2233711"/>
                  </a:moveTo>
                  <a:lnTo>
                    <a:pt x="1722739" y="2233711"/>
                  </a:lnTo>
                </a:path>
                <a:path w="9914890" h="3161665">
                  <a:moveTo>
                    <a:pt x="1575084" y="2233711"/>
                  </a:moveTo>
                  <a:lnTo>
                    <a:pt x="1537676" y="2233711"/>
                  </a:lnTo>
                </a:path>
                <a:path w="9914890" h="3161665">
                  <a:moveTo>
                    <a:pt x="1504588" y="2233711"/>
                  </a:moveTo>
                  <a:lnTo>
                    <a:pt x="1503983" y="2233711"/>
                  </a:lnTo>
                </a:path>
                <a:path w="9914890" h="3161665">
                  <a:moveTo>
                    <a:pt x="1517254" y="2233711"/>
                  </a:moveTo>
                  <a:lnTo>
                    <a:pt x="1515982" y="2233711"/>
                  </a:lnTo>
                </a:path>
                <a:path w="9914890" h="3161665">
                  <a:moveTo>
                    <a:pt x="1726672" y="2233711"/>
                  </a:moveTo>
                  <a:lnTo>
                    <a:pt x="1725400" y="2233711"/>
                  </a:lnTo>
                  <a:lnTo>
                    <a:pt x="1724004" y="2233711"/>
                  </a:lnTo>
                </a:path>
                <a:path w="9914890" h="3161665">
                  <a:moveTo>
                    <a:pt x="1504588" y="2233711"/>
                  </a:moveTo>
                  <a:lnTo>
                    <a:pt x="1505852" y="2233711"/>
                  </a:lnTo>
                </a:path>
                <a:path w="9914890" h="3161665">
                  <a:moveTo>
                    <a:pt x="1712137" y="2233711"/>
                  </a:moveTo>
                  <a:lnTo>
                    <a:pt x="1713401" y="2233711"/>
                  </a:lnTo>
                  <a:lnTo>
                    <a:pt x="1714006" y="2233711"/>
                  </a:lnTo>
                  <a:lnTo>
                    <a:pt x="1715270" y="2233711"/>
                  </a:lnTo>
                  <a:lnTo>
                    <a:pt x="1716689" y="2233711"/>
                  </a:lnTo>
                </a:path>
                <a:path w="9914890" h="3161665">
                  <a:moveTo>
                    <a:pt x="885480" y="2233711"/>
                  </a:moveTo>
                  <a:lnTo>
                    <a:pt x="886077" y="2233711"/>
                  </a:lnTo>
                  <a:lnTo>
                    <a:pt x="887349" y="2233711"/>
                  </a:lnTo>
                </a:path>
                <a:path w="9914890" h="3161665">
                  <a:moveTo>
                    <a:pt x="1082231" y="2233711"/>
                  </a:moveTo>
                  <a:lnTo>
                    <a:pt x="1081619" y="2233711"/>
                  </a:lnTo>
                  <a:lnTo>
                    <a:pt x="1080362" y="2233711"/>
                  </a:lnTo>
                </a:path>
                <a:path w="9914890" h="3161665">
                  <a:moveTo>
                    <a:pt x="1291649" y="2233711"/>
                  </a:moveTo>
                  <a:lnTo>
                    <a:pt x="1291036" y="2233711"/>
                  </a:lnTo>
                  <a:lnTo>
                    <a:pt x="1289780" y="2233711"/>
                  </a:lnTo>
                </a:path>
                <a:path w="9914890" h="3161665">
                  <a:moveTo>
                    <a:pt x="1021989" y="2233711"/>
                  </a:moveTo>
                  <a:lnTo>
                    <a:pt x="1021252" y="2233711"/>
                  </a:lnTo>
                </a:path>
                <a:path w="9914890" h="3161665">
                  <a:moveTo>
                    <a:pt x="1094897" y="2233711"/>
                  </a:moveTo>
                  <a:lnTo>
                    <a:pt x="1095495" y="2233711"/>
                  </a:lnTo>
                  <a:lnTo>
                    <a:pt x="1096767" y="2233711"/>
                  </a:lnTo>
                </a:path>
                <a:path w="9914890" h="3161665">
                  <a:moveTo>
                    <a:pt x="1167534" y="2233711"/>
                  </a:moveTo>
                  <a:lnTo>
                    <a:pt x="1166774" y="2233711"/>
                  </a:lnTo>
                </a:path>
                <a:path w="9914890" h="3161665">
                  <a:moveTo>
                    <a:pt x="1219066" y="2233711"/>
                  </a:moveTo>
                  <a:lnTo>
                    <a:pt x="1218314" y="2233711"/>
                  </a:lnTo>
                </a:path>
                <a:path w="9914890" h="3161665">
                  <a:moveTo>
                    <a:pt x="945738" y="2233711"/>
                  </a:moveTo>
                  <a:lnTo>
                    <a:pt x="945024" y="2233711"/>
                  </a:lnTo>
                </a:path>
                <a:path w="9914890" h="3161665">
                  <a:moveTo>
                    <a:pt x="948041" y="0"/>
                  </a:moveTo>
                  <a:lnTo>
                    <a:pt x="945024" y="0"/>
                  </a:lnTo>
                </a:path>
                <a:path w="9914890" h="3161665">
                  <a:moveTo>
                    <a:pt x="1082231" y="2233711"/>
                  </a:moveTo>
                  <a:lnTo>
                    <a:pt x="1083488" y="2233711"/>
                  </a:lnTo>
                  <a:lnTo>
                    <a:pt x="1084915" y="2233711"/>
                  </a:lnTo>
                </a:path>
                <a:path w="9914890" h="3161665">
                  <a:moveTo>
                    <a:pt x="1094897" y="2233711"/>
                  </a:moveTo>
                  <a:lnTo>
                    <a:pt x="1093625" y="2233711"/>
                  </a:lnTo>
                  <a:lnTo>
                    <a:pt x="1092229" y="2233711"/>
                  </a:lnTo>
                </a:path>
                <a:path w="9914890" h="3161665">
                  <a:moveTo>
                    <a:pt x="1294325" y="2233711"/>
                  </a:moveTo>
                  <a:lnTo>
                    <a:pt x="1295589" y="2233711"/>
                  </a:lnTo>
                </a:path>
                <a:path w="9914890" h="3161665">
                  <a:moveTo>
                    <a:pt x="1301647" y="2233711"/>
                  </a:moveTo>
                  <a:lnTo>
                    <a:pt x="1300375" y="2233711"/>
                  </a:lnTo>
                </a:path>
                <a:path w="9914890" h="3161665">
                  <a:moveTo>
                    <a:pt x="1291649" y="2233711"/>
                  </a:moveTo>
                  <a:lnTo>
                    <a:pt x="1292906" y="2233711"/>
                  </a:lnTo>
                  <a:lnTo>
                    <a:pt x="1294325" y="2233711"/>
                  </a:lnTo>
                </a:path>
                <a:path w="9914890" h="3161665">
                  <a:moveTo>
                    <a:pt x="1304307" y="2233711"/>
                  </a:moveTo>
                  <a:lnTo>
                    <a:pt x="1303043" y="2233711"/>
                  </a:lnTo>
                  <a:lnTo>
                    <a:pt x="1301647" y="2233711"/>
                  </a:lnTo>
                </a:path>
                <a:path w="9914890" h="3161665">
                  <a:moveTo>
                    <a:pt x="1092229" y="2233711"/>
                  </a:moveTo>
                  <a:lnTo>
                    <a:pt x="1090957" y="2233711"/>
                  </a:lnTo>
                </a:path>
                <a:path w="9914890" h="3161665">
                  <a:moveTo>
                    <a:pt x="1304307" y="2233711"/>
                  </a:moveTo>
                  <a:lnTo>
                    <a:pt x="1304912" y="2233711"/>
                  </a:lnTo>
                  <a:lnTo>
                    <a:pt x="1306176" y="2233711"/>
                  </a:lnTo>
                </a:path>
                <a:path w="9914890" h="3161665">
                  <a:moveTo>
                    <a:pt x="1084915" y="2233711"/>
                  </a:moveTo>
                  <a:lnTo>
                    <a:pt x="1086172" y="2233711"/>
                  </a:lnTo>
                </a:path>
                <a:path w="9914890" h="3161665">
                  <a:moveTo>
                    <a:pt x="1440824" y="2233711"/>
                  </a:moveTo>
                  <a:lnTo>
                    <a:pt x="1440033" y="2233711"/>
                  </a:lnTo>
                </a:path>
                <a:path w="9914890" h="3161665">
                  <a:moveTo>
                    <a:pt x="1364627" y="2233711"/>
                  </a:moveTo>
                  <a:lnTo>
                    <a:pt x="1363859" y="2233711"/>
                  </a:lnTo>
                </a:path>
                <a:path w="9914890" h="3161665">
                  <a:moveTo>
                    <a:pt x="1503983" y="2233711"/>
                  </a:moveTo>
                  <a:lnTo>
                    <a:pt x="1503332" y="2233711"/>
                  </a:lnTo>
                  <a:lnTo>
                    <a:pt x="1502719" y="2233711"/>
                  </a:lnTo>
                  <a:lnTo>
                    <a:pt x="1501462" y="2233711"/>
                  </a:lnTo>
                </a:path>
                <a:path w="9914890" h="3161665">
                  <a:moveTo>
                    <a:pt x="1517851" y="2233711"/>
                  </a:moveTo>
                  <a:lnTo>
                    <a:pt x="1518526" y="2233711"/>
                  </a:lnTo>
                  <a:lnTo>
                    <a:pt x="1519123" y="2233711"/>
                  </a:lnTo>
                  <a:lnTo>
                    <a:pt x="1520395" y="2233711"/>
                  </a:lnTo>
                  <a:lnTo>
                    <a:pt x="1528493" y="2233711"/>
                  </a:lnTo>
                </a:path>
                <a:path w="9914890" h="3161665">
                  <a:moveTo>
                    <a:pt x="676062" y="2233711"/>
                  </a:moveTo>
                  <a:lnTo>
                    <a:pt x="676659" y="2233711"/>
                  </a:lnTo>
                </a:path>
                <a:path w="9914890" h="3161665">
                  <a:moveTo>
                    <a:pt x="875497" y="2233711"/>
                  </a:moveTo>
                  <a:lnTo>
                    <a:pt x="876754" y="2233711"/>
                  </a:lnTo>
                </a:path>
                <a:path w="9914890" h="3161665">
                  <a:moveTo>
                    <a:pt x="736297" y="2233711"/>
                  </a:moveTo>
                  <a:lnTo>
                    <a:pt x="735614" y="2233711"/>
                  </a:lnTo>
                </a:path>
                <a:path w="9914890" h="3161665">
                  <a:moveTo>
                    <a:pt x="800177" y="2233711"/>
                  </a:moveTo>
                  <a:lnTo>
                    <a:pt x="799479" y="2233711"/>
                  </a:lnTo>
                </a:path>
                <a:path w="9914890" h="3161665">
                  <a:moveTo>
                    <a:pt x="882811" y="2233711"/>
                  </a:moveTo>
                  <a:lnTo>
                    <a:pt x="881539" y="2233711"/>
                  </a:lnTo>
                </a:path>
                <a:path w="9914890" h="3161665">
                  <a:moveTo>
                    <a:pt x="733892" y="2233711"/>
                  </a:moveTo>
                  <a:lnTo>
                    <a:pt x="696484" y="2233711"/>
                  </a:lnTo>
                </a:path>
                <a:path w="9914890" h="3161665">
                  <a:moveTo>
                    <a:pt x="663396" y="2233711"/>
                  </a:moveTo>
                  <a:lnTo>
                    <a:pt x="662791" y="2233711"/>
                  </a:lnTo>
                </a:path>
                <a:path w="9914890" h="3161665">
                  <a:moveTo>
                    <a:pt x="676062" y="2233711"/>
                  </a:moveTo>
                  <a:lnTo>
                    <a:pt x="674790" y="2233711"/>
                  </a:lnTo>
                </a:path>
                <a:path w="9914890" h="3161665">
                  <a:moveTo>
                    <a:pt x="885480" y="2233711"/>
                  </a:moveTo>
                  <a:lnTo>
                    <a:pt x="884208" y="2233711"/>
                  </a:lnTo>
                  <a:lnTo>
                    <a:pt x="882811" y="2233711"/>
                  </a:lnTo>
                </a:path>
                <a:path w="9914890" h="3161665">
                  <a:moveTo>
                    <a:pt x="663396" y="2233711"/>
                  </a:moveTo>
                  <a:lnTo>
                    <a:pt x="664660" y="2233711"/>
                  </a:lnTo>
                </a:path>
                <a:path w="9914890" h="3161665">
                  <a:moveTo>
                    <a:pt x="870944" y="2233711"/>
                  </a:moveTo>
                  <a:lnTo>
                    <a:pt x="872201" y="2233711"/>
                  </a:lnTo>
                  <a:lnTo>
                    <a:pt x="872814" y="2233711"/>
                  </a:lnTo>
                  <a:lnTo>
                    <a:pt x="874070" y="2233711"/>
                  </a:lnTo>
                  <a:lnTo>
                    <a:pt x="875497" y="2233711"/>
                  </a:lnTo>
                </a:path>
                <a:path w="9914890" h="3161665">
                  <a:moveTo>
                    <a:pt x="56759" y="2233013"/>
                  </a:moveTo>
                  <a:lnTo>
                    <a:pt x="56759" y="0"/>
                  </a:lnTo>
                  <a:lnTo>
                    <a:pt x="56759" y="0"/>
                  </a:lnTo>
                </a:path>
                <a:path w="9914890" h="3161665">
                  <a:moveTo>
                    <a:pt x="241039" y="2233711"/>
                  </a:moveTo>
                  <a:lnTo>
                    <a:pt x="240427" y="2233711"/>
                  </a:lnTo>
                  <a:lnTo>
                    <a:pt x="239170" y="2233711"/>
                  </a:lnTo>
                </a:path>
                <a:path w="9914890" h="3161665">
                  <a:moveTo>
                    <a:pt x="450457" y="2233711"/>
                  </a:moveTo>
                  <a:lnTo>
                    <a:pt x="449844" y="2233711"/>
                  </a:lnTo>
                  <a:lnTo>
                    <a:pt x="448588" y="2233711"/>
                  </a:lnTo>
                </a:path>
                <a:path w="9914890" h="3161665">
                  <a:moveTo>
                    <a:pt x="168325" y="2233711"/>
                  </a:moveTo>
                  <a:lnTo>
                    <a:pt x="167704" y="2233711"/>
                  </a:lnTo>
                </a:path>
                <a:path w="9914890" h="3161665">
                  <a:moveTo>
                    <a:pt x="253697" y="2233711"/>
                  </a:moveTo>
                  <a:lnTo>
                    <a:pt x="254302" y="2233711"/>
                  </a:lnTo>
                  <a:lnTo>
                    <a:pt x="255567" y="2233711"/>
                  </a:lnTo>
                </a:path>
                <a:path w="9914890" h="3161665">
                  <a:moveTo>
                    <a:pt x="326342" y="2233711"/>
                  </a:moveTo>
                  <a:lnTo>
                    <a:pt x="325691" y="2233711"/>
                  </a:lnTo>
                </a:path>
                <a:path w="9914890" h="3161665">
                  <a:moveTo>
                    <a:pt x="377766" y="2233711"/>
                  </a:moveTo>
                  <a:lnTo>
                    <a:pt x="377122" y="2233711"/>
                  </a:lnTo>
                </a:path>
                <a:path w="9914890" h="3161665">
                  <a:moveTo>
                    <a:pt x="104445" y="2233711"/>
                  </a:moveTo>
                  <a:lnTo>
                    <a:pt x="103832" y="2233711"/>
                  </a:lnTo>
                </a:path>
                <a:path w="9914890" h="3161665">
                  <a:moveTo>
                    <a:pt x="241039" y="2233711"/>
                  </a:moveTo>
                  <a:lnTo>
                    <a:pt x="242296" y="2233711"/>
                  </a:lnTo>
                  <a:lnTo>
                    <a:pt x="243715" y="2233711"/>
                  </a:lnTo>
                </a:path>
                <a:path w="9914890" h="3161665">
                  <a:moveTo>
                    <a:pt x="253697" y="2233711"/>
                  </a:moveTo>
                  <a:lnTo>
                    <a:pt x="252433" y="2233711"/>
                  </a:lnTo>
                  <a:lnTo>
                    <a:pt x="251037" y="2233711"/>
                  </a:lnTo>
                </a:path>
                <a:path w="9914890" h="3161665">
                  <a:moveTo>
                    <a:pt x="453133" y="2233711"/>
                  </a:moveTo>
                  <a:lnTo>
                    <a:pt x="454389" y="2233711"/>
                  </a:lnTo>
                </a:path>
                <a:path w="9914890" h="3161665">
                  <a:moveTo>
                    <a:pt x="460455" y="2233711"/>
                  </a:moveTo>
                  <a:lnTo>
                    <a:pt x="459183" y="2233711"/>
                  </a:lnTo>
                </a:path>
                <a:path w="9914890" h="3161665">
                  <a:moveTo>
                    <a:pt x="450457" y="2233711"/>
                  </a:moveTo>
                  <a:lnTo>
                    <a:pt x="451713" y="2233711"/>
                  </a:lnTo>
                  <a:lnTo>
                    <a:pt x="453133" y="2233711"/>
                  </a:lnTo>
                </a:path>
                <a:path w="9914890" h="3161665">
                  <a:moveTo>
                    <a:pt x="463115" y="2233711"/>
                  </a:moveTo>
                  <a:lnTo>
                    <a:pt x="461851" y="2233711"/>
                  </a:lnTo>
                  <a:lnTo>
                    <a:pt x="460455" y="2233711"/>
                  </a:lnTo>
                </a:path>
                <a:path w="9914890" h="3161665">
                  <a:moveTo>
                    <a:pt x="251037" y="2233711"/>
                  </a:moveTo>
                  <a:lnTo>
                    <a:pt x="249765" y="2233711"/>
                  </a:lnTo>
                </a:path>
                <a:path w="9914890" h="3161665">
                  <a:moveTo>
                    <a:pt x="463115" y="2233711"/>
                  </a:moveTo>
                  <a:lnTo>
                    <a:pt x="463712" y="2233711"/>
                  </a:lnTo>
                  <a:lnTo>
                    <a:pt x="464984" y="2233711"/>
                  </a:lnTo>
                </a:path>
                <a:path w="9914890" h="3161665">
                  <a:moveTo>
                    <a:pt x="243715" y="2233711"/>
                  </a:moveTo>
                  <a:lnTo>
                    <a:pt x="244979" y="2233711"/>
                  </a:lnTo>
                </a:path>
                <a:path w="9914890" h="3161665">
                  <a:moveTo>
                    <a:pt x="523327" y="2233711"/>
                  </a:moveTo>
                  <a:lnTo>
                    <a:pt x="522667" y="2233711"/>
                  </a:lnTo>
                </a:path>
                <a:path w="9914890" h="3161665">
                  <a:moveTo>
                    <a:pt x="662791" y="2233711"/>
                  </a:moveTo>
                  <a:lnTo>
                    <a:pt x="662139" y="2233711"/>
                  </a:lnTo>
                  <a:lnTo>
                    <a:pt x="661527" y="2233711"/>
                  </a:lnTo>
                  <a:lnTo>
                    <a:pt x="660270" y="2233711"/>
                  </a:lnTo>
                </a:path>
                <a:path w="9914890" h="3161665">
                  <a:moveTo>
                    <a:pt x="676659" y="2233711"/>
                  </a:moveTo>
                  <a:lnTo>
                    <a:pt x="677326" y="2233711"/>
                  </a:lnTo>
                  <a:lnTo>
                    <a:pt x="677931" y="2233711"/>
                  </a:lnTo>
                  <a:lnTo>
                    <a:pt x="679195" y="2233711"/>
                  </a:lnTo>
                </a:path>
                <a:path w="9914890" h="3161665">
                  <a:moveTo>
                    <a:pt x="7502978" y="2653399"/>
                  </a:moveTo>
                  <a:lnTo>
                    <a:pt x="7500651" y="2653399"/>
                  </a:lnTo>
                  <a:lnTo>
                    <a:pt x="7500651" y="2653399"/>
                  </a:lnTo>
                </a:path>
                <a:path w="9914890" h="3161665">
                  <a:moveTo>
                    <a:pt x="7503909" y="2653322"/>
                  </a:moveTo>
                  <a:lnTo>
                    <a:pt x="7501504" y="2653322"/>
                  </a:lnTo>
                </a:path>
                <a:path w="9914890" h="3161665">
                  <a:moveTo>
                    <a:pt x="7517482" y="2653477"/>
                  </a:moveTo>
                  <a:lnTo>
                    <a:pt x="7517405" y="2653477"/>
                  </a:lnTo>
                  <a:lnTo>
                    <a:pt x="7517327" y="2653477"/>
                  </a:lnTo>
                </a:path>
                <a:path w="9914890" h="3161665">
                  <a:moveTo>
                    <a:pt x="7506546" y="2653399"/>
                  </a:moveTo>
                  <a:lnTo>
                    <a:pt x="7503909" y="2653399"/>
                  </a:lnTo>
                </a:path>
                <a:path w="9914890" h="3161665">
                  <a:moveTo>
                    <a:pt x="7518335" y="2653322"/>
                  </a:moveTo>
                  <a:lnTo>
                    <a:pt x="7516629" y="2653322"/>
                  </a:lnTo>
                </a:path>
                <a:path w="9914890" h="3161665">
                  <a:moveTo>
                    <a:pt x="7499720" y="2653167"/>
                  </a:moveTo>
                  <a:lnTo>
                    <a:pt x="7499720" y="420929"/>
                  </a:lnTo>
                  <a:lnTo>
                    <a:pt x="7499720" y="420076"/>
                  </a:lnTo>
                </a:path>
                <a:path w="9914890" h="3161665">
                  <a:moveTo>
                    <a:pt x="7517482" y="2653244"/>
                  </a:moveTo>
                  <a:lnTo>
                    <a:pt x="7517249" y="2653244"/>
                  </a:lnTo>
                </a:path>
                <a:path w="9914890" h="3161665">
                  <a:moveTo>
                    <a:pt x="7502978" y="2653167"/>
                  </a:moveTo>
                  <a:lnTo>
                    <a:pt x="7502901" y="2653167"/>
                  </a:lnTo>
                  <a:lnTo>
                    <a:pt x="7502435" y="2653167"/>
                  </a:lnTo>
                </a:path>
                <a:path w="9914890" h="3161665">
                  <a:moveTo>
                    <a:pt x="7518335" y="2653167"/>
                  </a:moveTo>
                  <a:lnTo>
                    <a:pt x="7519964" y="2653167"/>
                  </a:lnTo>
                </a:path>
                <a:path w="9914890" h="3161665">
                  <a:moveTo>
                    <a:pt x="7504064" y="2653167"/>
                  </a:moveTo>
                  <a:lnTo>
                    <a:pt x="7502978" y="2653167"/>
                  </a:lnTo>
                </a:path>
                <a:path w="9914890" h="3161665">
                  <a:moveTo>
                    <a:pt x="7500651" y="2653167"/>
                  </a:moveTo>
                  <a:lnTo>
                    <a:pt x="7499720" y="2653167"/>
                  </a:lnTo>
                </a:path>
                <a:path w="9914890" h="3161665">
                  <a:moveTo>
                    <a:pt x="7502978" y="2653477"/>
                  </a:moveTo>
                  <a:lnTo>
                    <a:pt x="7502901" y="2653477"/>
                  </a:lnTo>
                </a:path>
                <a:path w="9914890" h="3161665">
                  <a:moveTo>
                    <a:pt x="7499798" y="2653477"/>
                  </a:moveTo>
                  <a:lnTo>
                    <a:pt x="7499720" y="2653477"/>
                  </a:lnTo>
                </a:path>
                <a:path w="9914890" h="3161665">
                  <a:moveTo>
                    <a:pt x="7519964" y="2653167"/>
                  </a:moveTo>
                  <a:lnTo>
                    <a:pt x="7519964" y="2653012"/>
                  </a:lnTo>
                  <a:lnTo>
                    <a:pt x="7519964" y="419998"/>
                  </a:lnTo>
                </a:path>
                <a:path w="9914890" h="3161665">
                  <a:moveTo>
                    <a:pt x="7505615" y="2653167"/>
                  </a:moveTo>
                  <a:lnTo>
                    <a:pt x="7505693" y="2653167"/>
                  </a:lnTo>
                  <a:lnTo>
                    <a:pt x="7517249" y="2653167"/>
                  </a:lnTo>
                </a:path>
                <a:path w="9914890" h="3161665">
                  <a:moveTo>
                    <a:pt x="7507477" y="2653399"/>
                  </a:moveTo>
                  <a:lnTo>
                    <a:pt x="7506546" y="2653399"/>
                  </a:lnTo>
                  <a:lnTo>
                    <a:pt x="7506546" y="2653399"/>
                  </a:lnTo>
                </a:path>
                <a:path w="9914890" h="3161665">
                  <a:moveTo>
                    <a:pt x="7507399" y="2653322"/>
                  </a:moveTo>
                  <a:lnTo>
                    <a:pt x="7507477" y="2653322"/>
                  </a:lnTo>
                  <a:lnTo>
                    <a:pt x="7516319" y="2653322"/>
                  </a:lnTo>
                </a:path>
                <a:path w="9914890" h="3161665">
                  <a:moveTo>
                    <a:pt x="7503366" y="2653399"/>
                  </a:moveTo>
                  <a:lnTo>
                    <a:pt x="7503831" y="2653399"/>
                  </a:lnTo>
                </a:path>
                <a:path w="9914890" h="3161665">
                  <a:moveTo>
                    <a:pt x="7504684" y="2653322"/>
                  </a:moveTo>
                  <a:lnTo>
                    <a:pt x="7504219" y="2653322"/>
                  </a:lnTo>
                </a:path>
                <a:path w="9914890" h="3161665">
                  <a:moveTo>
                    <a:pt x="7505693" y="2653477"/>
                  </a:moveTo>
                  <a:lnTo>
                    <a:pt x="7512984" y="2653477"/>
                  </a:lnTo>
                </a:path>
                <a:path w="9914890" h="3161665">
                  <a:moveTo>
                    <a:pt x="7505615" y="2653477"/>
                  </a:moveTo>
                  <a:lnTo>
                    <a:pt x="7502978" y="2653477"/>
                  </a:lnTo>
                </a:path>
                <a:path w="9914890" h="3161665">
                  <a:moveTo>
                    <a:pt x="7452640" y="2654097"/>
                  </a:moveTo>
                  <a:lnTo>
                    <a:pt x="7454114" y="2654097"/>
                  </a:lnTo>
                  <a:lnTo>
                    <a:pt x="7455355" y="2654097"/>
                  </a:lnTo>
                  <a:lnTo>
                    <a:pt x="7455975" y="2654097"/>
                  </a:lnTo>
                  <a:lnTo>
                    <a:pt x="7457216" y="2654097"/>
                  </a:lnTo>
                </a:path>
                <a:path w="9914890" h="3161665">
                  <a:moveTo>
                    <a:pt x="7471410" y="2654097"/>
                  </a:moveTo>
                  <a:lnTo>
                    <a:pt x="7470169" y="2654097"/>
                  </a:lnTo>
                  <a:lnTo>
                    <a:pt x="7457216" y="2654097"/>
                  </a:lnTo>
                </a:path>
                <a:path w="9914890" h="3161665">
                  <a:moveTo>
                    <a:pt x="7442790" y="2654097"/>
                  </a:moveTo>
                  <a:lnTo>
                    <a:pt x="7441394" y="2654097"/>
                  </a:lnTo>
                  <a:lnTo>
                    <a:pt x="7440153" y="2654097"/>
                  </a:lnTo>
                  <a:lnTo>
                    <a:pt x="7439532" y="2654097"/>
                  </a:lnTo>
                </a:path>
                <a:path w="9914890" h="3161665">
                  <a:moveTo>
                    <a:pt x="7427665" y="2654097"/>
                  </a:moveTo>
                  <a:lnTo>
                    <a:pt x="7426424" y="2654097"/>
                  </a:lnTo>
                  <a:lnTo>
                    <a:pt x="7421538" y="2654097"/>
                  </a:lnTo>
                </a:path>
                <a:path w="9914890" h="3161665">
                  <a:moveTo>
                    <a:pt x="7439532" y="2654097"/>
                  </a:moveTo>
                  <a:lnTo>
                    <a:pt x="7438291" y="2654097"/>
                  </a:lnTo>
                  <a:lnTo>
                    <a:pt x="7427665" y="2654097"/>
                  </a:lnTo>
                </a:path>
                <a:path w="9914890" h="3161665">
                  <a:moveTo>
                    <a:pt x="7420995" y="2654097"/>
                  </a:moveTo>
                  <a:lnTo>
                    <a:pt x="7421538" y="2654097"/>
                  </a:lnTo>
                </a:path>
                <a:path w="9914890" h="3161665">
                  <a:moveTo>
                    <a:pt x="9778883" y="3003515"/>
                  </a:moveTo>
                  <a:lnTo>
                    <a:pt x="9909575" y="3003515"/>
                  </a:lnTo>
                </a:path>
                <a:path w="9914890" h="3161665">
                  <a:moveTo>
                    <a:pt x="9913066" y="3003515"/>
                  </a:moveTo>
                  <a:lnTo>
                    <a:pt x="9914694" y="3003592"/>
                  </a:lnTo>
                </a:path>
                <a:path w="9914890" h="3161665">
                  <a:moveTo>
                    <a:pt x="9193677" y="2655416"/>
                  </a:moveTo>
                  <a:lnTo>
                    <a:pt x="9193677" y="2978229"/>
                  </a:lnTo>
                  <a:lnTo>
                    <a:pt x="9193677" y="3161043"/>
                  </a:lnTo>
                </a:path>
                <a:path w="9914890" h="3161665">
                  <a:moveTo>
                    <a:pt x="9195849" y="2655416"/>
                  </a:moveTo>
                  <a:lnTo>
                    <a:pt x="9195849" y="2655338"/>
                  </a:lnTo>
                </a:path>
                <a:path w="9914890" h="3161665">
                  <a:moveTo>
                    <a:pt x="7518335" y="2867626"/>
                  </a:moveTo>
                  <a:lnTo>
                    <a:pt x="7518335" y="2986529"/>
                  </a:lnTo>
                </a:path>
                <a:path w="9914890" h="3161665">
                  <a:moveTo>
                    <a:pt x="9771902" y="3016468"/>
                  </a:moveTo>
                  <a:lnTo>
                    <a:pt x="9771980" y="3016468"/>
                  </a:lnTo>
                </a:path>
                <a:path w="9914890" h="3161665">
                  <a:moveTo>
                    <a:pt x="0" y="2371151"/>
                  </a:moveTo>
                  <a:lnTo>
                    <a:pt x="54" y="2371151"/>
                  </a:lnTo>
                </a:path>
                <a:path w="9914890" h="3161665">
                  <a:moveTo>
                    <a:pt x="26774" y="2233013"/>
                  </a:moveTo>
                  <a:lnTo>
                    <a:pt x="56759" y="2233013"/>
                  </a:lnTo>
                  <a:lnTo>
                    <a:pt x="57357" y="2233013"/>
                  </a:lnTo>
                </a:path>
                <a:path w="9914890" h="3161665">
                  <a:moveTo>
                    <a:pt x="9196237" y="2655261"/>
                  </a:moveTo>
                  <a:lnTo>
                    <a:pt x="9196314" y="2655261"/>
                  </a:lnTo>
                  <a:lnTo>
                    <a:pt x="9198253" y="2655183"/>
                  </a:lnTo>
                </a:path>
                <a:path w="9914890" h="3161665">
                  <a:moveTo>
                    <a:pt x="9210508" y="2655183"/>
                  </a:moveTo>
                  <a:lnTo>
                    <a:pt x="9210973" y="2655183"/>
                  </a:lnTo>
                  <a:lnTo>
                    <a:pt x="9213610" y="2655183"/>
                  </a:lnTo>
                </a:path>
                <a:path w="9914890" h="3161665">
                  <a:moveTo>
                    <a:pt x="9211051" y="2655261"/>
                  </a:moveTo>
                  <a:lnTo>
                    <a:pt x="9213300" y="2655261"/>
                  </a:lnTo>
                </a:path>
                <a:path w="9914890" h="3161665">
                  <a:moveTo>
                    <a:pt x="9196392" y="2655338"/>
                  </a:moveTo>
                  <a:lnTo>
                    <a:pt x="9198331" y="2655338"/>
                  </a:lnTo>
                  <a:lnTo>
                    <a:pt x="9198408" y="2655338"/>
                  </a:lnTo>
                </a:path>
                <a:path w="9914890" h="3161665">
                  <a:moveTo>
                    <a:pt x="9198331" y="2655261"/>
                  </a:moveTo>
                  <a:lnTo>
                    <a:pt x="9198408" y="2655261"/>
                  </a:lnTo>
                </a:path>
                <a:path w="9914890" h="3161665">
                  <a:moveTo>
                    <a:pt x="9203062" y="2655416"/>
                  </a:moveTo>
                  <a:lnTo>
                    <a:pt x="9208802" y="2655416"/>
                  </a:lnTo>
                  <a:lnTo>
                    <a:pt x="9210663" y="2655416"/>
                  </a:lnTo>
                </a:path>
                <a:path w="9914890" h="3161665">
                  <a:moveTo>
                    <a:pt x="9196081" y="2655106"/>
                  </a:moveTo>
                  <a:lnTo>
                    <a:pt x="9198176" y="2655106"/>
                  </a:lnTo>
                  <a:lnTo>
                    <a:pt x="9198253" y="2655106"/>
                  </a:lnTo>
                </a:path>
                <a:path w="9914890" h="3161665">
                  <a:moveTo>
                    <a:pt x="9210353" y="2655028"/>
                  </a:moveTo>
                  <a:lnTo>
                    <a:pt x="9210741" y="2655028"/>
                  </a:lnTo>
                </a:path>
                <a:path w="9914890" h="3161665">
                  <a:moveTo>
                    <a:pt x="9210430" y="2655106"/>
                  </a:moveTo>
                  <a:lnTo>
                    <a:pt x="9210818" y="2655106"/>
                  </a:lnTo>
                  <a:lnTo>
                    <a:pt x="9213533" y="2655106"/>
                  </a:lnTo>
                </a:path>
                <a:path w="9914890" h="3161665">
                  <a:moveTo>
                    <a:pt x="9195306" y="2654951"/>
                  </a:moveTo>
                  <a:lnTo>
                    <a:pt x="9195461" y="2655028"/>
                  </a:lnTo>
                </a:path>
                <a:path w="9914890" h="3161665">
                  <a:moveTo>
                    <a:pt x="9207561" y="2655028"/>
                  </a:moveTo>
                  <a:lnTo>
                    <a:pt x="9207948" y="2655028"/>
                  </a:lnTo>
                  <a:lnTo>
                    <a:pt x="9210275" y="2655028"/>
                  </a:lnTo>
                </a:path>
                <a:path w="9914890" h="3161665">
                  <a:moveTo>
                    <a:pt x="9196081" y="2655106"/>
                  </a:moveTo>
                  <a:lnTo>
                    <a:pt x="9198098" y="2655028"/>
                  </a:lnTo>
                  <a:lnTo>
                    <a:pt x="9198098" y="2655028"/>
                  </a:lnTo>
                </a:path>
                <a:path w="9914890" h="3161665">
                  <a:moveTo>
                    <a:pt x="9210430" y="2655183"/>
                  </a:moveTo>
                  <a:lnTo>
                    <a:pt x="9208957" y="2655183"/>
                  </a:lnTo>
                  <a:lnTo>
                    <a:pt x="9207716" y="2655183"/>
                  </a:lnTo>
                </a:path>
                <a:path w="9914890" h="3161665">
                  <a:moveTo>
                    <a:pt x="9195926" y="2654951"/>
                  </a:moveTo>
                  <a:lnTo>
                    <a:pt x="9197943" y="2654873"/>
                  </a:lnTo>
                </a:path>
                <a:path w="9914890" h="3161665">
                  <a:moveTo>
                    <a:pt x="9210198" y="2654795"/>
                  </a:moveTo>
                  <a:lnTo>
                    <a:pt x="9210586" y="2654795"/>
                  </a:lnTo>
                  <a:lnTo>
                    <a:pt x="9213300" y="2654795"/>
                  </a:lnTo>
                </a:path>
                <a:path w="9914890" h="3161665">
                  <a:moveTo>
                    <a:pt x="9210663" y="2654873"/>
                  </a:moveTo>
                  <a:lnTo>
                    <a:pt x="9212990" y="2654873"/>
                  </a:lnTo>
                  <a:lnTo>
                    <a:pt x="9213378" y="2654873"/>
                  </a:lnTo>
                </a:path>
                <a:path w="9914890" h="3161665">
                  <a:moveTo>
                    <a:pt x="9195849" y="2654795"/>
                  </a:moveTo>
                  <a:lnTo>
                    <a:pt x="9197865" y="265479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/>
            <p:cNvSpPr/>
            <p:nvPr/>
          </p:nvSpPr>
          <p:spPr>
            <a:xfrm>
              <a:off x="11735457" y="10472669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/>
            <p:cNvSpPr/>
            <p:nvPr/>
          </p:nvSpPr>
          <p:spPr>
            <a:xfrm>
              <a:off x="11733130" y="10473754"/>
              <a:ext cx="22860" cy="1270"/>
            </a:xfrm>
            <a:custGeom>
              <a:avLst/>
              <a:gdLst/>
              <a:ahLst/>
              <a:cxnLst/>
              <a:rect l="l" t="t" r="r" b="b"/>
              <a:pathLst>
                <a:path w="22859" h="1270">
                  <a:moveTo>
                    <a:pt x="2326" y="1008"/>
                  </a:moveTo>
                  <a:lnTo>
                    <a:pt x="4343" y="930"/>
                  </a:lnTo>
                  <a:lnTo>
                    <a:pt x="4343" y="930"/>
                  </a:lnTo>
                </a:path>
                <a:path w="22859" h="1270">
                  <a:moveTo>
                    <a:pt x="19855" y="1008"/>
                  </a:moveTo>
                  <a:lnTo>
                    <a:pt x="20088" y="1008"/>
                  </a:lnTo>
                  <a:lnTo>
                    <a:pt x="22493" y="1008"/>
                  </a:lnTo>
                </a:path>
                <a:path w="22859" h="1270">
                  <a:moveTo>
                    <a:pt x="4265" y="853"/>
                  </a:moveTo>
                  <a:lnTo>
                    <a:pt x="4343" y="930"/>
                  </a:lnTo>
                </a:path>
                <a:path w="22859" h="1270">
                  <a:moveTo>
                    <a:pt x="5041" y="1008"/>
                  </a:moveTo>
                  <a:lnTo>
                    <a:pt x="10703" y="1008"/>
                  </a:lnTo>
                </a:path>
                <a:path w="22859" h="1270">
                  <a:moveTo>
                    <a:pt x="2094" y="698"/>
                  </a:moveTo>
                  <a:lnTo>
                    <a:pt x="4110" y="620"/>
                  </a:lnTo>
                  <a:lnTo>
                    <a:pt x="4110" y="698"/>
                  </a:lnTo>
                </a:path>
                <a:path w="22859" h="1270">
                  <a:moveTo>
                    <a:pt x="16365" y="620"/>
                  </a:moveTo>
                  <a:lnTo>
                    <a:pt x="16753" y="620"/>
                  </a:lnTo>
                </a:path>
                <a:path w="22859" h="1270">
                  <a:moveTo>
                    <a:pt x="16443" y="698"/>
                  </a:moveTo>
                  <a:lnTo>
                    <a:pt x="16830" y="698"/>
                  </a:lnTo>
                  <a:lnTo>
                    <a:pt x="19545" y="698"/>
                  </a:lnTo>
                </a:path>
                <a:path w="22859" h="1270">
                  <a:moveTo>
                    <a:pt x="1318" y="542"/>
                  </a:moveTo>
                  <a:lnTo>
                    <a:pt x="1396" y="620"/>
                  </a:lnTo>
                </a:path>
                <a:path w="22859" h="1270">
                  <a:moveTo>
                    <a:pt x="13573" y="620"/>
                  </a:moveTo>
                  <a:lnTo>
                    <a:pt x="13961" y="620"/>
                  </a:lnTo>
                  <a:lnTo>
                    <a:pt x="16288" y="620"/>
                  </a:lnTo>
                </a:path>
                <a:path w="22859" h="1270">
                  <a:moveTo>
                    <a:pt x="16443" y="775"/>
                  </a:moveTo>
                  <a:lnTo>
                    <a:pt x="14891" y="775"/>
                  </a:lnTo>
                  <a:lnTo>
                    <a:pt x="13728" y="775"/>
                  </a:lnTo>
                </a:path>
                <a:path w="22859" h="1270">
                  <a:moveTo>
                    <a:pt x="1939" y="542"/>
                  </a:moveTo>
                  <a:lnTo>
                    <a:pt x="3878" y="465"/>
                  </a:lnTo>
                </a:path>
                <a:path w="22859" h="1270">
                  <a:moveTo>
                    <a:pt x="16132" y="387"/>
                  </a:moveTo>
                  <a:lnTo>
                    <a:pt x="16598" y="387"/>
                  </a:lnTo>
                  <a:lnTo>
                    <a:pt x="19235" y="387"/>
                  </a:lnTo>
                </a:path>
                <a:path w="22859" h="1270">
                  <a:moveTo>
                    <a:pt x="16675" y="542"/>
                  </a:moveTo>
                  <a:lnTo>
                    <a:pt x="18925" y="542"/>
                  </a:lnTo>
                  <a:lnTo>
                    <a:pt x="19390" y="542"/>
                  </a:lnTo>
                </a:path>
                <a:path w="22859" h="1270">
                  <a:moveTo>
                    <a:pt x="1861" y="465"/>
                  </a:moveTo>
                  <a:lnTo>
                    <a:pt x="3800" y="387"/>
                  </a:lnTo>
                  <a:lnTo>
                    <a:pt x="3955" y="465"/>
                  </a:lnTo>
                </a:path>
                <a:path w="22859" h="1270">
                  <a:moveTo>
                    <a:pt x="3878" y="465"/>
                  </a:moveTo>
                  <a:lnTo>
                    <a:pt x="3955" y="465"/>
                  </a:lnTo>
                </a:path>
                <a:path w="22859" h="1270">
                  <a:moveTo>
                    <a:pt x="2016" y="620"/>
                  </a:moveTo>
                  <a:lnTo>
                    <a:pt x="3955" y="542"/>
                  </a:lnTo>
                  <a:lnTo>
                    <a:pt x="4033" y="542"/>
                  </a:lnTo>
                </a:path>
                <a:path w="22859" h="1270">
                  <a:moveTo>
                    <a:pt x="19468" y="620"/>
                  </a:moveTo>
                  <a:lnTo>
                    <a:pt x="19545" y="620"/>
                  </a:lnTo>
                </a:path>
                <a:path w="22859" h="1270">
                  <a:moveTo>
                    <a:pt x="3955" y="465"/>
                  </a:moveTo>
                  <a:lnTo>
                    <a:pt x="4033" y="542"/>
                  </a:lnTo>
                </a:path>
                <a:path w="22859" h="1270">
                  <a:moveTo>
                    <a:pt x="4731" y="620"/>
                  </a:moveTo>
                  <a:lnTo>
                    <a:pt x="10393" y="620"/>
                  </a:lnTo>
                  <a:lnTo>
                    <a:pt x="13573" y="620"/>
                  </a:lnTo>
                </a:path>
                <a:path w="22859" h="1270">
                  <a:moveTo>
                    <a:pt x="1706" y="310"/>
                  </a:moveTo>
                  <a:lnTo>
                    <a:pt x="3722" y="232"/>
                  </a:lnTo>
                  <a:lnTo>
                    <a:pt x="3722" y="310"/>
                  </a:lnTo>
                </a:path>
                <a:path w="22859" h="1270">
                  <a:moveTo>
                    <a:pt x="15977" y="232"/>
                  </a:moveTo>
                  <a:lnTo>
                    <a:pt x="16365" y="232"/>
                  </a:lnTo>
                </a:path>
                <a:path w="22859" h="1270">
                  <a:moveTo>
                    <a:pt x="16055" y="310"/>
                  </a:moveTo>
                  <a:lnTo>
                    <a:pt x="16443" y="310"/>
                  </a:lnTo>
                  <a:lnTo>
                    <a:pt x="19157" y="310"/>
                  </a:lnTo>
                </a:path>
                <a:path w="22859" h="1270">
                  <a:moveTo>
                    <a:pt x="0" y="232"/>
                  </a:moveTo>
                  <a:lnTo>
                    <a:pt x="930" y="155"/>
                  </a:lnTo>
                </a:path>
                <a:path w="22859" h="1270">
                  <a:moveTo>
                    <a:pt x="930" y="232"/>
                  </a:moveTo>
                  <a:lnTo>
                    <a:pt x="1008" y="232"/>
                  </a:lnTo>
                </a:path>
                <a:path w="22859" h="1270">
                  <a:moveTo>
                    <a:pt x="13573" y="232"/>
                  </a:moveTo>
                  <a:lnTo>
                    <a:pt x="15900" y="232"/>
                  </a:lnTo>
                </a:path>
                <a:path w="22859" h="1270">
                  <a:moveTo>
                    <a:pt x="16055" y="387"/>
                  </a:moveTo>
                  <a:lnTo>
                    <a:pt x="14504" y="387"/>
                  </a:lnTo>
                  <a:lnTo>
                    <a:pt x="13340" y="387"/>
                  </a:lnTo>
                </a:path>
                <a:path w="22859" h="1270">
                  <a:moveTo>
                    <a:pt x="1551" y="155"/>
                  </a:moveTo>
                  <a:lnTo>
                    <a:pt x="3567" y="77"/>
                  </a:lnTo>
                </a:path>
                <a:path w="22859" h="1270">
                  <a:moveTo>
                    <a:pt x="15822" y="77"/>
                  </a:moveTo>
                  <a:lnTo>
                    <a:pt x="16210" y="77"/>
                  </a:lnTo>
                  <a:lnTo>
                    <a:pt x="18925" y="77"/>
                  </a:lnTo>
                </a:path>
                <a:path w="22859" h="1270">
                  <a:moveTo>
                    <a:pt x="16288" y="155"/>
                  </a:moveTo>
                  <a:lnTo>
                    <a:pt x="18614" y="155"/>
                  </a:lnTo>
                  <a:lnTo>
                    <a:pt x="19002" y="155"/>
                  </a:lnTo>
                </a:path>
                <a:path w="22859" h="1270">
                  <a:moveTo>
                    <a:pt x="1473" y="77"/>
                  </a:moveTo>
                  <a:lnTo>
                    <a:pt x="3490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/>
            <p:cNvSpPr/>
            <p:nvPr/>
          </p:nvSpPr>
          <p:spPr>
            <a:xfrm>
              <a:off x="11734760" y="1047189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/>
            <p:cNvSpPr/>
            <p:nvPr/>
          </p:nvSpPr>
          <p:spPr>
            <a:xfrm>
              <a:off x="2655749" y="7819734"/>
              <a:ext cx="9097010" cy="2654300"/>
            </a:xfrm>
            <a:custGeom>
              <a:avLst/>
              <a:gdLst/>
              <a:ahLst/>
              <a:cxnLst/>
              <a:rect l="l" t="t" r="r" b="b"/>
              <a:pathLst>
                <a:path w="9097010" h="2654300">
                  <a:moveTo>
                    <a:pt x="9079009" y="2654253"/>
                  </a:moveTo>
                  <a:lnTo>
                    <a:pt x="9081026" y="2654175"/>
                  </a:lnTo>
                  <a:lnTo>
                    <a:pt x="9081026" y="2654253"/>
                  </a:lnTo>
                </a:path>
                <a:path w="9097010" h="2654300">
                  <a:moveTo>
                    <a:pt x="9096461" y="2654253"/>
                  </a:moveTo>
                  <a:lnTo>
                    <a:pt x="9096538" y="2654253"/>
                  </a:lnTo>
                </a:path>
                <a:path w="9097010" h="2654300">
                  <a:moveTo>
                    <a:pt x="9080948" y="2654097"/>
                  </a:moveTo>
                  <a:lnTo>
                    <a:pt x="9081026" y="2654175"/>
                  </a:lnTo>
                </a:path>
                <a:path w="9097010" h="2654300">
                  <a:moveTo>
                    <a:pt x="9081724" y="2654253"/>
                  </a:moveTo>
                  <a:lnTo>
                    <a:pt x="9087386" y="2654253"/>
                  </a:lnTo>
                  <a:lnTo>
                    <a:pt x="9090566" y="2654253"/>
                  </a:lnTo>
                </a:path>
                <a:path w="9097010" h="2654300">
                  <a:moveTo>
                    <a:pt x="9078776" y="2653942"/>
                  </a:moveTo>
                  <a:lnTo>
                    <a:pt x="9080716" y="2653942"/>
                  </a:lnTo>
                  <a:lnTo>
                    <a:pt x="9081801" y="2653942"/>
                  </a:lnTo>
                </a:path>
                <a:path w="9097010" h="2654300">
                  <a:moveTo>
                    <a:pt x="9092970" y="2653865"/>
                  </a:moveTo>
                  <a:lnTo>
                    <a:pt x="9093436" y="2653865"/>
                  </a:lnTo>
                </a:path>
                <a:path w="9097010" h="2654300">
                  <a:moveTo>
                    <a:pt x="9093125" y="2653942"/>
                  </a:moveTo>
                  <a:lnTo>
                    <a:pt x="9093513" y="2653942"/>
                  </a:lnTo>
                  <a:lnTo>
                    <a:pt x="9096228" y="2653942"/>
                  </a:lnTo>
                </a:path>
                <a:path w="9097010" h="2654300">
                  <a:moveTo>
                    <a:pt x="9077380" y="2653865"/>
                  </a:moveTo>
                  <a:lnTo>
                    <a:pt x="9077923" y="2653787"/>
                  </a:lnTo>
                </a:path>
                <a:path w="9097010" h="2654300">
                  <a:moveTo>
                    <a:pt x="9078001" y="2653865"/>
                  </a:moveTo>
                  <a:lnTo>
                    <a:pt x="9078078" y="2653865"/>
                  </a:lnTo>
                </a:path>
                <a:path w="9097010" h="2654300">
                  <a:moveTo>
                    <a:pt x="9090643" y="2653865"/>
                  </a:moveTo>
                  <a:lnTo>
                    <a:pt x="9092893" y="2653865"/>
                  </a:lnTo>
                </a:path>
                <a:path w="9097010" h="2654300">
                  <a:moveTo>
                    <a:pt x="9093125" y="2654097"/>
                  </a:moveTo>
                  <a:lnTo>
                    <a:pt x="9091574" y="2654097"/>
                  </a:lnTo>
                  <a:lnTo>
                    <a:pt x="9090411" y="2654097"/>
                  </a:lnTo>
                </a:path>
                <a:path w="9097010" h="2654300">
                  <a:moveTo>
                    <a:pt x="9078621" y="2653787"/>
                  </a:moveTo>
                  <a:lnTo>
                    <a:pt x="9080560" y="2653710"/>
                  </a:lnTo>
                </a:path>
                <a:path w="9097010" h="2654300">
                  <a:moveTo>
                    <a:pt x="9092815" y="2653710"/>
                  </a:moveTo>
                  <a:lnTo>
                    <a:pt x="9093203" y="2653710"/>
                  </a:lnTo>
                  <a:lnTo>
                    <a:pt x="9095918" y="2653710"/>
                  </a:lnTo>
                </a:path>
                <a:path w="9097010" h="2654300">
                  <a:moveTo>
                    <a:pt x="9093358" y="2653787"/>
                  </a:moveTo>
                  <a:lnTo>
                    <a:pt x="9095607" y="2653787"/>
                  </a:lnTo>
                  <a:lnTo>
                    <a:pt x="9095995" y="2653787"/>
                  </a:lnTo>
                </a:path>
                <a:path w="9097010" h="2654300">
                  <a:moveTo>
                    <a:pt x="9078544" y="2653710"/>
                  </a:moveTo>
                  <a:lnTo>
                    <a:pt x="9080483" y="2653632"/>
                  </a:lnTo>
                  <a:lnTo>
                    <a:pt x="9080638" y="2653710"/>
                  </a:lnTo>
                </a:path>
                <a:path w="9097010" h="2654300">
                  <a:moveTo>
                    <a:pt x="9080560" y="2653710"/>
                  </a:moveTo>
                  <a:lnTo>
                    <a:pt x="9080638" y="2653787"/>
                  </a:lnTo>
                </a:path>
                <a:path w="9097010" h="2654300">
                  <a:moveTo>
                    <a:pt x="9078699" y="2653865"/>
                  </a:moveTo>
                  <a:lnTo>
                    <a:pt x="9080638" y="2653787"/>
                  </a:lnTo>
                  <a:lnTo>
                    <a:pt x="9080716" y="2653865"/>
                  </a:lnTo>
                </a:path>
                <a:path w="9097010" h="2654300">
                  <a:moveTo>
                    <a:pt x="9096150" y="2653865"/>
                  </a:moveTo>
                  <a:lnTo>
                    <a:pt x="9096228" y="2653865"/>
                  </a:lnTo>
                </a:path>
                <a:path w="9097010" h="2654300">
                  <a:moveTo>
                    <a:pt x="9080638" y="2653787"/>
                  </a:moveTo>
                  <a:lnTo>
                    <a:pt x="9080716" y="2653787"/>
                  </a:lnTo>
                </a:path>
                <a:path w="9097010" h="2654300">
                  <a:moveTo>
                    <a:pt x="9081414" y="2653865"/>
                  </a:moveTo>
                  <a:lnTo>
                    <a:pt x="9087076" y="2653865"/>
                  </a:lnTo>
                  <a:lnTo>
                    <a:pt x="9090178" y="2653865"/>
                  </a:lnTo>
                </a:path>
                <a:path w="9097010" h="2654300">
                  <a:moveTo>
                    <a:pt x="9078389" y="2653632"/>
                  </a:moveTo>
                  <a:lnTo>
                    <a:pt x="9080405" y="2653554"/>
                  </a:lnTo>
                  <a:lnTo>
                    <a:pt x="9081491" y="2653632"/>
                  </a:lnTo>
                </a:path>
                <a:path w="9097010" h="2654300">
                  <a:moveTo>
                    <a:pt x="9092660" y="2653554"/>
                  </a:moveTo>
                  <a:lnTo>
                    <a:pt x="9093048" y="2653477"/>
                  </a:lnTo>
                </a:path>
                <a:path w="9097010" h="2654300">
                  <a:moveTo>
                    <a:pt x="9092738" y="2653632"/>
                  </a:moveTo>
                  <a:lnTo>
                    <a:pt x="9093125" y="2653632"/>
                  </a:lnTo>
                  <a:lnTo>
                    <a:pt x="9095840" y="2653632"/>
                  </a:lnTo>
                </a:path>
                <a:path w="9097010" h="2654300">
                  <a:moveTo>
                    <a:pt x="9077380" y="2653477"/>
                  </a:moveTo>
                  <a:lnTo>
                    <a:pt x="9077613" y="2653477"/>
                  </a:lnTo>
                </a:path>
                <a:path w="9097010" h="2654300">
                  <a:moveTo>
                    <a:pt x="9077613" y="2653477"/>
                  </a:moveTo>
                  <a:lnTo>
                    <a:pt x="9077691" y="2653554"/>
                  </a:lnTo>
                </a:path>
                <a:path w="9097010" h="2654300">
                  <a:moveTo>
                    <a:pt x="9092738" y="2653710"/>
                  </a:moveTo>
                  <a:lnTo>
                    <a:pt x="9091186" y="2653710"/>
                  </a:lnTo>
                </a:path>
                <a:path w="9097010" h="2654300">
                  <a:moveTo>
                    <a:pt x="9078234" y="2653399"/>
                  </a:moveTo>
                  <a:lnTo>
                    <a:pt x="9080250" y="2653322"/>
                  </a:lnTo>
                </a:path>
                <a:path w="9097010" h="2654300">
                  <a:moveTo>
                    <a:pt x="9092505" y="2653322"/>
                  </a:moveTo>
                  <a:lnTo>
                    <a:pt x="9092893" y="2653322"/>
                  </a:lnTo>
                  <a:lnTo>
                    <a:pt x="9095607" y="2653322"/>
                  </a:lnTo>
                </a:path>
                <a:path w="9097010" h="2654300">
                  <a:moveTo>
                    <a:pt x="9092970" y="2653399"/>
                  </a:moveTo>
                  <a:lnTo>
                    <a:pt x="9095297" y="2653399"/>
                  </a:lnTo>
                  <a:lnTo>
                    <a:pt x="9095685" y="2653399"/>
                  </a:lnTo>
                </a:path>
                <a:path w="9097010" h="2654300">
                  <a:moveTo>
                    <a:pt x="9078156" y="2653322"/>
                  </a:moveTo>
                  <a:lnTo>
                    <a:pt x="9080173" y="2653244"/>
                  </a:lnTo>
                </a:path>
                <a:path w="9097010" h="2654300">
                  <a:moveTo>
                    <a:pt x="9080250" y="2653322"/>
                  </a:moveTo>
                  <a:lnTo>
                    <a:pt x="9080250" y="2653399"/>
                  </a:lnTo>
                </a:path>
                <a:path w="9097010" h="2654300">
                  <a:moveTo>
                    <a:pt x="9078311" y="2653477"/>
                  </a:moveTo>
                  <a:lnTo>
                    <a:pt x="9080328" y="2653477"/>
                  </a:lnTo>
                  <a:lnTo>
                    <a:pt x="9080328" y="2653477"/>
                  </a:lnTo>
                </a:path>
                <a:path w="9097010" h="2654300">
                  <a:moveTo>
                    <a:pt x="9095763" y="2653477"/>
                  </a:moveTo>
                  <a:lnTo>
                    <a:pt x="9095840" y="2653477"/>
                  </a:lnTo>
                </a:path>
                <a:path w="9097010" h="2654300">
                  <a:moveTo>
                    <a:pt x="9080250" y="2653399"/>
                  </a:moveTo>
                  <a:lnTo>
                    <a:pt x="9080328" y="2653399"/>
                  </a:lnTo>
                </a:path>
                <a:path w="9097010" h="2654300">
                  <a:moveTo>
                    <a:pt x="9081026" y="2653554"/>
                  </a:moveTo>
                  <a:lnTo>
                    <a:pt x="9086688" y="2653554"/>
                  </a:lnTo>
                </a:path>
                <a:path w="9097010" h="2654300">
                  <a:moveTo>
                    <a:pt x="9080017" y="2653167"/>
                  </a:moveTo>
                  <a:lnTo>
                    <a:pt x="9080095" y="2653167"/>
                  </a:lnTo>
                </a:path>
                <a:path w="9097010" h="2654300">
                  <a:moveTo>
                    <a:pt x="9078078" y="2653244"/>
                  </a:moveTo>
                  <a:lnTo>
                    <a:pt x="9079475" y="2653167"/>
                  </a:lnTo>
                </a:path>
                <a:path w="9097010" h="2654300">
                  <a:moveTo>
                    <a:pt x="9080095" y="2653167"/>
                  </a:moveTo>
                  <a:lnTo>
                    <a:pt x="9081103" y="2653244"/>
                  </a:lnTo>
                </a:path>
                <a:path w="9097010" h="2654300">
                  <a:moveTo>
                    <a:pt x="9092195" y="2653167"/>
                  </a:moveTo>
                  <a:lnTo>
                    <a:pt x="9092738" y="2653167"/>
                  </a:lnTo>
                </a:path>
                <a:path w="9097010" h="2654300">
                  <a:moveTo>
                    <a:pt x="9092427" y="2653244"/>
                  </a:moveTo>
                  <a:lnTo>
                    <a:pt x="9092815" y="2653244"/>
                  </a:lnTo>
                  <a:lnTo>
                    <a:pt x="9095530" y="2653244"/>
                  </a:lnTo>
                </a:path>
                <a:path w="9097010" h="2654300">
                  <a:moveTo>
                    <a:pt x="9077458" y="2653322"/>
                  </a:moveTo>
                  <a:lnTo>
                    <a:pt x="9077535" y="2653244"/>
                  </a:lnTo>
                </a:path>
                <a:path w="9097010" h="2654300">
                  <a:moveTo>
                    <a:pt x="9077380" y="2653244"/>
                  </a:moveTo>
                  <a:lnTo>
                    <a:pt x="9077380" y="2653167"/>
                  </a:lnTo>
                  <a:lnTo>
                    <a:pt x="9077458" y="2653167"/>
                  </a:lnTo>
                </a:path>
                <a:path w="9097010" h="2654300">
                  <a:moveTo>
                    <a:pt x="9092427" y="2653322"/>
                  </a:moveTo>
                  <a:lnTo>
                    <a:pt x="9090876" y="2653322"/>
                  </a:lnTo>
                </a:path>
                <a:path w="9097010" h="2654300">
                  <a:moveTo>
                    <a:pt x="9092583" y="2653012"/>
                  </a:moveTo>
                  <a:lnTo>
                    <a:pt x="9094909" y="2653012"/>
                  </a:lnTo>
                  <a:lnTo>
                    <a:pt x="9095297" y="2653012"/>
                  </a:lnTo>
                </a:path>
                <a:path w="9097010" h="2654300">
                  <a:moveTo>
                    <a:pt x="9095375" y="2653167"/>
                  </a:moveTo>
                  <a:lnTo>
                    <a:pt x="9095530" y="2653167"/>
                  </a:lnTo>
                </a:path>
                <a:path w="9097010" h="2654300">
                  <a:moveTo>
                    <a:pt x="9089480" y="2653167"/>
                  </a:moveTo>
                  <a:lnTo>
                    <a:pt x="9086378" y="2653167"/>
                  </a:lnTo>
                  <a:lnTo>
                    <a:pt x="9080716" y="2653167"/>
                  </a:lnTo>
                  <a:lnTo>
                    <a:pt x="9080095" y="2653167"/>
                  </a:lnTo>
                </a:path>
                <a:path w="9097010" h="2654300">
                  <a:moveTo>
                    <a:pt x="9089402" y="2653012"/>
                  </a:moveTo>
                  <a:lnTo>
                    <a:pt x="9080017" y="2653089"/>
                  </a:lnTo>
                </a:path>
                <a:path w="9097010" h="2654300">
                  <a:moveTo>
                    <a:pt x="9074045" y="2653167"/>
                  </a:moveTo>
                  <a:lnTo>
                    <a:pt x="9073968" y="2653167"/>
                  </a:lnTo>
                  <a:lnTo>
                    <a:pt x="9072804" y="2653167"/>
                  </a:lnTo>
                </a:path>
                <a:path w="9097010" h="2654300">
                  <a:moveTo>
                    <a:pt x="8218458" y="2653167"/>
                  </a:moveTo>
                  <a:lnTo>
                    <a:pt x="8219078" y="2653167"/>
                  </a:lnTo>
                </a:path>
                <a:path w="9097010" h="2654300">
                  <a:moveTo>
                    <a:pt x="8204574" y="2653167"/>
                  </a:moveTo>
                  <a:lnTo>
                    <a:pt x="8203876" y="2653167"/>
                  </a:lnTo>
                </a:path>
                <a:path w="9097010" h="2654300">
                  <a:moveTo>
                    <a:pt x="8216596" y="2653167"/>
                  </a:moveTo>
                  <a:lnTo>
                    <a:pt x="8216441" y="2653167"/>
                  </a:lnTo>
                </a:path>
                <a:path w="9097010" h="2654300">
                  <a:moveTo>
                    <a:pt x="8206435" y="2653167"/>
                  </a:moveTo>
                  <a:lnTo>
                    <a:pt x="8206591" y="2653167"/>
                  </a:lnTo>
                </a:path>
                <a:path w="9097010" h="2654300">
                  <a:moveTo>
                    <a:pt x="5607484" y="2233711"/>
                  </a:moveTo>
                  <a:lnTo>
                    <a:pt x="5608182" y="2233711"/>
                  </a:lnTo>
                </a:path>
                <a:path w="9097010" h="2654300">
                  <a:moveTo>
                    <a:pt x="4764462" y="2233711"/>
                  </a:moveTo>
                  <a:lnTo>
                    <a:pt x="4764337" y="2233711"/>
                  </a:lnTo>
                </a:path>
                <a:path w="9097010" h="2654300">
                  <a:moveTo>
                    <a:pt x="4754324" y="2233711"/>
                  </a:moveTo>
                  <a:lnTo>
                    <a:pt x="4754487" y="2233711"/>
                  </a:lnTo>
                </a:path>
                <a:path w="9097010" h="2654300">
                  <a:moveTo>
                    <a:pt x="2588077" y="2233711"/>
                  </a:moveTo>
                  <a:lnTo>
                    <a:pt x="2587130" y="2233711"/>
                  </a:lnTo>
                </a:path>
                <a:path w="9097010" h="2654300">
                  <a:moveTo>
                    <a:pt x="2721483" y="2233711"/>
                  </a:moveTo>
                  <a:lnTo>
                    <a:pt x="2720537" y="2233711"/>
                  </a:lnTo>
                </a:path>
                <a:path w="9097010" h="2654300">
                  <a:moveTo>
                    <a:pt x="2524204" y="2233711"/>
                  </a:moveTo>
                  <a:lnTo>
                    <a:pt x="2523266" y="2233711"/>
                  </a:lnTo>
                </a:path>
                <a:path w="9097010" h="2654300">
                  <a:moveTo>
                    <a:pt x="2994804" y="2233711"/>
                  </a:moveTo>
                  <a:lnTo>
                    <a:pt x="2993827" y="2233711"/>
                  </a:lnTo>
                </a:path>
                <a:path w="9097010" h="2654300">
                  <a:moveTo>
                    <a:pt x="3071940" y="2233711"/>
                  </a:moveTo>
                  <a:lnTo>
                    <a:pt x="3072103" y="2233711"/>
                  </a:lnTo>
                </a:path>
                <a:path w="9097010" h="2654300">
                  <a:moveTo>
                    <a:pt x="3081945" y="2233711"/>
                  </a:moveTo>
                  <a:lnTo>
                    <a:pt x="3082070" y="2233711"/>
                  </a:lnTo>
                </a:path>
                <a:path w="9097010" h="2654300">
                  <a:moveTo>
                    <a:pt x="3094371" y="2233711"/>
                  </a:moveTo>
                  <a:lnTo>
                    <a:pt x="3086483" y="2233711"/>
                  </a:lnTo>
                </a:path>
                <a:path w="9097010" h="2654300">
                  <a:moveTo>
                    <a:pt x="2314786" y="2233711"/>
                  </a:moveTo>
                  <a:lnTo>
                    <a:pt x="2313879" y="2233711"/>
                  </a:lnTo>
                </a:path>
                <a:path w="9097010" h="2654300">
                  <a:moveTo>
                    <a:pt x="2378659" y="2233711"/>
                  </a:moveTo>
                  <a:lnTo>
                    <a:pt x="2377744" y="2233711"/>
                  </a:lnTo>
                </a:path>
                <a:path w="9097010" h="2654300">
                  <a:moveTo>
                    <a:pt x="2240877" y="2233711"/>
                  </a:moveTo>
                  <a:lnTo>
                    <a:pt x="2240753" y="2233711"/>
                  </a:lnTo>
                </a:path>
                <a:path w="9097010" h="2654300">
                  <a:moveTo>
                    <a:pt x="2230748" y="2233711"/>
                  </a:moveTo>
                  <a:lnTo>
                    <a:pt x="2230911" y="2233711"/>
                  </a:lnTo>
                </a:path>
                <a:path w="9097010" h="2654300">
                  <a:moveTo>
                    <a:pt x="3923269" y="2233711"/>
                  </a:moveTo>
                  <a:lnTo>
                    <a:pt x="3923145" y="2233711"/>
                  </a:lnTo>
                </a:path>
                <a:path w="9097010" h="2654300">
                  <a:moveTo>
                    <a:pt x="3913132" y="2233711"/>
                  </a:moveTo>
                  <a:lnTo>
                    <a:pt x="3913295" y="2233711"/>
                  </a:lnTo>
                </a:path>
                <a:path w="9097010" h="2654300">
                  <a:moveTo>
                    <a:pt x="6446861" y="2233711"/>
                  </a:moveTo>
                  <a:lnTo>
                    <a:pt x="6446706" y="2233711"/>
                  </a:lnTo>
                </a:path>
                <a:path w="9097010" h="2654300">
                  <a:moveTo>
                    <a:pt x="6436701" y="2233711"/>
                  </a:moveTo>
                  <a:lnTo>
                    <a:pt x="6436856" y="2233711"/>
                  </a:lnTo>
                </a:path>
                <a:path w="9097010" h="2654300">
                  <a:moveTo>
                    <a:pt x="1746884" y="2233711"/>
                  </a:moveTo>
                  <a:lnTo>
                    <a:pt x="1746039" y="2233711"/>
                  </a:lnTo>
                </a:path>
                <a:path w="9097010" h="2654300">
                  <a:moveTo>
                    <a:pt x="1880183" y="2233711"/>
                  </a:moveTo>
                  <a:lnTo>
                    <a:pt x="1879345" y="2233711"/>
                  </a:lnTo>
                </a:path>
                <a:path w="9097010" h="2654300">
                  <a:moveTo>
                    <a:pt x="1944063" y="2233711"/>
                  </a:moveTo>
                  <a:lnTo>
                    <a:pt x="1943210" y="2233711"/>
                  </a:lnTo>
                </a:path>
                <a:path w="9097010" h="2654300">
                  <a:moveTo>
                    <a:pt x="1683012" y="2233711"/>
                  </a:moveTo>
                  <a:lnTo>
                    <a:pt x="1682182" y="2233711"/>
                  </a:lnTo>
                </a:path>
                <a:path w="9097010" h="2654300">
                  <a:moveTo>
                    <a:pt x="2153512" y="2233711"/>
                  </a:moveTo>
                  <a:lnTo>
                    <a:pt x="2152627" y="2233711"/>
                  </a:lnTo>
                </a:path>
                <a:path w="9097010" h="2654300">
                  <a:moveTo>
                    <a:pt x="2101847" y="2233711"/>
                  </a:moveTo>
                  <a:lnTo>
                    <a:pt x="2100963" y="2233711"/>
                  </a:lnTo>
                </a:path>
                <a:path w="9097010" h="2654300">
                  <a:moveTo>
                    <a:pt x="1473594" y="2233711"/>
                  </a:moveTo>
                  <a:lnTo>
                    <a:pt x="1472788" y="2233711"/>
                  </a:lnTo>
                </a:path>
                <a:path w="9097010" h="2654300">
                  <a:moveTo>
                    <a:pt x="1537467" y="2233711"/>
                  </a:moveTo>
                  <a:lnTo>
                    <a:pt x="1536652" y="2233711"/>
                  </a:lnTo>
                </a:path>
                <a:path w="9097010" h="2654300">
                  <a:moveTo>
                    <a:pt x="1399685" y="2233711"/>
                  </a:moveTo>
                  <a:lnTo>
                    <a:pt x="1399561" y="2233711"/>
                  </a:lnTo>
                </a:path>
                <a:path w="9097010" h="2654300">
                  <a:moveTo>
                    <a:pt x="1389556" y="2233711"/>
                  </a:moveTo>
                  <a:lnTo>
                    <a:pt x="1389719" y="2233711"/>
                  </a:lnTo>
                </a:path>
                <a:path w="9097010" h="2654300">
                  <a:moveTo>
                    <a:pt x="893321" y="2233711"/>
                  </a:moveTo>
                  <a:lnTo>
                    <a:pt x="892600" y="2233711"/>
                  </a:lnTo>
                </a:path>
                <a:path w="9097010" h="2654300">
                  <a:moveTo>
                    <a:pt x="1038890" y="2233711"/>
                  </a:moveTo>
                  <a:lnTo>
                    <a:pt x="1038145" y="2233711"/>
                  </a:lnTo>
                </a:path>
                <a:path w="9097010" h="2654300">
                  <a:moveTo>
                    <a:pt x="1115110" y="2233711"/>
                  </a:moveTo>
                  <a:lnTo>
                    <a:pt x="1114342" y="2233711"/>
                  </a:lnTo>
                </a:path>
                <a:path w="9097010" h="2654300">
                  <a:moveTo>
                    <a:pt x="841820" y="0"/>
                  </a:moveTo>
                  <a:lnTo>
                    <a:pt x="834118" y="0"/>
                  </a:lnTo>
                  <a:lnTo>
                    <a:pt x="831745" y="0"/>
                  </a:lnTo>
                </a:path>
                <a:path w="9097010" h="2654300">
                  <a:moveTo>
                    <a:pt x="1312211" y="2233711"/>
                  </a:moveTo>
                  <a:lnTo>
                    <a:pt x="1311435" y="2233711"/>
                  </a:lnTo>
                </a:path>
                <a:path w="9097010" h="2654300">
                  <a:moveTo>
                    <a:pt x="1260655" y="2233711"/>
                  </a:moveTo>
                  <a:lnTo>
                    <a:pt x="1259872" y="2233711"/>
                  </a:lnTo>
                </a:path>
                <a:path w="9097010" h="2654300">
                  <a:moveTo>
                    <a:pt x="571105" y="2233711"/>
                  </a:moveTo>
                  <a:lnTo>
                    <a:pt x="562899" y="2233711"/>
                  </a:lnTo>
                </a:path>
                <a:path w="9097010" h="2654300">
                  <a:moveTo>
                    <a:pt x="632402" y="2233711"/>
                  </a:moveTo>
                  <a:lnTo>
                    <a:pt x="631696" y="2233711"/>
                  </a:lnTo>
                </a:path>
                <a:path w="9097010" h="2654300">
                  <a:moveTo>
                    <a:pt x="696275" y="2233711"/>
                  </a:moveTo>
                  <a:lnTo>
                    <a:pt x="695561" y="2233711"/>
                  </a:lnTo>
                </a:path>
                <a:path w="9097010" h="2654300">
                  <a:moveTo>
                    <a:pt x="558493" y="2233711"/>
                  </a:moveTo>
                  <a:lnTo>
                    <a:pt x="558369" y="2233711"/>
                  </a:lnTo>
                </a:path>
                <a:path w="9097010" h="2654300">
                  <a:moveTo>
                    <a:pt x="548364" y="2233711"/>
                  </a:moveTo>
                  <a:lnTo>
                    <a:pt x="548527" y="2233711"/>
                  </a:lnTo>
                </a:path>
                <a:path w="9097010" h="2654300">
                  <a:moveTo>
                    <a:pt x="64500" y="2233711"/>
                  </a:moveTo>
                  <a:lnTo>
                    <a:pt x="63864" y="2233711"/>
                  </a:lnTo>
                </a:path>
                <a:path w="9097010" h="2654300">
                  <a:moveTo>
                    <a:pt x="197589" y="2233711"/>
                  </a:moveTo>
                  <a:lnTo>
                    <a:pt x="196953" y="2233711"/>
                  </a:lnTo>
                </a:path>
                <a:path w="9097010" h="2654300">
                  <a:moveTo>
                    <a:pt x="273918" y="2233711"/>
                  </a:moveTo>
                  <a:lnTo>
                    <a:pt x="273259" y="2233711"/>
                  </a:lnTo>
                </a:path>
                <a:path w="9097010" h="2654300">
                  <a:moveTo>
                    <a:pt x="628" y="2233711"/>
                  </a:moveTo>
                  <a:lnTo>
                    <a:pt x="0" y="2233711"/>
                  </a:lnTo>
                </a:path>
                <a:path w="9097010" h="2654300">
                  <a:moveTo>
                    <a:pt x="483336" y="2233711"/>
                  </a:moveTo>
                  <a:lnTo>
                    <a:pt x="482645" y="2233711"/>
                  </a:lnTo>
                </a:path>
                <a:path w="9097010" h="2654300">
                  <a:moveTo>
                    <a:pt x="470910" y="2233711"/>
                  </a:moveTo>
                  <a:lnTo>
                    <a:pt x="470243" y="2233711"/>
                  </a:lnTo>
                </a:path>
                <a:path w="9097010" h="2654300">
                  <a:moveTo>
                    <a:pt x="419463" y="2233711"/>
                  </a:moveTo>
                  <a:lnTo>
                    <a:pt x="418781" y="2233711"/>
                  </a:lnTo>
                </a:path>
                <a:path w="9097010" h="2654300">
                  <a:moveTo>
                    <a:pt x="7388465" y="2653322"/>
                  </a:moveTo>
                  <a:lnTo>
                    <a:pt x="7388388" y="2653322"/>
                  </a:lnTo>
                </a:path>
                <a:path w="9097010" h="2654300">
                  <a:moveTo>
                    <a:pt x="7399479" y="2653399"/>
                  </a:moveTo>
                  <a:lnTo>
                    <a:pt x="7401030" y="2653477"/>
                  </a:lnTo>
                  <a:lnTo>
                    <a:pt x="7399867" y="2653477"/>
                  </a:lnTo>
                </a:path>
                <a:path w="9097010" h="2654300">
                  <a:moveTo>
                    <a:pt x="7399402" y="2653399"/>
                  </a:moveTo>
                  <a:lnTo>
                    <a:pt x="7399169" y="2653399"/>
                  </a:lnTo>
                </a:path>
                <a:path w="9097010" h="2654300">
                  <a:moveTo>
                    <a:pt x="7387612" y="2653399"/>
                  </a:moveTo>
                  <a:lnTo>
                    <a:pt x="7387535" y="2653399"/>
                  </a:lnTo>
                </a:path>
                <a:path w="9097010" h="2654300">
                  <a:moveTo>
                    <a:pt x="7387922" y="2653322"/>
                  </a:moveTo>
                  <a:lnTo>
                    <a:pt x="7387612" y="2653322"/>
                  </a:lnTo>
                </a:path>
                <a:path w="9097010" h="2654300">
                  <a:moveTo>
                    <a:pt x="7400332" y="2653322"/>
                  </a:moveTo>
                  <a:lnTo>
                    <a:pt x="7400100" y="2653322"/>
                  </a:lnTo>
                </a:path>
                <a:path w="9097010" h="2654300">
                  <a:moveTo>
                    <a:pt x="7402039" y="2653244"/>
                  </a:moveTo>
                  <a:lnTo>
                    <a:pt x="7401263" y="2653244"/>
                  </a:lnTo>
                </a:path>
                <a:path w="9097010" h="2654300">
                  <a:moveTo>
                    <a:pt x="7391102" y="2653322"/>
                  </a:moveTo>
                  <a:lnTo>
                    <a:pt x="7389939" y="2653322"/>
                  </a:lnTo>
                  <a:lnTo>
                    <a:pt x="7388465" y="2653322"/>
                  </a:lnTo>
                </a:path>
                <a:path w="9097010" h="2654300">
                  <a:moveTo>
                    <a:pt x="7401030" y="2653167"/>
                  </a:moveTo>
                  <a:lnTo>
                    <a:pt x="7401186" y="2653167"/>
                  </a:lnTo>
                </a:path>
                <a:path w="9097010" h="2654300">
                  <a:moveTo>
                    <a:pt x="7388465" y="2653167"/>
                  </a:moveTo>
                  <a:lnTo>
                    <a:pt x="7387767" y="265316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/>
            <p:cNvSpPr/>
            <p:nvPr/>
          </p:nvSpPr>
          <p:spPr>
            <a:xfrm>
              <a:off x="10038166" y="1047096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/>
            <p:cNvSpPr/>
            <p:nvPr/>
          </p:nvSpPr>
          <p:spPr>
            <a:xfrm>
              <a:off x="10039252" y="10473057"/>
              <a:ext cx="2413635" cy="350520"/>
            </a:xfrm>
            <a:custGeom>
              <a:avLst/>
              <a:gdLst/>
              <a:ahLst/>
              <a:cxnLst/>
              <a:rect l="l" t="t" r="r" b="b"/>
              <a:pathLst>
                <a:path w="2413634" h="350520">
                  <a:moveTo>
                    <a:pt x="3102" y="155"/>
                  </a:moveTo>
                  <a:lnTo>
                    <a:pt x="2637" y="155"/>
                  </a:lnTo>
                  <a:lnTo>
                    <a:pt x="0" y="155"/>
                  </a:lnTo>
                </a:path>
                <a:path w="2413634" h="350520">
                  <a:moveTo>
                    <a:pt x="16520" y="0"/>
                  </a:moveTo>
                  <a:lnTo>
                    <a:pt x="16598" y="0"/>
                  </a:lnTo>
                </a:path>
                <a:path w="2413634" h="350520">
                  <a:moveTo>
                    <a:pt x="5894" y="155"/>
                  </a:moveTo>
                  <a:lnTo>
                    <a:pt x="5817" y="155"/>
                  </a:lnTo>
                </a:path>
                <a:path w="2413634" h="350520">
                  <a:moveTo>
                    <a:pt x="18382" y="155"/>
                  </a:moveTo>
                  <a:lnTo>
                    <a:pt x="18537" y="155"/>
                  </a:lnTo>
                </a:path>
                <a:path w="2413634" h="350520">
                  <a:moveTo>
                    <a:pt x="2409777" y="350192"/>
                  </a:moveTo>
                  <a:lnTo>
                    <a:pt x="2411406" y="350192"/>
                  </a:lnTo>
                  <a:lnTo>
                    <a:pt x="2413267" y="350192"/>
                  </a:lnTo>
                </a:path>
                <a:path w="2413634" h="350520">
                  <a:moveTo>
                    <a:pt x="1693878" y="2016"/>
                  </a:moveTo>
                  <a:lnTo>
                    <a:pt x="1693878" y="2094"/>
                  </a:lnTo>
                </a:path>
                <a:path w="2413634" h="350520">
                  <a:moveTo>
                    <a:pt x="1696050" y="2016"/>
                  </a:moveTo>
                  <a:lnTo>
                    <a:pt x="1695895" y="201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/>
            <p:cNvSpPr/>
            <p:nvPr/>
          </p:nvSpPr>
          <p:spPr>
            <a:xfrm>
              <a:off x="10055848" y="10471128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3873" y="1930"/>
                  </a:moveTo>
                  <a:lnTo>
                    <a:pt x="3302" y="558"/>
                  </a:lnTo>
                  <a:lnTo>
                    <a:pt x="1930" y="0"/>
                  </a:lnTo>
                  <a:lnTo>
                    <a:pt x="558" y="558"/>
                  </a:lnTo>
                  <a:lnTo>
                    <a:pt x="0" y="1930"/>
                  </a:lnTo>
                  <a:lnTo>
                    <a:pt x="0" y="2095"/>
                  </a:lnTo>
                  <a:lnTo>
                    <a:pt x="558" y="3454"/>
                  </a:lnTo>
                  <a:lnTo>
                    <a:pt x="1930" y="4025"/>
                  </a:lnTo>
                  <a:lnTo>
                    <a:pt x="3302" y="3454"/>
                  </a:lnTo>
                  <a:lnTo>
                    <a:pt x="3873" y="2095"/>
                  </a:lnTo>
                  <a:lnTo>
                    <a:pt x="3873" y="1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/>
            <p:cNvSpPr/>
            <p:nvPr/>
          </p:nvSpPr>
          <p:spPr>
            <a:xfrm>
              <a:off x="2539507" y="10190885"/>
              <a:ext cx="9775825" cy="645795"/>
            </a:xfrm>
            <a:custGeom>
              <a:avLst/>
              <a:gdLst/>
              <a:ahLst/>
              <a:cxnLst/>
              <a:rect l="l" t="t" r="r" b="b"/>
              <a:pathLst>
                <a:path w="9775825" h="645795">
                  <a:moveTo>
                    <a:pt x="9193623" y="607078"/>
                  </a:moveTo>
                  <a:lnTo>
                    <a:pt x="9193855" y="607156"/>
                  </a:lnTo>
                </a:path>
                <a:path w="9775825" h="645795">
                  <a:moveTo>
                    <a:pt x="9768358" y="645084"/>
                  </a:moveTo>
                  <a:lnTo>
                    <a:pt x="9768435" y="645084"/>
                  </a:lnTo>
                  <a:lnTo>
                    <a:pt x="9771848" y="645316"/>
                  </a:lnTo>
                </a:path>
                <a:path w="9775825" h="645795">
                  <a:moveTo>
                    <a:pt x="9771926" y="645316"/>
                  </a:moveTo>
                  <a:lnTo>
                    <a:pt x="9775339" y="645549"/>
                  </a:lnTo>
                </a:path>
                <a:path w="9775825" h="645795">
                  <a:moveTo>
                    <a:pt x="0" y="0"/>
                  </a:moveTo>
                  <a:lnTo>
                    <a:pt x="12200" y="775"/>
                  </a:lnTo>
                </a:path>
                <a:path w="9775825" h="645795">
                  <a:moveTo>
                    <a:pt x="9198121" y="283954"/>
                  </a:moveTo>
                  <a:lnTo>
                    <a:pt x="9198199" y="284032"/>
                  </a:lnTo>
                  <a:lnTo>
                    <a:pt x="9198276" y="284032"/>
                  </a:lnTo>
                </a:path>
                <a:path w="9775825" h="645795">
                  <a:moveTo>
                    <a:pt x="9198354" y="284187"/>
                  </a:moveTo>
                  <a:lnTo>
                    <a:pt x="9203008" y="284265"/>
                  </a:lnTo>
                </a:path>
                <a:path w="9775825" h="645795">
                  <a:moveTo>
                    <a:pt x="9198199" y="283954"/>
                  </a:moveTo>
                  <a:lnTo>
                    <a:pt x="9199130" y="283954"/>
                  </a:lnTo>
                  <a:lnTo>
                    <a:pt x="9203628" y="283954"/>
                  </a:lnTo>
                </a:path>
                <a:path w="9775825" h="645795">
                  <a:moveTo>
                    <a:pt x="9210686" y="283877"/>
                  </a:moveTo>
                  <a:lnTo>
                    <a:pt x="9212936" y="283877"/>
                  </a:lnTo>
                  <a:lnTo>
                    <a:pt x="9213401" y="2838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1732975" y="1047282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/>
            <p:cNvSpPr/>
            <p:nvPr/>
          </p:nvSpPr>
          <p:spPr>
            <a:xfrm>
              <a:off x="10042431" y="8239733"/>
              <a:ext cx="1710689" cy="2235835"/>
            </a:xfrm>
            <a:custGeom>
              <a:avLst/>
              <a:gdLst/>
              <a:ahLst/>
              <a:cxnLst/>
              <a:rect l="l" t="t" r="r" b="b"/>
              <a:pathLst>
                <a:path w="1710690" h="2235834">
                  <a:moveTo>
                    <a:pt x="1692870" y="2235417"/>
                  </a:moveTo>
                  <a:lnTo>
                    <a:pt x="1693336" y="2235340"/>
                  </a:lnTo>
                </a:path>
                <a:path w="1710690" h="2235834">
                  <a:moveTo>
                    <a:pt x="1692560" y="2235184"/>
                  </a:moveTo>
                  <a:lnTo>
                    <a:pt x="1692637" y="2235184"/>
                  </a:lnTo>
                </a:path>
                <a:path w="1710690" h="2235834">
                  <a:moveTo>
                    <a:pt x="1692482" y="2235029"/>
                  </a:moveTo>
                  <a:lnTo>
                    <a:pt x="1692637" y="2235107"/>
                  </a:lnTo>
                </a:path>
                <a:path w="1710690" h="2235834">
                  <a:moveTo>
                    <a:pt x="1694964" y="2234797"/>
                  </a:moveTo>
                  <a:lnTo>
                    <a:pt x="1704427" y="2234797"/>
                  </a:lnTo>
                </a:path>
                <a:path w="1710690" h="2235834">
                  <a:moveTo>
                    <a:pt x="1710477" y="2235029"/>
                  </a:moveTo>
                  <a:lnTo>
                    <a:pt x="1710554" y="2235029"/>
                  </a:lnTo>
                </a:path>
                <a:path w="1710690" h="2235834">
                  <a:moveTo>
                    <a:pt x="1695042" y="2234952"/>
                  </a:moveTo>
                  <a:lnTo>
                    <a:pt x="1696438" y="2234952"/>
                  </a:lnTo>
                </a:path>
                <a:path w="1710690" h="2235834">
                  <a:moveTo>
                    <a:pt x="1695740" y="2235029"/>
                  </a:moveTo>
                  <a:lnTo>
                    <a:pt x="1695119" y="2235029"/>
                  </a:lnTo>
                </a:path>
                <a:path w="1710690" h="2235834">
                  <a:moveTo>
                    <a:pt x="1701402" y="2235029"/>
                  </a:moveTo>
                  <a:lnTo>
                    <a:pt x="1704582" y="2235029"/>
                  </a:lnTo>
                </a:path>
                <a:path w="1710690" h="2235834">
                  <a:moveTo>
                    <a:pt x="1694809" y="2234719"/>
                  </a:moveTo>
                  <a:lnTo>
                    <a:pt x="1695817" y="2234719"/>
                  </a:lnTo>
                  <a:lnTo>
                    <a:pt x="1700471" y="2234719"/>
                  </a:lnTo>
                  <a:lnTo>
                    <a:pt x="1703031" y="2234719"/>
                  </a:lnTo>
                </a:path>
                <a:path w="1710690" h="2235834">
                  <a:moveTo>
                    <a:pt x="1707452" y="2234641"/>
                  </a:moveTo>
                  <a:lnTo>
                    <a:pt x="1709624" y="2234641"/>
                  </a:lnTo>
                </a:path>
                <a:path w="1710690" h="2235834">
                  <a:moveTo>
                    <a:pt x="1692095" y="2234641"/>
                  </a:moveTo>
                  <a:lnTo>
                    <a:pt x="1692172" y="2234641"/>
                  </a:lnTo>
                </a:path>
                <a:path w="1710690" h="2235834">
                  <a:moveTo>
                    <a:pt x="1692172" y="2234797"/>
                  </a:moveTo>
                  <a:lnTo>
                    <a:pt x="1692250" y="2234797"/>
                  </a:lnTo>
                </a:path>
                <a:path w="1710690" h="2235834">
                  <a:moveTo>
                    <a:pt x="1692327" y="2234797"/>
                  </a:moveTo>
                  <a:lnTo>
                    <a:pt x="1692870" y="2234797"/>
                  </a:lnTo>
                </a:path>
                <a:path w="1710690" h="2235834">
                  <a:moveTo>
                    <a:pt x="1692095" y="2234719"/>
                  </a:moveTo>
                  <a:lnTo>
                    <a:pt x="1692250" y="2234719"/>
                  </a:lnTo>
                </a:path>
                <a:path w="1710690" h="2235834">
                  <a:moveTo>
                    <a:pt x="1694654" y="2234486"/>
                  </a:moveTo>
                  <a:lnTo>
                    <a:pt x="1704039" y="2234409"/>
                  </a:lnTo>
                </a:path>
                <a:path w="1710690" h="2235834">
                  <a:moveTo>
                    <a:pt x="1710244" y="2234641"/>
                  </a:moveTo>
                  <a:lnTo>
                    <a:pt x="1710322" y="2234641"/>
                  </a:lnTo>
                </a:path>
                <a:path w="1710690" h="2235834">
                  <a:moveTo>
                    <a:pt x="1694732" y="2234564"/>
                  </a:moveTo>
                  <a:lnTo>
                    <a:pt x="1696050" y="2234564"/>
                  </a:lnTo>
                </a:path>
                <a:path w="1710690" h="2235834">
                  <a:moveTo>
                    <a:pt x="1695430" y="2234641"/>
                  </a:moveTo>
                  <a:lnTo>
                    <a:pt x="1694809" y="2234719"/>
                  </a:lnTo>
                </a:path>
                <a:path w="1710690" h="2235834">
                  <a:moveTo>
                    <a:pt x="1694421" y="2234331"/>
                  </a:moveTo>
                  <a:lnTo>
                    <a:pt x="1695507" y="2234331"/>
                  </a:lnTo>
                  <a:lnTo>
                    <a:pt x="1700239" y="2234331"/>
                  </a:lnTo>
                  <a:lnTo>
                    <a:pt x="1702643" y="2234331"/>
                  </a:lnTo>
                </a:path>
                <a:path w="1710690" h="2235834">
                  <a:moveTo>
                    <a:pt x="1707064" y="2234254"/>
                  </a:moveTo>
                  <a:lnTo>
                    <a:pt x="1709313" y="2234254"/>
                  </a:lnTo>
                </a:path>
                <a:path w="1710690" h="2235834">
                  <a:moveTo>
                    <a:pt x="1691707" y="2234254"/>
                  </a:moveTo>
                  <a:lnTo>
                    <a:pt x="1691784" y="2234254"/>
                  </a:lnTo>
                </a:path>
                <a:path w="1710690" h="2235834">
                  <a:moveTo>
                    <a:pt x="1691862" y="2234409"/>
                  </a:moveTo>
                  <a:lnTo>
                    <a:pt x="1691862" y="2234486"/>
                  </a:lnTo>
                </a:path>
                <a:path w="1710690" h="2235834">
                  <a:moveTo>
                    <a:pt x="1691939" y="2234409"/>
                  </a:moveTo>
                  <a:lnTo>
                    <a:pt x="1692482" y="2234409"/>
                  </a:lnTo>
                </a:path>
                <a:path w="1710690" h="2235834">
                  <a:moveTo>
                    <a:pt x="1691707" y="2234331"/>
                  </a:moveTo>
                  <a:lnTo>
                    <a:pt x="1691862" y="2234331"/>
                  </a:lnTo>
                </a:path>
                <a:path w="1710690" h="2235834">
                  <a:moveTo>
                    <a:pt x="1694266" y="2234099"/>
                  </a:moveTo>
                  <a:lnTo>
                    <a:pt x="1703729" y="2234099"/>
                  </a:lnTo>
                </a:path>
                <a:path w="1710690" h="2235834">
                  <a:moveTo>
                    <a:pt x="1709856" y="2234254"/>
                  </a:moveTo>
                  <a:lnTo>
                    <a:pt x="1709934" y="2234254"/>
                  </a:lnTo>
                </a:path>
                <a:path w="1710690" h="2235834">
                  <a:moveTo>
                    <a:pt x="1694344" y="2234176"/>
                  </a:moveTo>
                  <a:lnTo>
                    <a:pt x="1695740" y="2234176"/>
                  </a:lnTo>
                </a:path>
                <a:path w="1710690" h="2235834">
                  <a:moveTo>
                    <a:pt x="1695042" y="2234254"/>
                  </a:moveTo>
                  <a:lnTo>
                    <a:pt x="1694421" y="2234331"/>
                  </a:lnTo>
                </a:path>
                <a:path w="1710690" h="2235834">
                  <a:moveTo>
                    <a:pt x="1695119" y="2233943"/>
                  </a:moveTo>
                  <a:lnTo>
                    <a:pt x="1700006" y="2234021"/>
                  </a:lnTo>
                </a:path>
                <a:path w="1710690" h="2235834">
                  <a:moveTo>
                    <a:pt x="1706754" y="2233866"/>
                  </a:moveTo>
                  <a:lnTo>
                    <a:pt x="1708925" y="2233866"/>
                  </a:lnTo>
                </a:path>
                <a:path w="1710690" h="2235834">
                  <a:moveTo>
                    <a:pt x="1691396" y="2233866"/>
                  </a:moveTo>
                  <a:lnTo>
                    <a:pt x="1691474" y="2233866"/>
                  </a:lnTo>
                </a:path>
                <a:path w="1710690" h="2235834">
                  <a:moveTo>
                    <a:pt x="1691474" y="2234021"/>
                  </a:moveTo>
                  <a:lnTo>
                    <a:pt x="1691552" y="2234099"/>
                  </a:lnTo>
                </a:path>
                <a:path w="1710690" h="2235834">
                  <a:moveTo>
                    <a:pt x="1691629" y="2234099"/>
                  </a:moveTo>
                  <a:lnTo>
                    <a:pt x="1692095" y="2234021"/>
                  </a:lnTo>
                </a:path>
                <a:path w="1710690" h="2235834">
                  <a:moveTo>
                    <a:pt x="1691396" y="2233943"/>
                  </a:moveTo>
                  <a:lnTo>
                    <a:pt x="1691552" y="2233943"/>
                  </a:lnTo>
                </a:path>
                <a:path w="1710690" h="2235834">
                  <a:moveTo>
                    <a:pt x="1693956" y="2233711"/>
                  </a:moveTo>
                  <a:lnTo>
                    <a:pt x="1703341" y="2233711"/>
                  </a:lnTo>
                </a:path>
                <a:path w="1710690" h="2235834">
                  <a:moveTo>
                    <a:pt x="1709546" y="2233866"/>
                  </a:moveTo>
                  <a:lnTo>
                    <a:pt x="1709624" y="2233866"/>
                  </a:lnTo>
                </a:path>
                <a:path w="1710690" h="2235834">
                  <a:moveTo>
                    <a:pt x="1694034" y="2233788"/>
                  </a:moveTo>
                  <a:lnTo>
                    <a:pt x="1695352" y="2233788"/>
                  </a:lnTo>
                </a:path>
                <a:path w="1710690" h="2235834">
                  <a:moveTo>
                    <a:pt x="1694732" y="2233866"/>
                  </a:moveTo>
                  <a:lnTo>
                    <a:pt x="1694111" y="2233943"/>
                  </a:lnTo>
                </a:path>
                <a:path w="1710690" h="2235834">
                  <a:moveTo>
                    <a:pt x="1694809" y="2233633"/>
                  </a:moveTo>
                  <a:lnTo>
                    <a:pt x="1699773" y="2233633"/>
                  </a:lnTo>
                </a:path>
                <a:path w="1710690" h="2235834">
                  <a:moveTo>
                    <a:pt x="1706366" y="2233478"/>
                  </a:moveTo>
                  <a:lnTo>
                    <a:pt x="1708615" y="2233478"/>
                  </a:lnTo>
                </a:path>
                <a:path w="1710690" h="2235834">
                  <a:moveTo>
                    <a:pt x="1691009" y="2233556"/>
                  </a:moveTo>
                  <a:lnTo>
                    <a:pt x="1691086" y="2233478"/>
                  </a:lnTo>
                </a:path>
                <a:path w="1710690" h="2235834">
                  <a:moveTo>
                    <a:pt x="1703651" y="2233478"/>
                  </a:moveTo>
                  <a:lnTo>
                    <a:pt x="1704660" y="2233478"/>
                  </a:lnTo>
                  <a:lnTo>
                    <a:pt x="1705901" y="2233478"/>
                  </a:lnTo>
                </a:path>
                <a:path w="1710690" h="2235834">
                  <a:moveTo>
                    <a:pt x="1691164" y="2233633"/>
                  </a:moveTo>
                  <a:lnTo>
                    <a:pt x="1691164" y="2233711"/>
                  </a:lnTo>
                </a:path>
                <a:path w="1710690" h="2235834">
                  <a:moveTo>
                    <a:pt x="1691241" y="2233711"/>
                  </a:moveTo>
                  <a:lnTo>
                    <a:pt x="1691784" y="2233633"/>
                  </a:lnTo>
                </a:path>
                <a:path w="1710690" h="2235834">
                  <a:moveTo>
                    <a:pt x="1691009" y="2233556"/>
                  </a:moveTo>
                  <a:lnTo>
                    <a:pt x="1691164" y="2233633"/>
                  </a:lnTo>
                </a:path>
                <a:path w="1710690" h="2235834">
                  <a:moveTo>
                    <a:pt x="1693568" y="2233323"/>
                  </a:moveTo>
                  <a:lnTo>
                    <a:pt x="1703031" y="2233323"/>
                  </a:lnTo>
                </a:path>
                <a:path w="1710690" h="2235834">
                  <a:moveTo>
                    <a:pt x="1709158" y="2233478"/>
                  </a:moveTo>
                  <a:lnTo>
                    <a:pt x="1709236" y="2233478"/>
                  </a:lnTo>
                </a:path>
                <a:path w="1710690" h="2235834">
                  <a:moveTo>
                    <a:pt x="1693646" y="2233400"/>
                  </a:moveTo>
                  <a:lnTo>
                    <a:pt x="1695042" y="2233400"/>
                  </a:lnTo>
                </a:path>
                <a:path w="1710690" h="2235834">
                  <a:moveTo>
                    <a:pt x="1694344" y="2233556"/>
                  </a:moveTo>
                  <a:lnTo>
                    <a:pt x="1693723" y="2233556"/>
                  </a:lnTo>
                </a:path>
                <a:path w="1710690" h="2235834">
                  <a:moveTo>
                    <a:pt x="1700006" y="2233556"/>
                  </a:moveTo>
                  <a:lnTo>
                    <a:pt x="1701557" y="2233478"/>
                  </a:lnTo>
                </a:path>
                <a:path w="1710690" h="2235834">
                  <a:moveTo>
                    <a:pt x="1694421" y="2233245"/>
                  </a:moveTo>
                  <a:lnTo>
                    <a:pt x="1699540" y="2233245"/>
                  </a:lnTo>
                </a:path>
                <a:path w="1710690" h="2235834">
                  <a:moveTo>
                    <a:pt x="1706056" y="2233168"/>
                  </a:moveTo>
                  <a:lnTo>
                    <a:pt x="1708227" y="2233168"/>
                  </a:lnTo>
                </a:path>
                <a:path w="1710690" h="2235834">
                  <a:moveTo>
                    <a:pt x="1708848" y="2233168"/>
                  </a:moveTo>
                  <a:lnTo>
                    <a:pt x="1708925" y="2233168"/>
                  </a:lnTo>
                </a:path>
                <a:path w="1710690" h="2235834">
                  <a:moveTo>
                    <a:pt x="1692793" y="2233168"/>
                  </a:moveTo>
                  <a:lnTo>
                    <a:pt x="1692793" y="2233013"/>
                  </a:lnTo>
                  <a:lnTo>
                    <a:pt x="1692793" y="4808"/>
                  </a:lnTo>
                  <a:lnTo>
                    <a:pt x="1692793" y="0"/>
                  </a:lnTo>
                </a:path>
                <a:path w="1710690" h="2235834">
                  <a:moveTo>
                    <a:pt x="387" y="2233400"/>
                  </a:moveTo>
                  <a:lnTo>
                    <a:pt x="0" y="223340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/>
            <p:cNvSpPr/>
            <p:nvPr/>
          </p:nvSpPr>
          <p:spPr>
            <a:xfrm>
              <a:off x="10055695" y="1047119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/>
            <p:cNvSpPr/>
            <p:nvPr/>
          </p:nvSpPr>
          <p:spPr>
            <a:xfrm>
              <a:off x="10040104" y="10472901"/>
              <a:ext cx="2421255" cy="350520"/>
            </a:xfrm>
            <a:custGeom>
              <a:avLst/>
              <a:gdLst/>
              <a:ahLst/>
              <a:cxnLst/>
              <a:rect l="l" t="t" r="r" b="b"/>
              <a:pathLst>
                <a:path w="2421254" h="350520">
                  <a:moveTo>
                    <a:pt x="16830" y="0"/>
                  </a:moveTo>
                  <a:lnTo>
                    <a:pt x="16908" y="77"/>
                  </a:lnTo>
                  <a:lnTo>
                    <a:pt x="17684" y="0"/>
                  </a:lnTo>
                </a:path>
                <a:path w="2421254" h="350520">
                  <a:moveTo>
                    <a:pt x="853" y="0"/>
                  </a:moveTo>
                  <a:lnTo>
                    <a:pt x="0" y="0"/>
                  </a:lnTo>
                </a:path>
                <a:path w="2421254" h="350520">
                  <a:moveTo>
                    <a:pt x="16598" y="0"/>
                  </a:moveTo>
                  <a:lnTo>
                    <a:pt x="16598" y="0"/>
                  </a:lnTo>
                  <a:lnTo>
                    <a:pt x="16830" y="77"/>
                  </a:lnTo>
                </a:path>
                <a:path w="2421254" h="350520">
                  <a:moveTo>
                    <a:pt x="14814" y="232"/>
                  </a:moveTo>
                  <a:lnTo>
                    <a:pt x="15047" y="232"/>
                  </a:lnTo>
                  <a:lnTo>
                    <a:pt x="15512" y="310"/>
                  </a:lnTo>
                </a:path>
                <a:path w="2421254" h="350520">
                  <a:moveTo>
                    <a:pt x="2414043" y="350425"/>
                  </a:moveTo>
                  <a:lnTo>
                    <a:pt x="2415904" y="350425"/>
                  </a:lnTo>
                </a:path>
                <a:path w="2421254" h="350520">
                  <a:moveTo>
                    <a:pt x="2419317" y="350425"/>
                  </a:moveTo>
                  <a:lnTo>
                    <a:pt x="2420946" y="350425"/>
                  </a:lnTo>
                </a:path>
                <a:path w="2421254" h="350520">
                  <a:moveTo>
                    <a:pt x="1693025" y="1473"/>
                  </a:moveTo>
                  <a:lnTo>
                    <a:pt x="1693025" y="155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/>
            <p:cNvSpPr/>
            <p:nvPr/>
          </p:nvSpPr>
          <p:spPr>
            <a:xfrm>
              <a:off x="11731192" y="1047282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2551708" y="10053445"/>
              <a:ext cx="10605770" cy="838835"/>
            </a:xfrm>
            <a:custGeom>
              <a:avLst/>
              <a:gdLst/>
              <a:ahLst/>
              <a:cxnLst/>
              <a:rect l="l" t="t" r="r" b="b"/>
              <a:pathLst>
                <a:path w="10605769" h="838834">
                  <a:moveTo>
                    <a:pt x="9183439" y="421627"/>
                  </a:moveTo>
                  <a:lnTo>
                    <a:pt x="9181422" y="421627"/>
                  </a:lnTo>
                </a:path>
                <a:path w="10605769" h="838834">
                  <a:moveTo>
                    <a:pt x="7506081" y="419455"/>
                  </a:moveTo>
                  <a:lnTo>
                    <a:pt x="7506081" y="419533"/>
                  </a:lnTo>
                  <a:lnTo>
                    <a:pt x="7506081" y="419611"/>
                  </a:lnTo>
                </a:path>
                <a:path w="10605769" h="838834">
                  <a:moveTo>
                    <a:pt x="7506081" y="419611"/>
                  </a:moveTo>
                  <a:lnTo>
                    <a:pt x="7506081" y="419688"/>
                  </a:lnTo>
                  <a:lnTo>
                    <a:pt x="7506081" y="419766"/>
                  </a:lnTo>
                </a:path>
                <a:path w="10605769" h="838834">
                  <a:moveTo>
                    <a:pt x="9181655" y="744596"/>
                  </a:moveTo>
                  <a:lnTo>
                    <a:pt x="9183594" y="744673"/>
                  </a:lnTo>
                  <a:lnTo>
                    <a:pt x="9756157" y="782524"/>
                  </a:lnTo>
                </a:path>
                <a:path w="10605769" h="838834">
                  <a:moveTo>
                    <a:pt x="10138849" y="807809"/>
                  </a:moveTo>
                  <a:lnTo>
                    <a:pt x="10605307" y="838601"/>
                  </a:lnTo>
                </a:path>
                <a:path w="10605769" h="838834">
                  <a:moveTo>
                    <a:pt x="0" y="138215"/>
                  </a:moveTo>
                  <a:lnTo>
                    <a:pt x="9896" y="138913"/>
                  </a:lnTo>
                  <a:lnTo>
                    <a:pt x="2634156" y="312187"/>
                  </a:lnTo>
                </a:path>
                <a:path w="10605769" h="838834">
                  <a:moveTo>
                    <a:pt x="9186153" y="421550"/>
                  </a:moveTo>
                  <a:lnTo>
                    <a:pt x="9187472" y="421550"/>
                  </a:lnTo>
                  <a:lnTo>
                    <a:pt x="9195616" y="421550"/>
                  </a:lnTo>
                </a:path>
                <a:path w="10605769" h="838834">
                  <a:moveTo>
                    <a:pt x="9185843" y="421317"/>
                  </a:moveTo>
                  <a:lnTo>
                    <a:pt x="9186929" y="421394"/>
                  </a:lnTo>
                </a:path>
                <a:path w="10605769" h="838834">
                  <a:moveTo>
                    <a:pt x="9191428" y="421394"/>
                  </a:moveTo>
                  <a:lnTo>
                    <a:pt x="9194065" y="421394"/>
                  </a:lnTo>
                  <a:lnTo>
                    <a:pt x="9195383" y="421394"/>
                  </a:lnTo>
                </a:path>
                <a:path w="10605769" h="838834">
                  <a:moveTo>
                    <a:pt x="9183206" y="421317"/>
                  </a:moveTo>
                  <a:lnTo>
                    <a:pt x="9183749" y="421317"/>
                  </a:lnTo>
                </a:path>
                <a:path w="10605769" h="838834">
                  <a:moveTo>
                    <a:pt x="9183361" y="421472"/>
                  </a:moveTo>
                  <a:lnTo>
                    <a:pt x="9183361" y="421472"/>
                  </a:lnTo>
                  <a:lnTo>
                    <a:pt x="9183439" y="421472"/>
                  </a:lnTo>
                </a:path>
                <a:path w="10605769" h="838834">
                  <a:moveTo>
                    <a:pt x="9183361" y="421394"/>
                  </a:moveTo>
                  <a:lnTo>
                    <a:pt x="9183904" y="421472"/>
                  </a:lnTo>
                </a:path>
                <a:path w="10605769" h="838834">
                  <a:moveTo>
                    <a:pt x="9187162" y="421239"/>
                  </a:moveTo>
                  <a:lnTo>
                    <a:pt x="9195228" y="421239"/>
                  </a:lnTo>
                </a:path>
                <a:path w="10605769" h="838834">
                  <a:moveTo>
                    <a:pt x="9193755" y="421007"/>
                  </a:moveTo>
                  <a:lnTo>
                    <a:pt x="9195073" y="421007"/>
                  </a:lnTo>
                </a:path>
                <a:path w="10605769" h="838834">
                  <a:moveTo>
                    <a:pt x="9182896" y="420929"/>
                  </a:moveTo>
                  <a:lnTo>
                    <a:pt x="9183439" y="420929"/>
                  </a:lnTo>
                </a:path>
                <a:path w="10605769" h="838834">
                  <a:moveTo>
                    <a:pt x="9182973" y="421084"/>
                  </a:moveTo>
                  <a:lnTo>
                    <a:pt x="9182973" y="421084"/>
                  </a:lnTo>
                  <a:lnTo>
                    <a:pt x="9183051" y="421084"/>
                  </a:lnTo>
                </a:path>
                <a:path w="10605769" h="838834">
                  <a:moveTo>
                    <a:pt x="9182973" y="421007"/>
                  </a:moveTo>
                  <a:lnTo>
                    <a:pt x="9183594" y="421084"/>
                  </a:lnTo>
                </a:path>
                <a:path w="10605769" h="838834">
                  <a:moveTo>
                    <a:pt x="9201045" y="420929"/>
                  </a:moveTo>
                  <a:lnTo>
                    <a:pt x="9201123" y="420929"/>
                  </a:lnTo>
                  <a:lnTo>
                    <a:pt x="9203605" y="420929"/>
                  </a:lnTo>
                </a:path>
                <a:path w="10605769" h="838834">
                  <a:moveTo>
                    <a:pt x="9186774" y="420852"/>
                  </a:moveTo>
                  <a:lnTo>
                    <a:pt x="9194840" y="420852"/>
                  </a:lnTo>
                </a:path>
                <a:path w="10605769" h="838834">
                  <a:moveTo>
                    <a:pt x="9193367" y="420619"/>
                  </a:moveTo>
                  <a:lnTo>
                    <a:pt x="9194685" y="420619"/>
                  </a:lnTo>
                </a:path>
                <a:path w="10605769" h="838834">
                  <a:moveTo>
                    <a:pt x="9182508" y="420541"/>
                  </a:moveTo>
                  <a:lnTo>
                    <a:pt x="9183051" y="420541"/>
                  </a:lnTo>
                </a:path>
                <a:path w="10605769" h="838834">
                  <a:moveTo>
                    <a:pt x="9182586" y="420774"/>
                  </a:moveTo>
                  <a:lnTo>
                    <a:pt x="9182663" y="420774"/>
                  </a:lnTo>
                  <a:lnTo>
                    <a:pt x="9182663" y="420696"/>
                  </a:lnTo>
                </a:path>
                <a:path w="10605769" h="838834">
                  <a:moveTo>
                    <a:pt x="9200658" y="420541"/>
                  </a:moveTo>
                  <a:lnTo>
                    <a:pt x="9200813" y="420541"/>
                  </a:lnTo>
                  <a:lnTo>
                    <a:pt x="9203217" y="420541"/>
                  </a:lnTo>
                </a:path>
                <a:path w="10605769" h="838834">
                  <a:moveTo>
                    <a:pt x="9186464" y="420464"/>
                  </a:moveTo>
                  <a:lnTo>
                    <a:pt x="9194530" y="420464"/>
                  </a:lnTo>
                </a:path>
                <a:path w="10605769" h="838834">
                  <a:moveTo>
                    <a:pt x="9190730" y="420309"/>
                  </a:moveTo>
                  <a:lnTo>
                    <a:pt x="9193056" y="420231"/>
                  </a:lnTo>
                </a:path>
                <a:path w="10605769" h="838834">
                  <a:moveTo>
                    <a:pt x="9182198" y="420153"/>
                  </a:moveTo>
                  <a:lnTo>
                    <a:pt x="9182741" y="420153"/>
                  </a:lnTo>
                </a:path>
                <a:path w="10605769" h="838834">
                  <a:moveTo>
                    <a:pt x="9182275" y="420386"/>
                  </a:moveTo>
                  <a:lnTo>
                    <a:pt x="9182275" y="420386"/>
                  </a:lnTo>
                  <a:lnTo>
                    <a:pt x="9182353" y="420386"/>
                  </a:lnTo>
                </a:path>
                <a:path w="10605769" h="838834">
                  <a:moveTo>
                    <a:pt x="9200347" y="420153"/>
                  </a:moveTo>
                  <a:lnTo>
                    <a:pt x="9200425" y="420153"/>
                  </a:lnTo>
                  <a:lnTo>
                    <a:pt x="9202829" y="420153"/>
                  </a:lnTo>
                </a:path>
                <a:path w="10605769" h="838834">
                  <a:moveTo>
                    <a:pt x="9186076" y="420076"/>
                  </a:moveTo>
                  <a:lnTo>
                    <a:pt x="9194142" y="420076"/>
                  </a:lnTo>
                </a:path>
                <a:path w="10605769" h="838834">
                  <a:moveTo>
                    <a:pt x="9190497" y="419921"/>
                  </a:moveTo>
                  <a:lnTo>
                    <a:pt x="9192746" y="419921"/>
                  </a:lnTo>
                </a:path>
                <a:path w="10605769" h="838834">
                  <a:moveTo>
                    <a:pt x="9181810" y="419766"/>
                  </a:moveTo>
                  <a:lnTo>
                    <a:pt x="9182353" y="419843"/>
                  </a:lnTo>
                </a:path>
                <a:path w="10605769" h="838834">
                  <a:moveTo>
                    <a:pt x="9181888" y="419998"/>
                  </a:moveTo>
                  <a:lnTo>
                    <a:pt x="9181965" y="419998"/>
                  </a:lnTo>
                  <a:lnTo>
                    <a:pt x="9181965" y="419998"/>
                  </a:lnTo>
                </a:path>
                <a:path w="10605769" h="838834">
                  <a:moveTo>
                    <a:pt x="9199959" y="419766"/>
                  </a:moveTo>
                  <a:lnTo>
                    <a:pt x="9200037" y="419766"/>
                  </a:lnTo>
                  <a:lnTo>
                    <a:pt x="9202519" y="419766"/>
                  </a:lnTo>
                </a:path>
                <a:path w="10605769" h="838834">
                  <a:moveTo>
                    <a:pt x="9185766" y="419688"/>
                  </a:moveTo>
                  <a:lnTo>
                    <a:pt x="9193832" y="419688"/>
                  </a:lnTo>
                </a:path>
                <a:path w="10605769" h="838834">
                  <a:moveTo>
                    <a:pt x="9192281" y="419766"/>
                  </a:moveTo>
                  <a:lnTo>
                    <a:pt x="9193677" y="419766"/>
                  </a:lnTo>
                  <a:lnTo>
                    <a:pt x="9193910" y="419766"/>
                  </a:lnTo>
                </a:path>
                <a:path w="10605769" h="838834">
                  <a:moveTo>
                    <a:pt x="9185145" y="419533"/>
                  </a:moveTo>
                  <a:lnTo>
                    <a:pt x="9190419" y="419455"/>
                  </a:lnTo>
                </a:path>
                <a:path w="10605769" h="838834">
                  <a:moveTo>
                    <a:pt x="9182120" y="419533"/>
                  </a:moveTo>
                  <a:lnTo>
                    <a:pt x="9183516" y="419455"/>
                  </a:lnTo>
                </a:path>
                <a:path w="10605769" h="838834">
                  <a:moveTo>
                    <a:pt x="9182120" y="419533"/>
                  </a:moveTo>
                  <a:lnTo>
                    <a:pt x="9181577" y="419533"/>
                  </a:lnTo>
                  <a:lnTo>
                    <a:pt x="9182043" y="419455"/>
                  </a:lnTo>
                </a:path>
                <a:path w="10605769" h="838834">
                  <a:moveTo>
                    <a:pt x="9199649" y="419455"/>
                  </a:moveTo>
                  <a:lnTo>
                    <a:pt x="9199727" y="419455"/>
                  </a:lnTo>
                  <a:lnTo>
                    <a:pt x="9202131" y="419455"/>
                  </a:lnTo>
                </a:path>
                <a:path w="10605769" h="838834">
                  <a:moveTo>
                    <a:pt x="945862" y="0"/>
                  </a:moveTo>
                  <a:lnTo>
                    <a:pt x="945133" y="0"/>
                  </a:lnTo>
                </a:path>
                <a:path w="10605769" h="838834">
                  <a:moveTo>
                    <a:pt x="7505925" y="419688"/>
                  </a:moveTo>
                  <a:lnTo>
                    <a:pt x="7505770" y="419688"/>
                  </a:lnTo>
                </a:path>
                <a:path w="10605769" h="838834">
                  <a:moveTo>
                    <a:pt x="7493360" y="419455"/>
                  </a:moveTo>
                  <a:lnTo>
                    <a:pt x="7492507" y="419455"/>
                  </a:lnTo>
                </a:path>
                <a:path w="10605769" h="838834">
                  <a:moveTo>
                    <a:pt x="7495222" y="419688"/>
                  </a:moveTo>
                  <a:lnTo>
                    <a:pt x="7503211" y="419688"/>
                  </a:lnTo>
                  <a:lnTo>
                    <a:pt x="7503211" y="419688"/>
                  </a:lnTo>
                </a:path>
                <a:path w="10605769" h="838834">
                  <a:moveTo>
                    <a:pt x="7504141" y="419611"/>
                  </a:moveTo>
                  <a:lnTo>
                    <a:pt x="7504374" y="419611"/>
                  </a:lnTo>
                </a:path>
                <a:path w="10605769" h="838834">
                  <a:moveTo>
                    <a:pt x="9904301" y="769881"/>
                  </a:moveTo>
                  <a:lnTo>
                    <a:pt x="9905852" y="769881"/>
                  </a:lnTo>
                  <a:lnTo>
                    <a:pt x="9907714" y="769881"/>
                  </a:lnTo>
                </a:path>
                <a:path w="10605769" h="838834">
                  <a:moveTo>
                    <a:pt x="9909343" y="769881"/>
                  </a:moveTo>
                  <a:lnTo>
                    <a:pt x="9913996" y="769881"/>
                  </a:lnTo>
                </a:path>
                <a:path w="10605769" h="838834">
                  <a:moveTo>
                    <a:pt x="9181422" y="420541"/>
                  </a:moveTo>
                  <a:lnTo>
                    <a:pt x="9181422" y="42061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11731192" y="1047251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10056703" y="10472901"/>
              <a:ext cx="2416810" cy="350520"/>
            </a:xfrm>
            <a:custGeom>
              <a:avLst/>
              <a:gdLst/>
              <a:ahLst/>
              <a:cxnLst/>
              <a:rect l="l" t="t" r="r" b="b"/>
              <a:pathLst>
                <a:path w="2416809" h="350520">
                  <a:moveTo>
                    <a:pt x="1676427" y="1861"/>
                  </a:moveTo>
                  <a:lnTo>
                    <a:pt x="1676427" y="1939"/>
                  </a:lnTo>
                </a:path>
                <a:path w="2416809" h="350520">
                  <a:moveTo>
                    <a:pt x="1681158" y="2171"/>
                  </a:moveTo>
                  <a:lnTo>
                    <a:pt x="1690621" y="2094"/>
                  </a:lnTo>
                </a:path>
                <a:path w="2416809" h="350520">
                  <a:moveTo>
                    <a:pt x="1681081" y="2016"/>
                  </a:moveTo>
                  <a:lnTo>
                    <a:pt x="1686432" y="1939"/>
                  </a:lnTo>
                </a:path>
                <a:path w="2416809" h="350520">
                  <a:moveTo>
                    <a:pt x="1679064" y="2094"/>
                  </a:moveTo>
                  <a:lnTo>
                    <a:pt x="1680926" y="1939"/>
                  </a:lnTo>
                </a:path>
                <a:path w="2416809" h="350520">
                  <a:moveTo>
                    <a:pt x="1678444" y="2016"/>
                  </a:moveTo>
                  <a:lnTo>
                    <a:pt x="1678909" y="2016"/>
                  </a:lnTo>
                </a:path>
                <a:path w="2416809" h="350520">
                  <a:moveTo>
                    <a:pt x="1680770" y="1783"/>
                  </a:moveTo>
                  <a:lnTo>
                    <a:pt x="1690233" y="1783"/>
                  </a:lnTo>
                </a:path>
                <a:path w="2416809" h="350520">
                  <a:moveTo>
                    <a:pt x="1680693" y="1628"/>
                  </a:moveTo>
                  <a:lnTo>
                    <a:pt x="1686200" y="1551"/>
                  </a:lnTo>
                </a:path>
                <a:path w="2416809" h="350520">
                  <a:moveTo>
                    <a:pt x="1678676" y="1783"/>
                  </a:moveTo>
                  <a:lnTo>
                    <a:pt x="1680615" y="1628"/>
                  </a:lnTo>
                </a:path>
                <a:path w="2416809" h="350520">
                  <a:moveTo>
                    <a:pt x="1680460" y="1396"/>
                  </a:moveTo>
                  <a:lnTo>
                    <a:pt x="1689845" y="1396"/>
                  </a:lnTo>
                </a:path>
                <a:path w="2416809" h="350520">
                  <a:moveTo>
                    <a:pt x="1680383" y="1318"/>
                  </a:moveTo>
                  <a:lnTo>
                    <a:pt x="1685967" y="1163"/>
                  </a:lnTo>
                </a:path>
                <a:path w="2416809" h="350520">
                  <a:moveTo>
                    <a:pt x="1678366" y="1396"/>
                  </a:moveTo>
                  <a:lnTo>
                    <a:pt x="1680228" y="1240"/>
                  </a:lnTo>
                </a:path>
                <a:path w="2416809" h="350520">
                  <a:moveTo>
                    <a:pt x="1681546" y="1551"/>
                  </a:moveTo>
                  <a:lnTo>
                    <a:pt x="1686820" y="1473"/>
                  </a:lnTo>
                </a:path>
                <a:path w="2416809" h="350520">
                  <a:moveTo>
                    <a:pt x="1677668" y="1240"/>
                  </a:moveTo>
                  <a:lnTo>
                    <a:pt x="1678133" y="1163"/>
                  </a:lnTo>
                </a:path>
                <a:path w="2416809" h="350520">
                  <a:moveTo>
                    <a:pt x="1680072" y="1085"/>
                  </a:moveTo>
                  <a:lnTo>
                    <a:pt x="1689535" y="1008"/>
                  </a:lnTo>
                </a:path>
                <a:path w="2416809" h="350520">
                  <a:moveTo>
                    <a:pt x="1679995" y="930"/>
                  </a:moveTo>
                  <a:lnTo>
                    <a:pt x="1685734" y="853"/>
                  </a:lnTo>
                </a:path>
                <a:path w="2416809" h="350520">
                  <a:moveTo>
                    <a:pt x="1688061" y="775"/>
                  </a:moveTo>
                  <a:lnTo>
                    <a:pt x="1689380" y="775"/>
                  </a:lnTo>
                </a:path>
                <a:path w="2416809" h="350520">
                  <a:moveTo>
                    <a:pt x="1677978" y="1008"/>
                  </a:moveTo>
                  <a:lnTo>
                    <a:pt x="1679917" y="853"/>
                  </a:lnTo>
                </a:path>
                <a:path w="2416809" h="350520">
                  <a:moveTo>
                    <a:pt x="1681236" y="1163"/>
                  </a:moveTo>
                  <a:lnTo>
                    <a:pt x="1686432" y="1085"/>
                  </a:lnTo>
                </a:path>
                <a:path w="2416809" h="350520">
                  <a:moveTo>
                    <a:pt x="1677280" y="853"/>
                  </a:moveTo>
                  <a:lnTo>
                    <a:pt x="1677746" y="775"/>
                  </a:lnTo>
                </a:path>
                <a:path w="2416809" h="350520">
                  <a:moveTo>
                    <a:pt x="1679762" y="698"/>
                  </a:moveTo>
                  <a:lnTo>
                    <a:pt x="1689147" y="620"/>
                  </a:lnTo>
                </a:path>
                <a:path w="2416809" h="350520">
                  <a:moveTo>
                    <a:pt x="1679685" y="542"/>
                  </a:moveTo>
                  <a:lnTo>
                    <a:pt x="1685502" y="465"/>
                  </a:lnTo>
                </a:path>
                <a:path w="2416809" h="350520">
                  <a:moveTo>
                    <a:pt x="1687751" y="465"/>
                  </a:moveTo>
                  <a:lnTo>
                    <a:pt x="1688992" y="465"/>
                  </a:lnTo>
                </a:path>
                <a:path w="2416809" h="350520">
                  <a:moveTo>
                    <a:pt x="1677668" y="620"/>
                  </a:moveTo>
                  <a:lnTo>
                    <a:pt x="1679529" y="465"/>
                  </a:lnTo>
                </a:path>
                <a:path w="2416809" h="350520">
                  <a:moveTo>
                    <a:pt x="1680848" y="775"/>
                  </a:moveTo>
                  <a:lnTo>
                    <a:pt x="1686122" y="698"/>
                  </a:lnTo>
                </a:path>
                <a:path w="2416809" h="350520">
                  <a:moveTo>
                    <a:pt x="1676970" y="465"/>
                  </a:moveTo>
                  <a:lnTo>
                    <a:pt x="1677435" y="387"/>
                  </a:lnTo>
                </a:path>
                <a:path w="2416809" h="350520">
                  <a:moveTo>
                    <a:pt x="1679374" y="310"/>
                  </a:moveTo>
                  <a:lnTo>
                    <a:pt x="1688837" y="232"/>
                  </a:lnTo>
                </a:path>
                <a:path w="2416809" h="350520">
                  <a:moveTo>
                    <a:pt x="1679297" y="155"/>
                  </a:moveTo>
                  <a:lnTo>
                    <a:pt x="1685269" y="77"/>
                  </a:lnTo>
                </a:path>
                <a:path w="2416809" h="350520">
                  <a:moveTo>
                    <a:pt x="1677280" y="232"/>
                  </a:moveTo>
                  <a:lnTo>
                    <a:pt x="1679219" y="77"/>
                  </a:lnTo>
                </a:path>
                <a:path w="2416809" h="350520">
                  <a:moveTo>
                    <a:pt x="1680538" y="465"/>
                  </a:moveTo>
                  <a:lnTo>
                    <a:pt x="1685734" y="387"/>
                  </a:lnTo>
                </a:path>
                <a:path w="2416809" h="350520">
                  <a:moveTo>
                    <a:pt x="77" y="0"/>
                  </a:moveTo>
                  <a:lnTo>
                    <a:pt x="0" y="0"/>
                  </a:lnTo>
                </a:path>
                <a:path w="2416809" h="350520">
                  <a:moveTo>
                    <a:pt x="775" y="232"/>
                  </a:moveTo>
                  <a:lnTo>
                    <a:pt x="930" y="310"/>
                  </a:lnTo>
                </a:path>
                <a:path w="2416809" h="350520">
                  <a:moveTo>
                    <a:pt x="2409001" y="350425"/>
                  </a:moveTo>
                  <a:lnTo>
                    <a:pt x="2416370" y="35042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11731192" y="10472048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10040958" y="10472901"/>
              <a:ext cx="2649855" cy="388620"/>
            </a:xfrm>
            <a:custGeom>
              <a:avLst/>
              <a:gdLst/>
              <a:ahLst/>
              <a:cxnLst/>
              <a:rect l="l" t="t" r="r" b="b"/>
              <a:pathLst>
                <a:path w="2649854" h="388620">
                  <a:moveTo>
                    <a:pt x="1692172" y="1163"/>
                  </a:moveTo>
                  <a:lnTo>
                    <a:pt x="1692172" y="1240"/>
                  </a:lnTo>
                </a:path>
                <a:path w="2649854" h="388620">
                  <a:moveTo>
                    <a:pt x="1692172" y="1551"/>
                  </a:moveTo>
                  <a:lnTo>
                    <a:pt x="1692172" y="1628"/>
                  </a:lnTo>
                </a:path>
                <a:path w="2649854" h="388620">
                  <a:moveTo>
                    <a:pt x="1692172" y="1939"/>
                  </a:moveTo>
                  <a:lnTo>
                    <a:pt x="1692172" y="2016"/>
                  </a:lnTo>
                </a:path>
                <a:path w="2649854" h="388620">
                  <a:moveTo>
                    <a:pt x="1692715" y="465"/>
                  </a:moveTo>
                  <a:lnTo>
                    <a:pt x="1692715" y="542"/>
                  </a:lnTo>
                </a:path>
                <a:path w="2649854" h="388620">
                  <a:moveTo>
                    <a:pt x="2273888" y="363533"/>
                  </a:moveTo>
                  <a:lnTo>
                    <a:pt x="2277301" y="363766"/>
                  </a:lnTo>
                  <a:lnTo>
                    <a:pt x="2649599" y="388353"/>
                  </a:lnTo>
                </a:path>
                <a:path w="2649854" h="388620">
                  <a:moveTo>
                    <a:pt x="1698222" y="2094"/>
                  </a:moveTo>
                  <a:lnTo>
                    <a:pt x="1706211" y="2016"/>
                  </a:lnTo>
                </a:path>
                <a:path w="2649854" h="388620">
                  <a:moveTo>
                    <a:pt x="1697679" y="1939"/>
                  </a:moveTo>
                  <a:lnTo>
                    <a:pt x="1702876" y="1861"/>
                  </a:lnTo>
                </a:path>
                <a:path w="2649854" h="388620">
                  <a:moveTo>
                    <a:pt x="15977" y="310"/>
                  </a:moveTo>
                  <a:lnTo>
                    <a:pt x="15124" y="155"/>
                  </a:lnTo>
                </a:path>
                <a:path w="2649854" h="388620">
                  <a:moveTo>
                    <a:pt x="930" y="0"/>
                  </a:moveTo>
                  <a:lnTo>
                    <a:pt x="0" y="0"/>
                  </a:lnTo>
                </a:path>
                <a:path w="2649854" h="388620">
                  <a:moveTo>
                    <a:pt x="13961" y="310"/>
                  </a:moveTo>
                  <a:lnTo>
                    <a:pt x="5972" y="232"/>
                  </a:lnTo>
                </a:path>
                <a:path w="2649854" h="388620">
                  <a:moveTo>
                    <a:pt x="2432115" y="350425"/>
                  </a:moveTo>
                  <a:lnTo>
                    <a:pt x="2441732" y="35042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11731192" y="1047127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/>
            <p:cNvSpPr/>
            <p:nvPr/>
          </p:nvSpPr>
          <p:spPr>
            <a:xfrm>
              <a:off x="11733130" y="1047359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w="0" h="634">
                  <a:moveTo>
                    <a:pt x="0" y="0"/>
                  </a:moveTo>
                  <a:lnTo>
                    <a:pt x="0" y="0"/>
                  </a:lnTo>
                  <a:lnTo>
                    <a:pt x="0" y="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/>
            <p:cNvSpPr/>
            <p:nvPr/>
          </p:nvSpPr>
          <p:spPr>
            <a:xfrm>
              <a:off x="11731192" y="1047220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/>
            <p:cNvSpPr/>
            <p:nvPr/>
          </p:nvSpPr>
          <p:spPr>
            <a:xfrm>
              <a:off x="10057633" y="10472901"/>
              <a:ext cx="2493645" cy="350520"/>
            </a:xfrm>
            <a:custGeom>
              <a:avLst/>
              <a:gdLst/>
              <a:ahLst/>
              <a:cxnLst/>
              <a:rect l="l" t="t" r="r" b="b"/>
              <a:pathLst>
                <a:path w="2493645" h="350520">
                  <a:moveTo>
                    <a:pt x="1675496" y="1628"/>
                  </a:moveTo>
                  <a:lnTo>
                    <a:pt x="1675496" y="1706"/>
                  </a:lnTo>
                </a:path>
                <a:path w="2493645" h="350520">
                  <a:moveTo>
                    <a:pt x="1675496" y="2016"/>
                  </a:moveTo>
                  <a:lnTo>
                    <a:pt x="1675496" y="2094"/>
                  </a:lnTo>
                </a:path>
                <a:path w="2493645" h="350520">
                  <a:moveTo>
                    <a:pt x="1681236" y="1783"/>
                  </a:moveTo>
                  <a:lnTo>
                    <a:pt x="1689225" y="1628"/>
                  </a:lnTo>
                </a:path>
                <a:path w="2493645" h="350520">
                  <a:moveTo>
                    <a:pt x="1680848" y="1396"/>
                  </a:moveTo>
                  <a:lnTo>
                    <a:pt x="1688837" y="1240"/>
                  </a:lnTo>
                </a:path>
                <a:path w="2493645" h="350520">
                  <a:moveTo>
                    <a:pt x="1680538" y="1008"/>
                  </a:moveTo>
                  <a:lnTo>
                    <a:pt x="1688527" y="930"/>
                  </a:lnTo>
                </a:path>
                <a:path w="2493645" h="350520">
                  <a:moveTo>
                    <a:pt x="1680150" y="620"/>
                  </a:moveTo>
                  <a:lnTo>
                    <a:pt x="1688139" y="542"/>
                  </a:lnTo>
                </a:path>
                <a:path w="2493645" h="350520">
                  <a:moveTo>
                    <a:pt x="1679840" y="232"/>
                  </a:moveTo>
                  <a:lnTo>
                    <a:pt x="1687829" y="155"/>
                  </a:lnTo>
                </a:path>
                <a:path w="2493645" h="350520">
                  <a:moveTo>
                    <a:pt x="2425056" y="350425"/>
                  </a:moveTo>
                  <a:lnTo>
                    <a:pt x="2436303" y="350425"/>
                  </a:lnTo>
                </a:path>
                <a:path w="2493645" h="350520">
                  <a:moveTo>
                    <a:pt x="1675496" y="310"/>
                  </a:moveTo>
                  <a:lnTo>
                    <a:pt x="1675496" y="387"/>
                  </a:lnTo>
                </a:path>
                <a:path w="2493645" h="350520">
                  <a:moveTo>
                    <a:pt x="1675496" y="775"/>
                  </a:moveTo>
                  <a:lnTo>
                    <a:pt x="1675496" y="853"/>
                  </a:lnTo>
                </a:path>
                <a:path w="2493645" h="350520">
                  <a:moveTo>
                    <a:pt x="1675496" y="1240"/>
                  </a:moveTo>
                  <a:lnTo>
                    <a:pt x="1675496" y="1318"/>
                  </a:lnTo>
                </a:path>
                <a:path w="2493645" h="350520">
                  <a:moveTo>
                    <a:pt x="1675496" y="1706"/>
                  </a:moveTo>
                  <a:lnTo>
                    <a:pt x="1675496" y="1783"/>
                  </a:lnTo>
                </a:path>
                <a:path w="2493645" h="350520">
                  <a:moveTo>
                    <a:pt x="1675496" y="2094"/>
                  </a:moveTo>
                  <a:lnTo>
                    <a:pt x="1675496" y="2094"/>
                  </a:lnTo>
                  <a:lnTo>
                    <a:pt x="1675496" y="2171"/>
                  </a:lnTo>
                </a:path>
                <a:path w="2493645" h="350520">
                  <a:moveTo>
                    <a:pt x="1675884" y="310"/>
                  </a:moveTo>
                  <a:lnTo>
                    <a:pt x="1675962" y="465"/>
                  </a:lnTo>
                </a:path>
                <a:path w="2493645" h="350520">
                  <a:moveTo>
                    <a:pt x="1676349" y="853"/>
                  </a:moveTo>
                  <a:lnTo>
                    <a:pt x="1676427" y="930"/>
                  </a:lnTo>
                </a:path>
                <a:path w="2493645" h="350520">
                  <a:moveTo>
                    <a:pt x="155" y="232"/>
                  </a:moveTo>
                  <a:lnTo>
                    <a:pt x="0" y="232"/>
                  </a:lnTo>
                </a:path>
                <a:path w="2493645" h="350520">
                  <a:moveTo>
                    <a:pt x="1675496" y="0"/>
                  </a:moveTo>
                  <a:lnTo>
                    <a:pt x="1675496" y="155"/>
                  </a:lnTo>
                </a:path>
                <a:path w="2493645" h="350520">
                  <a:moveTo>
                    <a:pt x="1675496" y="387"/>
                  </a:moveTo>
                  <a:lnTo>
                    <a:pt x="1675496" y="465"/>
                  </a:lnTo>
                </a:path>
                <a:path w="2493645" h="350520">
                  <a:moveTo>
                    <a:pt x="1675496" y="853"/>
                  </a:moveTo>
                  <a:lnTo>
                    <a:pt x="1675496" y="930"/>
                  </a:lnTo>
                </a:path>
                <a:path w="2493645" h="350520">
                  <a:moveTo>
                    <a:pt x="1675496" y="1318"/>
                  </a:moveTo>
                  <a:lnTo>
                    <a:pt x="1675496" y="1396"/>
                  </a:lnTo>
                </a:path>
                <a:path w="2493645" h="350520">
                  <a:moveTo>
                    <a:pt x="1675496" y="1783"/>
                  </a:moveTo>
                  <a:lnTo>
                    <a:pt x="1675496" y="1783"/>
                  </a:lnTo>
                  <a:lnTo>
                    <a:pt x="1675496" y="1861"/>
                  </a:lnTo>
                </a:path>
                <a:path w="2493645" h="350520">
                  <a:moveTo>
                    <a:pt x="1688139" y="1939"/>
                  </a:moveTo>
                  <a:lnTo>
                    <a:pt x="1681546" y="2094"/>
                  </a:lnTo>
                </a:path>
                <a:path w="2493645" h="350520">
                  <a:moveTo>
                    <a:pt x="1689302" y="1783"/>
                  </a:moveTo>
                  <a:lnTo>
                    <a:pt x="1680538" y="1861"/>
                  </a:lnTo>
                </a:path>
                <a:path w="2493645" h="350520">
                  <a:moveTo>
                    <a:pt x="1688914" y="1396"/>
                  </a:moveTo>
                  <a:lnTo>
                    <a:pt x="1680228" y="1473"/>
                  </a:lnTo>
                </a:path>
                <a:path w="2493645" h="350520">
                  <a:moveTo>
                    <a:pt x="1688604" y="1008"/>
                  </a:moveTo>
                  <a:lnTo>
                    <a:pt x="1679840" y="1085"/>
                  </a:lnTo>
                </a:path>
                <a:path w="2493645" h="350520">
                  <a:moveTo>
                    <a:pt x="1688216" y="620"/>
                  </a:moveTo>
                  <a:lnTo>
                    <a:pt x="1679529" y="698"/>
                  </a:lnTo>
                </a:path>
                <a:path w="2493645" h="350520">
                  <a:moveTo>
                    <a:pt x="1687906" y="232"/>
                  </a:moveTo>
                  <a:lnTo>
                    <a:pt x="1679142" y="387"/>
                  </a:lnTo>
                </a:path>
                <a:path w="2493645" h="350520">
                  <a:moveTo>
                    <a:pt x="2436303" y="350425"/>
                  </a:moveTo>
                  <a:lnTo>
                    <a:pt x="2448325" y="350425"/>
                  </a:lnTo>
                </a:path>
                <a:path w="2493645" h="350520">
                  <a:moveTo>
                    <a:pt x="2488657" y="350425"/>
                  </a:moveTo>
                  <a:lnTo>
                    <a:pt x="2493311" y="350425"/>
                  </a:lnTo>
                </a:path>
                <a:path w="2493645" h="350520">
                  <a:moveTo>
                    <a:pt x="1675496" y="155"/>
                  </a:moveTo>
                  <a:lnTo>
                    <a:pt x="1675496" y="232"/>
                  </a:lnTo>
                </a:path>
                <a:path w="2493645" h="350520">
                  <a:moveTo>
                    <a:pt x="1675496" y="465"/>
                  </a:moveTo>
                  <a:lnTo>
                    <a:pt x="1675496" y="54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/>
            <p:cNvSpPr/>
            <p:nvPr/>
          </p:nvSpPr>
          <p:spPr>
            <a:xfrm>
              <a:off x="11731192" y="10471893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/>
            <p:cNvSpPr/>
            <p:nvPr/>
          </p:nvSpPr>
          <p:spPr>
            <a:xfrm>
              <a:off x="11733130" y="10473599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698"/>
                  </a:moveTo>
                  <a:lnTo>
                    <a:pt x="0" y="698"/>
                  </a:lnTo>
                  <a:lnTo>
                    <a:pt x="0" y="775"/>
                  </a:lnTo>
                </a:path>
                <a:path w="1270" h="1270">
                  <a:moveTo>
                    <a:pt x="775" y="0"/>
                  </a:moveTo>
                  <a:lnTo>
                    <a:pt x="853" y="7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/>
            <p:cNvSpPr/>
            <p:nvPr/>
          </p:nvSpPr>
          <p:spPr>
            <a:xfrm>
              <a:off x="11732433" y="1047220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/>
            <p:cNvSpPr/>
            <p:nvPr/>
          </p:nvSpPr>
          <p:spPr>
            <a:xfrm>
              <a:off x="2643898" y="7819734"/>
              <a:ext cx="10046970" cy="3004185"/>
            </a:xfrm>
            <a:custGeom>
              <a:avLst/>
              <a:gdLst/>
              <a:ahLst/>
              <a:cxnLst/>
              <a:rect l="l" t="t" r="r" b="b"/>
              <a:pathLst>
                <a:path w="10046970" h="3004184">
                  <a:moveTo>
                    <a:pt x="9907047" y="3003592"/>
                  </a:moveTo>
                  <a:lnTo>
                    <a:pt x="9908598" y="3003592"/>
                  </a:lnTo>
                  <a:lnTo>
                    <a:pt x="10046659" y="3003592"/>
                  </a:lnTo>
                </a:path>
                <a:path w="10046970" h="3004184">
                  <a:moveTo>
                    <a:pt x="9089232" y="2653399"/>
                  </a:moveTo>
                  <a:lnTo>
                    <a:pt x="9089232" y="2653399"/>
                  </a:lnTo>
                  <a:lnTo>
                    <a:pt x="9089232" y="2653477"/>
                  </a:lnTo>
                </a:path>
                <a:path w="10046970" h="3004184">
                  <a:moveTo>
                    <a:pt x="9089232" y="2653710"/>
                  </a:moveTo>
                  <a:lnTo>
                    <a:pt x="9089232" y="2653787"/>
                  </a:lnTo>
                </a:path>
                <a:path w="10046970" h="3004184">
                  <a:moveTo>
                    <a:pt x="9089232" y="2654097"/>
                  </a:moveTo>
                  <a:lnTo>
                    <a:pt x="9089232" y="2654175"/>
                  </a:lnTo>
                  <a:lnTo>
                    <a:pt x="9089232" y="2654253"/>
                  </a:lnTo>
                </a:path>
                <a:path w="10046970" h="3004184">
                  <a:moveTo>
                    <a:pt x="9862061" y="3003592"/>
                  </a:moveTo>
                  <a:lnTo>
                    <a:pt x="9874160" y="3003592"/>
                  </a:lnTo>
                  <a:lnTo>
                    <a:pt x="9885329" y="3003592"/>
                  </a:lnTo>
                  <a:lnTo>
                    <a:pt x="9895025" y="3003592"/>
                  </a:lnTo>
                  <a:lnTo>
                    <a:pt x="9902393" y="3003592"/>
                  </a:lnTo>
                </a:path>
                <a:path w="10046970" h="3004184">
                  <a:moveTo>
                    <a:pt x="9089232" y="2653787"/>
                  </a:moveTo>
                  <a:lnTo>
                    <a:pt x="9089232" y="2653787"/>
                  </a:lnTo>
                  <a:lnTo>
                    <a:pt x="9089232" y="2653865"/>
                  </a:lnTo>
                </a:path>
                <a:path w="10046970" h="3004184">
                  <a:moveTo>
                    <a:pt x="9090318" y="2654253"/>
                  </a:moveTo>
                  <a:lnTo>
                    <a:pt x="9090395" y="2654330"/>
                  </a:lnTo>
                </a:path>
                <a:path w="10046970" h="3004184">
                  <a:moveTo>
                    <a:pt x="9090783" y="2654718"/>
                  </a:moveTo>
                  <a:lnTo>
                    <a:pt x="9090861" y="2654795"/>
                  </a:lnTo>
                </a:path>
                <a:path w="10046970" h="3004184">
                  <a:moveTo>
                    <a:pt x="9094971" y="2654951"/>
                  </a:moveTo>
                  <a:lnTo>
                    <a:pt x="9101564" y="2654718"/>
                  </a:lnTo>
                </a:path>
                <a:path w="10046970" h="3004184">
                  <a:moveTo>
                    <a:pt x="9101176" y="2654330"/>
                  </a:moveTo>
                  <a:lnTo>
                    <a:pt x="9094584" y="2654563"/>
                  </a:lnTo>
                </a:path>
                <a:path w="10046970" h="3004184">
                  <a:moveTo>
                    <a:pt x="9100866" y="2653942"/>
                  </a:moveTo>
                  <a:lnTo>
                    <a:pt x="9094273" y="2654175"/>
                  </a:lnTo>
                </a:path>
                <a:path w="10046970" h="3004184">
                  <a:moveTo>
                    <a:pt x="9100556" y="2653632"/>
                  </a:moveTo>
                  <a:lnTo>
                    <a:pt x="9093886" y="2653787"/>
                  </a:lnTo>
                </a:path>
                <a:path w="10046970" h="3004184">
                  <a:moveTo>
                    <a:pt x="9090706" y="2654640"/>
                  </a:moveTo>
                  <a:lnTo>
                    <a:pt x="9090783" y="2654718"/>
                  </a:lnTo>
                </a:path>
                <a:path w="10046970" h="3004184">
                  <a:moveTo>
                    <a:pt x="9091171" y="2655106"/>
                  </a:moveTo>
                  <a:lnTo>
                    <a:pt x="9091248" y="2655183"/>
                  </a:lnTo>
                </a:path>
                <a:path w="10046970" h="3004184">
                  <a:moveTo>
                    <a:pt x="9091016" y="2655028"/>
                  </a:moveTo>
                  <a:lnTo>
                    <a:pt x="9091093" y="2655106"/>
                  </a:lnTo>
                </a:path>
                <a:path w="10046970" h="3004184">
                  <a:moveTo>
                    <a:pt x="7413890" y="2653477"/>
                  </a:moveTo>
                  <a:lnTo>
                    <a:pt x="7413890" y="2867626"/>
                  </a:lnTo>
                </a:path>
                <a:path w="10046970" h="3004184">
                  <a:moveTo>
                    <a:pt x="7418001" y="419998"/>
                  </a:moveTo>
                  <a:lnTo>
                    <a:pt x="7446389" y="419998"/>
                  </a:lnTo>
                </a:path>
                <a:path w="10046970" h="3004184">
                  <a:moveTo>
                    <a:pt x="7271176" y="0"/>
                  </a:moveTo>
                  <a:lnTo>
                    <a:pt x="7285370" y="0"/>
                  </a:lnTo>
                </a:path>
                <a:path w="10046970" h="3004184">
                  <a:moveTo>
                    <a:pt x="5393165" y="0"/>
                  </a:moveTo>
                  <a:lnTo>
                    <a:pt x="5395879" y="0"/>
                  </a:lnTo>
                </a:path>
                <a:path w="10046970" h="3004184">
                  <a:moveTo>
                    <a:pt x="5463669" y="0"/>
                  </a:moveTo>
                  <a:lnTo>
                    <a:pt x="5419613" y="0"/>
                  </a:lnTo>
                  <a:lnTo>
                    <a:pt x="5407669" y="0"/>
                  </a:lnTo>
                </a:path>
                <a:path w="10046970" h="3004184">
                  <a:moveTo>
                    <a:pt x="9091791" y="2655261"/>
                  </a:moveTo>
                  <a:lnTo>
                    <a:pt x="9091869" y="2655338"/>
                  </a:lnTo>
                </a:path>
                <a:path w="10046970" h="3004184">
                  <a:moveTo>
                    <a:pt x="9091714" y="2655183"/>
                  </a:moveTo>
                  <a:lnTo>
                    <a:pt x="9091791" y="2655183"/>
                  </a:lnTo>
                </a:path>
                <a:path w="10046970" h="3004184">
                  <a:moveTo>
                    <a:pt x="9091946" y="2655416"/>
                  </a:moveTo>
                  <a:lnTo>
                    <a:pt x="9098617" y="2655416"/>
                  </a:lnTo>
                </a:path>
                <a:path w="10046970" h="3004184">
                  <a:moveTo>
                    <a:pt x="9091636" y="2655028"/>
                  </a:moveTo>
                  <a:lnTo>
                    <a:pt x="9091636" y="2655106"/>
                  </a:lnTo>
                </a:path>
                <a:path w="10046970" h="3004184">
                  <a:moveTo>
                    <a:pt x="9091481" y="2654873"/>
                  </a:moveTo>
                  <a:lnTo>
                    <a:pt x="9091559" y="2654951"/>
                  </a:lnTo>
                </a:path>
                <a:path w="10046970" h="3004184">
                  <a:moveTo>
                    <a:pt x="9091404" y="2654795"/>
                  </a:moveTo>
                  <a:lnTo>
                    <a:pt x="9091404" y="2654873"/>
                  </a:lnTo>
                </a:path>
                <a:path w="10046970" h="3004184">
                  <a:moveTo>
                    <a:pt x="9091559" y="2655028"/>
                  </a:moveTo>
                  <a:lnTo>
                    <a:pt x="9091559" y="2654951"/>
                  </a:lnTo>
                </a:path>
                <a:path w="10046970" h="3004184">
                  <a:moveTo>
                    <a:pt x="9091248" y="2654640"/>
                  </a:moveTo>
                  <a:lnTo>
                    <a:pt x="9091326" y="2654718"/>
                  </a:lnTo>
                </a:path>
                <a:path w="10046970" h="3004184">
                  <a:moveTo>
                    <a:pt x="9091093" y="2654485"/>
                  </a:moveTo>
                  <a:lnTo>
                    <a:pt x="9091171" y="2654563"/>
                  </a:lnTo>
                </a:path>
                <a:path w="10046970" h="3004184">
                  <a:moveTo>
                    <a:pt x="9091016" y="2654408"/>
                  </a:moveTo>
                  <a:lnTo>
                    <a:pt x="9091093" y="2654485"/>
                  </a:lnTo>
                </a:path>
                <a:path w="10046970" h="3004184">
                  <a:moveTo>
                    <a:pt x="9091248" y="2654640"/>
                  </a:moveTo>
                  <a:lnTo>
                    <a:pt x="9091171" y="2654563"/>
                  </a:lnTo>
                </a:path>
                <a:path w="10046970" h="3004184">
                  <a:moveTo>
                    <a:pt x="9090783" y="2654097"/>
                  </a:moveTo>
                  <a:lnTo>
                    <a:pt x="9090783" y="2654175"/>
                  </a:lnTo>
                </a:path>
                <a:path w="10046970" h="3004184">
                  <a:moveTo>
                    <a:pt x="9090628" y="2654020"/>
                  </a:moveTo>
                  <a:lnTo>
                    <a:pt x="9090706" y="2654097"/>
                  </a:lnTo>
                </a:path>
                <a:path w="10046970" h="3004184">
                  <a:moveTo>
                    <a:pt x="9090861" y="2654253"/>
                  </a:moveTo>
                  <a:lnTo>
                    <a:pt x="9090783" y="2654175"/>
                  </a:lnTo>
                </a:path>
                <a:path w="10046970" h="3004184">
                  <a:moveTo>
                    <a:pt x="9090395" y="2653787"/>
                  </a:moveTo>
                  <a:lnTo>
                    <a:pt x="9090473" y="2653787"/>
                  </a:lnTo>
                </a:path>
                <a:path w="10046970" h="3004184">
                  <a:moveTo>
                    <a:pt x="9090318" y="2653632"/>
                  </a:moveTo>
                  <a:lnTo>
                    <a:pt x="9090395" y="2653710"/>
                  </a:lnTo>
                </a:path>
                <a:path w="10046970" h="3004184">
                  <a:moveTo>
                    <a:pt x="9090550" y="2653865"/>
                  </a:moveTo>
                  <a:lnTo>
                    <a:pt x="9090473" y="2653787"/>
                  </a:lnTo>
                </a:path>
                <a:path w="10046970" h="3004184">
                  <a:moveTo>
                    <a:pt x="9090085" y="2653399"/>
                  </a:moveTo>
                  <a:lnTo>
                    <a:pt x="9090085" y="2653477"/>
                  </a:lnTo>
                </a:path>
                <a:path w="10046970" h="3004184">
                  <a:moveTo>
                    <a:pt x="9090007" y="2653322"/>
                  </a:moveTo>
                  <a:lnTo>
                    <a:pt x="9089930" y="2653244"/>
                  </a:lnTo>
                  <a:lnTo>
                    <a:pt x="9089852" y="2653167"/>
                  </a:lnTo>
                </a:path>
                <a:path w="10046970" h="3004184">
                  <a:moveTo>
                    <a:pt x="9090163" y="2653477"/>
                  </a:moveTo>
                  <a:lnTo>
                    <a:pt x="9090085" y="2653477"/>
                  </a:lnTo>
                </a:path>
                <a:path w="10046970" h="3004184">
                  <a:moveTo>
                    <a:pt x="8199750" y="2653167"/>
                  </a:moveTo>
                  <a:lnTo>
                    <a:pt x="8213866" y="2653167"/>
                  </a:lnTo>
                </a:path>
                <a:path w="10046970" h="3004184">
                  <a:moveTo>
                    <a:pt x="9059603" y="2653167"/>
                  </a:moveTo>
                  <a:lnTo>
                    <a:pt x="9069453" y="2653167"/>
                  </a:lnTo>
                </a:path>
                <a:path w="10046970" h="3004184">
                  <a:moveTo>
                    <a:pt x="9040911" y="2653167"/>
                  </a:moveTo>
                  <a:lnTo>
                    <a:pt x="9055104" y="2653167"/>
                  </a:lnTo>
                </a:path>
                <a:path w="10046970" h="3004184">
                  <a:moveTo>
                    <a:pt x="8622075" y="2653167"/>
                  </a:moveTo>
                  <a:lnTo>
                    <a:pt x="8634020" y="2653167"/>
                  </a:lnTo>
                </a:path>
                <a:path w="10046970" h="3004184">
                  <a:moveTo>
                    <a:pt x="8232791" y="2653167"/>
                  </a:moveTo>
                  <a:lnTo>
                    <a:pt x="8244736" y="2653167"/>
                  </a:lnTo>
                </a:path>
                <a:path w="10046970" h="3004184">
                  <a:moveTo>
                    <a:pt x="8662330" y="2653167"/>
                  </a:moveTo>
                  <a:lnTo>
                    <a:pt x="8650385" y="2653167"/>
                  </a:lnTo>
                </a:path>
                <a:path w="10046970" h="3004184">
                  <a:moveTo>
                    <a:pt x="8871748" y="2653167"/>
                  </a:moveTo>
                  <a:lnTo>
                    <a:pt x="8859803" y="2653167"/>
                  </a:lnTo>
                </a:path>
                <a:path w="10046970" h="3004184">
                  <a:moveTo>
                    <a:pt x="8228292" y="2653167"/>
                  </a:moveTo>
                  <a:lnTo>
                    <a:pt x="8218442" y="2653167"/>
                  </a:lnTo>
                </a:path>
                <a:path w="10046970" h="3004184">
                  <a:moveTo>
                    <a:pt x="8831493" y="2653167"/>
                  </a:moveTo>
                  <a:lnTo>
                    <a:pt x="8843437" y="2653167"/>
                  </a:lnTo>
                </a:path>
                <a:path w="10046970" h="3004184">
                  <a:moveTo>
                    <a:pt x="8412658" y="2653167"/>
                  </a:moveTo>
                  <a:lnTo>
                    <a:pt x="8424602" y="2653167"/>
                  </a:lnTo>
                </a:path>
                <a:path w="10046970" h="3004184">
                  <a:moveTo>
                    <a:pt x="8452912" y="2653167"/>
                  </a:moveTo>
                  <a:lnTo>
                    <a:pt x="8440968" y="2653167"/>
                  </a:lnTo>
                </a:path>
                <a:path w="10046970" h="3004184">
                  <a:moveTo>
                    <a:pt x="7780914" y="2653167"/>
                  </a:moveTo>
                  <a:lnTo>
                    <a:pt x="7792781" y="2653167"/>
                  </a:lnTo>
                </a:path>
                <a:path w="10046970" h="3004184">
                  <a:moveTo>
                    <a:pt x="7821091" y="2653167"/>
                  </a:moveTo>
                  <a:lnTo>
                    <a:pt x="7809147" y="2653167"/>
                  </a:lnTo>
                </a:path>
                <a:path w="10046970" h="3004184">
                  <a:moveTo>
                    <a:pt x="8030509" y="2653167"/>
                  </a:moveTo>
                  <a:lnTo>
                    <a:pt x="8018564" y="2653167"/>
                  </a:lnTo>
                </a:path>
                <a:path w="10046970" h="3004184">
                  <a:moveTo>
                    <a:pt x="7990332" y="2653167"/>
                  </a:moveTo>
                  <a:lnTo>
                    <a:pt x="8002199" y="2653167"/>
                  </a:lnTo>
                </a:path>
                <a:path w="10046970" h="3004184">
                  <a:moveTo>
                    <a:pt x="7571496" y="2653167"/>
                  </a:moveTo>
                  <a:lnTo>
                    <a:pt x="7583363" y="2653167"/>
                  </a:lnTo>
                </a:path>
                <a:path w="10046970" h="3004184">
                  <a:moveTo>
                    <a:pt x="7611674" y="2653167"/>
                  </a:moveTo>
                  <a:lnTo>
                    <a:pt x="7599729" y="2653167"/>
                  </a:lnTo>
                </a:path>
                <a:path w="10046970" h="3004184">
                  <a:moveTo>
                    <a:pt x="4747584" y="2233711"/>
                  </a:moveTo>
                  <a:lnTo>
                    <a:pt x="4761793" y="2233711"/>
                  </a:lnTo>
                </a:path>
                <a:path w="10046970" h="3004184">
                  <a:moveTo>
                    <a:pt x="5059640" y="2233711"/>
                  </a:moveTo>
                  <a:lnTo>
                    <a:pt x="5046547" y="2233711"/>
                  </a:lnTo>
                </a:path>
                <a:path w="10046970" h="3004184">
                  <a:moveTo>
                    <a:pt x="5169941" y="2233711"/>
                  </a:moveTo>
                  <a:lnTo>
                    <a:pt x="5181885" y="2233711"/>
                  </a:lnTo>
                </a:path>
                <a:path w="10046970" h="3004184">
                  <a:moveTo>
                    <a:pt x="4780719" y="2233711"/>
                  </a:moveTo>
                  <a:lnTo>
                    <a:pt x="4792601" y="2233711"/>
                  </a:lnTo>
                </a:path>
                <a:path w="10046970" h="3004184">
                  <a:moveTo>
                    <a:pt x="5210196" y="2233711"/>
                  </a:moveTo>
                  <a:lnTo>
                    <a:pt x="5198251" y="2233711"/>
                  </a:lnTo>
                </a:path>
                <a:path w="10046970" h="3004184">
                  <a:moveTo>
                    <a:pt x="5419613" y="2233711"/>
                  </a:moveTo>
                  <a:lnTo>
                    <a:pt x="5407669" y="2233711"/>
                  </a:lnTo>
                </a:path>
                <a:path w="10046970" h="3004184">
                  <a:moveTo>
                    <a:pt x="4776189" y="2233711"/>
                  </a:moveTo>
                  <a:lnTo>
                    <a:pt x="4766339" y="2233711"/>
                  </a:lnTo>
                </a:path>
                <a:path w="10046970" h="3004184">
                  <a:moveTo>
                    <a:pt x="5379358" y="2233711"/>
                  </a:moveTo>
                  <a:lnTo>
                    <a:pt x="5391303" y="2233711"/>
                  </a:lnTo>
                </a:path>
                <a:path w="10046970" h="3004184">
                  <a:moveTo>
                    <a:pt x="5123481" y="2233711"/>
                  </a:moveTo>
                  <a:lnTo>
                    <a:pt x="5110420" y="2233711"/>
                  </a:lnTo>
                </a:path>
                <a:path w="10046970" h="3004184">
                  <a:moveTo>
                    <a:pt x="4960523" y="2233711"/>
                  </a:moveTo>
                  <a:lnTo>
                    <a:pt x="4972468" y="2233711"/>
                  </a:lnTo>
                </a:path>
                <a:path w="10046970" h="3004184">
                  <a:moveTo>
                    <a:pt x="5000747" y="2233711"/>
                  </a:moveTo>
                  <a:lnTo>
                    <a:pt x="4988864" y="2233711"/>
                  </a:lnTo>
                </a:path>
                <a:path w="10046970" h="3004184">
                  <a:moveTo>
                    <a:pt x="5332899" y="2233711"/>
                  </a:moveTo>
                  <a:lnTo>
                    <a:pt x="5319868" y="2233711"/>
                  </a:lnTo>
                </a:path>
                <a:path w="10046970" h="3004184">
                  <a:moveTo>
                    <a:pt x="5269065" y="2233711"/>
                  </a:moveTo>
                  <a:lnTo>
                    <a:pt x="5255957" y="2233711"/>
                  </a:lnTo>
                </a:path>
                <a:path w="10046970" h="3004184">
                  <a:moveTo>
                    <a:pt x="2265139" y="2233711"/>
                  </a:moveTo>
                  <a:lnTo>
                    <a:pt x="2269017" y="2233711"/>
                  </a:lnTo>
                </a:path>
                <a:path w="10046970" h="3004184">
                  <a:moveTo>
                    <a:pt x="2224000" y="2233711"/>
                  </a:moveTo>
                  <a:lnTo>
                    <a:pt x="2238209" y="2233711"/>
                  </a:lnTo>
                </a:path>
                <a:path w="10046970" h="3004184">
                  <a:moveTo>
                    <a:pt x="3110209" y="2233711"/>
                  </a:moveTo>
                  <a:lnTo>
                    <a:pt x="3106222" y="2233711"/>
                  </a:lnTo>
                </a:path>
                <a:path w="10046970" h="3004184">
                  <a:moveTo>
                    <a:pt x="2535117" y="2233711"/>
                  </a:moveTo>
                  <a:lnTo>
                    <a:pt x="2523894" y="2233711"/>
                  </a:lnTo>
                </a:path>
                <a:path w="10046970" h="3004184">
                  <a:moveTo>
                    <a:pt x="2646364" y="2233711"/>
                  </a:moveTo>
                  <a:lnTo>
                    <a:pt x="2658309" y="2233711"/>
                  </a:lnTo>
                </a:path>
                <a:path w="10046970" h="3004184">
                  <a:moveTo>
                    <a:pt x="2686580" y="2233711"/>
                  </a:moveTo>
                  <a:lnTo>
                    <a:pt x="2674706" y="2233711"/>
                  </a:lnTo>
                </a:path>
                <a:path w="10046970" h="3004184">
                  <a:moveTo>
                    <a:pt x="2809346" y="2233711"/>
                  </a:moveTo>
                  <a:lnTo>
                    <a:pt x="2797215" y="2233711"/>
                  </a:lnTo>
                </a:path>
                <a:path w="10046970" h="3004184">
                  <a:moveTo>
                    <a:pt x="2895998" y="2233711"/>
                  </a:moveTo>
                  <a:lnTo>
                    <a:pt x="2884123" y="2233711"/>
                  </a:lnTo>
                </a:path>
                <a:path w="10046970" h="3004184">
                  <a:moveTo>
                    <a:pt x="2252605" y="2233711"/>
                  </a:moveTo>
                  <a:lnTo>
                    <a:pt x="2242762" y="2233711"/>
                  </a:lnTo>
                </a:path>
                <a:path w="10046970" h="3004184">
                  <a:moveTo>
                    <a:pt x="2954891" y="2233711"/>
                  </a:moveTo>
                  <a:lnTo>
                    <a:pt x="2942776" y="2233711"/>
                  </a:lnTo>
                </a:path>
                <a:path w="10046970" h="3004184">
                  <a:moveTo>
                    <a:pt x="2855782" y="2233711"/>
                  </a:moveTo>
                  <a:lnTo>
                    <a:pt x="2867719" y="2233711"/>
                  </a:lnTo>
                </a:path>
                <a:path w="10046970" h="3004184">
                  <a:moveTo>
                    <a:pt x="2598982" y="2233711"/>
                  </a:moveTo>
                  <a:lnTo>
                    <a:pt x="2587774" y="2233711"/>
                  </a:lnTo>
                </a:path>
                <a:path w="10046970" h="3004184">
                  <a:moveTo>
                    <a:pt x="2436947" y="2233711"/>
                  </a:moveTo>
                  <a:lnTo>
                    <a:pt x="2448891" y="2233711"/>
                  </a:lnTo>
                </a:path>
                <a:path w="10046970" h="3004184">
                  <a:moveTo>
                    <a:pt x="3006656" y="2233711"/>
                  </a:moveTo>
                  <a:lnTo>
                    <a:pt x="3018763" y="2233711"/>
                  </a:lnTo>
                </a:path>
                <a:path w="10046970" h="3004184">
                  <a:moveTo>
                    <a:pt x="2477163" y="2233711"/>
                  </a:moveTo>
                  <a:lnTo>
                    <a:pt x="2465288" y="2233711"/>
                  </a:lnTo>
                </a:path>
                <a:path w="10046970" h="3004184">
                  <a:moveTo>
                    <a:pt x="2389595" y="2233711"/>
                  </a:moveTo>
                  <a:lnTo>
                    <a:pt x="2378325" y="2233711"/>
                  </a:lnTo>
                </a:path>
                <a:path w="10046970" h="3004184">
                  <a:moveTo>
                    <a:pt x="2325730" y="2233711"/>
                  </a:moveTo>
                  <a:lnTo>
                    <a:pt x="2314453" y="2233711"/>
                  </a:lnTo>
                </a:path>
                <a:path w="10046970" h="3004184">
                  <a:moveTo>
                    <a:pt x="3906392" y="2233711"/>
                  </a:moveTo>
                  <a:lnTo>
                    <a:pt x="3920601" y="2233711"/>
                  </a:lnTo>
                </a:path>
                <a:path w="10046970" h="3004184">
                  <a:moveTo>
                    <a:pt x="4328749" y="2233711"/>
                  </a:moveTo>
                  <a:lnTo>
                    <a:pt x="4340693" y="2233711"/>
                  </a:lnTo>
                </a:path>
                <a:path w="10046970" h="3004184">
                  <a:moveTo>
                    <a:pt x="3939526" y="2233711"/>
                  </a:moveTo>
                  <a:lnTo>
                    <a:pt x="3951409" y="2233711"/>
                  </a:lnTo>
                </a:path>
                <a:path w="10046970" h="3004184">
                  <a:moveTo>
                    <a:pt x="4368972" y="2233711"/>
                  </a:moveTo>
                  <a:lnTo>
                    <a:pt x="4357090" y="2233711"/>
                  </a:lnTo>
                </a:path>
                <a:path w="10046970" h="3004184">
                  <a:moveTo>
                    <a:pt x="4578390" y="2233711"/>
                  </a:moveTo>
                  <a:lnTo>
                    <a:pt x="4566508" y="2233711"/>
                  </a:lnTo>
                </a:path>
                <a:path w="10046970" h="3004184">
                  <a:moveTo>
                    <a:pt x="3934997" y="2233711"/>
                  </a:moveTo>
                  <a:lnTo>
                    <a:pt x="3925146" y="2233711"/>
                  </a:lnTo>
                </a:path>
                <a:path w="10046970" h="3004184">
                  <a:moveTo>
                    <a:pt x="4538166" y="2233711"/>
                  </a:moveTo>
                  <a:lnTo>
                    <a:pt x="4550111" y="2233711"/>
                  </a:lnTo>
                </a:path>
                <a:path w="10046970" h="3004184">
                  <a:moveTo>
                    <a:pt x="4119331" y="2233711"/>
                  </a:moveTo>
                  <a:lnTo>
                    <a:pt x="4131276" y="2233711"/>
                  </a:lnTo>
                </a:path>
                <a:path w="10046970" h="3004184">
                  <a:moveTo>
                    <a:pt x="4159555" y="2233711"/>
                  </a:moveTo>
                  <a:lnTo>
                    <a:pt x="4147672" y="2233711"/>
                  </a:lnTo>
                </a:path>
                <a:path w="10046970" h="3004184">
                  <a:moveTo>
                    <a:pt x="3079409" y="2233711"/>
                  </a:moveTo>
                  <a:lnTo>
                    <a:pt x="3065192" y="2233711"/>
                  </a:lnTo>
                </a:path>
                <a:path w="10046970" h="3004184">
                  <a:moveTo>
                    <a:pt x="3487557" y="2233711"/>
                  </a:moveTo>
                  <a:lnTo>
                    <a:pt x="3499501" y="2233711"/>
                  </a:lnTo>
                </a:path>
                <a:path w="10046970" h="3004184">
                  <a:moveTo>
                    <a:pt x="3527780" y="2233711"/>
                  </a:moveTo>
                  <a:lnTo>
                    <a:pt x="3515898" y="2233711"/>
                  </a:lnTo>
                </a:path>
                <a:path w="10046970" h="3004184">
                  <a:moveTo>
                    <a:pt x="3737190" y="2233711"/>
                  </a:moveTo>
                  <a:lnTo>
                    <a:pt x="3725315" y="2233711"/>
                  </a:lnTo>
                </a:path>
                <a:path w="10046970" h="3004184">
                  <a:moveTo>
                    <a:pt x="3093797" y="2233711"/>
                  </a:moveTo>
                  <a:lnTo>
                    <a:pt x="3083954" y="2233711"/>
                  </a:lnTo>
                </a:path>
                <a:path w="10046970" h="3004184">
                  <a:moveTo>
                    <a:pt x="3696974" y="2233711"/>
                  </a:moveTo>
                  <a:lnTo>
                    <a:pt x="3708919" y="2233711"/>
                  </a:lnTo>
                </a:path>
                <a:path w="10046970" h="3004184">
                  <a:moveTo>
                    <a:pt x="3278139" y="2233711"/>
                  </a:moveTo>
                  <a:lnTo>
                    <a:pt x="3290083" y="2233711"/>
                  </a:lnTo>
                </a:path>
                <a:path w="10046970" h="3004184">
                  <a:moveTo>
                    <a:pt x="3318363" y="2233711"/>
                  </a:moveTo>
                  <a:lnTo>
                    <a:pt x="3306480" y="2233711"/>
                  </a:lnTo>
                </a:path>
                <a:path w="10046970" h="3004184">
                  <a:moveTo>
                    <a:pt x="3231702" y="2233711"/>
                  </a:moveTo>
                  <a:lnTo>
                    <a:pt x="3219626" y="2233711"/>
                  </a:lnTo>
                </a:path>
                <a:path w="10046970" h="3004184">
                  <a:moveTo>
                    <a:pt x="3167838" y="2233711"/>
                  </a:moveTo>
                  <a:lnTo>
                    <a:pt x="3155746" y="2233711"/>
                  </a:lnTo>
                </a:path>
                <a:path w="10046970" h="3004184">
                  <a:moveTo>
                    <a:pt x="6429937" y="2233711"/>
                  </a:moveTo>
                  <a:lnTo>
                    <a:pt x="6444209" y="2233711"/>
                  </a:lnTo>
                </a:path>
                <a:path w="10046970" h="3004184">
                  <a:moveTo>
                    <a:pt x="7289946" y="2233711"/>
                  </a:moveTo>
                  <a:lnTo>
                    <a:pt x="7299796" y="2233711"/>
                  </a:lnTo>
                </a:path>
                <a:path w="10046970" h="3004184">
                  <a:moveTo>
                    <a:pt x="7271176" y="2233711"/>
                  </a:moveTo>
                  <a:lnTo>
                    <a:pt x="7285370" y="2233711"/>
                  </a:lnTo>
                </a:path>
                <a:path w="10046970" h="3004184">
                  <a:moveTo>
                    <a:pt x="6852341" y="2233711"/>
                  </a:moveTo>
                  <a:lnTo>
                    <a:pt x="6864285" y="2233711"/>
                  </a:lnTo>
                </a:path>
                <a:path w="10046970" h="3004184">
                  <a:moveTo>
                    <a:pt x="6463134" y="2233711"/>
                  </a:moveTo>
                  <a:lnTo>
                    <a:pt x="6475001" y="2233711"/>
                  </a:lnTo>
                </a:path>
                <a:path w="10046970" h="3004184">
                  <a:moveTo>
                    <a:pt x="6892518" y="2233711"/>
                  </a:moveTo>
                  <a:lnTo>
                    <a:pt x="6880651" y="2233711"/>
                  </a:lnTo>
                </a:path>
                <a:path w="10046970" h="3004184">
                  <a:moveTo>
                    <a:pt x="7101935" y="2233711"/>
                  </a:moveTo>
                  <a:lnTo>
                    <a:pt x="7090068" y="2233711"/>
                  </a:lnTo>
                </a:path>
                <a:path w="10046970" h="3004184">
                  <a:moveTo>
                    <a:pt x="6458558" y="2233711"/>
                  </a:moveTo>
                  <a:lnTo>
                    <a:pt x="6448707" y="2233711"/>
                  </a:lnTo>
                </a:path>
                <a:path w="10046970" h="3004184">
                  <a:moveTo>
                    <a:pt x="7061758" y="2233711"/>
                  </a:moveTo>
                  <a:lnTo>
                    <a:pt x="7073703" y="2233711"/>
                  </a:lnTo>
                </a:path>
                <a:path w="10046970" h="3004184">
                  <a:moveTo>
                    <a:pt x="6642923" y="2233711"/>
                  </a:moveTo>
                  <a:lnTo>
                    <a:pt x="6654867" y="2233711"/>
                  </a:lnTo>
                </a:path>
                <a:path w="10046970" h="3004184">
                  <a:moveTo>
                    <a:pt x="6683100" y="2233711"/>
                  </a:moveTo>
                  <a:lnTo>
                    <a:pt x="6671233" y="2233711"/>
                  </a:lnTo>
                </a:path>
                <a:path w="10046970" h="3004184">
                  <a:moveTo>
                    <a:pt x="5602970" y="2233711"/>
                  </a:moveTo>
                  <a:lnTo>
                    <a:pt x="5588776" y="2233711"/>
                  </a:lnTo>
                </a:path>
                <a:path w="10046970" h="3004184">
                  <a:moveTo>
                    <a:pt x="6011102" y="2233711"/>
                  </a:moveTo>
                  <a:lnTo>
                    <a:pt x="6023046" y="2233711"/>
                  </a:lnTo>
                </a:path>
                <a:path w="10046970" h="3004184">
                  <a:moveTo>
                    <a:pt x="5621895" y="2233711"/>
                  </a:moveTo>
                  <a:lnTo>
                    <a:pt x="5633762" y="2233711"/>
                  </a:lnTo>
                </a:path>
                <a:path w="10046970" h="3004184">
                  <a:moveTo>
                    <a:pt x="6051357" y="2233711"/>
                  </a:moveTo>
                  <a:lnTo>
                    <a:pt x="6039490" y="2233711"/>
                  </a:lnTo>
                </a:path>
                <a:path w="10046970" h="3004184">
                  <a:moveTo>
                    <a:pt x="6260774" y="2233711"/>
                  </a:moveTo>
                  <a:lnTo>
                    <a:pt x="6248907" y="2233711"/>
                  </a:lnTo>
                </a:path>
                <a:path w="10046970" h="3004184">
                  <a:moveTo>
                    <a:pt x="5617397" y="2233711"/>
                  </a:moveTo>
                  <a:lnTo>
                    <a:pt x="5607546" y="2233711"/>
                  </a:lnTo>
                </a:path>
                <a:path w="10046970" h="3004184">
                  <a:moveTo>
                    <a:pt x="6220520" y="2233711"/>
                  </a:moveTo>
                  <a:lnTo>
                    <a:pt x="6232464" y="2233711"/>
                  </a:lnTo>
                </a:path>
                <a:path w="10046970" h="3004184">
                  <a:moveTo>
                    <a:pt x="5801684" y="2233711"/>
                  </a:moveTo>
                  <a:lnTo>
                    <a:pt x="5813629" y="2233711"/>
                  </a:lnTo>
                </a:path>
                <a:path w="10046970" h="3004184">
                  <a:moveTo>
                    <a:pt x="5841939" y="2233711"/>
                  </a:moveTo>
                  <a:lnTo>
                    <a:pt x="5830072" y="2233711"/>
                  </a:lnTo>
                </a:path>
                <a:path w="10046970" h="3004184">
                  <a:moveTo>
                    <a:pt x="1424048" y="2233711"/>
                  </a:moveTo>
                  <a:lnTo>
                    <a:pt x="1427825" y="2233711"/>
                  </a:lnTo>
                </a:path>
                <a:path w="10046970" h="3004184">
                  <a:moveTo>
                    <a:pt x="1382808" y="2233711"/>
                  </a:moveTo>
                  <a:lnTo>
                    <a:pt x="1397017" y="2233711"/>
                  </a:lnTo>
                </a:path>
                <a:path w="10046970" h="3004184">
                  <a:moveTo>
                    <a:pt x="1694034" y="2233711"/>
                  </a:moveTo>
                  <a:lnTo>
                    <a:pt x="1682593" y="2233711"/>
                  </a:lnTo>
                </a:path>
                <a:path w="10046970" h="3004184">
                  <a:moveTo>
                    <a:pt x="1805165" y="2233711"/>
                  </a:moveTo>
                  <a:lnTo>
                    <a:pt x="1817109" y="2233711"/>
                  </a:lnTo>
                </a:path>
                <a:path w="10046970" h="3004184">
                  <a:moveTo>
                    <a:pt x="1845388" y="2233711"/>
                  </a:moveTo>
                  <a:lnTo>
                    <a:pt x="1833514" y="2233711"/>
                  </a:lnTo>
                </a:path>
                <a:path w="10046970" h="3004184">
                  <a:moveTo>
                    <a:pt x="1967285" y="2233711"/>
                  </a:moveTo>
                  <a:lnTo>
                    <a:pt x="1955914" y="2233711"/>
                  </a:lnTo>
                </a:path>
                <a:path w="10046970" h="3004184">
                  <a:moveTo>
                    <a:pt x="2054806" y="2233711"/>
                  </a:moveTo>
                  <a:lnTo>
                    <a:pt x="2042931" y="2233711"/>
                  </a:lnTo>
                </a:path>
                <a:path w="10046970" h="3004184">
                  <a:moveTo>
                    <a:pt x="1411413" y="2233711"/>
                  </a:moveTo>
                  <a:lnTo>
                    <a:pt x="1401570" y="2233711"/>
                  </a:lnTo>
                </a:path>
                <a:path w="10046970" h="3004184">
                  <a:moveTo>
                    <a:pt x="2112815" y="2233711"/>
                  </a:moveTo>
                  <a:lnTo>
                    <a:pt x="2101483" y="2233711"/>
                  </a:lnTo>
                </a:path>
                <a:path w="10046970" h="3004184">
                  <a:moveTo>
                    <a:pt x="2014582" y="2233711"/>
                  </a:moveTo>
                  <a:lnTo>
                    <a:pt x="2026527" y="2233711"/>
                  </a:lnTo>
                </a:path>
                <a:path w="10046970" h="3004184">
                  <a:moveTo>
                    <a:pt x="1757890" y="2233711"/>
                  </a:moveTo>
                  <a:lnTo>
                    <a:pt x="1746473" y="2233711"/>
                  </a:lnTo>
                </a:path>
                <a:path w="10046970" h="3004184">
                  <a:moveTo>
                    <a:pt x="1595747" y="2233711"/>
                  </a:moveTo>
                  <a:lnTo>
                    <a:pt x="1607691" y="2233711"/>
                  </a:lnTo>
                </a:path>
                <a:path w="10046970" h="3004184">
                  <a:moveTo>
                    <a:pt x="2165363" y="2233711"/>
                  </a:moveTo>
                  <a:lnTo>
                    <a:pt x="2176679" y="2233711"/>
                  </a:lnTo>
                </a:path>
                <a:path w="10046970" h="3004184">
                  <a:moveTo>
                    <a:pt x="1635971" y="2233711"/>
                  </a:moveTo>
                  <a:lnTo>
                    <a:pt x="1624096" y="2233711"/>
                  </a:lnTo>
                </a:path>
                <a:path w="10046970" h="3004184">
                  <a:moveTo>
                    <a:pt x="1548504" y="2233711"/>
                  </a:moveTo>
                  <a:lnTo>
                    <a:pt x="1537032" y="2233711"/>
                  </a:lnTo>
                </a:path>
                <a:path w="10046970" h="3004184">
                  <a:moveTo>
                    <a:pt x="1484639" y="2233711"/>
                  </a:moveTo>
                  <a:lnTo>
                    <a:pt x="1473152" y="2233711"/>
                  </a:lnTo>
                </a:path>
                <a:path w="10046970" h="3004184">
                  <a:moveTo>
                    <a:pt x="1892034" y="2233711"/>
                  </a:moveTo>
                  <a:lnTo>
                    <a:pt x="1903420" y="2233711"/>
                  </a:lnTo>
                </a:path>
                <a:path w="10046970" h="3004184">
                  <a:moveTo>
                    <a:pt x="582956" y="2233711"/>
                  </a:moveTo>
                  <a:lnTo>
                    <a:pt x="586633" y="2233711"/>
                  </a:lnTo>
                </a:path>
                <a:path w="10046970" h="3004184">
                  <a:moveTo>
                    <a:pt x="541616" y="2233711"/>
                  </a:moveTo>
                  <a:lnTo>
                    <a:pt x="555825" y="2233711"/>
                  </a:lnTo>
                </a:path>
                <a:path w="10046970" h="3004184">
                  <a:moveTo>
                    <a:pt x="852942" y="2233711"/>
                  </a:moveTo>
                  <a:lnTo>
                    <a:pt x="841292" y="2233711"/>
                  </a:lnTo>
                </a:path>
                <a:path w="10046970" h="3004184">
                  <a:moveTo>
                    <a:pt x="963972" y="2233711"/>
                  </a:moveTo>
                  <a:lnTo>
                    <a:pt x="975917" y="2233711"/>
                  </a:lnTo>
                </a:path>
                <a:path w="10046970" h="3004184">
                  <a:moveTo>
                    <a:pt x="1004196" y="2233711"/>
                  </a:moveTo>
                  <a:lnTo>
                    <a:pt x="992321" y="2233711"/>
                  </a:lnTo>
                </a:path>
                <a:path w="10046970" h="3004184">
                  <a:moveTo>
                    <a:pt x="1126194" y="2233711"/>
                  </a:moveTo>
                  <a:lnTo>
                    <a:pt x="1114621" y="2233711"/>
                  </a:lnTo>
                </a:path>
                <a:path w="10046970" h="3004184">
                  <a:moveTo>
                    <a:pt x="1213614" y="2233711"/>
                  </a:moveTo>
                  <a:lnTo>
                    <a:pt x="1201731" y="2233711"/>
                  </a:lnTo>
                </a:path>
                <a:path w="10046970" h="3004184">
                  <a:moveTo>
                    <a:pt x="570221" y="2233711"/>
                  </a:moveTo>
                  <a:lnTo>
                    <a:pt x="560378" y="2233711"/>
                  </a:lnTo>
                </a:path>
                <a:path w="10046970" h="3004184">
                  <a:moveTo>
                    <a:pt x="1271723" y="2233711"/>
                  </a:moveTo>
                  <a:lnTo>
                    <a:pt x="1260182" y="2233711"/>
                  </a:lnTo>
                </a:path>
                <a:path w="10046970" h="3004184">
                  <a:moveTo>
                    <a:pt x="1173390" y="2233711"/>
                  </a:moveTo>
                  <a:lnTo>
                    <a:pt x="1185335" y="2233711"/>
                  </a:lnTo>
                </a:path>
                <a:path w="10046970" h="3004184">
                  <a:moveTo>
                    <a:pt x="916807" y="2233711"/>
                  </a:moveTo>
                  <a:lnTo>
                    <a:pt x="905173" y="2233711"/>
                  </a:lnTo>
                </a:path>
                <a:path w="10046970" h="3004184">
                  <a:moveTo>
                    <a:pt x="754555" y="2233711"/>
                  </a:moveTo>
                  <a:lnTo>
                    <a:pt x="766499" y="2233711"/>
                  </a:lnTo>
                </a:path>
                <a:path w="10046970" h="3004184">
                  <a:moveTo>
                    <a:pt x="1324062" y="2233711"/>
                  </a:moveTo>
                  <a:lnTo>
                    <a:pt x="1335588" y="2233711"/>
                  </a:lnTo>
                </a:path>
                <a:path w="10046970" h="3004184">
                  <a:moveTo>
                    <a:pt x="794778" y="2233711"/>
                  </a:moveTo>
                  <a:lnTo>
                    <a:pt x="782904" y="2233711"/>
                  </a:lnTo>
                </a:path>
                <a:path w="10046970" h="3004184">
                  <a:moveTo>
                    <a:pt x="707412" y="2233711"/>
                  </a:moveTo>
                  <a:lnTo>
                    <a:pt x="695732" y="2233711"/>
                  </a:lnTo>
                </a:path>
                <a:path w="10046970" h="3004184">
                  <a:moveTo>
                    <a:pt x="643548" y="2233711"/>
                  </a:moveTo>
                  <a:lnTo>
                    <a:pt x="631851" y="2233711"/>
                  </a:lnTo>
                </a:path>
                <a:path w="10046970" h="3004184">
                  <a:moveTo>
                    <a:pt x="1050741" y="2233711"/>
                  </a:moveTo>
                  <a:lnTo>
                    <a:pt x="1062329" y="2233711"/>
                  </a:lnTo>
                </a:path>
                <a:path w="10046970" h="3004184">
                  <a:moveTo>
                    <a:pt x="11851" y="2233711"/>
                  </a:moveTo>
                  <a:lnTo>
                    <a:pt x="0" y="2233711"/>
                  </a:lnTo>
                </a:path>
                <a:path w="10046970" h="3004184">
                  <a:moveTo>
                    <a:pt x="122780" y="2233711"/>
                  </a:moveTo>
                  <a:lnTo>
                    <a:pt x="134725" y="2233711"/>
                  </a:lnTo>
                </a:path>
                <a:path w="10046970" h="3004184">
                  <a:moveTo>
                    <a:pt x="163004" y="2233711"/>
                  </a:moveTo>
                  <a:lnTo>
                    <a:pt x="151122" y="2233711"/>
                  </a:lnTo>
                </a:path>
                <a:path w="10046970" h="3004184">
                  <a:moveTo>
                    <a:pt x="285110" y="2233711"/>
                  </a:moveTo>
                  <a:lnTo>
                    <a:pt x="273321" y="2233711"/>
                  </a:lnTo>
                </a:path>
                <a:path w="10046970" h="3004184">
                  <a:moveTo>
                    <a:pt x="372422" y="2233711"/>
                  </a:moveTo>
                  <a:lnTo>
                    <a:pt x="360539" y="2233711"/>
                  </a:lnTo>
                </a:path>
                <a:path w="10046970" h="3004184">
                  <a:moveTo>
                    <a:pt x="430632" y="2233711"/>
                  </a:moveTo>
                  <a:lnTo>
                    <a:pt x="418881" y="2233711"/>
                  </a:lnTo>
                </a:path>
                <a:path w="10046970" h="3004184">
                  <a:moveTo>
                    <a:pt x="332198" y="2233711"/>
                  </a:moveTo>
                  <a:lnTo>
                    <a:pt x="344143" y="2233711"/>
                  </a:lnTo>
                </a:path>
                <a:path w="10046970" h="3004184">
                  <a:moveTo>
                    <a:pt x="75716" y="2233711"/>
                  </a:moveTo>
                  <a:lnTo>
                    <a:pt x="63880" y="2233711"/>
                  </a:lnTo>
                </a:path>
                <a:path w="10046970" h="3004184">
                  <a:moveTo>
                    <a:pt x="482762" y="2233711"/>
                  </a:moveTo>
                  <a:lnTo>
                    <a:pt x="494497" y="2233711"/>
                  </a:lnTo>
                </a:path>
                <a:path w="10046970" h="3004184">
                  <a:moveTo>
                    <a:pt x="209440" y="2233711"/>
                  </a:moveTo>
                  <a:lnTo>
                    <a:pt x="221245" y="2233711"/>
                  </a:lnTo>
                </a:path>
                <a:path w="10046970" h="3004184">
                  <a:moveTo>
                    <a:pt x="7413580" y="2653399"/>
                  </a:moveTo>
                  <a:lnTo>
                    <a:pt x="7413037" y="2653477"/>
                  </a:lnTo>
                </a:path>
                <a:path w="10046970" h="3004184">
                  <a:moveTo>
                    <a:pt x="7348195" y="2654097"/>
                  </a:moveTo>
                  <a:lnTo>
                    <a:pt x="7338345" y="2654097"/>
                  </a:lnTo>
                </a:path>
                <a:path w="10046970" h="3004184">
                  <a:moveTo>
                    <a:pt x="9089775" y="2653710"/>
                  </a:moveTo>
                  <a:lnTo>
                    <a:pt x="9090007" y="2653865"/>
                  </a:lnTo>
                </a:path>
                <a:path w="10046970" h="3004184">
                  <a:moveTo>
                    <a:pt x="9091248" y="2655183"/>
                  </a:moveTo>
                  <a:lnTo>
                    <a:pt x="9091404" y="2655338"/>
                  </a:lnTo>
                </a:path>
                <a:path w="10046970" h="3004184">
                  <a:moveTo>
                    <a:pt x="9089309" y="2653167"/>
                  </a:moveTo>
                  <a:lnTo>
                    <a:pt x="9089387" y="2653244"/>
                  </a:lnTo>
                  <a:lnTo>
                    <a:pt x="9089620" y="2653477"/>
                  </a:lnTo>
                </a:path>
                <a:path w="10046970" h="3004184">
                  <a:moveTo>
                    <a:pt x="9090473" y="2654408"/>
                  </a:moveTo>
                  <a:lnTo>
                    <a:pt x="9090706" y="2654640"/>
                  </a:lnTo>
                </a:path>
                <a:path w="10046970" h="3004184">
                  <a:moveTo>
                    <a:pt x="9090163" y="2654097"/>
                  </a:moveTo>
                  <a:lnTo>
                    <a:pt x="9090318" y="2654253"/>
                  </a:lnTo>
                </a:path>
                <a:path w="10046970" h="3004184">
                  <a:moveTo>
                    <a:pt x="9090861" y="2654795"/>
                  </a:moveTo>
                  <a:lnTo>
                    <a:pt x="9091016" y="2655028"/>
                  </a:lnTo>
                </a:path>
                <a:path w="10046970" h="3004184">
                  <a:moveTo>
                    <a:pt x="9098074" y="2653244"/>
                  </a:moveTo>
                  <a:lnTo>
                    <a:pt x="9101487" y="2653244"/>
                  </a:lnTo>
                </a:path>
                <a:path w="10046970" h="3004184">
                  <a:moveTo>
                    <a:pt x="4901002" y="2233711"/>
                  </a:moveTo>
                  <a:lnTo>
                    <a:pt x="4914094" y="2233711"/>
                  </a:lnTo>
                </a:path>
                <a:path w="10046970" h="3004184">
                  <a:moveTo>
                    <a:pt x="4837130" y="2233711"/>
                  </a:moveTo>
                  <a:lnTo>
                    <a:pt x="4850222" y="2233711"/>
                  </a:lnTo>
                </a:path>
                <a:path w="10046970" h="3004184">
                  <a:moveTo>
                    <a:pt x="2745473" y="2233711"/>
                  </a:moveTo>
                  <a:lnTo>
                    <a:pt x="2733335" y="2233711"/>
                  </a:lnTo>
                </a:path>
                <a:path w="10046970" h="3004184">
                  <a:moveTo>
                    <a:pt x="4059810" y="2233711"/>
                  </a:moveTo>
                  <a:lnTo>
                    <a:pt x="4072902" y="2233711"/>
                  </a:lnTo>
                </a:path>
                <a:path w="10046970" h="3004184">
                  <a:moveTo>
                    <a:pt x="4205355" y="2233711"/>
                  </a:moveTo>
                  <a:lnTo>
                    <a:pt x="4218448" y="2233711"/>
                  </a:lnTo>
                </a:path>
                <a:path w="10046970" h="3004184">
                  <a:moveTo>
                    <a:pt x="4478645" y="2233711"/>
                  </a:moveTo>
                  <a:lnTo>
                    <a:pt x="4491738" y="2233711"/>
                  </a:lnTo>
                </a:path>
                <a:path w="10046970" h="3004184">
                  <a:moveTo>
                    <a:pt x="4624191" y="2233711"/>
                  </a:moveTo>
                  <a:lnTo>
                    <a:pt x="4637275" y="2233711"/>
                  </a:lnTo>
                </a:path>
                <a:path w="10046970" h="3004184">
                  <a:moveTo>
                    <a:pt x="3995937" y="2233711"/>
                  </a:moveTo>
                  <a:lnTo>
                    <a:pt x="4009030" y="2233711"/>
                  </a:lnTo>
                </a:path>
                <a:path w="10046970" h="3004184">
                  <a:moveTo>
                    <a:pt x="4269228" y="2233711"/>
                  </a:moveTo>
                  <a:lnTo>
                    <a:pt x="4282320" y="2233711"/>
                  </a:lnTo>
                </a:path>
                <a:path w="10046970" h="3004184">
                  <a:moveTo>
                    <a:pt x="4688063" y="2233711"/>
                  </a:moveTo>
                  <a:lnTo>
                    <a:pt x="4701148" y="2233711"/>
                  </a:lnTo>
                </a:path>
                <a:path w="10046970" h="3004184">
                  <a:moveTo>
                    <a:pt x="4414773" y="2233711"/>
                  </a:moveTo>
                  <a:lnTo>
                    <a:pt x="4427865" y="2233711"/>
                  </a:lnTo>
                </a:path>
                <a:path w="10046970" h="3004184">
                  <a:moveTo>
                    <a:pt x="3364163" y="2233711"/>
                  </a:moveTo>
                  <a:lnTo>
                    <a:pt x="3377248" y="2233711"/>
                  </a:lnTo>
                </a:path>
                <a:path w="10046970" h="3004184">
                  <a:moveTo>
                    <a:pt x="3637453" y="2233711"/>
                  </a:moveTo>
                  <a:lnTo>
                    <a:pt x="3650538" y="2233711"/>
                  </a:lnTo>
                </a:path>
                <a:path w="10046970" h="3004184">
                  <a:moveTo>
                    <a:pt x="3782998" y="2233711"/>
                  </a:moveTo>
                  <a:lnTo>
                    <a:pt x="3796083" y="2233711"/>
                  </a:lnTo>
                </a:path>
                <a:path w="10046970" h="3004184">
                  <a:moveTo>
                    <a:pt x="3428035" y="2233711"/>
                  </a:moveTo>
                  <a:lnTo>
                    <a:pt x="3441120" y="2233711"/>
                  </a:lnTo>
                </a:path>
                <a:path w="10046970" h="3004184">
                  <a:moveTo>
                    <a:pt x="3846871" y="2233711"/>
                  </a:moveTo>
                  <a:lnTo>
                    <a:pt x="3859956" y="2233711"/>
                  </a:lnTo>
                </a:path>
                <a:path w="10046970" h="3004184">
                  <a:moveTo>
                    <a:pt x="3573581" y="2233711"/>
                  </a:moveTo>
                  <a:lnTo>
                    <a:pt x="3586665" y="2233711"/>
                  </a:lnTo>
                </a:path>
                <a:path w="10046970" h="3004184">
                  <a:moveTo>
                    <a:pt x="9089465" y="2979083"/>
                  </a:moveTo>
                  <a:lnTo>
                    <a:pt x="9089465" y="2978307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9" name="object 3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820131" y="693886"/>
              <a:ext cx="8943144" cy="5199050"/>
            </a:xfrm>
            <a:prstGeom prst="rect">
              <a:avLst/>
            </a:prstGeom>
          </p:spPr>
        </p:pic>
        <p:sp>
          <p:nvSpPr>
            <p:cNvPr id="350" name="object 350"/>
            <p:cNvSpPr/>
            <p:nvPr/>
          </p:nvSpPr>
          <p:spPr>
            <a:xfrm>
              <a:off x="8820130" y="1880152"/>
              <a:ext cx="8943340" cy="3994785"/>
            </a:xfrm>
            <a:custGeom>
              <a:avLst/>
              <a:gdLst/>
              <a:ahLst/>
              <a:cxnLst/>
              <a:rect l="l" t="t" r="r" b="b"/>
              <a:pathLst>
                <a:path w="8943340" h="3994785">
                  <a:moveTo>
                    <a:pt x="3659302" y="0"/>
                  </a:moveTo>
                  <a:lnTo>
                    <a:pt x="3659302" y="424326"/>
                  </a:lnTo>
                </a:path>
                <a:path w="8943340" h="3994785">
                  <a:moveTo>
                    <a:pt x="6872235" y="3001715"/>
                  </a:moveTo>
                  <a:lnTo>
                    <a:pt x="6872235" y="3040310"/>
                  </a:lnTo>
                </a:path>
                <a:path w="8943340" h="3994785">
                  <a:moveTo>
                    <a:pt x="8350957" y="2588239"/>
                  </a:moveTo>
                  <a:lnTo>
                    <a:pt x="8350957" y="2634784"/>
                  </a:lnTo>
                </a:path>
                <a:path w="8943340" h="3994785">
                  <a:moveTo>
                    <a:pt x="7979357" y="2634808"/>
                  </a:moveTo>
                  <a:lnTo>
                    <a:pt x="7979357" y="2634986"/>
                  </a:lnTo>
                </a:path>
                <a:path w="8943340" h="3994785">
                  <a:moveTo>
                    <a:pt x="8350259" y="2513997"/>
                  </a:moveTo>
                  <a:lnTo>
                    <a:pt x="8350259" y="2583632"/>
                  </a:lnTo>
                </a:path>
                <a:path w="8943340" h="3994785">
                  <a:moveTo>
                    <a:pt x="8351577" y="2659899"/>
                  </a:moveTo>
                  <a:lnTo>
                    <a:pt x="8351577" y="2729705"/>
                  </a:lnTo>
                </a:path>
                <a:path w="8943340" h="3994785">
                  <a:moveTo>
                    <a:pt x="7979977" y="2729728"/>
                  </a:moveTo>
                  <a:lnTo>
                    <a:pt x="7979977" y="2729907"/>
                  </a:lnTo>
                </a:path>
                <a:path w="8943340" h="3994785">
                  <a:moveTo>
                    <a:pt x="8348863" y="2369398"/>
                  </a:moveTo>
                  <a:lnTo>
                    <a:pt x="8348863" y="2400857"/>
                  </a:lnTo>
                </a:path>
                <a:path w="8943340" h="3994785">
                  <a:moveTo>
                    <a:pt x="8352973" y="2807089"/>
                  </a:moveTo>
                  <a:lnTo>
                    <a:pt x="8352973" y="2853626"/>
                  </a:lnTo>
                </a:path>
                <a:path w="8943340" h="3994785">
                  <a:moveTo>
                    <a:pt x="7981373" y="2853657"/>
                  </a:moveTo>
                  <a:lnTo>
                    <a:pt x="7981373" y="2853828"/>
                  </a:lnTo>
                </a:path>
                <a:path w="8943340" h="3994785">
                  <a:moveTo>
                    <a:pt x="4079999" y="3001754"/>
                  </a:moveTo>
                  <a:lnTo>
                    <a:pt x="4079999" y="3040364"/>
                  </a:lnTo>
                </a:path>
                <a:path w="8943340" h="3994785">
                  <a:moveTo>
                    <a:pt x="8352275" y="2734141"/>
                  </a:moveTo>
                  <a:lnTo>
                    <a:pt x="8352275" y="2803947"/>
                  </a:lnTo>
                </a:path>
                <a:path w="8943340" h="3994785">
                  <a:moveTo>
                    <a:pt x="7980675" y="2803971"/>
                  </a:moveTo>
                  <a:lnTo>
                    <a:pt x="7980675" y="2804149"/>
                  </a:lnTo>
                </a:path>
                <a:path w="8943340" h="3994785">
                  <a:moveTo>
                    <a:pt x="8349561" y="2442345"/>
                  </a:moveTo>
                  <a:lnTo>
                    <a:pt x="8349561" y="2492241"/>
                  </a:lnTo>
                </a:path>
                <a:path w="8943340" h="3994785">
                  <a:moveTo>
                    <a:pt x="5476117" y="3001739"/>
                  </a:moveTo>
                  <a:lnTo>
                    <a:pt x="5476117" y="3040333"/>
                  </a:lnTo>
                </a:path>
                <a:path w="8943340" h="3994785">
                  <a:moveTo>
                    <a:pt x="7349087" y="2652538"/>
                  </a:moveTo>
                  <a:lnTo>
                    <a:pt x="7349087" y="2978299"/>
                  </a:lnTo>
                </a:path>
                <a:path w="8943340" h="3994785">
                  <a:moveTo>
                    <a:pt x="8268353" y="3001700"/>
                  </a:moveTo>
                  <a:lnTo>
                    <a:pt x="8268353" y="3040279"/>
                  </a:lnTo>
                </a:path>
                <a:path w="8943340" h="3994785">
                  <a:moveTo>
                    <a:pt x="7346062" y="424319"/>
                  </a:moveTo>
                  <a:lnTo>
                    <a:pt x="7346062" y="418742"/>
                  </a:lnTo>
                </a:path>
                <a:path w="8943340" h="3994785">
                  <a:moveTo>
                    <a:pt x="5631552" y="424319"/>
                  </a:moveTo>
                  <a:lnTo>
                    <a:pt x="5631552" y="419006"/>
                  </a:lnTo>
                </a:path>
                <a:path w="8943340" h="3994785">
                  <a:moveTo>
                    <a:pt x="3886404" y="424326"/>
                  </a:moveTo>
                  <a:lnTo>
                    <a:pt x="3886404" y="419269"/>
                  </a:lnTo>
                </a:path>
                <a:path w="8943340" h="3994785">
                  <a:moveTo>
                    <a:pt x="2137611" y="424326"/>
                  </a:moveTo>
                  <a:lnTo>
                    <a:pt x="2137611" y="419541"/>
                  </a:lnTo>
                </a:path>
                <a:path w="8943340" h="3994785">
                  <a:moveTo>
                    <a:pt x="2141257" y="424326"/>
                  </a:moveTo>
                  <a:lnTo>
                    <a:pt x="2141257" y="420440"/>
                  </a:lnTo>
                </a:path>
                <a:path w="8943340" h="3994785">
                  <a:moveTo>
                    <a:pt x="2815427" y="424326"/>
                  </a:moveTo>
                  <a:lnTo>
                    <a:pt x="2815427" y="420440"/>
                  </a:lnTo>
                </a:path>
                <a:path w="8943340" h="3994785">
                  <a:moveTo>
                    <a:pt x="2815970" y="424326"/>
                  </a:moveTo>
                  <a:lnTo>
                    <a:pt x="2815892" y="217"/>
                  </a:lnTo>
                </a:path>
                <a:path w="8943340" h="3994785">
                  <a:moveTo>
                    <a:pt x="2817055" y="424326"/>
                  </a:moveTo>
                  <a:lnTo>
                    <a:pt x="2816978" y="1279"/>
                  </a:lnTo>
                </a:path>
                <a:path w="8943340" h="3994785">
                  <a:moveTo>
                    <a:pt x="0" y="3969101"/>
                  </a:moveTo>
                  <a:lnTo>
                    <a:pt x="2042443" y="3097202"/>
                  </a:lnTo>
                </a:path>
                <a:path w="8943340" h="3994785">
                  <a:moveTo>
                    <a:pt x="0" y="3937843"/>
                  </a:moveTo>
                  <a:lnTo>
                    <a:pt x="2042443" y="3089996"/>
                  </a:lnTo>
                </a:path>
                <a:path w="8943340" h="3994785">
                  <a:moveTo>
                    <a:pt x="0" y="3974600"/>
                  </a:moveTo>
                  <a:lnTo>
                    <a:pt x="2654873" y="3078060"/>
                  </a:lnTo>
                  <a:lnTo>
                    <a:pt x="55069" y="3993230"/>
                  </a:lnTo>
                </a:path>
                <a:path w="8943340" h="3994785">
                  <a:moveTo>
                    <a:pt x="2042443" y="2811890"/>
                  </a:moveTo>
                  <a:lnTo>
                    <a:pt x="0" y="3691855"/>
                  </a:lnTo>
                </a:path>
                <a:path w="8943340" h="3994785">
                  <a:moveTo>
                    <a:pt x="0" y="3922936"/>
                  </a:moveTo>
                  <a:lnTo>
                    <a:pt x="2042443" y="2865059"/>
                  </a:lnTo>
                </a:path>
                <a:path w="8943340" h="3994785">
                  <a:moveTo>
                    <a:pt x="55069" y="3993230"/>
                  </a:moveTo>
                  <a:lnTo>
                    <a:pt x="2655959" y="3338451"/>
                  </a:lnTo>
                  <a:lnTo>
                    <a:pt x="147057" y="3991827"/>
                  </a:lnTo>
                </a:path>
                <a:path w="8943340" h="3994785">
                  <a:moveTo>
                    <a:pt x="6702297" y="1861630"/>
                  </a:moveTo>
                  <a:lnTo>
                    <a:pt x="6702297" y="424311"/>
                  </a:lnTo>
                </a:path>
                <a:path w="8943340" h="3994785">
                  <a:moveTo>
                    <a:pt x="6700435" y="1861630"/>
                  </a:moveTo>
                  <a:lnTo>
                    <a:pt x="6700435" y="424311"/>
                  </a:lnTo>
                </a:path>
                <a:path w="8943340" h="3994785">
                  <a:moveTo>
                    <a:pt x="6897133" y="2652515"/>
                  </a:moveTo>
                  <a:lnTo>
                    <a:pt x="6897133" y="424311"/>
                  </a:lnTo>
                </a:path>
                <a:path w="8943340" h="3994785">
                  <a:moveTo>
                    <a:pt x="6895271" y="2652515"/>
                  </a:moveTo>
                  <a:lnTo>
                    <a:pt x="6895271" y="424311"/>
                  </a:lnTo>
                </a:path>
                <a:path w="8943340" h="3994785">
                  <a:moveTo>
                    <a:pt x="7106550" y="2652515"/>
                  </a:moveTo>
                  <a:lnTo>
                    <a:pt x="7106550" y="424311"/>
                  </a:lnTo>
                </a:path>
                <a:path w="8943340" h="3994785">
                  <a:moveTo>
                    <a:pt x="7104689" y="2652515"/>
                  </a:moveTo>
                  <a:lnTo>
                    <a:pt x="7104689" y="424311"/>
                  </a:lnTo>
                </a:path>
                <a:path w="8943340" h="3994785">
                  <a:moveTo>
                    <a:pt x="6822130" y="2652523"/>
                  </a:moveTo>
                  <a:lnTo>
                    <a:pt x="6822130" y="424319"/>
                  </a:lnTo>
                </a:path>
                <a:path w="8943340" h="3994785">
                  <a:moveTo>
                    <a:pt x="6774817" y="2652523"/>
                  </a:moveTo>
                  <a:lnTo>
                    <a:pt x="6774817" y="424319"/>
                  </a:lnTo>
                </a:path>
                <a:path w="8943340" h="3994785">
                  <a:moveTo>
                    <a:pt x="6836944" y="2652523"/>
                  </a:moveTo>
                  <a:lnTo>
                    <a:pt x="6836944" y="424319"/>
                  </a:lnTo>
                </a:path>
                <a:path w="8943340" h="3994785">
                  <a:moveTo>
                    <a:pt x="6823836" y="2652523"/>
                  </a:moveTo>
                  <a:lnTo>
                    <a:pt x="6823836" y="424319"/>
                  </a:lnTo>
                </a:path>
                <a:path w="8943340" h="3994785">
                  <a:moveTo>
                    <a:pt x="6911714" y="2652515"/>
                  </a:moveTo>
                  <a:lnTo>
                    <a:pt x="6911714" y="424311"/>
                  </a:lnTo>
                </a:path>
                <a:path w="8943340" h="3994785">
                  <a:moveTo>
                    <a:pt x="6909775" y="2652515"/>
                  </a:moveTo>
                  <a:lnTo>
                    <a:pt x="6909775" y="424311"/>
                  </a:lnTo>
                </a:path>
                <a:path w="8943340" h="3994785">
                  <a:moveTo>
                    <a:pt x="6969421" y="2652523"/>
                  </a:moveTo>
                  <a:lnTo>
                    <a:pt x="6969421" y="424319"/>
                  </a:lnTo>
                </a:path>
                <a:path w="8943340" h="3994785">
                  <a:moveTo>
                    <a:pt x="6967714" y="2652523"/>
                  </a:moveTo>
                  <a:lnTo>
                    <a:pt x="6967714" y="424319"/>
                  </a:lnTo>
                </a:path>
                <a:path w="8943340" h="3994785">
                  <a:moveTo>
                    <a:pt x="6982529" y="2652523"/>
                  </a:moveTo>
                  <a:lnTo>
                    <a:pt x="6982529" y="424319"/>
                  </a:lnTo>
                </a:path>
                <a:path w="8943340" h="3994785">
                  <a:moveTo>
                    <a:pt x="7046362" y="2652523"/>
                  </a:moveTo>
                  <a:lnTo>
                    <a:pt x="7046362" y="424319"/>
                  </a:lnTo>
                </a:path>
                <a:path w="8943340" h="3994785">
                  <a:moveTo>
                    <a:pt x="7033254" y="2652523"/>
                  </a:moveTo>
                  <a:lnTo>
                    <a:pt x="7033254" y="424319"/>
                  </a:lnTo>
                </a:path>
                <a:path w="8943340" h="3994785">
                  <a:moveTo>
                    <a:pt x="7092822" y="2652523"/>
                  </a:moveTo>
                  <a:lnTo>
                    <a:pt x="7092822" y="424319"/>
                  </a:lnTo>
                </a:path>
                <a:path w="8943340" h="3994785">
                  <a:moveTo>
                    <a:pt x="7048069" y="2652523"/>
                  </a:moveTo>
                  <a:lnTo>
                    <a:pt x="7048069" y="424319"/>
                  </a:lnTo>
                </a:path>
                <a:path w="8943340" h="3994785">
                  <a:moveTo>
                    <a:pt x="6773111" y="2652523"/>
                  </a:moveTo>
                  <a:lnTo>
                    <a:pt x="6773111" y="424319"/>
                  </a:lnTo>
                </a:path>
                <a:path w="8943340" h="3994785">
                  <a:moveTo>
                    <a:pt x="6760003" y="2652523"/>
                  </a:moveTo>
                  <a:lnTo>
                    <a:pt x="6760003" y="424319"/>
                  </a:lnTo>
                </a:path>
                <a:path w="8943340" h="3994785">
                  <a:moveTo>
                    <a:pt x="6714241" y="1861638"/>
                  </a:moveTo>
                  <a:lnTo>
                    <a:pt x="6714241" y="424319"/>
                  </a:lnTo>
                </a:path>
                <a:path w="8943340" h="3994785">
                  <a:moveTo>
                    <a:pt x="6838651" y="2652523"/>
                  </a:moveTo>
                  <a:lnTo>
                    <a:pt x="6838651" y="424319"/>
                  </a:lnTo>
                </a:path>
                <a:path w="8943340" h="3994785">
                  <a:moveTo>
                    <a:pt x="6883404" y="2652523"/>
                  </a:moveTo>
                  <a:lnTo>
                    <a:pt x="6883404" y="424319"/>
                  </a:lnTo>
                </a:path>
                <a:path w="8943340" h="3994785">
                  <a:moveTo>
                    <a:pt x="6899847" y="2652515"/>
                  </a:moveTo>
                  <a:lnTo>
                    <a:pt x="6899847" y="424311"/>
                  </a:lnTo>
                </a:path>
                <a:path w="8943340" h="3994785">
                  <a:moveTo>
                    <a:pt x="6907138" y="2652515"/>
                  </a:moveTo>
                  <a:lnTo>
                    <a:pt x="6907138" y="424311"/>
                  </a:lnTo>
                </a:path>
                <a:path w="8943340" h="3994785">
                  <a:moveTo>
                    <a:pt x="6923659" y="2652523"/>
                  </a:moveTo>
                  <a:lnTo>
                    <a:pt x="6923659" y="424319"/>
                  </a:lnTo>
                </a:path>
                <a:path w="8943340" h="3994785">
                  <a:moveTo>
                    <a:pt x="7031548" y="2652523"/>
                  </a:moveTo>
                  <a:lnTo>
                    <a:pt x="7031548" y="424319"/>
                  </a:lnTo>
                </a:path>
                <a:path w="8943340" h="3994785">
                  <a:moveTo>
                    <a:pt x="6984235" y="2652523"/>
                  </a:moveTo>
                  <a:lnTo>
                    <a:pt x="6984235" y="424319"/>
                  </a:lnTo>
                </a:path>
                <a:path w="8943340" h="3994785">
                  <a:moveTo>
                    <a:pt x="7112910" y="2652515"/>
                  </a:moveTo>
                  <a:lnTo>
                    <a:pt x="7112910" y="424311"/>
                  </a:lnTo>
                </a:path>
                <a:path w="8943340" h="3994785">
                  <a:moveTo>
                    <a:pt x="7109265" y="2652515"/>
                  </a:moveTo>
                  <a:lnTo>
                    <a:pt x="7109265" y="424311"/>
                  </a:lnTo>
                </a:path>
                <a:path w="8943340" h="3994785">
                  <a:moveTo>
                    <a:pt x="7116556" y="2652515"/>
                  </a:moveTo>
                  <a:lnTo>
                    <a:pt x="7116556" y="424311"/>
                  </a:lnTo>
                </a:path>
                <a:path w="8943340" h="3994785">
                  <a:moveTo>
                    <a:pt x="7119193" y="2652515"/>
                  </a:moveTo>
                  <a:lnTo>
                    <a:pt x="7119193" y="424311"/>
                  </a:lnTo>
                </a:path>
                <a:path w="8943340" h="3994785">
                  <a:moveTo>
                    <a:pt x="6903493" y="2652515"/>
                  </a:moveTo>
                  <a:lnTo>
                    <a:pt x="6903493" y="424311"/>
                  </a:lnTo>
                </a:path>
                <a:path w="8943340" h="3994785">
                  <a:moveTo>
                    <a:pt x="7121132" y="2652515"/>
                  </a:moveTo>
                  <a:lnTo>
                    <a:pt x="7121132" y="424311"/>
                  </a:lnTo>
                </a:path>
                <a:path w="8943340" h="3994785">
                  <a:moveTo>
                    <a:pt x="6758296" y="2652523"/>
                  </a:moveTo>
                  <a:lnTo>
                    <a:pt x="6758296" y="424319"/>
                  </a:lnTo>
                </a:path>
                <a:path w="8943340" h="3994785">
                  <a:moveTo>
                    <a:pt x="7242672" y="2652523"/>
                  </a:moveTo>
                  <a:lnTo>
                    <a:pt x="7242672" y="424319"/>
                  </a:lnTo>
                </a:path>
                <a:path w="8943340" h="3994785">
                  <a:moveTo>
                    <a:pt x="7240965" y="2652523"/>
                  </a:moveTo>
                  <a:lnTo>
                    <a:pt x="7240965" y="424319"/>
                  </a:lnTo>
                </a:path>
                <a:path w="8943340" h="3994785">
                  <a:moveTo>
                    <a:pt x="7255780" y="2652523"/>
                  </a:moveTo>
                  <a:lnTo>
                    <a:pt x="7255780" y="424319"/>
                  </a:lnTo>
                </a:path>
                <a:path w="8943340" h="3994785">
                  <a:moveTo>
                    <a:pt x="7178838" y="2652523"/>
                  </a:moveTo>
                  <a:lnTo>
                    <a:pt x="7178838" y="424319"/>
                  </a:lnTo>
                </a:path>
                <a:path w="8943340" h="3994785">
                  <a:moveTo>
                    <a:pt x="7177132" y="2652523"/>
                  </a:moveTo>
                  <a:lnTo>
                    <a:pt x="7177132" y="424319"/>
                  </a:lnTo>
                </a:path>
                <a:path w="8943340" h="3994785">
                  <a:moveTo>
                    <a:pt x="7191946" y="2652523"/>
                  </a:moveTo>
                  <a:lnTo>
                    <a:pt x="7191946" y="424319"/>
                  </a:lnTo>
                </a:path>
                <a:path w="8943340" h="3994785">
                  <a:moveTo>
                    <a:pt x="7302240" y="2652523"/>
                  </a:moveTo>
                  <a:lnTo>
                    <a:pt x="7302240" y="424319"/>
                  </a:lnTo>
                </a:path>
                <a:path w="8943340" h="3994785">
                  <a:moveTo>
                    <a:pt x="7257486" y="2652523"/>
                  </a:moveTo>
                  <a:lnTo>
                    <a:pt x="7257486" y="424319"/>
                  </a:lnTo>
                </a:path>
                <a:path w="8943340" h="3994785">
                  <a:moveTo>
                    <a:pt x="7318217" y="2652515"/>
                  </a:moveTo>
                  <a:lnTo>
                    <a:pt x="7318217" y="424311"/>
                  </a:lnTo>
                </a:path>
                <a:path w="8943340" h="3994785">
                  <a:moveTo>
                    <a:pt x="7316356" y="2652515"/>
                  </a:moveTo>
                  <a:lnTo>
                    <a:pt x="7316356" y="424311"/>
                  </a:lnTo>
                </a:path>
                <a:path w="8943340" h="3994785">
                  <a:moveTo>
                    <a:pt x="7320932" y="2652515"/>
                  </a:moveTo>
                  <a:lnTo>
                    <a:pt x="7320932" y="424311"/>
                  </a:lnTo>
                </a:path>
                <a:path w="8943340" h="3994785">
                  <a:moveTo>
                    <a:pt x="7193653" y="2652523"/>
                  </a:moveTo>
                  <a:lnTo>
                    <a:pt x="7193653" y="424319"/>
                  </a:lnTo>
                </a:path>
                <a:path w="8943340" h="3994785">
                  <a:moveTo>
                    <a:pt x="7330782" y="2652515"/>
                  </a:moveTo>
                  <a:lnTo>
                    <a:pt x="7330782" y="424311"/>
                  </a:lnTo>
                </a:path>
                <a:path w="8943340" h="3994785">
                  <a:moveTo>
                    <a:pt x="7133077" y="2652523"/>
                  </a:moveTo>
                  <a:lnTo>
                    <a:pt x="7133077" y="424319"/>
                  </a:lnTo>
                </a:path>
                <a:path w="8943340" h="3994785">
                  <a:moveTo>
                    <a:pt x="7335281" y="2652515"/>
                  </a:moveTo>
                  <a:lnTo>
                    <a:pt x="7335281" y="424311"/>
                  </a:lnTo>
                </a:path>
                <a:path w="8943340" h="3994785">
                  <a:moveTo>
                    <a:pt x="7333420" y="2652515"/>
                  </a:moveTo>
                  <a:lnTo>
                    <a:pt x="7333420" y="424311"/>
                  </a:lnTo>
                </a:path>
                <a:path w="8943340" h="3994785">
                  <a:moveTo>
                    <a:pt x="7347226" y="2652523"/>
                  </a:moveTo>
                  <a:lnTo>
                    <a:pt x="7347226" y="424319"/>
                  </a:lnTo>
                </a:path>
                <a:path w="8943340" h="3994785">
                  <a:moveTo>
                    <a:pt x="6690430" y="1861638"/>
                  </a:moveTo>
                  <a:lnTo>
                    <a:pt x="6690430" y="424311"/>
                  </a:lnTo>
                </a:path>
                <a:path w="8943340" h="3994785">
                  <a:moveTo>
                    <a:pt x="6687715" y="1861638"/>
                  </a:moveTo>
                  <a:lnTo>
                    <a:pt x="6687715" y="424311"/>
                  </a:lnTo>
                </a:path>
                <a:path w="8943340" h="3994785">
                  <a:moveTo>
                    <a:pt x="6694075" y="1861638"/>
                  </a:moveTo>
                  <a:lnTo>
                    <a:pt x="6694075" y="424311"/>
                  </a:lnTo>
                </a:path>
                <a:path w="8943340" h="3994785">
                  <a:moveTo>
                    <a:pt x="6697720" y="1861630"/>
                  </a:moveTo>
                  <a:lnTo>
                    <a:pt x="6697720" y="424311"/>
                  </a:lnTo>
                </a:path>
                <a:path w="8943340" h="3994785">
                  <a:moveTo>
                    <a:pt x="6685853" y="1861638"/>
                  </a:moveTo>
                  <a:lnTo>
                    <a:pt x="6685853" y="424311"/>
                  </a:lnTo>
                </a:path>
                <a:path w="8943340" h="3994785">
                  <a:moveTo>
                    <a:pt x="6673986" y="1861638"/>
                  </a:moveTo>
                  <a:lnTo>
                    <a:pt x="6673986" y="424319"/>
                  </a:lnTo>
                </a:path>
                <a:path w="8943340" h="3994785">
                  <a:moveTo>
                    <a:pt x="6563693" y="2652523"/>
                  </a:moveTo>
                  <a:lnTo>
                    <a:pt x="6563693" y="424319"/>
                  </a:lnTo>
                </a:path>
                <a:path w="8943340" h="3994785">
                  <a:moveTo>
                    <a:pt x="6550585" y="2652523"/>
                  </a:moveTo>
                  <a:lnTo>
                    <a:pt x="6550585" y="424319"/>
                  </a:lnTo>
                </a:path>
                <a:path w="8943340" h="3994785">
                  <a:moveTo>
                    <a:pt x="6565400" y="2652523"/>
                  </a:moveTo>
                  <a:lnTo>
                    <a:pt x="6565400" y="424319"/>
                  </a:lnTo>
                </a:path>
                <a:path w="8943340" h="3994785">
                  <a:moveTo>
                    <a:pt x="6614419" y="2652523"/>
                  </a:moveTo>
                  <a:lnTo>
                    <a:pt x="6614419" y="424319"/>
                  </a:lnTo>
                </a:path>
                <a:path w="8943340" h="3994785">
                  <a:moveTo>
                    <a:pt x="6612712" y="2652523"/>
                  </a:moveTo>
                  <a:lnTo>
                    <a:pt x="6612712" y="424319"/>
                  </a:lnTo>
                </a:path>
                <a:path w="8943340" h="3994785">
                  <a:moveTo>
                    <a:pt x="6629233" y="2652523"/>
                  </a:moveTo>
                  <a:lnTo>
                    <a:pt x="6629233" y="424319"/>
                  </a:lnTo>
                </a:path>
                <a:path w="8943340" h="3994785">
                  <a:moveTo>
                    <a:pt x="6627527" y="2652523"/>
                  </a:moveTo>
                  <a:lnTo>
                    <a:pt x="6627527" y="424319"/>
                  </a:lnTo>
                </a:path>
                <a:path w="8943340" h="3994785">
                  <a:moveTo>
                    <a:pt x="6548879" y="2652523"/>
                  </a:moveTo>
                  <a:lnTo>
                    <a:pt x="6548879" y="424319"/>
                  </a:lnTo>
                </a:path>
                <a:path w="8943340" h="3994785">
                  <a:moveTo>
                    <a:pt x="5861058" y="2652515"/>
                  </a:moveTo>
                  <a:lnTo>
                    <a:pt x="5861058" y="424319"/>
                  </a:lnTo>
                </a:path>
                <a:path w="8943340" h="3994785">
                  <a:moveTo>
                    <a:pt x="5859196" y="2652515"/>
                  </a:moveTo>
                  <a:lnTo>
                    <a:pt x="5859196" y="424319"/>
                  </a:lnTo>
                </a:path>
                <a:path w="8943340" h="3994785">
                  <a:moveTo>
                    <a:pt x="6055972" y="2652515"/>
                  </a:moveTo>
                  <a:lnTo>
                    <a:pt x="6055972" y="424319"/>
                  </a:lnTo>
                </a:path>
                <a:path w="8943340" h="3994785">
                  <a:moveTo>
                    <a:pt x="6054110" y="2652515"/>
                  </a:moveTo>
                  <a:lnTo>
                    <a:pt x="6054110" y="424319"/>
                  </a:lnTo>
                </a:path>
                <a:path w="8943340" h="3994785">
                  <a:moveTo>
                    <a:pt x="6265389" y="2652515"/>
                  </a:moveTo>
                  <a:lnTo>
                    <a:pt x="6265389" y="424311"/>
                  </a:lnTo>
                </a:path>
                <a:path w="8943340" h="3994785">
                  <a:moveTo>
                    <a:pt x="6263528" y="2652515"/>
                  </a:moveTo>
                  <a:lnTo>
                    <a:pt x="6263528" y="424311"/>
                  </a:lnTo>
                </a:path>
                <a:path w="8943340" h="3994785">
                  <a:moveTo>
                    <a:pt x="5980969" y="2652531"/>
                  </a:moveTo>
                  <a:lnTo>
                    <a:pt x="5980969" y="424326"/>
                  </a:lnTo>
                </a:path>
                <a:path w="8943340" h="3994785">
                  <a:moveTo>
                    <a:pt x="5933579" y="2652531"/>
                  </a:moveTo>
                  <a:lnTo>
                    <a:pt x="5933579" y="424326"/>
                  </a:lnTo>
                </a:path>
                <a:path w="8943340" h="3994785">
                  <a:moveTo>
                    <a:pt x="5995783" y="2652523"/>
                  </a:moveTo>
                  <a:lnTo>
                    <a:pt x="5995783" y="424319"/>
                  </a:lnTo>
                </a:path>
                <a:path w="8943340" h="3994785">
                  <a:moveTo>
                    <a:pt x="5982675" y="2652523"/>
                  </a:moveTo>
                  <a:lnTo>
                    <a:pt x="5982675" y="424319"/>
                  </a:lnTo>
                </a:path>
                <a:path w="8943340" h="3994785">
                  <a:moveTo>
                    <a:pt x="6070476" y="2652515"/>
                  </a:moveTo>
                  <a:lnTo>
                    <a:pt x="6070476" y="424319"/>
                  </a:lnTo>
                </a:path>
                <a:path w="8943340" h="3994785">
                  <a:moveTo>
                    <a:pt x="6068614" y="2652515"/>
                  </a:moveTo>
                  <a:lnTo>
                    <a:pt x="6068614" y="424319"/>
                  </a:lnTo>
                </a:path>
                <a:path w="8943340" h="3994785">
                  <a:moveTo>
                    <a:pt x="6128259" y="2652523"/>
                  </a:moveTo>
                  <a:lnTo>
                    <a:pt x="6128259" y="424319"/>
                  </a:lnTo>
                </a:path>
                <a:path w="8943340" h="3994785">
                  <a:moveTo>
                    <a:pt x="6126553" y="2652531"/>
                  </a:moveTo>
                  <a:lnTo>
                    <a:pt x="6126553" y="424326"/>
                  </a:lnTo>
                </a:path>
                <a:path w="8943340" h="3994785">
                  <a:moveTo>
                    <a:pt x="6141290" y="2652523"/>
                  </a:moveTo>
                  <a:lnTo>
                    <a:pt x="6141290" y="424319"/>
                  </a:lnTo>
                </a:path>
                <a:path w="8943340" h="3994785">
                  <a:moveTo>
                    <a:pt x="6205201" y="2652523"/>
                  </a:moveTo>
                  <a:lnTo>
                    <a:pt x="6205201" y="424319"/>
                  </a:lnTo>
                </a:path>
                <a:path w="8943340" h="3994785">
                  <a:moveTo>
                    <a:pt x="6192093" y="2652523"/>
                  </a:moveTo>
                  <a:lnTo>
                    <a:pt x="6192093" y="424319"/>
                  </a:lnTo>
                </a:path>
                <a:path w="8943340" h="3994785">
                  <a:moveTo>
                    <a:pt x="6251661" y="2652523"/>
                  </a:moveTo>
                  <a:lnTo>
                    <a:pt x="6251661" y="424326"/>
                  </a:lnTo>
                </a:path>
                <a:path w="8943340" h="3994785">
                  <a:moveTo>
                    <a:pt x="6206907" y="2652523"/>
                  </a:moveTo>
                  <a:lnTo>
                    <a:pt x="6206907" y="424326"/>
                  </a:lnTo>
                </a:path>
                <a:path w="8943340" h="3994785">
                  <a:moveTo>
                    <a:pt x="5931872" y="2652523"/>
                  </a:moveTo>
                  <a:lnTo>
                    <a:pt x="5931872" y="424319"/>
                  </a:lnTo>
                </a:path>
                <a:path w="8943340" h="3994785">
                  <a:moveTo>
                    <a:pt x="5918842" y="2652523"/>
                  </a:moveTo>
                  <a:lnTo>
                    <a:pt x="5918842" y="424319"/>
                  </a:lnTo>
                </a:path>
                <a:path w="8943340" h="3994785">
                  <a:moveTo>
                    <a:pt x="5873003" y="2652531"/>
                  </a:moveTo>
                  <a:lnTo>
                    <a:pt x="5873003" y="424326"/>
                  </a:lnTo>
                </a:path>
                <a:path w="8943340" h="3994785">
                  <a:moveTo>
                    <a:pt x="5997490" y="2652531"/>
                  </a:moveTo>
                  <a:lnTo>
                    <a:pt x="5997490" y="424326"/>
                  </a:lnTo>
                </a:path>
                <a:path w="8943340" h="3994785">
                  <a:moveTo>
                    <a:pt x="6042243" y="2652531"/>
                  </a:moveTo>
                  <a:lnTo>
                    <a:pt x="6042243" y="424326"/>
                  </a:lnTo>
                </a:path>
                <a:path w="8943340" h="3994785">
                  <a:moveTo>
                    <a:pt x="6058609" y="2652515"/>
                  </a:moveTo>
                  <a:lnTo>
                    <a:pt x="6058609" y="424311"/>
                  </a:lnTo>
                </a:path>
                <a:path w="8943340" h="3994785">
                  <a:moveTo>
                    <a:pt x="6065977" y="2652515"/>
                  </a:moveTo>
                  <a:lnTo>
                    <a:pt x="6065977" y="424311"/>
                  </a:lnTo>
                </a:path>
                <a:path w="8943340" h="3994785">
                  <a:moveTo>
                    <a:pt x="6082420" y="2652531"/>
                  </a:moveTo>
                  <a:lnTo>
                    <a:pt x="6082420" y="424326"/>
                  </a:lnTo>
                </a:path>
                <a:path w="8943340" h="3994785">
                  <a:moveTo>
                    <a:pt x="6190387" y="2652523"/>
                  </a:moveTo>
                  <a:lnTo>
                    <a:pt x="6190387" y="424326"/>
                  </a:lnTo>
                </a:path>
                <a:path w="8943340" h="3994785">
                  <a:moveTo>
                    <a:pt x="6142996" y="2652531"/>
                  </a:moveTo>
                  <a:lnTo>
                    <a:pt x="6142996" y="424326"/>
                  </a:lnTo>
                </a:path>
                <a:path w="8943340" h="3994785">
                  <a:moveTo>
                    <a:pt x="6271672" y="2652515"/>
                  </a:moveTo>
                  <a:lnTo>
                    <a:pt x="6271672" y="424311"/>
                  </a:lnTo>
                </a:path>
                <a:path w="8943340" h="3994785">
                  <a:moveTo>
                    <a:pt x="6268026" y="2652515"/>
                  </a:moveTo>
                  <a:lnTo>
                    <a:pt x="6268026" y="424311"/>
                  </a:lnTo>
                </a:path>
                <a:path w="8943340" h="3994785">
                  <a:moveTo>
                    <a:pt x="6275395" y="2652515"/>
                  </a:moveTo>
                  <a:lnTo>
                    <a:pt x="6275395" y="424311"/>
                  </a:lnTo>
                </a:path>
                <a:path w="8943340" h="3994785">
                  <a:moveTo>
                    <a:pt x="6278032" y="2652515"/>
                  </a:moveTo>
                  <a:lnTo>
                    <a:pt x="6278032" y="424311"/>
                  </a:lnTo>
                </a:path>
                <a:path w="8943340" h="3994785">
                  <a:moveTo>
                    <a:pt x="6062254" y="2652515"/>
                  </a:moveTo>
                  <a:lnTo>
                    <a:pt x="6062254" y="424311"/>
                  </a:lnTo>
                </a:path>
                <a:path w="8943340" h="3994785">
                  <a:moveTo>
                    <a:pt x="6279893" y="2652515"/>
                  </a:moveTo>
                  <a:lnTo>
                    <a:pt x="6279893" y="424311"/>
                  </a:lnTo>
                </a:path>
                <a:path w="8943340" h="3994785">
                  <a:moveTo>
                    <a:pt x="5917135" y="2652531"/>
                  </a:moveTo>
                  <a:lnTo>
                    <a:pt x="5917135" y="424326"/>
                  </a:lnTo>
                </a:path>
                <a:path w="8943340" h="3994785">
                  <a:moveTo>
                    <a:pt x="6401511" y="2652523"/>
                  </a:moveTo>
                  <a:lnTo>
                    <a:pt x="6401511" y="424319"/>
                  </a:lnTo>
                </a:path>
                <a:path w="8943340" h="3994785">
                  <a:moveTo>
                    <a:pt x="6399804" y="2652523"/>
                  </a:moveTo>
                  <a:lnTo>
                    <a:pt x="6399804" y="424319"/>
                  </a:lnTo>
                </a:path>
                <a:path w="8943340" h="3994785">
                  <a:moveTo>
                    <a:pt x="6414619" y="2652523"/>
                  </a:moveTo>
                  <a:lnTo>
                    <a:pt x="6414619" y="424319"/>
                  </a:lnTo>
                </a:path>
                <a:path w="8943340" h="3994785">
                  <a:moveTo>
                    <a:pt x="6337677" y="2652523"/>
                  </a:moveTo>
                  <a:lnTo>
                    <a:pt x="6337677" y="424319"/>
                  </a:lnTo>
                </a:path>
                <a:path w="8943340" h="3994785">
                  <a:moveTo>
                    <a:pt x="6335971" y="2652523"/>
                  </a:moveTo>
                  <a:lnTo>
                    <a:pt x="6335971" y="424319"/>
                  </a:lnTo>
                </a:path>
                <a:path w="8943340" h="3994785">
                  <a:moveTo>
                    <a:pt x="6350708" y="2652523"/>
                  </a:moveTo>
                  <a:lnTo>
                    <a:pt x="6350708" y="424319"/>
                  </a:lnTo>
                </a:path>
                <a:path w="8943340" h="3994785">
                  <a:moveTo>
                    <a:pt x="6461078" y="2652523"/>
                  </a:moveTo>
                  <a:lnTo>
                    <a:pt x="6461078" y="424319"/>
                  </a:lnTo>
                </a:path>
                <a:path w="8943340" h="3994785">
                  <a:moveTo>
                    <a:pt x="6416325" y="2652523"/>
                  </a:moveTo>
                  <a:lnTo>
                    <a:pt x="6416325" y="424319"/>
                  </a:lnTo>
                </a:path>
                <a:path w="8943340" h="3994785">
                  <a:moveTo>
                    <a:pt x="6477056" y="2652515"/>
                  </a:moveTo>
                  <a:lnTo>
                    <a:pt x="6477056" y="424311"/>
                  </a:lnTo>
                </a:path>
                <a:path w="8943340" h="3994785">
                  <a:moveTo>
                    <a:pt x="6475195" y="2652515"/>
                  </a:moveTo>
                  <a:lnTo>
                    <a:pt x="6475195" y="424311"/>
                  </a:lnTo>
                </a:path>
                <a:path w="8943340" h="3994785">
                  <a:moveTo>
                    <a:pt x="6479693" y="2652515"/>
                  </a:moveTo>
                  <a:lnTo>
                    <a:pt x="6479693" y="424311"/>
                  </a:lnTo>
                </a:path>
                <a:path w="8943340" h="3994785">
                  <a:moveTo>
                    <a:pt x="6352414" y="2652523"/>
                  </a:moveTo>
                  <a:lnTo>
                    <a:pt x="6352414" y="424319"/>
                  </a:lnTo>
                </a:path>
                <a:path w="8943340" h="3994785">
                  <a:moveTo>
                    <a:pt x="6489544" y="2652515"/>
                  </a:moveTo>
                  <a:lnTo>
                    <a:pt x="6489544" y="424311"/>
                  </a:lnTo>
                </a:path>
                <a:path w="8943340" h="3994785">
                  <a:moveTo>
                    <a:pt x="6291838" y="2652523"/>
                  </a:moveTo>
                  <a:lnTo>
                    <a:pt x="6291838" y="424326"/>
                  </a:lnTo>
                </a:path>
                <a:path w="8943340" h="3994785">
                  <a:moveTo>
                    <a:pt x="6494120" y="2652515"/>
                  </a:moveTo>
                  <a:lnTo>
                    <a:pt x="6494120" y="424311"/>
                  </a:lnTo>
                </a:path>
                <a:path w="8943340" h="3994785">
                  <a:moveTo>
                    <a:pt x="6492258" y="2652515"/>
                  </a:moveTo>
                  <a:lnTo>
                    <a:pt x="6492258" y="424311"/>
                  </a:lnTo>
                </a:path>
                <a:path w="8943340" h="3994785">
                  <a:moveTo>
                    <a:pt x="6506064" y="2652523"/>
                  </a:moveTo>
                  <a:lnTo>
                    <a:pt x="6506064" y="424319"/>
                  </a:lnTo>
                </a:path>
                <a:path w="8943340" h="3994785">
                  <a:moveTo>
                    <a:pt x="5849191" y="2652515"/>
                  </a:moveTo>
                  <a:lnTo>
                    <a:pt x="5849191" y="424311"/>
                  </a:lnTo>
                </a:path>
                <a:path w="8943340" h="3994785">
                  <a:moveTo>
                    <a:pt x="5846554" y="2652523"/>
                  </a:moveTo>
                  <a:lnTo>
                    <a:pt x="5846554" y="424319"/>
                  </a:lnTo>
                </a:path>
                <a:path w="8943340" h="3994785">
                  <a:moveTo>
                    <a:pt x="5852836" y="2652515"/>
                  </a:moveTo>
                  <a:lnTo>
                    <a:pt x="5852836" y="424311"/>
                  </a:lnTo>
                </a:path>
                <a:path w="8943340" h="3994785">
                  <a:moveTo>
                    <a:pt x="5856559" y="2652515"/>
                  </a:moveTo>
                  <a:lnTo>
                    <a:pt x="5856559" y="424311"/>
                  </a:lnTo>
                </a:path>
                <a:path w="8943340" h="3994785">
                  <a:moveTo>
                    <a:pt x="5844692" y="2652523"/>
                  </a:moveTo>
                  <a:lnTo>
                    <a:pt x="5844692" y="424319"/>
                  </a:lnTo>
                </a:path>
                <a:path w="8943340" h="3994785">
                  <a:moveTo>
                    <a:pt x="5832825" y="2652531"/>
                  </a:moveTo>
                  <a:lnTo>
                    <a:pt x="5832825" y="424326"/>
                  </a:lnTo>
                </a:path>
                <a:path w="8943340" h="3994785">
                  <a:moveTo>
                    <a:pt x="5722454" y="2652523"/>
                  </a:moveTo>
                  <a:lnTo>
                    <a:pt x="5722454" y="424319"/>
                  </a:lnTo>
                </a:path>
                <a:path w="8943340" h="3994785">
                  <a:moveTo>
                    <a:pt x="5709424" y="2652523"/>
                  </a:moveTo>
                  <a:lnTo>
                    <a:pt x="5709424" y="424319"/>
                  </a:lnTo>
                </a:path>
                <a:path w="8943340" h="3994785">
                  <a:moveTo>
                    <a:pt x="5724161" y="2652531"/>
                  </a:moveTo>
                  <a:lnTo>
                    <a:pt x="5724161" y="424326"/>
                  </a:lnTo>
                </a:path>
                <a:path w="8943340" h="3994785">
                  <a:moveTo>
                    <a:pt x="5773258" y="2652523"/>
                  </a:moveTo>
                  <a:lnTo>
                    <a:pt x="5773258" y="424319"/>
                  </a:lnTo>
                </a:path>
                <a:path w="8943340" h="3994785">
                  <a:moveTo>
                    <a:pt x="5771551" y="2652531"/>
                  </a:moveTo>
                  <a:lnTo>
                    <a:pt x="5771551" y="424326"/>
                  </a:lnTo>
                </a:path>
                <a:path w="8943340" h="3994785">
                  <a:moveTo>
                    <a:pt x="5788072" y="2652531"/>
                  </a:moveTo>
                  <a:lnTo>
                    <a:pt x="5788072" y="424326"/>
                  </a:lnTo>
                </a:path>
                <a:path w="8943340" h="3994785">
                  <a:moveTo>
                    <a:pt x="5786366" y="2652523"/>
                  </a:moveTo>
                  <a:lnTo>
                    <a:pt x="5786366" y="424319"/>
                  </a:lnTo>
                </a:path>
                <a:path w="8943340" h="3994785">
                  <a:moveTo>
                    <a:pt x="5707718" y="2652531"/>
                  </a:moveTo>
                  <a:lnTo>
                    <a:pt x="5707718" y="424326"/>
                  </a:lnTo>
                </a:path>
                <a:path w="8943340" h="3994785">
                  <a:moveTo>
                    <a:pt x="5019897" y="2652523"/>
                  </a:moveTo>
                  <a:lnTo>
                    <a:pt x="5019897" y="424319"/>
                  </a:lnTo>
                </a:path>
                <a:path w="8943340" h="3994785">
                  <a:moveTo>
                    <a:pt x="5018035" y="2652523"/>
                  </a:moveTo>
                  <a:lnTo>
                    <a:pt x="5018035" y="424319"/>
                  </a:lnTo>
                </a:path>
                <a:path w="8943340" h="3994785">
                  <a:moveTo>
                    <a:pt x="5214733" y="2652523"/>
                  </a:moveTo>
                  <a:lnTo>
                    <a:pt x="5214733" y="424319"/>
                  </a:lnTo>
                </a:path>
                <a:path w="8943340" h="3994785">
                  <a:moveTo>
                    <a:pt x="5212871" y="2652523"/>
                  </a:moveTo>
                  <a:lnTo>
                    <a:pt x="5212871" y="424319"/>
                  </a:lnTo>
                </a:path>
                <a:path w="8943340" h="3994785">
                  <a:moveTo>
                    <a:pt x="5424151" y="2652523"/>
                  </a:moveTo>
                  <a:lnTo>
                    <a:pt x="5424151" y="424319"/>
                  </a:lnTo>
                </a:path>
                <a:path w="8943340" h="3994785">
                  <a:moveTo>
                    <a:pt x="5422289" y="2652523"/>
                  </a:moveTo>
                  <a:lnTo>
                    <a:pt x="5422289" y="424319"/>
                  </a:lnTo>
                </a:path>
                <a:path w="8943340" h="3994785">
                  <a:moveTo>
                    <a:pt x="5139808" y="2652531"/>
                  </a:moveTo>
                  <a:lnTo>
                    <a:pt x="5139808" y="424326"/>
                  </a:lnTo>
                </a:path>
                <a:path w="8943340" h="3994785">
                  <a:moveTo>
                    <a:pt x="5092417" y="2652531"/>
                  </a:moveTo>
                  <a:lnTo>
                    <a:pt x="5092417" y="424326"/>
                  </a:lnTo>
                </a:path>
                <a:path w="8943340" h="3994785">
                  <a:moveTo>
                    <a:pt x="5154545" y="2652531"/>
                  </a:moveTo>
                  <a:lnTo>
                    <a:pt x="5154545" y="424326"/>
                  </a:lnTo>
                </a:path>
                <a:path w="8943340" h="3994785">
                  <a:moveTo>
                    <a:pt x="5141514" y="2652531"/>
                  </a:moveTo>
                  <a:lnTo>
                    <a:pt x="5141514" y="424326"/>
                  </a:lnTo>
                </a:path>
                <a:path w="8943340" h="3994785">
                  <a:moveTo>
                    <a:pt x="5229315" y="2652523"/>
                  </a:moveTo>
                  <a:lnTo>
                    <a:pt x="5229315" y="424319"/>
                  </a:lnTo>
                </a:path>
                <a:path w="8943340" h="3994785">
                  <a:moveTo>
                    <a:pt x="5227453" y="2652523"/>
                  </a:moveTo>
                  <a:lnTo>
                    <a:pt x="5227453" y="424319"/>
                  </a:lnTo>
                </a:path>
                <a:path w="8943340" h="3994785">
                  <a:moveTo>
                    <a:pt x="5287021" y="1861653"/>
                  </a:moveTo>
                  <a:lnTo>
                    <a:pt x="5287021" y="424326"/>
                  </a:lnTo>
                </a:path>
                <a:path w="8943340" h="3994785">
                  <a:moveTo>
                    <a:pt x="5285314" y="1861653"/>
                  </a:moveTo>
                  <a:lnTo>
                    <a:pt x="5285314" y="424326"/>
                  </a:lnTo>
                </a:path>
                <a:path w="8943340" h="3994785">
                  <a:moveTo>
                    <a:pt x="5300129" y="1861653"/>
                  </a:moveTo>
                  <a:lnTo>
                    <a:pt x="5300129" y="424326"/>
                  </a:lnTo>
                </a:path>
                <a:path w="8943340" h="3994785">
                  <a:moveTo>
                    <a:pt x="5363962" y="2652523"/>
                  </a:moveTo>
                  <a:lnTo>
                    <a:pt x="5363962" y="424326"/>
                  </a:lnTo>
                </a:path>
                <a:path w="8943340" h="3994785">
                  <a:moveTo>
                    <a:pt x="5350932" y="2652523"/>
                  </a:moveTo>
                  <a:lnTo>
                    <a:pt x="5350932" y="424326"/>
                  </a:lnTo>
                </a:path>
                <a:path w="8943340" h="3994785">
                  <a:moveTo>
                    <a:pt x="5410422" y="2652531"/>
                  </a:moveTo>
                  <a:lnTo>
                    <a:pt x="5410422" y="424326"/>
                  </a:lnTo>
                </a:path>
                <a:path w="8943340" h="3994785">
                  <a:moveTo>
                    <a:pt x="5365746" y="2652531"/>
                  </a:moveTo>
                  <a:lnTo>
                    <a:pt x="5365746" y="424326"/>
                  </a:lnTo>
                </a:path>
                <a:path w="8943340" h="3994785">
                  <a:moveTo>
                    <a:pt x="5090711" y="2652531"/>
                  </a:moveTo>
                  <a:lnTo>
                    <a:pt x="5090711" y="424326"/>
                  </a:lnTo>
                </a:path>
                <a:path w="8943340" h="3994785">
                  <a:moveTo>
                    <a:pt x="5077603" y="2652531"/>
                  </a:moveTo>
                  <a:lnTo>
                    <a:pt x="5077603" y="424326"/>
                  </a:lnTo>
                </a:path>
                <a:path w="8943340" h="3994785">
                  <a:moveTo>
                    <a:pt x="5031841" y="2652531"/>
                  </a:moveTo>
                  <a:lnTo>
                    <a:pt x="5031841" y="424326"/>
                  </a:lnTo>
                </a:path>
                <a:path w="8943340" h="3994785">
                  <a:moveTo>
                    <a:pt x="5156329" y="2652531"/>
                  </a:moveTo>
                  <a:lnTo>
                    <a:pt x="5156329" y="424326"/>
                  </a:lnTo>
                </a:path>
                <a:path w="8943340" h="3994785">
                  <a:moveTo>
                    <a:pt x="5201004" y="2652531"/>
                  </a:moveTo>
                  <a:lnTo>
                    <a:pt x="5201004" y="424326"/>
                  </a:lnTo>
                </a:path>
                <a:path w="8943340" h="3994785">
                  <a:moveTo>
                    <a:pt x="5217448" y="2652515"/>
                  </a:moveTo>
                  <a:lnTo>
                    <a:pt x="5217448" y="424311"/>
                  </a:lnTo>
                </a:path>
                <a:path w="8943340" h="3994785">
                  <a:moveTo>
                    <a:pt x="5224738" y="2652515"/>
                  </a:moveTo>
                  <a:lnTo>
                    <a:pt x="5224738" y="424311"/>
                  </a:lnTo>
                </a:path>
                <a:path w="8943340" h="3994785">
                  <a:moveTo>
                    <a:pt x="5241259" y="2652531"/>
                  </a:moveTo>
                  <a:lnTo>
                    <a:pt x="5241259" y="424326"/>
                  </a:lnTo>
                </a:path>
                <a:path w="8943340" h="3994785">
                  <a:moveTo>
                    <a:pt x="5349226" y="2652531"/>
                  </a:moveTo>
                  <a:lnTo>
                    <a:pt x="5349226" y="424326"/>
                  </a:lnTo>
                </a:path>
                <a:path w="8943340" h="3994785">
                  <a:moveTo>
                    <a:pt x="5301835" y="1861653"/>
                  </a:moveTo>
                  <a:lnTo>
                    <a:pt x="5301835" y="424326"/>
                  </a:lnTo>
                </a:path>
                <a:path w="8943340" h="3994785">
                  <a:moveTo>
                    <a:pt x="5430511" y="2652515"/>
                  </a:moveTo>
                  <a:lnTo>
                    <a:pt x="5430511" y="424311"/>
                  </a:lnTo>
                </a:path>
                <a:path w="8943340" h="3994785">
                  <a:moveTo>
                    <a:pt x="5426865" y="2652515"/>
                  </a:moveTo>
                  <a:lnTo>
                    <a:pt x="5426865" y="424311"/>
                  </a:lnTo>
                </a:path>
                <a:path w="8943340" h="3994785">
                  <a:moveTo>
                    <a:pt x="5434156" y="2652515"/>
                  </a:moveTo>
                  <a:lnTo>
                    <a:pt x="5434156" y="424311"/>
                  </a:lnTo>
                </a:path>
                <a:path w="8943340" h="3994785">
                  <a:moveTo>
                    <a:pt x="5436871" y="2652523"/>
                  </a:moveTo>
                  <a:lnTo>
                    <a:pt x="5436871" y="424319"/>
                  </a:lnTo>
                </a:path>
                <a:path w="8943340" h="3994785">
                  <a:moveTo>
                    <a:pt x="5221093" y="2652515"/>
                  </a:moveTo>
                  <a:lnTo>
                    <a:pt x="5221093" y="424311"/>
                  </a:lnTo>
                </a:path>
                <a:path w="8943340" h="3994785">
                  <a:moveTo>
                    <a:pt x="5438732" y="2652523"/>
                  </a:moveTo>
                  <a:lnTo>
                    <a:pt x="5438732" y="424319"/>
                  </a:lnTo>
                </a:path>
                <a:path w="8943340" h="3994785">
                  <a:moveTo>
                    <a:pt x="5075897" y="2652531"/>
                  </a:moveTo>
                  <a:lnTo>
                    <a:pt x="5075897" y="424326"/>
                  </a:lnTo>
                </a:path>
                <a:path w="8943340" h="3994785">
                  <a:moveTo>
                    <a:pt x="5560350" y="2652523"/>
                  </a:moveTo>
                  <a:lnTo>
                    <a:pt x="5560350" y="424319"/>
                  </a:lnTo>
                </a:path>
                <a:path w="8943340" h="3994785">
                  <a:moveTo>
                    <a:pt x="5558643" y="2652531"/>
                  </a:moveTo>
                  <a:lnTo>
                    <a:pt x="5558643" y="424326"/>
                  </a:lnTo>
                </a:path>
                <a:path w="8943340" h="3994785">
                  <a:moveTo>
                    <a:pt x="5573380" y="2652523"/>
                  </a:moveTo>
                  <a:lnTo>
                    <a:pt x="5573380" y="424319"/>
                  </a:lnTo>
                </a:path>
                <a:path w="8943340" h="3994785">
                  <a:moveTo>
                    <a:pt x="5496438" y="2652523"/>
                  </a:moveTo>
                  <a:lnTo>
                    <a:pt x="5496438" y="424319"/>
                  </a:lnTo>
                </a:path>
                <a:path w="8943340" h="3994785">
                  <a:moveTo>
                    <a:pt x="5494732" y="2652531"/>
                  </a:moveTo>
                  <a:lnTo>
                    <a:pt x="5494732" y="424326"/>
                  </a:lnTo>
                </a:path>
                <a:path w="8943340" h="3994785">
                  <a:moveTo>
                    <a:pt x="5509546" y="2652523"/>
                  </a:moveTo>
                  <a:lnTo>
                    <a:pt x="5509546" y="424319"/>
                  </a:lnTo>
                </a:path>
                <a:path w="8943340" h="3994785">
                  <a:moveTo>
                    <a:pt x="5619840" y="2652531"/>
                  </a:moveTo>
                  <a:lnTo>
                    <a:pt x="5619840" y="424326"/>
                  </a:lnTo>
                </a:path>
                <a:path w="8943340" h="3994785">
                  <a:moveTo>
                    <a:pt x="5575164" y="2652531"/>
                  </a:moveTo>
                  <a:lnTo>
                    <a:pt x="5575164" y="424326"/>
                  </a:lnTo>
                </a:path>
                <a:path w="8943340" h="3994785">
                  <a:moveTo>
                    <a:pt x="5635818" y="2652515"/>
                  </a:moveTo>
                  <a:lnTo>
                    <a:pt x="5635818" y="424311"/>
                  </a:lnTo>
                </a:path>
                <a:path w="8943340" h="3994785">
                  <a:moveTo>
                    <a:pt x="5633956" y="2652515"/>
                  </a:moveTo>
                  <a:lnTo>
                    <a:pt x="5633956" y="424311"/>
                  </a:lnTo>
                </a:path>
                <a:path w="8943340" h="3994785">
                  <a:moveTo>
                    <a:pt x="5638532" y="2652515"/>
                  </a:moveTo>
                  <a:lnTo>
                    <a:pt x="5638532" y="424311"/>
                  </a:lnTo>
                </a:path>
                <a:path w="8943340" h="3994785">
                  <a:moveTo>
                    <a:pt x="5511253" y="2652531"/>
                  </a:moveTo>
                  <a:lnTo>
                    <a:pt x="5511253" y="424326"/>
                  </a:lnTo>
                </a:path>
                <a:path w="8943340" h="3994785">
                  <a:moveTo>
                    <a:pt x="5648383" y="2652515"/>
                  </a:moveTo>
                  <a:lnTo>
                    <a:pt x="5648383" y="424311"/>
                  </a:lnTo>
                </a:path>
                <a:path w="8943340" h="3994785">
                  <a:moveTo>
                    <a:pt x="5450677" y="2652531"/>
                  </a:moveTo>
                  <a:lnTo>
                    <a:pt x="5450677" y="424326"/>
                  </a:lnTo>
                </a:path>
                <a:path w="8943340" h="3994785">
                  <a:moveTo>
                    <a:pt x="5652881" y="2652515"/>
                  </a:moveTo>
                  <a:lnTo>
                    <a:pt x="5652881" y="424311"/>
                  </a:lnTo>
                </a:path>
                <a:path w="8943340" h="3994785">
                  <a:moveTo>
                    <a:pt x="5651020" y="2652515"/>
                  </a:moveTo>
                  <a:lnTo>
                    <a:pt x="5651020" y="424311"/>
                  </a:lnTo>
                </a:path>
                <a:path w="8943340" h="3994785">
                  <a:moveTo>
                    <a:pt x="5664826" y="2652523"/>
                  </a:moveTo>
                  <a:lnTo>
                    <a:pt x="5664826" y="424319"/>
                  </a:lnTo>
                </a:path>
                <a:path w="8943340" h="3994785">
                  <a:moveTo>
                    <a:pt x="5008030" y="2652515"/>
                  </a:moveTo>
                  <a:lnTo>
                    <a:pt x="5008030" y="424311"/>
                  </a:lnTo>
                </a:path>
                <a:path w="8943340" h="3994785">
                  <a:moveTo>
                    <a:pt x="5005315" y="2652523"/>
                  </a:moveTo>
                  <a:lnTo>
                    <a:pt x="5005315" y="424319"/>
                  </a:lnTo>
                </a:path>
                <a:path w="8943340" h="3994785">
                  <a:moveTo>
                    <a:pt x="5011675" y="2652515"/>
                  </a:moveTo>
                  <a:lnTo>
                    <a:pt x="5011675" y="424311"/>
                  </a:lnTo>
                </a:path>
                <a:path w="8943340" h="3994785">
                  <a:moveTo>
                    <a:pt x="5015321" y="2652515"/>
                  </a:moveTo>
                  <a:lnTo>
                    <a:pt x="5015321" y="424311"/>
                  </a:lnTo>
                </a:path>
                <a:path w="8943340" h="3994785">
                  <a:moveTo>
                    <a:pt x="5003454" y="2652523"/>
                  </a:moveTo>
                  <a:lnTo>
                    <a:pt x="5003454" y="424319"/>
                  </a:lnTo>
                </a:path>
                <a:path w="8943340" h="3994785">
                  <a:moveTo>
                    <a:pt x="4991587" y="2652531"/>
                  </a:moveTo>
                  <a:lnTo>
                    <a:pt x="4991587" y="424326"/>
                  </a:lnTo>
                </a:path>
                <a:path w="8943340" h="3994785">
                  <a:moveTo>
                    <a:pt x="4881293" y="2652531"/>
                  </a:moveTo>
                  <a:lnTo>
                    <a:pt x="4881293" y="424326"/>
                  </a:lnTo>
                </a:path>
                <a:path w="8943340" h="3994785">
                  <a:moveTo>
                    <a:pt x="4868185" y="2652531"/>
                  </a:moveTo>
                  <a:lnTo>
                    <a:pt x="4868185" y="424326"/>
                  </a:lnTo>
                </a:path>
                <a:path w="8943340" h="3994785">
                  <a:moveTo>
                    <a:pt x="4883000" y="2652531"/>
                  </a:moveTo>
                  <a:lnTo>
                    <a:pt x="4883000" y="424326"/>
                  </a:lnTo>
                </a:path>
                <a:path w="8943340" h="3994785">
                  <a:moveTo>
                    <a:pt x="4932097" y="2652531"/>
                  </a:moveTo>
                  <a:lnTo>
                    <a:pt x="4932097" y="424326"/>
                  </a:lnTo>
                </a:path>
                <a:path w="8943340" h="3994785">
                  <a:moveTo>
                    <a:pt x="4930390" y="2652531"/>
                  </a:moveTo>
                  <a:lnTo>
                    <a:pt x="4930390" y="424326"/>
                  </a:lnTo>
                </a:path>
                <a:path w="8943340" h="3994785">
                  <a:moveTo>
                    <a:pt x="4946911" y="2652531"/>
                  </a:moveTo>
                  <a:lnTo>
                    <a:pt x="4946911" y="424326"/>
                  </a:lnTo>
                </a:path>
                <a:path w="8943340" h="3994785">
                  <a:moveTo>
                    <a:pt x="4945127" y="2652531"/>
                  </a:moveTo>
                  <a:lnTo>
                    <a:pt x="4945127" y="424326"/>
                  </a:lnTo>
                </a:path>
                <a:path w="8943340" h="3994785">
                  <a:moveTo>
                    <a:pt x="4866479" y="2652531"/>
                  </a:moveTo>
                  <a:lnTo>
                    <a:pt x="4866479" y="424326"/>
                  </a:lnTo>
                </a:path>
                <a:path w="8943340" h="3994785">
                  <a:moveTo>
                    <a:pt x="4178658" y="2652523"/>
                  </a:moveTo>
                  <a:lnTo>
                    <a:pt x="4178658" y="424319"/>
                  </a:lnTo>
                </a:path>
                <a:path w="8943340" h="3994785">
                  <a:moveTo>
                    <a:pt x="4176797" y="2652523"/>
                  </a:moveTo>
                  <a:lnTo>
                    <a:pt x="4176797" y="424319"/>
                  </a:lnTo>
                </a:path>
                <a:path w="8943340" h="3994785">
                  <a:moveTo>
                    <a:pt x="4373572" y="2652523"/>
                  </a:moveTo>
                  <a:lnTo>
                    <a:pt x="4373572" y="424319"/>
                  </a:lnTo>
                </a:path>
                <a:path w="8943340" h="3994785">
                  <a:moveTo>
                    <a:pt x="4371710" y="2652523"/>
                  </a:moveTo>
                  <a:lnTo>
                    <a:pt x="4371710" y="424319"/>
                  </a:lnTo>
                </a:path>
                <a:path w="8943340" h="3994785">
                  <a:moveTo>
                    <a:pt x="4582990" y="2652523"/>
                  </a:moveTo>
                  <a:lnTo>
                    <a:pt x="4582990" y="424319"/>
                  </a:lnTo>
                </a:path>
                <a:path w="8943340" h="3994785">
                  <a:moveTo>
                    <a:pt x="4581128" y="2652523"/>
                  </a:moveTo>
                  <a:lnTo>
                    <a:pt x="4581128" y="424319"/>
                  </a:lnTo>
                </a:path>
                <a:path w="8943340" h="3994785">
                  <a:moveTo>
                    <a:pt x="4298569" y="2652531"/>
                  </a:moveTo>
                  <a:lnTo>
                    <a:pt x="4298569" y="424326"/>
                  </a:lnTo>
                </a:path>
                <a:path w="8943340" h="3994785">
                  <a:moveTo>
                    <a:pt x="4251256" y="2652531"/>
                  </a:moveTo>
                  <a:lnTo>
                    <a:pt x="4251256" y="424326"/>
                  </a:lnTo>
                </a:path>
                <a:path w="8943340" h="3994785">
                  <a:moveTo>
                    <a:pt x="4313384" y="2652531"/>
                  </a:moveTo>
                  <a:lnTo>
                    <a:pt x="4313384" y="424326"/>
                  </a:lnTo>
                </a:path>
                <a:path w="8943340" h="3994785">
                  <a:moveTo>
                    <a:pt x="4300276" y="2652531"/>
                  </a:moveTo>
                  <a:lnTo>
                    <a:pt x="4300276" y="424326"/>
                  </a:lnTo>
                </a:path>
                <a:path w="8943340" h="3994785">
                  <a:moveTo>
                    <a:pt x="4388076" y="2652523"/>
                  </a:moveTo>
                  <a:lnTo>
                    <a:pt x="4388076" y="424319"/>
                  </a:lnTo>
                </a:path>
                <a:path w="8943340" h="3994785">
                  <a:moveTo>
                    <a:pt x="4386214" y="2652523"/>
                  </a:moveTo>
                  <a:lnTo>
                    <a:pt x="4386214" y="424319"/>
                  </a:lnTo>
                </a:path>
                <a:path w="8943340" h="3994785">
                  <a:moveTo>
                    <a:pt x="4445860" y="2652531"/>
                  </a:moveTo>
                  <a:lnTo>
                    <a:pt x="4445860" y="424326"/>
                  </a:lnTo>
                </a:path>
                <a:path w="8943340" h="3994785">
                  <a:moveTo>
                    <a:pt x="4444153" y="2652531"/>
                  </a:moveTo>
                  <a:lnTo>
                    <a:pt x="4444153" y="424326"/>
                  </a:lnTo>
                </a:path>
                <a:path w="8943340" h="3994785">
                  <a:moveTo>
                    <a:pt x="4458968" y="2652531"/>
                  </a:moveTo>
                  <a:lnTo>
                    <a:pt x="4458968" y="424326"/>
                  </a:lnTo>
                </a:path>
                <a:path w="8943340" h="3994785">
                  <a:moveTo>
                    <a:pt x="4522801" y="2652531"/>
                  </a:moveTo>
                  <a:lnTo>
                    <a:pt x="4522801" y="424326"/>
                  </a:lnTo>
                </a:path>
                <a:path w="8943340" h="3994785">
                  <a:moveTo>
                    <a:pt x="4509693" y="2652531"/>
                  </a:moveTo>
                  <a:lnTo>
                    <a:pt x="4509693" y="424326"/>
                  </a:lnTo>
                </a:path>
                <a:path w="8943340" h="3994785">
                  <a:moveTo>
                    <a:pt x="4569261" y="2652531"/>
                  </a:moveTo>
                  <a:lnTo>
                    <a:pt x="4569261" y="424326"/>
                  </a:lnTo>
                </a:path>
                <a:path w="8943340" h="3994785">
                  <a:moveTo>
                    <a:pt x="4524508" y="2652531"/>
                  </a:moveTo>
                  <a:lnTo>
                    <a:pt x="4524508" y="424326"/>
                  </a:lnTo>
                </a:path>
                <a:path w="8943340" h="3994785">
                  <a:moveTo>
                    <a:pt x="4249550" y="2652531"/>
                  </a:moveTo>
                  <a:lnTo>
                    <a:pt x="4249550" y="424326"/>
                  </a:lnTo>
                </a:path>
                <a:path w="8943340" h="3994785">
                  <a:moveTo>
                    <a:pt x="4236442" y="2652531"/>
                  </a:moveTo>
                  <a:lnTo>
                    <a:pt x="4236442" y="424326"/>
                  </a:lnTo>
                </a:path>
                <a:path w="8943340" h="3994785">
                  <a:moveTo>
                    <a:pt x="4190603" y="2652531"/>
                  </a:moveTo>
                  <a:lnTo>
                    <a:pt x="4190603" y="424326"/>
                  </a:lnTo>
                </a:path>
                <a:path w="8943340" h="3994785">
                  <a:moveTo>
                    <a:pt x="4315090" y="2652531"/>
                  </a:moveTo>
                  <a:lnTo>
                    <a:pt x="4315090" y="424326"/>
                  </a:lnTo>
                </a:path>
                <a:path w="8943340" h="3994785">
                  <a:moveTo>
                    <a:pt x="4359843" y="2652531"/>
                  </a:moveTo>
                  <a:lnTo>
                    <a:pt x="4359843" y="424326"/>
                  </a:lnTo>
                </a:path>
                <a:path w="8943340" h="3994785">
                  <a:moveTo>
                    <a:pt x="4376209" y="2652523"/>
                  </a:moveTo>
                  <a:lnTo>
                    <a:pt x="4376209" y="424319"/>
                  </a:lnTo>
                </a:path>
                <a:path w="8943340" h="3994785">
                  <a:moveTo>
                    <a:pt x="4383577" y="2652523"/>
                  </a:moveTo>
                  <a:lnTo>
                    <a:pt x="4383577" y="424319"/>
                  </a:lnTo>
                </a:path>
                <a:path w="8943340" h="3994785">
                  <a:moveTo>
                    <a:pt x="4400020" y="2652531"/>
                  </a:moveTo>
                  <a:lnTo>
                    <a:pt x="4400020" y="424326"/>
                  </a:lnTo>
                </a:path>
                <a:path w="8943340" h="3994785">
                  <a:moveTo>
                    <a:pt x="4507987" y="2652531"/>
                  </a:moveTo>
                  <a:lnTo>
                    <a:pt x="4507987" y="424326"/>
                  </a:lnTo>
                </a:path>
                <a:path w="8943340" h="3994785">
                  <a:moveTo>
                    <a:pt x="4460674" y="2652531"/>
                  </a:moveTo>
                  <a:lnTo>
                    <a:pt x="4460674" y="424326"/>
                  </a:lnTo>
                </a:path>
                <a:path w="8943340" h="3994785">
                  <a:moveTo>
                    <a:pt x="4589350" y="2652515"/>
                  </a:moveTo>
                  <a:lnTo>
                    <a:pt x="4589350" y="424319"/>
                  </a:lnTo>
                </a:path>
                <a:path w="8943340" h="3994785">
                  <a:moveTo>
                    <a:pt x="4585627" y="2652515"/>
                  </a:moveTo>
                  <a:lnTo>
                    <a:pt x="4585627" y="424319"/>
                  </a:lnTo>
                </a:path>
                <a:path w="8943340" h="3994785">
                  <a:moveTo>
                    <a:pt x="4592995" y="2652515"/>
                  </a:moveTo>
                  <a:lnTo>
                    <a:pt x="4592995" y="424319"/>
                  </a:lnTo>
                </a:path>
                <a:path w="8943340" h="3994785">
                  <a:moveTo>
                    <a:pt x="4595632" y="2652523"/>
                  </a:moveTo>
                  <a:lnTo>
                    <a:pt x="4595632" y="424319"/>
                  </a:lnTo>
                </a:path>
                <a:path w="8943340" h="3994785">
                  <a:moveTo>
                    <a:pt x="4379932" y="2652523"/>
                  </a:moveTo>
                  <a:lnTo>
                    <a:pt x="4379932" y="424319"/>
                  </a:lnTo>
                </a:path>
                <a:path w="8943340" h="3994785">
                  <a:moveTo>
                    <a:pt x="4597494" y="2652523"/>
                  </a:moveTo>
                  <a:lnTo>
                    <a:pt x="4597494" y="424319"/>
                  </a:lnTo>
                </a:path>
                <a:path w="8943340" h="3994785">
                  <a:moveTo>
                    <a:pt x="4234736" y="2652531"/>
                  </a:moveTo>
                  <a:lnTo>
                    <a:pt x="4234736" y="424326"/>
                  </a:lnTo>
                </a:path>
                <a:path w="8943340" h="3994785">
                  <a:moveTo>
                    <a:pt x="4719111" y="2652531"/>
                  </a:moveTo>
                  <a:lnTo>
                    <a:pt x="4719111" y="424326"/>
                  </a:lnTo>
                </a:path>
                <a:path w="8943340" h="3994785">
                  <a:moveTo>
                    <a:pt x="4717405" y="2652531"/>
                  </a:moveTo>
                  <a:lnTo>
                    <a:pt x="4717405" y="424326"/>
                  </a:lnTo>
                </a:path>
                <a:path w="8943340" h="3994785">
                  <a:moveTo>
                    <a:pt x="4732219" y="2652531"/>
                  </a:moveTo>
                  <a:lnTo>
                    <a:pt x="4732219" y="424326"/>
                  </a:lnTo>
                </a:path>
                <a:path w="8943340" h="3994785">
                  <a:moveTo>
                    <a:pt x="4655277" y="2652531"/>
                  </a:moveTo>
                  <a:lnTo>
                    <a:pt x="4655277" y="424326"/>
                  </a:lnTo>
                </a:path>
                <a:path w="8943340" h="3994785">
                  <a:moveTo>
                    <a:pt x="4653571" y="2652531"/>
                  </a:moveTo>
                  <a:lnTo>
                    <a:pt x="4653571" y="424326"/>
                  </a:lnTo>
                </a:path>
                <a:path w="8943340" h="3994785">
                  <a:moveTo>
                    <a:pt x="4668308" y="2652531"/>
                  </a:moveTo>
                  <a:lnTo>
                    <a:pt x="4668308" y="424326"/>
                  </a:lnTo>
                </a:path>
                <a:path w="8943340" h="3994785">
                  <a:moveTo>
                    <a:pt x="4778679" y="2652531"/>
                  </a:moveTo>
                  <a:lnTo>
                    <a:pt x="4778679" y="424326"/>
                  </a:lnTo>
                </a:path>
                <a:path w="8943340" h="3994785">
                  <a:moveTo>
                    <a:pt x="4733925" y="2652531"/>
                  </a:moveTo>
                  <a:lnTo>
                    <a:pt x="4733925" y="424326"/>
                  </a:lnTo>
                </a:path>
                <a:path w="8943340" h="3994785">
                  <a:moveTo>
                    <a:pt x="4794657" y="2652515"/>
                  </a:moveTo>
                  <a:lnTo>
                    <a:pt x="4794657" y="424319"/>
                  </a:lnTo>
                </a:path>
                <a:path w="8943340" h="3994785">
                  <a:moveTo>
                    <a:pt x="4792795" y="2652515"/>
                  </a:moveTo>
                  <a:lnTo>
                    <a:pt x="4792795" y="424319"/>
                  </a:lnTo>
                </a:path>
                <a:path w="8943340" h="3994785">
                  <a:moveTo>
                    <a:pt x="4797294" y="2652515"/>
                  </a:moveTo>
                  <a:lnTo>
                    <a:pt x="4797294" y="424311"/>
                  </a:lnTo>
                </a:path>
                <a:path w="8943340" h="3994785">
                  <a:moveTo>
                    <a:pt x="4670092" y="2652531"/>
                  </a:moveTo>
                  <a:lnTo>
                    <a:pt x="4670092" y="424326"/>
                  </a:lnTo>
                </a:path>
                <a:path w="8943340" h="3994785">
                  <a:moveTo>
                    <a:pt x="4807144" y="2652515"/>
                  </a:moveTo>
                  <a:lnTo>
                    <a:pt x="4807144" y="424311"/>
                  </a:lnTo>
                </a:path>
                <a:path w="8943340" h="3994785">
                  <a:moveTo>
                    <a:pt x="4609438" y="2652531"/>
                  </a:moveTo>
                  <a:lnTo>
                    <a:pt x="4609438" y="424326"/>
                  </a:lnTo>
                </a:path>
                <a:path w="8943340" h="3994785">
                  <a:moveTo>
                    <a:pt x="4811720" y="2652515"/>
                  </a:moveTo>
                  <a:lnTo>
                    <a:pt x="4811720" y="424319"/>
                  </a:lnTo>
                </a:path>
                <a:path w="8943340" h="3994785">
                  <a:moveTo>
                    <a:pt x="4809859" y="2652515"/>
                  </a:moveTo>
                  <a:lnTo>
                    <a:pt x="4809859" y="424319"/>
                  </a:lnTo>
                </a:path>
                <a:path w="8943340" h="3994785">
                  <a:moveTo>
                    <a:pt x="4823665" y="2652531"/>
                  </a:moveTo>
                  <a:lnTo>
                    <a:pt x="4823665" y="424326"/>
                  </a:lnTo>
                </a:path>
                <a:path w="8943340" h="3994785">
                  <a:moveTo>
                    <a:pt x="4166791" y="2652523"/>
                  </a:moveTo>
                  <a:lnTo>
                    <a:pt x="4166791" y="424319"/>
                  </a:lnTo>
                </a:path>
                <a:path w="8943340" h="3994785">
                  <a:moveTo>
                    <a:pt x="4164154" y="2652523"/>
                  </a:moveTo>
                  <a:lnTo>
                    <a:pt x="4164154" y="424319"/>
                  </a:lnTo>
                </a:path>
                <a:path w="8943340" h="3994785">
                  <a:moveTo>
                    <a:pt x="4170514" y="2652523"/>
                  </a:moveTo>
                  <a:lnTo>
                    <a:pt x="4170514" y="424319"/>
                  </a:lnTo>
                </a:path>
                <a:path w="8943340" h="3994785">
                  <a:moveTo>
                    <a:pt x="4174160" y="2652523"/>
                  </a:moveTo>
                  <a:lnTo>
                    <a:pt x="4174160" y="424319"/>
                  </a:lnTo>
                </a:path>
                <a:path w="8943340" h="3994785">
                  <a:moveTo>
                    <a:pt x="4162293" y="2652523"/>
                  </a:moveTo>
                  <a:lnTo>
                    <a:pt x="4162293" y="424319"/>
                  </a:lnTo>
                </a:path>
                <a:path w="8943340" h="3994785">
                  <a:moveTo>
                    <a:pt x="4150426" y="2652531"/>
                  </a:moveTo>
                  <a:lnTo>
                    <a:pt x="4150426" y="424326"/>
                  </a:lnTo>
                </a:path>
                <a:path w="8943340" h="3994785">
                  <a:moveTo>
                    <a:pt x="4040132" y="2652531"/>
                  </a:moveTo>
                  <a:lnTo>
                    <a:pt x="4040132" y="424326"/>
                  </a:lnTo>
                </a:path>
                <a:path w="8943340" h="3994785">
                  <a:moveTo>
                    <a:pt x="4027024" y="2652531"/>
                  </a:moveTo>
                  <a:lnTo>
                    <a:pt x="4027024" y="424326"/>
                  </a:lnTo>
                </a:path>
                <a:path w="8943340" h="3994785">
                  <a:moveTo>
                    <a:pt x="4041839" y="2652531"/>
                  </a:moveTo>
                  <a:lnTo>
                    <a:pt x="4041839" y="424326"/>
                  </a:lnTo>
                </a:path>
                <a:path w="8943340" h="3994785">
                  <a:moveTo>
                    <a:pt x="4090858" y="2652531"/>
                  </a:moveTo>
                  <a:lnTo>
                    <a:pt x="4090858" y="424326"/>
                  </a:lnTo>
                </a:path>
                <a:path w="8943340" h="3994785">
                  <a:moveTo>
                    <a:pt x="4089152" y="2652531"/>
                  </a:moveTo>
                  <a:lnTo>
                    <a:pt x="4089152" y="424326"/>
                  </a:lnTo>
                </a:path>
                <a:path w="8943340" h="3994785">
                  <a:moveTo>
                    <a:pt x="4105672" y="2652531"/>
                  </a:moveTo>
                  <a:lnTo>
                    <a:pt x="4105672" y="424326"/>
                  </a:lnTo>
                </a:path>
                <a:path w="8943340" h="3994785">
                  <a:moveTo>
                    <a:pt x="4103966" y="2652531"/>
                  </a:moveTo>
                  <a:lnTo>
                    <a:pt x="4103966" y="424326"/>
                  </a:lnTo>
                </a:path>
                <a:path w="8943340" h="3994785">
                  <a:moveTo>
                    <a:pt x="4025318" y="2652531"/>
                  </a:moveTo>
                  <a:lnTo>
                    <a:pt x="4025318" y="424326"/>
                  </a:lnTo>
                </a:path>
                <a:path w="8943340" h="3994785">
                  <a:moveTo>
                    <a:pt x="3337497" y="2652523"/>
                  </a:moveTo>
                  <a:lnTo>
                    <a:pt x="3337497" y="424319"/>
                  </a:lnTo>
                </a:path>
                <a:path w="8943340" h="3994785">
                  <a:moveTo>
                    <a:pt x="3335636" y="2652523"/>
                  </a:moveTo>
                  <a:lnTo>
                    <a:pt x="3335636" y="424319"/>
                  </a:lnTo>
                </a:path>
                <a:path w="8943340" h="3994785">
                  <a:moveTo>
                    <a:pt x="3532411" y="2652523"/>
                  </a:moveTo>
                  <a:lnTo>
                    <a:pt x="3532411" y="424319"/>
                  </a:lnTo>
                </a:path>
                <a:path w="8943340" h="3994785">
                  <a:moveTo>
                    <a:pt x="3530472" y="2652523"/>
                  </a:moveTo>
                  <a:lnTo>
                    <a:pt x="3530472" y="424319"/>
                  </a:lnTo>
                </a:path>
                <a:path w="8943340" h="3994785">
                  <a:moveTo>
                    <a:pt x="3741828" y="2652523"/>
                  </a:moveTo>
                  <a:lnTo>
                    <a:pt x="3741828" y="424319"/>
                  </a:lnTo>
                </a:path>
                <a:path w="8943340" h="3994785">
                  <a:moveTo>
                    <a:pt x="3739889" y="2652523"/>
                  </a:moveTo>
                  <a:lnTo>
                    <a:pt x="3739889" y="424319"/>
                  </a:lnTo>
                </a:path>
                <a:path w="8943340" h="3994785">
                  <a:moveTo>
                    <a:pt x="3457408" y="2652531"/>
                  </a:moveTo>
                  <a:lnTo>
                    <a:pt x="3457408" y="424326"/>
                  </a:lnTo>
                </a:path>
                <a:path w="8943340" h="3994785">
                  <a:moveTo>
                    <a:pt x="3410018" y="2652531"/>
                  </a:moveTo>
                  <a:lnTo>
                    <a:pt x="3410018" y="424326"/>
                  </a:lnTo>
                </a:path>
                <a:path w="8943340" h="3994785">
                  <a:moveTo>
                    <a:pt x="3472223" y="2652531"/>
                  </a:moveTo>
                  <a:lnTo>
                    <a:pt x="3472223" y="424326"/>
                  </a:lnTo>
                </a:path>
                <a:path w="8943340" h="3994785">
                  <a:moveTo>
                    <a:pt x="3459115" y="2652531"/>
                  </a:moveTo>
                  <a:lnTo>
                    <a:pt x="3459115" y="424326"/>
                  </a:lnTo>
                </a:path>
                <a:path w="8943340" h="3994785">
                  <a:moveTo>
                    <a:pt x="3546915" y="2652523"/>
                  </a:moveTo>
                  <a:lnTo>
                    <a:pt x="3546915" y="424319"/>
                  </a:lnTo>
                </a:path>
                <a:path w="8943340" h="3994785">
                  <a:moveTo>
                    <a:pt x="3545053" y="2652523"/>
                  </a:moveTo>
                  <a:lnTo>
                    <a:pt x="3545053" y="424319"/>
                  </a:lnTo>
                </a:path>
                <a:path w="8943340" h="3994785">
                  <a:moveTo>
                    <a:pt x="3604621" y="2652531"/>
                  </a:moveTo>
                  <a:lnTo>
                    <a:pt x="3604621" y="424326"/>
                  </a:lnTo>
                </a:path>
                <a:path w="8943340" h="3994785">
                  <a:moveTo>
                    <a:pt x="3602915" y="2652531"/>
                  </a:moveTo>
                  <a:lnTo>
                    <a:pt x="3602915" y="424326"/>
                  </a:lnTo>
                </a:path>
                <a:path w="8943340" h="3994785">
                  <a:moveTo>
                    <a:pt x="3617729" y="2652531"/>
                  </a:moveTo>
                  <a:lnTo>
                    <a:pt x="3617729" y="424326"/>
                  </a:lnTo>
                </a:path>
                <a:path w="8943340" h="3994785">
                  <a:moveTo>
                    <a:pt x="3681640" y="2652531"/>
                  </a:moveTo>
                  <a:lnTo>
                    <a:pt x="3681640" y="424326"/>
                  </a:lnTo>
                </a:path>
                <a:path w="8943340" h="3994785">
                  <a:moveTo>
                    <a:pt x="3668532" y="2652531"/>
                  </a:moveTo>
                  <a:lnTo>
                    <a:pt x="3668532" y="424326"/>
                  </a:lnTo>
                </a:path>
                <a:path w="8943340" h="3994785">
                  <a:moveTo>
                    <a:pt x="3728022" y="2652531"/>
                  </a:moveTo>
                  <a:lnTo>
                    <a:pt x="3728022" y="424326"/>
                  </a:lnTo>
                </a:path>
                <a:path w="8943340" h="3994785">
                  <a:moveTo>
                    <a:pt x="3683347" y="2652531"/>
                  </a:moveTo>
                  <a:lnTo>
                    <a:pt x="3683347" y="424326"/>
                  </a:lnTo>
                </a:path>
                <a:path w="8943340" h="3994785">
                  <a:moveTo>
                    <a:pt x="3408311" y="2652531"/>
                  </a:moveTo>
                  <a:lnTo>
                    <a:pt x="3408311" y="424326"/>
                  </a:lnTo>
                </a:path>
                <a:path w="8943340" h="3994785">
                  <a:moveTo>
                    <a:pt x="3395203" y="2652531"/>
                  </a:moveTo>
                  <a:lnTo>
                    <a:pt x="3395203" y="424326"/>
                  </a:lnTo>
                </a:path>
                <a:path w="8943340" h="3994785">
                  <a:moveTo>
                    <a:pt x="3349442" y="2652531"/>
                  </a:moveTo>
                  <a:lnTo>
                    <a:pt x="3349442" y="424326"/>
                  </a:lnTo>
                </a:path>
                <a:path w="8943340" h="3994785">
                  <a:moveTo>
                    <a:pt x="3473929" y="2652531"/>
                  </a:moveTo>
                  <a:lnTo>
                    <a:pt x="3473929" y="424326"/>
                  </a:lnTo>
                </a:path>
                <a:path w="8943340" h="3994785">
                  <a:moveTo>
                    <a:pt x="3518605" y="2652531"/>
                  </a:moveTo>
                  <a:lnTo>
                    <a:pt x="3518605" y="424326"/>
                  </a:lnTo>
                </a:path>
                <a:path w="8943340" h="3994785">
                  <a:moveTo>
                    <a:pt x="3535048" y="2652523"/>
                  </a:moveTo>
                  <a:lnTo>
                    <a:pt x="3535048" y="424319"/>
                  </a:lnTo>
                </a:path>
                <a:path w="8943340" h="3994785">
                  <a:moveTo>
                    <a:pt x="3542339" y="2652523"/>
                  </a:moveTo>
                  <a:lnTo>
                    <a:pt x="3542339" y="424319"/>
                  </a:lnTo>
                </a:path>
                <a:path w="8943340" h="3994785">
                  <a:moveTo>
                    <a:pt x="3558859" y="2652531"/>
                  </a:moveTo>
                  <a:lnTo>
                    <a:pt x="3558859" y="424326"/>
                  </a:lnTo>
                </a:path>
                <a:path w="8943340" h="3994785">
                  <a:moveTo>
                    <a:pt x="3666826" y="2652531"/>
                  </a:moveTo>
                  <a:lnTo>
                    <a:pt x="3666826" y="424326"/>
                  </a:lnTo>
                </a:path>
                <a:path w="8943340" h="3994785">
                  <a:moveTo>
                    <a:pt x="3619435" y="2652531"/>
                  </a:moveTo>
                  <a:lnTo>
                    <a:pt x="3619435" y="424326"/>
                  </a:lnTo>
                </a:path>
                <a:path w="8943340" h="3994785">
                  <a:moveTo>
                    <a:pt x="3748111" y="2652523"/>
                  </a:moveTo>
                  <a:lnTo>
                    <a:pt x="3748111" y="424319"/>
                  </a:lnTo>
                </a:path>
                <a:path w="8943340" h="3994785">
                  <a:moveTo>
                    <a:pt x="3744466" y="2652523"/>
                  </a:moveTo>
                  <a:lnTo>
                    <a:pt x="3744466" y="424319"/>
                  </a:lnTo>
                </a:path>
                <a:path w="8943340" h="3994785">
                  <a:moveTo>
                    <a:pt x="3751756" y="2652523"/>
                  </a:moveTo>
                  <a:lnTo>
                    <a:pt x="3751756" y="424319"/>
                  </a:lnTo>
                </a:path>
                <a:path w="8943340" h="3994785">
                  <a:moveTo>
                    <a:pt x="3754471" y="2652523"/>
                  </a:moveTo>
                  <a:lnTo>
                    <a:pt x="3754471" y="424319"/>
                  </a:lnTo>
                </a:path>
                <a:path w="8943340" h="3994785">
                  <a:moveTo>
                    <a:pt x="3538693" y="2652523"/>
                  </a:moveTo>
                  <a:lnTo>
                    <a:pt x="3538693" y="424319"/>
                  </a:lnTo>
                </a:path>
                <a:path w="8943340" h="3994785">
                  <a:moveTo>
                    <a:pt x="3756333" y="2652523"/>
                  </a:moveTo>
                  <a:lnTo>
                    <a:pt x="3756333" y="424319"/>
                  </a:lnTo>
                </a:path>
                <a:path w="8943340" h="3994785">
                  <a:moveTo>
                    <a:pt x="3393497" y="2652531"/>
                  </a:moveTo>
                  <a:lnTo>
                    <a:pt x="3393497" y="424326"/>
                  </a:lnTo>
                </a:path>
                <a:path w="8943340" h="3994785">
                  <a:moveTo>
                    <a:pt x="3877950" y="1861676"/>
                  </a:moveTo>
                  <a:lnTo>
                    <a:pt x="3877950" y="424326"/>
                  </a:lnTo>
                </a:path>
                <a:path w="8943340" h="3994785">
                  <a:moveTo>
                    <a:pt x="3876244" y="1861676"/>
                  </a:moveTo>
                  <a:lnTo>
                    <a:pt x="3876244" y="424326"/>
                  </a:lnTo>
                </a:path>
                <a:path w="8943340" h="3994785">
                  <a:moveTo>
                    <a:pt x="3891058" y="1861669"/>
                  </a:moveTo>
                  <a:lnTo>
                    <a:pt x="3891058" y="424326"/>
                  </a:lnTo>
                </a:path>
                <a:path w="8943340" h="3994785">
                  <a:moveTo>
                    <a:pt x="3814039" y="2652531"/>
                  </a:moveTo>
                  <a:lnTo>
                    <a:pt x="3814039" y="424326"/>
                  </a:lnTo>
                </a:path>
                <a:path w="8943340" h="3994785">
                  <a:moveTo>
                    <a:pt x="3812332" y="2652531"/>
                  </a:moveTo>
                  <a:lnTo>
                    <a:pt x="3812332" y="424326"/>
                  </a:lnTo>
                </a:path>
                <a:path w="8943340" h="3994785">
                  <a:moveTo>
                    <a:pt x="3827147" y="2652531"/>
                  </a:moveTo>
                  <a:lnTo>
                    <a:pt x="3827147" y="424326"/>
                  </a:lnTo>
                </a:path>
                <a:path w="8943340" h="3994785">
                  <a:moveTo>
                    <a:pt x="3937440" y="1861676"/>
                  </a:moveTo>
                  <a:lnTo>
                    <a:pt x="3937440" y="424326"/>
                  </a:lnTo>
                </a:path>
                <a:path w="8943340" h="3994785">
                  <a:moveTo>
                    <a:pt x="3892764" y="1861669"/>
                  </a:moveTo>
                  <a:lnTo>
                    <a:pt x="3892764" y="424326"/>
                  </a:lnTo>
                </a:path>
                <a:path w="8943340" h="3994785">
                  <a:moveTo>
                    <a:pt x="3953495" y="2652523"/>
                  </a:moveTo>
                  <a:lnTo>
                    <a:pt x="3953495" y="424319"/>
                  </a:lnTo>
                </a:path>
                <a:path w="8943340" h="3994785">
                  <a:moveTo>
                    <a:pt x="3951634" y="2652523"/>
                  </a:moveTo>
                  <a:lnTo>
                    <a:pt x="3951634" y="424319"/>
                  </a:lnTo>
                </a:path>
                <a:path w="8943340" h="3994785">
                  <a:moveTo>
                    <a:pt x="3956133" y="2652515"/>
                  </a:moveTo>
                  <a:lnTo>
                    <a:pt x="3956133" y="424311"/>
                  </a:lnTo>
                </a:path>
                <a:path w="8943340" h="3994785">
                  <a:moveTo>
                    <a:pt x="3828853" y="2652531"/>
                  </a:moveTo>
                  <a:lnTo>
                    <a:pt x="3828853" y="424326"/>
                  </a:lnTo>
                </a:path>
                <a:path w="8943340" h="3994785">
                  <a:moveTo>
                    <a:pt x="3965983" y="2652515"/>
                  </a:moveTo>
                  <a:lnTo>
                    <a:pt x="3965983" y="424311"/>
                  </a:lnTo>
                </a:path>
                <a:path w="8943340" h="3994785">
                  <a:moveTo>
                    <a:pt x="3768277" y="2652531"/>
                  </a:moveTo>
                  <a:lnTo>
                    <a:pt x="3768277" y="424326"/>
                  </a:lnTo>
                </a:path>
                <a:path w="8943340" h="3994785">
                  <a:moveTo>
                    <a:pt x="3970559" y="2652523"/>
                  </a:moveTo>
                  <a:lnTo>
                    <a:pt x="3970559" y="424319"/>
                  </a:lnTo>
                </a:path>
                <a:path w="8943340" h="3994785">
                  <a:moveTo>
                    <a:pt x="3968620" y="2652523"/>
                  </a:moveTo>
                  <a:lnTo>
                    <a:pt x="3968620" y="424319"/>
                  </a:lnTo>
                </a:path>
                <a:path w="8943340" h="3994785">
                  <a:moveTo>
                    <a:pt x="3982504" y="2652531"/>
                  </a:moveTo>
                  <a:lnTo>
                    <a:pt x="3982504" y="424326"/>
                  </a:lnTo>
                </a:path>
                <a:path w="8943340" h="3994785">
                  <a:moveTo>
                    <a:pt x="3325630" y="2652523"/>
                  </a:moveTo>
                  <a:lnTo>
                    <a:pt x="3325630" y="424319"/>
                  </a:lnTo>
                </a:path>
                <a:path w="8943340" h="3994785">
                  <a:moveTo>
                    <a:pt x="3322993" y="2652523"/>
                  </a:moveTo>
                  <a:lnTo>
                    <a:pt x="3322993" y="424319"/>
                  </a:lnTo>
                </a:path>
                <a:path w="8943340" h="3994785">
                  <a:moveTo>
                    <a:pt x="3329276" y="2652523"/>
                  </a:moveTo>
                  <a:lnTo>
                    <a:pt x="3329276" y="424319"/>
                  </a:lnTo>
                </a:path>
                <a:path w="8943340" h="3994785">
                  <a:moveTo>
                    <a:pt x="3332921" y="2652523"/>
                  </a:moveTo>
                  <a:lnTo>
                    <a:pt x="3332921" y="424319"/>
                  </a:lnTo>
                </a:path>
                <a:path w="8943340" h="3994785">
                  <a:moveTo>
                    <a:pt x="3321054" y="2652523"/>
                  </a:moveTo>
                  <a:lnTo>
                    <a:pt x="3321054" y="424319"/>
                  </a:lnTo>
                </a:path>
                <a:path w="8943340" h="3994785">
                  <a:moveTo>
                    <a:pt x="3309187" y="2652531"/>
                  </a:moveTo>
                  <a:lnTo>
                    <a:pt x="3309187" y="424326"/>
                  </a:lnTo>
                </a:path>
                <a:path w="8943340" h="3994785">
                  <a:moveTo>
                    <a:pt x="3198894" y="2652531"/>
                  </a:moveTo>
                  <a:lnTo>
                    <a:pt x="3198894" y="424326"/>
                  </a:lnTo>
                </a:path>
                <a:path w="8943340" h="3994785">
                  <a:moveTo>
                    <a:pt x="3185786" y="2652531"/>
                  </a:moveTo>
                  <a:lnTo>
                    <a:pt x="3185786" y="424326"/>
                  </a:lnTo>
                </a:path>
                <a:path w="8943340" h="3994785">
                  <a:moveTo>
                    <a:pt x="3200600" y="2652531"/>
                  </a:moveTo>
                  <a:lnTo>
                    <a:pt x="3200600" y="424326"/>
                  </a:lnTo>
                </a:path>
                <a:path w="8943340" h="3994785">
                  <a:moveTo>
                    <a:pt x="3249697" y="2652531"/>
                  </a:moveTo>
                  <a:lnTo>
                    <a:pt x="3249697" y="424326"/>
                  </a:lnTo>
                </a:path>
                <a:path w="8943340" h="3994785">
                  <a:moveTo>
                    <a:pt x="3247990" y="2652531"/>
                  </a:moveTo>
                  <a:lnTo>
                    <a:pt x="3247990" y="424326"/>
                  </a:lnTo>
                </a:path>
                <a:path w="8943340" h="3994785">
                  <a:moveTo>
                    <a:pt x="3264511" y="2652531"/>
                  </a:moveTo>
                  <a:lnTo>
                    <a:pt x="3264511" y="424326"/>
                  </a:lnTo>
                </a:path>
                <a:path w="8943340" h="3994785">
                  <a:moveTo>
                    <a:pt x="3262805" y="2652531"/>
                  </a:moveTo>
                  <a:lnTo>
                    <a:pt x="3262805" y="424326"/>
                  </a:lnTo>
                </a:path>
                <a:path w="8943340" h="3994785">
                  <a:moveTo>
                    <a:pt x="3184079" y="2652531"/>
                  </a:moveTo>
                  <a:lnTo>
                    <a:pt x="3184079" y="424326"/>
                  </a:lnTo>
                </a:path>
                <a:path w="8943340" h="3994785">
                  <a:moveTo>
                    <a:pt x="2496336" y="2652523"/>
                  </a:moveTo>
                  <a:lnTo>
                    <a:pt x="2496336" y="424319"/>
                  </a:lnTo>
                </a:path>
                <a:path w="8943340" h="3994785">
                  <a:moveTo>
                    <a:pt x="2494397" y="2652523"/>
                  </a:moveTo>
                  <a:lnTo>
                    <a:pt x="2494397" y="424319"/>
                  </a:lnTo>
                </a:path>
                <a:path w="8943340" h="3994785">
                  <a:moveTo>
                    <a:pt x="2691172" y="2652523"/>
                  </a:moveTo>
                  <a:lnTo>
                    <a:pt x="2691172" y="424319"/>
                  </a:lnTo>
                </a:path>
                <a:path w="8943340" h="3994785">
                  <a:moveTo>
                    <a:pt x="2689311" y="2652523"/>
                  </a:moveTo>
                  <a:lnTo>
                    <a:pt x="2689311" y="424319"/>
                  </a:lnTo>
                </a:path>
                <a:path w="8943340" h="3994785">
                  <a:moveTo>
                    <a:pt x="2900590" y="2652523"/>
                  </a:moveTo>
                  <a:lnTo>
                    <a:pt x="2900590" y="424319"/>
                  </a:lnTo>
                </a:path>
                <a:path w="8943340" h="3994785">
                  <a:moveTo>
                    <a:pt x="2898728" y="2652523"/>
                  </a:moveTo>
                  <a:lnTo>
                    <a:pt x="2898728" y="424319"/>
                  </a:lnTo>
                </a:path>
                <a:path w="8943340" h="3994785">
                  <a:moveTo>
                    <a:pt x="2616170" y="2652531"/>
                  </a:moveTo>
                  <a:lnTo>
                    <a:pt x="2616170" y="424326"/>
                  </a:lnTo>
                </a:path>
                <a:path w="8943340" h="3994785">
                  <a:moveTo>
                    <a:pt x="2568857" y="2652531"/>
                  </a:moveTo>
                  <a:lnTo>
                    <a:pt x="2568857" y="424326"/>
                  </a:lnTo>
                </a:path>
                <a:path w="8943340" h="3994785">
                  <a:moveTo>
                    <a:pt x="2630984" y="2652531"/>
                  </a:moveTo>
                  <a:lnTo>
                    <a:pt x="2630984" y="424326"/>
                  </a:lnTo>
                </a:path>
                <a:path w="8943340" h="3994785">
                  <a:moveTo>
                    <a:pt x="2617876" y="2652531"/>
                  </a:moveTo>
                  <a:lnTo>
                    <a:pt x="2617876" y="424326"/>
                  </a:lnTo>
                </a:path>
                <a:path w="8943340" h="3994785">
                  <a:moveTo>
                    <a:pt x="2705754" y="2652523"/>
                  </a:moveTo>
                  <a:lnTo>
                    <a:pt x="2705754" y="424319"/>
                  </a:lnTo>
                </a:path>
                <a:path w="8943340" h="3994785">
                  <a:moveTo>
                    <a:pt x="2703815" y="2652523"/>
                  </a:moveTo>
                  <a:lnTo>
                    <a:pt x="2703815" y="424319"/>
                  </a:lnTo>
                </a:path>
                <a:path w="8943340" h="3994785">
                  <a:moveTo>
                    <a:pt x="2763460" y="2652531"/>
                  </a:moveTo>
                  <a:lnTo>
                    <a:pt x="2763460" y="424326"/>
                  </a:lnTo>
                </a:path>
                <a:path w="8943340" h="3994785">
                  <a:moveTo>
                    <a:pt x="2761754" y="2652531"/>
                  </a:moveTo>
                  <a:lnTo>
                    <a:pt x="2761754" y="424326"/>
                  </a:lnTo>
                </a:path>
                <a:path w="8943340" h="3994785">
                  <a:moveTo>
                    <a:pt x="2776568" y="2652531"/>
                  </a:moveTo>
                  <a:lnTo>
                    <a:pt x="2776568" y="424326"/>
                  </a:lnTo>
                </a:path>
                <a:path w="8943340" h="3994785">
                  <a:moveTo>
                    <a:pt x="2840402" y="2652531"/>
                  </a:moveTo>
                  <a:lnTo>
                    <a:pt x="2840402" y="424326"/>
                  </a:lnTo>
                </a:path>
                <a:path w="8943340" h="3994785">
                  <a:moveTo>
                    <a:pt x="2827294" y="2652531"/>
                  </a:moveTo>
                  <a:lnTo>
                    <a:pt x="2827294" y="424326"/>
                  </a:lnTo>
                </a:path>
                <a:path w="8943340" h="3994785">
                  <a:moveTo>
                    <a:pt x="2886861" y="2652531"/>
                  </a:moveTo>
                  <a:lnTo>
                    <a:pt x="2886861" y="424326"/>
                  </a:lnTo>
                </a:path>
                <a:path w="8943340" h="3994785">
                  <a:moveTo>
                    <a:pt x="2842108" y="2652531"/>
                  </a:moveTo>
                  <a:lnTo>
                    <a:pt x="2842108" y="424326"/>
                  </a:lnTo>
                </a:path>
                <a:path w="8943340" h="3994785">
                  <a:moveTo>
                    <a:pt x="2567150" y="2652531"/>
                  </a:moveTo>
                  <a:lnTo>
                    <a:pt x="2567150" y="424326"/>
                  </a:lnTo>
                </a:path>
                <a:path w="8943340" h="3994785">
                  <a:moveTo>
                    <a:pt x="2554042" y="2652531"/>
                  </a:moveTo>
                  <a:lnTo>
                    <a:pt x="2554042" y="424326"/>
                  </a:lnTo>
                </a:path>
                <a:path w="8943340" h="3994785">
                  <a:moveTo>
                    <a:pt x="2508281" y="2652531"/>
                  </a:moveTo>
                  <a:lnTo>
                    <a:pt x="2508281" y="424326"/>
                  </a:lnTo>
                </a:path>
                <a:path w="8943340" h="3994785">
                  <a:moveTo>
                    <a:pt x="2632690" y="2652531"/>
                  </a:moveTo>
                  <a:lnTo>
                    <a:pt x="2632690" y="424326"/>
                  </a:lnTo>
                </a:path>
                <a:path w="8943340" h="3994785">
                  <a:moveTo>
                    <a:pt x="2677444" y="2652531"/>
                  </a:moveTo>
                  <a:lnTo>
                    <a:pt x="2677444" y="424326"/>
                  </a:lnTo>
                </a:path>
                <a:path w="8943340" h="3994785">
                  <a:moveTo>
                    <a:pt x="2693887" y="2652523"/>
                  </a:moveTo>
                  <a:lnTo>
                    <a:pt x="2693887" y="424319"/>
                  </a:lnTo>
                </a:path>
                <a:path w="8943340" h="3994785">
                  <a:moveTo>
                    <a:pt x="2701178" y="2652523"/>
                  </a:moveTo>
                  <a:lnTo>
                    <a:pt x="2701178" y="424319"/>
                  </a:lnTo>
                </a:path>
                <a:path w="8943340" h="3994785">
                  <a:moveTo>
                    <a:pt x="2717698" y="2652531"/>
                  </a:moveTo>
                  <a:lnTo>
                    <a:pt x="2717698" y="424326"/>
                  </a:lnTo>
                </a:path>
                <a:path w="8943340" h="3994785">
                  <a:moveTo>
                    <a:pt x="2825587" y="2652531"/>
                  </a:moveTo>
                  <a:lnTo>
                    <a:pt x="2825587" y="424326"/>
                  </a:lnTo>
                </a:path>
                <a:path w="8943340" h="3994785">
                  <a:moveTo>
                    <a:pt x="2778274" y="2652531"/>
                  </a:moveTo>
                  <a:lnTo>
                    <a:pt x="2778274" y="424326"/>
                  </a:lnTo>
                </a:path>
                <a:path w="8943340" h="3994785">
                  <a:moveTo>
                    <a:pt x="2906950" y="2652523"/>
                  </a:moveTo>
                  <a:lnTo>
                    <a:pt x="2906950" y="424319"/>
                  </a:lnTo>
                </a:path>
                <a:path w="8943340" h="3994785">
                  <a:moveTo>
                    <a:pt x="2903304" y="2652523"/>
                  </a:moveTo>
                  <a:lnTo>
                    <a:pt x="2903304" y="424319"/>
                  </a:lnTo>
                </a:path>
                <a:path w="8943340" h="3994785">
                  <a:moveTo>
                    <a:pt x="2910595" y="2652523"/>
                  </a:moveTo>
                  <a:lnTo>
                    <a:pt x="2910595" y="424319"/>
                  </a:lnTo>
                </a:path>
                <a:path w="8943340" h="3994785">
                  <a:moveTo>
                    <a:pt x="2913232" y="2652523"/>
                  </a:moveTo>
                  <a:lnTo>
                    <a:pt x="2913232" y="424319"/>
                  </a:lnTo>
                </a:path>
                <a:path w="8943340" h="3994785">
                  <a:moveTo>
                    <a:pt x="2697532" y="2652523"/>
                  </a:moveTo>
                  <a:lnTo>
                    <a:pt x="2697532" y="424319"/>
                  </a:lnTo>
                </a:path>
                <a:path w="8943340" h="3994785">
                  <a:moveTo>
                    <a:pt x="2915171" y="2652523"/>
                  </a:moveTo>
                  <a:lnTo>
                    <a:pt x="2915171" y="424319"/>
                  </a:lnTo>
                </a:path>
                <a:path w="8943340" h="3994785">
                  <a:moveTo>
                    <a:pt x="2552336" y="2652531"/>
                  </a:moveTo>
                  <a:lnTo>
                    <a:pt x="2552336" y="424326"/>
                  </a:lnTo>
                </a:path>
                <a:path w="8943340" h="3994785">
                  <a:moveTo>
                    <a:pt x="3036711" y="2652531"/>
                  </a:moveTo>
                  <a:lnTo>
                    <a:pt x="3036711" y="424326"/>
                  </a:lnTo>
                </a:path>
                <a:path w="8943340" h="3994785">
                  <a:moveTo>
                    <a:pt x="3035005" y="2652531"/>
                  </a:moveTo>
                  <a:lnTo>
                    <a:pt x="3035005" y="424326"/>
                  </a:lnTo>
                </a:path>
                <a:path w="8943340" h="3994785">
                  <a:moveTo>
                    <a:pt x="3049819" y="2652531"/>
                  </a:moveTo>
                  <a:lnTo>
                    <a:pt x="3049819" y="424326"/>
                  </a:lnTo>
                </a:path>
                <a:path w="8943340" h="3994785">
                  <a:moveTo>
                    <a:pt x="2972878" y="2652531"/>
                  </a:moveTo>
                  <a:lnTo>
                    <a:pt x="2972878" y="424326"/>
                  </a:lnTo>
                </a:path>
                <a:path w="8943340" h="3994785">
                  <a:moveTo>
                    <a:pt x="2971171" y="2652531"/>
                  </a:moveTo>
                  <a:lnTo>
                    <a:pt x="2971171" y="424326"/>
                  </a:lnTo>
                </a:path>
                <a:path w="8943340" h="3994785">
                  <a:moveTo>
                    <a:pt x="2985986" y="2652531"/>
                  </a:moveTo>
                  <a:lnTo>
                    <a:pt x="2985986" y="424326"/>
                  </a:lnTo>
                </a:path>
                <a:path w="8943340" h="3994785">
                  <a:moveTo>
                    <a:pt x="3096279" y="2652531"/>
                  </a:moveTo>
                  <a:lnTo>
                    <a:pt x="3096279" y="424326"/>
                  </a:lnTo>
                </a:path>
                <a:path w="8943340" h="3994785">
                  <a:moveTo>
                    <a:pt x="3051526" y="2652531"/>
                  </a:moveTo>
                  <a:lnTo>
                    <a:pt x="3051526" y="424326"/>
                  </a:lnTo>
                </a:path>
                <a:path w="8943340" h="3994785">
                  <a:moveTo>
                    <a:pt x="3112257" y="2652523"/>
                  </a:moveTo>
                  <a:lnTo>
                    <a:pt x="3112257" y="424319"/>
                  </a:lnTo>
                </a:path>
                <a:path w="8943340" h="3994785">
                  <a:moveTo>
                    <a:pt x="3110395" y="2652523"/>
                  </a:moveTo>
                  <a:lnTo>
                    <a:pt x="3110395" y="424319"/>
                  </a:lnTo>
                </a:path>
                <a:path w="8943340" h="3994785">
                  <a:moveTo>
                    <a:pt x="3114971" y="2652523"/>
                  </a:moveTo>
                  <a:lnTo>
                    <a:pt x="3114971" y="424319"/>
                  </a:lnTo>
                </a:path>
                <a:path w="8943340" h="3994785">
                  <a:moveTo>
                    <a:pt x="2987692" y="2652531"/>
                  </a:moveTo>
                  <a:lnTo>
                    <a:pt x="2987692" y="424326"/>
                  </a:lnTo>
                </a:path>
                <a:path w="8943340" h="3994785">
                  <a:moveTo>
                    <a:pt x="3124822" y="2652523"/>
                  </a:moveTo>
                  <a:lnTo>
                    <a:pt x="3124822" y="424319"/>
                  </a:lnTo>
                </a:path>
                <a:path w="8943340" h="3994785">
                  <a:moveTo>
                    <a:pt x="2927116" y="2652531"/>
                  </a:moveTo>
                  <a:lnTo>
                    <a:pt x="2927116" y="424326"/>
                  </a:lnTo>
                </a:path>
                <a:path w="8943340" h="3994785">
                  <a:moveTo>
                    <a:pt x="3129320" y="2652523"/>
                  </a:moveTo>
                  <a:lnTo>
                    <a:pt x="3129320" y="424319"/>
                  </a:lnTo>
                </a:path>
                <a:path w="8943340" h="3994785">
                  <a:moveTo>
                    <a:pt x="3127459" y="2652523"/>
                  </a:moveTo>
                  <a:lnTo>
                    <a:pt x="3127459" y="424319"/>
                  </a:lnTo>
                </a:path>
                <a:path w="8943340" h="3994785">
                  <a:moveTo>
                    <a:pt x="3141265" y="2652531"/>
                  </a:moveTo>
                  <a:lnTo>
                    <a:pt x="3141265" y="424326"/>
                  </a:lnTo>
                </a:path>
                <a:path w="8943340" h="3994785">
                  <a:moveTo>
                    <a:pt x="2484469" y="2652523"/>
                  </a:moveTo>
                  <a:lnTo>
                    <a:pt x="2484469" y="424319"/>
                  </a:lnTo>
                </a:path>
                <a:path w="8943340" h="3994785">
                  <a:moveTo>
                    <a:pt x="2481754" y="2652523"/>
                  </a:moveTo>
                  <a:lnTo>
                    <a:pt x="2481754" y="424319"/>
                  </a:lnTo>
                </a:path>
                <a:path w="8943340" h="3994785">
                  <a:moveTo>
                    <a:pt x="2488114" y="2652523"/>
                  </a:moveTo>
                  <a:lnTo>
                    <a:pt x="2488114" y="424319"/>
                  </a:lnTo>
                </a:path>
                <a:path w="8943340" h="3994785">
                  <a:moveTo>
                    <a:pt x="2491760" y="2652523"/>
                  </a:moveTo>
                  <a:lnTo>
                    <a:pt x="2491760" y="424319"/>
                  </a:lnTo>
                </a:path>
                <a:path w="8943340" h="3994785">
                  <a:moveTo>
                    <a:pt x="2479893" y="2652523"/>
                  </a:moveTo>
                  <a:lnTo>
                    <a:pt x="2479893" y="424319"/>
                  </a:lnTo>
                </a:path>
                <a:path w="8943340" h="3994785">
                  <a:moveTo>
                    <a:pt x="2468026" y="2652531"/>
                  </a:moveTo>
                  <a:lnTo>
                    <a:pt x="2468026" y="424326"/>
                  </a:lnTo>
                </a:path>
                <a:path w="8943340" h="3994785">
                  <a:moveTo>
                    <a:pt x="2357733" y="2652531"/>
                  </a:moveTo>
                  <a:lnTo>
                    <a:pt x="2357733" y="424326"/>
                  </a:lnTo>
                </a:path>
                <a:path w="8943340" h="3994785">
                  <a:moveTo>
                    <a:pt x="2344625" y="2652531"/>
                  </a:moveTo>
                  <a:lnTo>
                    <a:pt x="2344625" y="424326"/>
                  </a:lnTo>
                </a:path>
                <a:path w="8943340" h="3994785">
                  <a:moveTo>
                    <a:pt x="2359439" y="2652531"/>
                  </a:moveTo>
                  <a:lnTo>
                    <a:pt x="2359439" y="424326"/>
                  </a:lnTo>
                </a:path>
                <a:path w="8943340" h="3994785">
                  <a:moveTo>
                    <a:pt x="2408458" y="2652531"/>
                  </a:moveTo>
                  <a:lnTo>
                    <a:pt x="2408458" y="424326"/>
                  </a:lnTo>
                </a:path>
                <a:path w="8943340" h="3994785">
                  <a:moveTo>
                    <a:pt x="2406752" y="2652531"/>
                  </a:moveTo>
                  <a:lnTo>
                    <a:pt x="2406752" y="424326"/>
                  </a:lnTo>
                </a:path>
                <a:path w="8943340" h="3994785">
                  <a:moveTo>
                    <a:pt x="2423273" y="2652531"/>
                  </a:moveTo>
                  <a:lnTo>
                    <a:pt x="2423273" y="424326"/>
                  </a:lnTo>
                </a:path>
                <a:path w="8943340" h="3994785">
                  <a:moveTo>
                    <a:pt x="2421566" y="2652531"/>
                  </a:moveTo>
                  <a:lnTo>
                    <a:pt x="2421566" y="424326"/>
                  </a:lnTo>
                </a:path>
                <a:path w="8943340" h="3994785">
                  <a:moveTo>
                    <a:pt x="2342918" y="2652531"/>
                  </a:moveTo>
                  <a:lnTo>
                    <a:pt x="2342918" y="424326"/>
                  </a:lnTo>
                </a:path>
                <a:path w="8943340" h="3994785">
                  <a:moveTo>
                    <a:pt x="2059429" y="2652523"/>
                  </a:moveTo>
                  <a:lnTo>
                    <a:pt x="2059429" y="424319"/>
                  </a:lnTo>
                </a:path>
                <a:path w="8943340" h="3994785">
                  <a:moveTo>
                    <a:pt x="2057567" y="2652523"/>
                  </a:moveTo>
                  <a:lnTo>
                    <a:pt x="2057567" y="424319"/>
                  </a:lnTo>
                </a:path>
                <a:path w="8943340" h="3994785">
                  <a:moveTo>
                    <a:pt x="2065711" y="2652523"/>
                  </a:moveTo>
                  <a:lnTo>
                    <a:pt x="2065711" y="424319"/>
                  </a:lnTo>
                </a:path>
                <a:path w="8943340" h="3994785">
                  <a:moveTo>
                    <a:pt x="2062066" y="2652523"/>
                  </a:moveTo>
                  <a:lnTo>
                    <a:pt x="2062066" y="424319"/>
                  </a:lnTo>
                </a:path>
                <a:path w="8943340" h="3994785">
                  <a:moveTo>
                    <a:pt x="2069357" y="2652523"/>
                  </a:moveTo>
                  <a:lnTo>
                    <a:pt x="2069357" y="424319"/>
                  </a:lnTo>
                </a:path>
                <a:path w="8943340" h="3994785">
                  <a:moveTo>
                    <a:pt x="2072071" y="2652523"/>
                  </a:moveTo>
                  <a:lnTo>
                    <a:pt x="2072071" y="424319"/>
                  </a:lnTo>
                </a:path>
                <a:path w="8943340" h="3994785">
                  <a:moveTo>
                    <a:pt x="2073933" y="2652523"/>
                  </a:moveTo>
                  <a:lnTo>
                    <a:pt x="2073933" y="424319"/>
                  </a:lnTo>
                </a:path>
                <a:path w="8943340" h="3994785">
                  <a:moveTo>
                    <a:pt x="2195550" y="2652531"/>
                  </a:moveTo>
                  <a:lnTo>
                    <a:pt x="2195550" y="424326"/>
                  </a:lnTo>
                </a:path>
                <a:path w="8943340" h="3994785">
                  <a:moveTo>
                    <a:pt x="2193844" y="2652531"/>
                  </a:moveTo>
                  <a:lnTo>
                    <a:pt x="2193844" y="424326"/>
                  </a:lnTo>
                </a:path>
                <a:path w="8943340" h="3994785">
                  <a:moveTo>
                    <a:pt x="2208658" y="2652531"/>
                  </a:moveTo>
                  <a:lnTo>
                    <a:pt x="2208658" y="424326"/>
                  </a:lnTo>
                </a:path>
                <a:path w="8943340" h="3994785">
                  <a:moveTo>
                    <a:pt x="2131639" y="2652531"/>
                  </a:moveTo>
                  <a:lnTo>
                    <a:pt x="2131639" y="424326"/>
                  </a:lnTo>
                </a:path>
                <a:path w="8943340" h="3994785">
                  <a:moveTo>
                    <a:pt x="2129933" y="2652531"/>
                  </a:moveTo>
                  <a:lnTo>
                    <a:pt x="2129933" y="424326"/>
                  </a:lnTo>
                </a:path>
                <a:path w="8943340" h="3994785">
                  <a:moveTo>
                    <a:pt x="2144747" y="2652531"/>
                  </a:moveTo>
                  <a:lnTo>
                    <a:pt x="2144747" y="424326"/>
                  </a:lnTo>
                </a:path>
                <a:path w="8943340" h="3994785">
                  <a:moveTo>
                    <a:pt x="2255118" y="2652531"/>
                  </a:moveTo>
                  <a:lnTo>
                    <a:pt x="2255118" y="424326"/>
                  </a:lnTo>
                </a:path>
                <a:path w="8943340" h="3994785">
                  <a:moveTo>
                    <a:pt x="2210365" y="2652531"/>
                  </a:moveTo>
                  <a:lnTo>
                    <a:pt x="2210365" y="424326"/>
                  </a:lnTo>
                </a:path>
                <a:path w="8943340" h="3994785">
                  <a:moveTo>
                    <a:pt x="2271096" y="2652523"/>
                  </a:moveTo>
                  <a:lnTo>
                    <a:pt x="2271096" y="424319"/>
                  </a:lnTo>
                </a:path>
                <a:path w="8943340" h="3994785">
                  <a:moveTo>
                    <a:pt x="2269234" y="2652523"/>
                  </a:moveTo>
                  <a:lnTo>
                    <a:pt x="2269234" y="424319"/>
                  </a:lnTo>
                </a:path>
                <a:path w="8943340" h="3994785">
                  <a:moveTo>
                    <a:pt x="2273733" y="2652523"/>
                  </a:moveTo>
                  <a:lnTo>
                    <a:pt x="2273733" y="424319"/>
                  </a:lnTo>
                </a:path>
                <a:path w="8943340" h="3994785">
                  <a:moveTo>
                    <a:pt x="2146453" y="2652531"/>
                  </a:moveTo>
                  <a:lnTo>
                    <a:pt x="2146453" y="424326"/>
                  </a:lnTo>
                </a:path>
                <a:path w="8943340" h="3994785">
                  <a:moveTo>
                    <a:pt x="2283583" y="2652523"/>
                  </a:moveTo>
                  <a:lnTo>
                    <a:pt x="2283583" y="424319"/>
                  </a:lnTo>
                </a:path>
                <a:path w="8943340" h="3994785">
                  <a:moveTo>
                    <a:pt x="2085877" y="2652531"/>
                  </a:moveTo>
                  <a:lnTo>
                    <a:pt x="2085877" y="424326"/>
                  </a:lnTo>
                </a:path>
                <a:path w="8943340" h="3994785">
                  <a:moveTo>
                    <a:pt x="2288159" y="2652523"/>
                  </a:moveTo>
                  <a:lnTo>
                    <a:pt x="2288159" y="424319"/>
                  </a:lnTo>
                </a:path>
                <a:path w="8943340" h="3994785">
                  <a:moveTo>
                    <a:pt x="2286298" y="2652523"/>
                  </a:moveTo>
                  <a:lnTo>
                    <a:pt x="2286298" y="424319"/>
                  </a:lnTo>
                </a:path>
                <a:path w="8943340" h="3994785">
                  <a:moveTo>
                    <a:pt x="2300104" y="2652531"/>
                  </a:moveTo>
                  <a:lnTo>
                    <a:pt x="2300104" y="424326"/>
                  </a:lnTo>
                </a:path>
                <a:path w="8943340" h="3994785">
                  <a:moveTo>
                    <a:pt x="2042210" y="2652740"/>
                  </a:moveTo>
                  <a:lnTo>
                    <a:pt x="2042210" y="2652709"/>
                  </a:lnTo>
                </a:path>
                <a:path w="8943340" h="3994785">
                  <a:moveTo>
                    <a:pt x="2042365" y="2652779"/>
                  </a:moveTo>
                  <a:lnTo>
                    <a:pt x="2042365" y="2652709"/>
                  </a:lnTo>
                </a:path>
                <a:path w="8943340" h="3994785">
                  <a:moveTo>
                    <a:pt x="2044925" y="2652546"/>
                  </a:moveTo>
                  <a:lnTo>
                    <a:pt x="2044925" y="2511996"/>
                  </a:lnTo>
                </a:path>
                <a:path w="8943340" h="3994785">
                  <a:moveTo>
                    <a:pt x="2044925" y="2420108"/>
                  </a:moveTo>
                  <a:lnTo>
                    <a:pt x="2044925" y="1458423"/>
                  </a:lnTo>
                </a:path>
                <a:path w="8943340" h="3994785">
                  <a:moveTo>
                    <a:pt x="2044769" y="2652546"/>
                  </a:moveTo>
                  <a:lnTo>
                    <a:pt x="2044769" y="535837"/>
                  </a:lnTo>
                </a:path>
                <a:path w="8943340" h="3994785">
                  <a:moveTo>
                    <a:pt x="2706840" y="424319"/>
                  </a:moveTo>
                  <a:lnTo>
                    <a:pt x="2706840" y="420510"/>
                  </a:lnTo>
                </a:path>
                <a:path w="8943340" h="3994785">
                  <a:moveTo>
                    <a:pt x="2638973" y="424326"/>
                  </a:moveTo>
                  <a:lnTo>
                    <a:pt x="2638973" y="420495"/>
                  </a:lnTo>
                </a:path>
                <a:path w="8943340" h="3994785">
                  <a:moveTo>
                    <a:pt x="2699394" y="424319"/>
                  </a:moveTo>
                  <a:lnTo>
                    <a:pt x="2699394" y="420502"/>
                  </a:lnTo>
                </a:path>
                <a:path w="8943340" h="3994785">
                  <a:moveTo>
                    <a:pt x="2704435" y="424319"/>
                  </a:moveTo>
                  <a:lnTo>
                    <a:pt x="2704435" y="420510"/>
                  </a:lnTo>
                </a:path>
                <a:path w="8943340" h="3994785">
                  <a:moveTo>
                    <a:pt x="2697532" y="424319"/>
                  </a:moveTo>
                  <a:lnTo>
                    <a:pt x="2697455" y="420502"/>
                  </a:lnTo>
                </a:path>
                <a:path w="8943340" h="3994785">
                  <a:moveTo>
                    <a:pt x="2702031" y="424319"/>
                  </a:moveTo>
                  <a:lnTo>
                    <a:pt x="2702031" y="420510"/>
                  </a:lnTo>
                </a:path>
                <a:path w="8943340" h="3994785">
                  <a:moveTo>
                    <a:pt x="2637266" y="424326"/>
                  </a:moveTo>
                  <a:lnTo>
                    <a:pt x="2637266" y="420495"/>
                  </a:lnTo>
                </a:path>
                <a:path w="8943340" h="3994785">
                  <a:moveTo>
                    <a:pt x="2709477" y="424319"/>
                  </a:moveTo>
                  <a:lnTo>
                    <a:pt x="2709477" y="420502"/>
                  </a:lnTo>
                </a:path>
                <a:path w="8943340" h="3994785">
                  <a:moveTo>
                    <a:pt x="2685588" y="424319"/>
                  </a:moveTo>
                  <a:lnTo>
                    <a:pt x="2685588" y="420495"/>
                  </a:lnTo>
                </a:path>
                <a:path w="8943340" h="3994785">
                  <a:moveTo>
                    <a:pt x="2711338" y="424326"/>
                  </a:moveTo>
                  <a:lnTo>
                    <a:pt x="2711338" y="420502"/>
                  </a:lnTo>
                </a:path>
                <a:path w="8943340" h="3994785">
                  <a:moveTo>
                    <a:pt x="2220137" y="424326"/>
                  </a:moveTo>
                  <a:lnTo>
                    <a:pt x="2220137" y="420495"/>
                  </a:lnTo>
                </a:path>
                <a:path w="8943340" h="3994785">
                  <a:moveTo>
                    <a:pt x="2266752" y="424319"/>
                  </a:moveTo>
                  <a:lnTo>
                    <a:pt x="2266752" y="420495"/>
                  </a:lnTo>
                </a:path>
                <a:path w="8943340" h="3994785">
                  <a:moveTo>
                    <a:pt x="2218431" y="424326"/>
                  </a:moveTo>
                  <a:lnTo>
                    <a:pt x="2218431" y="420495"/>
                  </a:lnTo>
                </a:path>
                <a:path w="8943340" h="3994785">
                  <a:moveTo>
                    <a:pt x="2142343" y="424326"/>
                  </a:moveTo>
                  <a:lnTo>
                    <a:pt x="2142343" y="420495"/>
                  </a:lnTo>
                </a:path>
                <a:path w="8943340" h="3994785">
                  <a:moveTo>
                    <a:pt x="2156304" y="424326"/>
                  </a:moveTo>
                  <a:lnTo>
                    <a:pt x="2156304" y="420495"/>
                  </a:lnTo>
                </a:path>
                <a:path w="8943340" h="3994785">
                  <a:moveTo>
                    <a:pt x="2278619" y="424319"/>
                  </a:moveTo>
                  <a:lnTo>
                    <a:pt x="2278619" y="420502"/>
                  </a:lnTo>
                </a:path>
                <a:path w="8943340" h="3994785">
                  <a:moveTo>
                    <a:pt x="2280558" y="424319"/>
                  </a:moveTo>
                  <a:lnTo>
                    <a:pt x="2280558" y="420502"/>
                  </a:lnTo>
                </a:path>
                <a:path w="8943340" h="3994785">
                  <a:moveTo>
                    <a:pt x="2283195" y="424319"/>
                  </a:moveTo>
                  <a:lnTo>
                    <a:pt x="2283195" y="420502"/>
                  </a:lnTo>
                </a:path>
                <a:path w="8943340" h="3994785">
                  <a:moveTo>
                    <a:pt x="2285600" y="424319"/>
                  </a:moveTo>
                  <a:lnTo>
                    <a:pt x="2285600" y="420502"/>
                  </a:lnTo>
                </a:path>
                <a:path w="8943340" h="3994785">
                  <a:moveTo>
                    <a:pt x="2144049" y="424326"/>
                  </a:moveTo>
                  <a:lnTo>
                    <a:pt x="2144049" y="420495"/>
                  </a:lnTo>
                </a:path>
                <a:path w="8943340" h="3994785">
                  <a:moveTo>
                    <a:pt x="2154597" y="424326"/>
                  </a:moveTo>
                  <a:lnTo>
                    <a:pt x="2154597" y="420495"/>
                  </a:lnTo>
                </a:path>
                <a:path w="8943340" h="3994785">
                  <a:moveTo>
                    <a:pt x="2206176" y="424326"/>
                  </a:moveTo>
                  <a:lnTo>
                    <a:pt x="2206176" y="420495"/>
                  </a:lnTo>
                </a:path>
                <a:path w="8943340" h="3994785">
                  <a:moveTo>
                    <a:pt x="2207883" y="424326"/>
                  </a:moveTo>
                  <a:lnTo>
                    <a:pt x="2207883" y="420495"/>
                  </a:lnTo>
                </a:path>
                <a:path w="8943340" h="3994785">
                  <a:moveTo>
                    <a:pt x="2290641" y="424319"/>
                  </a:moveTo>
                  <a:lnTo>
                    <a:pt x="2290641" y="420502"/>
                  </a:lnTo>
                </a:path>
                <a:path w="8943340" h="3994785">
                  <a:moveTo>
                    <a:pt x="2292503" y="424319"/>
                  </a:moveTo>
                  <a:lnTo>
                    <a:pt x="2292503" y="420502"/>
                  </a:lnTo>
                </a:path>
                <a:path w="8943340" h="3994785">
                  <a:moveTo>
                    <a:pt x="2304447" y="424326"/>
                  </a:moveTo>
                  <a:lnTo>
                    <a:pt x="2304447" y="420495"/>
                  </a:lnTo>
                </a:path>
                <a:path w="8943340" h="3994785">
                  <a:moveTo>
                    <a:pt x="2427849" y="424326"/>
                  </a:moveTo>
                  <a:lnTo>
                    <a:pt x="2427849" y="420495"/>
                  </a:lnTo>
                </a:path>
                <a:path w="8943340" h="3994785">
                  <a:moveTo>
                    <a:pt x="2429555" y="424326"/>
                  </a:moveTo>
                  <a:lnTo>
                    <a:pt x="2429555" y="420495"/>
                  </a:lnTo>
                </a:path>
                <a:path w="8943340" h="3994785">
                  <a:moveTo>
                    <a:pt x="2489976" y="424319"/>
                  </a:moveTo>
                  <a:lnTo>
                    <a:pt x="2489976" y="420502"/>
                  </a:lnTo>
                </a:path>
                <a:path w="8943340" h="3994785">
                  <a:moveTo>
                    <a:pt x="2353467" y="424326"/>
                  </a:moveTo>
                  <a:lnTo>
                    <a:pt x="2353467" y="420495"/>
                  </a:lnTo>
                </a:path>
                <a:path w="8943340" h="3994785">
                  <a:moveTo>
                    <a:pt x="2492613" y="424319"/>
                  </a:moveTo>
                  <a:lnTo>
                    <a:pt x="2492613" y="420502"/>
                  </a:lnTo>
                </a:path>
                <a:path w="8943340" h="3994785">
                  <a:moveTo>
                    <a:pt x="2495017" y="424319"/>
                  </a:moveTo>
                  <a:lnTo>
                    <a:pt x="2495017" y="420502"/>
                  </a:lnTo>
                </a:path>
                <a:path w="8943340" h="3994785">
                  <a:moveTo>
                    <a:pt x="2500059" y="424319"/>
                  </a:moveTo>
                  <a:lnTo>
                    <a:pt x="2500059" y="420502"/>
                  </a:lnTo>
                </a:path>
                <a:path w="8943340" h="3994785">
                  <a:moveTo>
                    <a:pt x="2501921" y="424326"/>
                  </a:moveTo>
                  <a:lnTo>
                    <a:pt x="2501921" y="420502"/>
                  </a:lnTo>
                </a:path>
                <a:path w="8943340" h="3994785">
                  <a:moveTo>
                    <a:pt x="2561100" y="424326"/>
                  </a:moveTo>
                  <a:lnTo>
                    <a:pt x="2561100" y="420495"/>
                  </a:lnTo>
                </a:path>
                <a:path w="8943340" h="3994785">
                  <a:moveTo>
                    <a:pt x="2488114" y="424319"/>
                  </a:moveTo>
                  <a:lnTo>
                    <a:pt x="2488037" y="420502"/>
                  </a:lnTo>
                </a:path>
                <a:path w="8943340" h="3994785">
                  <a:moveTo>
                    <a:pt x="2288004" y="424319"/>
                  </a:moveTo>
                  <a:lnTo>
                    <a:pt x="2288004" y="420502"/>
                  </a:lnTo>
                </a:path>
                <a:path w="8943340" h="3994785">
                  <a:moveTo>
                    <a:pt x="2415594" y="424326"/>
                  </a:moveTo>
                  <a:lnTo>
                    <a:pt x="2415594" y="420495"/>
                  </a:lnTo>
                </a:path>
                <a:path w="8943340" h="3994785">
                  <a:moveTo>
                    <a:pt x="2417300" y="424326"/>
                  </a:moveTo>
                  <a:lnTo>
                    <a:pt x="2417300" y="420495"/>
                  </a:lnTo>
                </a:path>
                <a:path w="8943340" h="3994785">
                  <a:moveTo>
                    <a:pt x="2476170" y="424319"/>
                  </a:moveTo>
                  <a:lnTo>
                    <a:pt x="2476170" y="420495"/>
                  </a:lnTo>
                </a:path>
                <a:path w="8943340" h="3994785">
                  <a:moveTo>
                    <a:pt x="2365721" y="424326"/>
                  </a:moveTo>
                  <a:lnTo>
                    <a:pt x="2365721" y="420495"/>
                  </a:lnTo>
                </a:path>
                <a:path w="8943340" h="3994785">
                  <a:moveTo>
                    <a:pt x="2513865" y="424326"/>
                  </a:moveTo>
                  <a:lnTo>
                    <a:pt x="2513865" y="420495"/>
                  </a:lnTo>
                </a:path>
                <a:path w="8943340" h="3994785">
                  <a:moveTo>
                    <a:pt x="2573433" y="424326"/>
                  </a:moveTo>
                  <a:lnTo>
                    <a:pt x="2573433" y="420495"/>
                  </a:lnTo>
                </a:path>
                <a:path w="8943340" h="3994785">
                  <a:moveTo>
                    <a:pt x="2562884" y="424326"/>
                  </a:moveTo>
                  <a:lnTo>
                    <a:pt x="2562884" y="420495"/>
                  </a:lnTo>
                </a:path>
                <a:path w="8943340" h="3994785">
                  <a:moveTo>
                    <a:pt x="2575139" y="424326"/>
                  </a:moveTo>
                  <a:lnTo>
                    <a:pt x="2575139" y="420495"/>
                  </a:lnTo>
                </a:path>
                <a:path w="8943340" h="3994785">
                  <a:moveTo>
                    <a:pt x="2351683" y="424326"/>
                  </a:moveTo>
                  <a:lnTo>
                    <a:pt x="2351683" y="420495"/>
                  </a:lnTo>
                </a:path>
                <a:path w="8943340" h="3994785">
                  <a:moveTo>
                    <a:pt x="2625012" y="424326"/>
                  </a:moveTo>
                  <a:lnTo>
                    <a:pt x="2625012" y="420495"/>
                  </a:lnTo>
                </a:path>
                <a:path w="8943340" h="3994785">
                  <a:moveTo>
                    <a:pt x="2364015" y="424326"/>
                  </a:moveTo>
                  <a:lnTo>
                    <a:pt x="2364015" y="420495"/>
                  </a:lnTo>
                </a:path>
                <a:path w="8943340" h="3994785">
                  <a:moveTo>
                    <a:pt x="2497422" y="424319"/>
                  </a:moveTo>
                  <a:lnTo>
                    <a:pt x="2497422" y="420502"/>
                  </a:lnTo>
                </a:path>
                <a:path w="8943340" h="3994785">
                  <a:moveTo>
                    <a:pt x="2626718" y="424326"/>
                  </a:moveTo>
                  <a:lnTo>
                    <a:pt x="2626718" y="420495"/>
                  </a:lnTo>
                </a:path>
                <a:path w="8943340" h="3994785">
                  <a:moveTo>
                    <a:pt x="2045080" y="2652546"/>
                  </a:moveTo>
                  <a:lnTo>
                    <a:pt x="2045002" y="2512019"/>
                  </a:lnTo>
                </a:path>
                <a:path w="8943340" h="3994785">
                  <a:moveTo>
                    <a:pt x="2141489" y="424326"/>
                  </a:moveTo>
                  <a:lnTo>
                    <a:pt x="2141489" y="420495"/>
                  </a:lnTo>
                </a:path>
                <a:path w="8943340" h="3994785">
                  <a:moveTo>
                    <a:pt x="2045002" y="2512019"/>
                  </a:moveTo>
                  <a:lnTo>
                    <a:pt x="2045002" y="2511996"/>
                  </a:lnTo>
                </a:path>
                <a:path w="8943340" h="3994785">
                  <a:moveTo>
                    <a:pt x="3652787" y="424326"/>
                  </a:moveTo>
                  <a:lnTo>
                    <a:pt x="3652787" y="3211"/>
                  </a:lnTo>
                  <a:lnTo>
                    <a:pt x="3659302" y="0"/>
                  </a:lnTo>
                  <a:lnTo>
                    <a:pt x="5887507" y="7"/>
                  </a:lnTo>
                  <a:lnTo>
                    <a:pt x="5887507" y="424326"/>
                  </a:lnTo>
                </a:path>
                <a:path w="8943340" h="3994785">
                  <a:moveTo>
                    <a:pt x="6872235" y="3001715"/>
                  </a:moveTo>
                  <a:lnTo>
                    <a:pt x="6872933" y="3001894"/>
                  </a:lnTo>
                </a:path>
                <a:path w="8943340" h="3994785">
                  <a:moveTo>
                    <a:pt x="6500015" y="3001746"/>
                  </a:moveTo>
                  <a:lnTo>
                    <a:pt x="6500015" y="3040256"/>
                  </a:lnTo>
                </a:path>
                <a:path w="8943340" h="3994785">
                  <a:moveTo>
                    <a:pt x="6872933" y="3001894"/>
                  </a:moveTo>
                  <a:lnTo>
                    <a:pt x="6872933" y="3015940"/>
                  </a:lnTo>
                </a:path>
                <a:path w="8943340" h="3994785">
                  <a:moveTo>
                    <a:pt x="6645987" y="1861653"/>
                  </a:moveTo>
                  <a:lnTo>
                    <a:pt x="6641410" y="1861653"/>
                  </a:lnTo>
                  <a:lnTo>
                    <a:pt x="6639782" y="1861661"/>
                  </a:lnTo>
                </a:path>
                <a:path w="8943340" h="3994785">
                  <a:moveTo>
                    <a:pt x="6732856" y="1861645"/>
                  </a:moveTo>
                  <a:lnTo>
                    <a:pt x="6731305" y="1861638"/>
                  </a:lnTo>
                </a:path>
                <a:path w="8943340" h="3994785">
                  <a:moveTo>
                    <a:pt x="6662973" y="1861638"/>
                  </a:moveTo>
                  <a:lnTo>
                    <a:pt x="6653355" y="1861645"/>
                  </a:lnTo>
                </a:path>
                <a:path w="8943340" h="3994785">
                  <a:moveTo>
                    <a:pt x="6731305" y="1861638"/>
                  </a:moveTo>
                  <a:lnTo>
                    <a:pt x="6726574" y="1861638"/>
                  </a:lnTo>
                  <a:lnTo>
                    <a:pt x="6719205" y="1861638"/>
                  </a:lnTo>
                </a:path>
                <a:path w="8943340" h="3994785">
                  <a:moveTo>
                    <a:pt x="6653355" y="1861645"/>
                  </a:moveTo>
                  <a:lnTo>
                    <a:pt x="6645987" y="1861653"/>
                  </a:lnTo>
                </a:path>
                <a:path w="8943340" h="3994785">
                  <a:moveTo>
                    <a:pt x="7978659" y="2588270"/>
                  </a:moveTo>
                  <a:lnTo>
                    <a:pt x="8035977" y="2588263"/>
                  </a:lnTo>
                </a:path>
                <a:path w="8943340" h="3994785">
                  <a:moveTo>
                    <a:pt x="8213672" y="2588255"/>
                  </a:moveTo>
                  <a:lnTo>
                    <a:pt x="8350957" y="2588239"/>
                  </a:lnTo>
                  <a:lnTo>
                    <a:pt x="8351577" y="2588418"/>
                  </a:lnTo>
                </a:path>
                <a:path w="8943340" h="3994785">
                  <a:moveTo>
                    <a:pt x="8213672" y="2634792"/>
                  </a:moveTo>
                  <a:lnTo>
                    <a:pt x="8350957" y="2634784"/>
                  </a:lnTo>
                  <a:lnTo>
                    <a:pt x="8351577" y="2634955"/>
                  </a:lnTo>
                  <a:lnTo>
                    <a:pt x="8213672" y="2634971"/>
                  </a:lnTo>
                </a:path>
                <a:path w="8943340" h="3994785">
                  <a:moveTo>
                    <a:pt x="8036055" y="2634978"/>
                  </a:moveTo>
                  <a:lnTo>
                    <a:pt x="7979357" y="2634986"/>
                  </a:lnTo>
                  <a:lnTo>
                    <a:pt x="7978659" y="2634808"/>
                  </a:lnTo>
                </a:path>
                <a:path w="8943340" h="3994785">
                  <a:moveTo>
                    <a:pt x="7978659" y="2588270"/>
                  </a:moveTo>
                  <a:lnTo>
                    <a:pt x="7978659" y="2634808"/>
                  </a:lnTo>
                </a:path>
                <a:path w="8943340" h="3994785">
                  <a:moveTo>
                    <a:pt x="8351577" y="2588418"/>
                  </a:moveTo>
                  <a:lnTo>
                    <a:pt x="8351577" y="2634955"/>
                  </a:lnTo>
                </a:path>
                <a:path w="8943340" h="3994785">
                  <a:moveTo>
                    <a:pt x="8211578" y="1519821"/>
                  </a:moveTo>
                  <a:lnTo>
                    <a:pt x="8211578" y="1448169"/>
                  </a:lnTo>
                </a:path>
                <a:path w="8943340" h="3994785">
                  <a:moveTo>
                    <a:pt x="8118503" y="1861614"/>
                  </a:moveTo>
                  <a:lnTo>
                    <a:pt x="8118503" y="1448185"/>
                  </a:lnTo>
                </a:path>
                <a:path w="8943340" h="3994785">
                  <a:moveTo>
                    <a:pt x="7978038" y="2514028"/>
                  </a:moveTo>
                  <a:lnTo>
                    <a:pt x="8035977" y="2514020"/>
                  </a:lnTo>
                </a:path>
                <a:path w="8943340" h="3994785">
                  <a:moveTo>
                    <a:pt x="8213672" y="2514005"/>
                  </a:moveTo>
                  <a:lnTo>
                    <a:pt x="8350259" y="2513997"/>
                  </a:lnTo>
                  <a:lnTo>
                    <a:pt x="8350879" y="2514175"/>
                  </a:lnTo>
                </a:path>
                <a:path w="8943340" h="3994785">
                  <a:moveTo>
                    <a:pt x="7978038" y="2514028"/>
                  </a:moveTo>
                  <a:lnTo>
                    <a:pt x="7978038" y="2583578"/>
                  </a:lnTo>
                </a:path>
                <a:path w="8943340" h="3994785">
                  <a:moveTo>
                    <a:pt x="8350879" y="2514175"/>
                  </a:moveTo>
                  <a:lnTo>
                    <a:pt x="8350879" y="2559262"/>
                  </a:lnTo>
                </a:path>
                <a:path w="8943340" h="3994785">
                  <a:moveTo>
                    <a:pt x="8210880" y="1448169"/>
                  </a:moveTo>
                  <a:lnTo>
                    <a:pt x="8210880" y="1373927"/>
                  </a:lnTo>
                </a:path>
                <a:path w="8943340" h="3994785">
                  <a:moveTo>
                    <a:pt x="8117883" y="1861614"/>
                  </a:moveTo>
                  <a:lnTo>
                    <a:pt x="8117805" y="1373935"/>
                  </a:lnTo>
                </a:path>
                <a:path w="8943340" h="3994785">
                  <a:moveTo>
                    <a:pt x="7979357" y="2659922"/>
                  </a:moveTo>
                  <a:lnTo>
                    <a:pt x="8036055" y="2659915"/>
                  </a:lnTo>
                </a:path>
                <a:path w="8943340" h="3994785">
                  <a:moveTo>
                    <a:pt x="8213672" y="2659907"/>
                  </a:moveTo>
                  <a:lnTo>
                    <a:pt x="8351577" y="2659899"/>
                  </a:lnTo>
                  <a:lnTo>
                    <a:pt x="8352275" y="2660077"/>
                  </a:lnTo>
                </a:path>
                <a:path w="8943340" h="3994785">
                  <a:moveTo>
                    <a:pt x="8213672" y="2729713"/>
                  </a:moveTo>
                  <a:lnTo>
                    <a:pt x="8351577" y="2729705"/>
                  </a:lnTo>
                  <a:lnTo>
                    <a:pt x="8352275" y="2729883"/>
                  </a:lnTo>
                  <a:lnTo>
                    <a:pt x="8213672" y="2729891"/>
                  </a:lnTo>
                </a:path>
                <a:path w="8943340" h="3994785">
                  <a:moveTo>
                    <a:pt x="8036055" y="2729899"/>
                  </a:moveTo>
                  <a:lnTo>
                    <a:pt x="7979977" y="2729907"/>
                  </a:lnTo>
                  <a:lnTo>
                    <a:pt x="7979357" y="2729728"/>
                  </a:lnTo>
                </a:path>
                <a:path w="8943340" h="3994785">
                  <a:moveTo>
                    <a:pt x="7979357" y="2659922"/>
                  </a:moveTo>
                  <a:lnTo>
                    <a:pt x="7979357" y="2729728"/>
                  </a:lnTo>
                </a:path>
                <a:path w="8943340" h="3994785">
                  <a:moveTo>
                    <a:pt x="8352275" y="2660077"/>
                  </a:moveTo>
                  <a:lnTo>
                    <a:pt x="8352275" y="2729883"/>
                  </a:lnTo>
                </a:path>
                <a:path w="8943340" h="3994785">
                  <a:moveTo>
                    <a:pt x="8212276" y="1594064"/>
                  </a:moveTo>
                  <a:lnTo>
                    <a:pt x="8212198" y="1519821"/>
                  </a:lnTo>
                </a:path>
                <a:path w="8943340" h="3994785">
                  <a:moveTo>
                    <a:pt x="8119201" y="1861614"/>
                  </a:moveTo>
                  <a:lnTo>
                    <a:pt x="8119124" y="1519837"/>
                  </a:lnTo>
                </a:path>
                <a:path w="8943340" h="3994785">
                  <a:moveTo>
                    <a:pt x="7976642" y="2369421"/>
                  </a:moveTo>
                  <a:lnTo>
                    <a:pt x="8035977" y="2369421"/>
                  </a:lnTo>
                </a:path>
                <a:path w="8943340" h="3994785">
                  <a:moveTo>
                    <a:pt x="8213672" y="2369406"/>
                  </a:moveTo>
                  <a:lnTo>
                    <a:pt x="8348863" y="2369398"/>
                  </a:lnTo>
                  <a:lnTo>
                    <a:pt x="8349561" y="2369576"/>
                  </a:lnTo>
                </a:path>
                <a:path w="8943340" h="3994785">
                  <a:moveTo>
                    <a:pt x="7976642" y="2369421"/>
                  </a:moveTo>
                  <a:lnTo>
                    <a:pt x="7976642" y="2400803"/>
                  </a:lnTo>
                </a:path>
                <a:path w="8943340" h="3994785">
                  <a:moveTo>
                    <a:pt x="8349561" y="2369576"/>
                  </a:moveTo>
                  <a:lnTo>
                    <a:pt x="8349561" y="2376487"/>
                  </a:lnTo>
                </a:path>
                <a:path w="8943340" h="3994785">
                  <a:moveTo>
                    <a:pt x="8174968" y="1229312"/>
                  </a:moveTo>
                  <a:lnTo>
                    <a:pt x="8162946" y="1229312"/>
                  </a:lnTo>
                </a:path>
                <a:path w="8943340" h="3994785">
                  <a:moveTo>
                    <a:pt x="8209561" y="1302267"/>
                  </a:moveTo>
                  <a:lnTo>
                    <a:pt x="8209561" y="1229320"/>
                  </a:lnTo>
                </a:path>
                <a:path w="8943340" h="3994785">
                  <a:moveTo>
                    <a:pt x="8122614" y="1229328"/>
                  </a:moveTo>
                  <a:lnTo>
                    <a:pt x="8118038" y="1229328"/>
                  </a:lnTo>
                </a:path>
                <a:path w="8943340" h="3994785">
                  <a:moveTo>
                    <a:pt x="8162946" y="1229312"/>
                  </a:moveTo>
                  <a:lnTo>
                    <a:pt x="8150847" y="1229312"/>
                  </a:lnTo>
                </a:path>
                <a:path w="8943340" h="3994785">
                  <a:moveTo>
                    <a:pt x="8118038" y="1229328"/>
                  </a:moveTo>
                  <a:lnTo>
                    <a:pt x="8116487" y="1229336"/>
                  </a:lnTo>
                </a:path>
                <a:path w="8943340" h="3994785">
                  <a:moveTo>
                    <a:pt x="8150847" y="1229312"/>
                  </a:moveTo>
                  <a:lnTo>
                    <a:pt x="8139678" y="1229320"/>
                  </a:lnTo>
                </a:path>
                <a:path w="8943340" h="3994785">
                  <a:moveTo>
                    <a:pt x="8209561" y="1229320"/>
                  </a:moveTo>
                  <a:lnTo>
                    <a:pt x="8207932" y="1229320"/>
                  </a:lnTo>
                </a:path>
                <a:path w="8943340" h="3994785">
                  <a:moveTo>
                    <a:pt x="8195833" y="1229312"/>
                  </a:moveTo>
                  <a:lnTo>
                    <a:pt x="8186215" y="1229312"/>
                  </a:lnTo>
                </a:path>
                <a:path w="8943340" h="3994785">
                  <a:moveTo>
                    <a:pt x="8139678" y="1229320"/>
                  </a:moveTo>
                  <a:lnTo>
                    <a:pt x="8130060" y="1229320"/>
                  </a:lnTo>
                </a:path>
                <a:path w="8943340" h="3994785">
                  <a:moveTo>
                    <a:pt x="8207932" y="1229320"/>
                  </a:moveTo>
                  <a:lnTo>
                    <a:pt x="8203279" y="1229312"/>
                  </a:lnTo>
                  <a:lnTo>
                    <a:pt x="8195833" y="1229312"/>
                  </a:lnTo>
                </a:path>
                <a:path w="8943340" h="3994785">
                  <a:moveTo>
                    <a:pt x="8130060" y="1229320"/>
                  </a:moveTo>
                  <a:lnTo>
                    <a:pt x="8122614" y="1229328"/>
                  </a:lnTo>
                </a:path>
                <a:path w="8943340" h="3994785">
                  <a:moveTo>
                    <a:pt x="8186215" y="1229312"/>
                  </a:moveTo>
                  <a:lnTo>
                    <a:pt x="8174968" y="1229312"/>
                  </a:lnTo>
                </a:path>
                <a:path w="8943340" h="3994785">
                  <a:moveTo>
                    <a:pt x="8116564" y="1861614"/>
                  </a:moveTo>
                  <a:lnTo>
                    <a:pt x="8116487" y="1229336"/>
                  </a:lnTo>
                </a:path>
                <a:path w="8943340" h="3994785">
                  <a:moveTo>
                    <a:pt x="7980675" y="2807120"/>
                  </a:moveTo>
                  <a:lnTo>
                    <a:pt x="8036055" y="2807112"/>
                  </a:lnTo>
                </a:path>
                <a:path w="8943340" h="3994785">
                  <a:moveTo>
                    <a:pt x="8352973" y="2807089"/>
                  </a:moveTo>
                  <a:lnTo>
                    <a:pt x="8353594" y="2807267"/>
                  </a:lnTo>
                </a:path>
                <a:path w="8943340" h="3994785">
                  <a:moveTo>
                    <a:pt x="8129129" y="2853641"/>
                  </a:moveTo>
                  <a:lnTo>
                    <a:pt x="8352973" y="2853626"/>
                  </a:lnTo>
                  <a:lnTo>
                    <a:pt x="8353594" y="2853804"/>
                  </a:lnTo>
                  <a:lnTo>
                    <a:pt x="8129129" y="2853820"/>
                  </a:lnTo>
                </a:path>
                <a:path w="8943340" h="3994785">
                  <a:moveTo>
                    <a:pt x="8036055" y="2853828"/>
                  </a:moveTo>
                  <a:lnTo>
                    <a:pt x="7981373" y="2853828"/>
                  </a:lnTo>
                  <a:lnTo>
                    <a:pt x="7980675" y="2853657"/>
                  </a:lnTo>
                </a:path>
                <a:path w="8943340" h="3994785">
                  <a:moveTo>
                    <a:pt x="7980675" y="2807120"/>
                  </a:moveTo>
                  <a:lnTo>
                    <a:pt x="7980675" y="2853657"/>
                  </a:lnTo>
                </a:path>
                <a:path w="8943340" h="3994785">
                  <a:moveTo>
                    <a:pt x="8353594" y="2807267"/>
                  </a:moveTo>
                  <a:lnTo>
                    <a:pt x="8353594" y="2853804"/>
                  </a:lnTo>
                </a:path>
                <a:path w="8943340" h="3994785">
                  <a:moveTo>
                    <a:pt x="8120520" y="1861614"/>
                  </a:moveTo>
                  <a:lnTo>
                    <a:pt x="8120520" y="1667034"/>
                  </a:lnTo>
                </a:path>
                <a:path w="8943340" h="3994785">
                  <a:moveTo>
                    <a:pt x="4079999" y="3001754"/>
                  </a:moveTo>
                  <a:lnTo>
                    <a:pt x="4080697" y="3001932"/>
                  </a:lnTo>
                </a:path>
                <a:path w="8943340" h="3994785">
                  <a:moveTo>
                    <a:pt x="3707779" y="3001785"/>
                  </a:moveTo>
                  <a:lnTo>
                    <a:pt x="3707779" y="3040318"/>
                  </a:lnTo>
                </a:path>
                <a:path w="8943340" h="3994785">
                  <a:moveTo>
                    <a:pt x="4080697" y="3001932"/>
                  </a:moveTo>
                  <a:lnTo>
                    <a:pt x="4080697" y="3016002"/>
                  </a:lnTo>
                </a:path>
                <a:path w="8943340" h="3994785">
                  <a:moveTo>
                    <a:pt x="3906105" y="1861669"/>
                  </a:moveTo>
                  <a:lnTo>
                    <a:pt x="3894005" y="1861669"/>
                  </a:lnTo>
                </a:path>
                <a:path w="8943340" h="3994785">
                  <a:moveTo>
                    <a:pt x="3853751" y="1861684"/>
                  </a:moveTo>
                  <a:lnTo>
                    <a:pt x="3849174" y="1861692"/>
                  </a:lnTo>
                  <a:lnTo>
                    <a:pt x="3847546" y="1861692"/>
                  </a:lnTo>
                </a:path>
                <a:path w="8943340" h="3994785">
                  <a:moveTo>
                    <a:pt x="3940620" y="1861684"/>
                  </a:moveTo>
                  <a:lnTo>
                    <a:pt x="3939069" y="1861676"/>
                  </a:lnTo>
                </a:path>
                <a:path w="8943340" h="3994785">
                  <a:moveTo>
                    <a:pt x="3926969" y="1861669"/>
                  </a:moveTo>
                  <a:lnTo>
                    <a:pt x="3917351" y="1861669"/>
                  </a:lnTo>
                </a:path>
                <a:path w="8943340" h="3994785">
                  <a:moveTo>
                    <a:pt x="3870814" y="1861676"/>
                  </a:moveTo>
                  <a:lnTo>
                    <a:pt x="3861119" y="1861684"/>
                  </a:lnTo>
                </a:path>
                <a:path w="8943340" h="3994785">
                  <a:moveTo>
                    <a:pt x="3934415" y="1861676"/>
                  </a:moveTo>
                  <a:lnTo>
                    <a:pt x="3926969" y="1861669"/>
                  </a:lnTo>
                </a:path>
                <a:path w="8943340" h="3994785">
                  <a:moveTo>
                    <a:pt x="3861119" y="1861684"/>
                  </a:moveTo>
                  <a:lnTo>
                    <a:pt x="3853751" y="1861684"/>
                  </a:lnTo>
                </a:path>
                <a:path w="8943340" h="3994785">
                  <a:moveTo>
                    <a:pt x="3917351" y="1861669"/>
                  </a:moveTo>
                  <a:lnTo>
                    <a:pt x="3906105" y="1861669"/>
                  </a:lnTo>
                </a:path>
                <a:path w="8943340" h="3994785">
                  <a:moveTo>
                    <a:pt x="7980055" y="2734165"/>
                  </a:moveTo>
                  <a:lnTo>
                    <a:pt x="8036055" y="2734165"/>
                  </a:lnTo>
                </a:path>
                <a:path w="8943340" h="3994785">
                  <a:moveTo>
                    <a:pt x="8213672" y="2734149"/>
                  </a:moveTo>
                  <a:lnTo>
                    <a:pt x="8352275" y="2734141"/>
                  </a:lnTo>
                  <a:lnTo>
                    <a:pt x="8352896" y="2734320"/>
                  </a:lnTo>
                </a:path>
                <a:path w="8943340" h="3994785">
                  <a:moveTo>
                    <a:pt x="8213749" y="2803955"/>
                  </a:moveTo>
                  <a:lnTo>
                    <a:pt x="8352275" y="2803947"/>
                  </a:lnTo>
                  <a:lnTo>
                    <a:pt x="8352896" y="2804126"/>
                  </a:lnTo>
                  <a:lnTo>
                    <a:pt x="8213749" y="2804134"/>
                  </a:lnTo>
                </a:path>
                <a:path w="8943340" h="3994785">
                  <a:moveTo>
                    <a:pt x="8036055" y="2804149"/>
                  </a:moveTo>
                  <a:lnTo>
                    <a:pt x="7980675" y="2804149"/>
                  </a:lnTo>
                  <a:lnTo>
                    <a:pt x="7980055" y="2803971"/>
                  </a:lnTo>
                </a:path>
                <a:path w="8943340" h="3994785">
                  <a:moveTo>
                    <a:pt x="7980055" y="2734165"/>
                  </a:moveTo>
                  <a:lnTo>
                    <a:pt x="7980055" y="2803971"/>
                  </a:lnTo>
                </a:path>
                <a:path w="8943340" h="3994785">
                  <a:moveTo>
                    <a:pt x="8352896" y="2734320"/>
                  </a:moveTo>
                  <a:lnTo>
                    <a:pt x="8352896" y="2804126"/>
                  </a:lnTo>
                </a:path>
                <a:path w="8943340" h="3994785">
                  <a:moveTo>
                    <a:pt x="8212896" y="1667019"/>
                  </a:moveTo>
                  <a:lnTo>
                    <a:pt x="8212896" y="1594072"/>
                  </a:lnTo>
                </a:path>
                <a:path w="8943340" h="3994785">
                  <a:moveTo>
                    <a:pt x="8119899" y="1861614"/>
                  </a:moveTo>
                  <a:lnTo>
                    <a:pt x="8119822" y="1594079"/>
                  </a:lnTo>
                </a:path>
                <a:path w="8943340" h="3994785">
                  <a:moveTo>
                    <a:pt x="7977340" y="2442368"/>
                  </a:moveTo>
                  <a:lnTo>
                    <a:pt x="8035977" y="2442368"/>
                  </a:lnTo>
                </a:path>
                <a:path w="8943340" h="3994785">
                  <a:moveTo>
                    <a:pt x="8213672" y="2442353"/>
                  </a:moveTo>
                  <a:lnTo>
                    <a:pt x="8349561" y="2442345"/>
                  </a:lnTo>
                  <a:lnTo>
                    <a:pt x="8350259" y="2442523"/>
                  </a:lnTo>
                </a:path>
                <a:path w="8943340" h="3994785">
                  <a:moveTo>
                    <a:pt x="7977340" y="2442368"/>
                  </a:moveTo>
                  <a:lnTo>
                    <a:pt x="7977340" y="2492194"/>
                  </a:lnTo>
                </a:path>
                <a:path w="8943340" h="3994785">
                  <a:moveTo>
                    <a:pt x="8350259" y="2442523"/>
                  </a:moveTo>
                  <a:lnTo>
                    <a:pt x="8350259" y="2467879"/>
                  </a:lnTo>
                </a:path>
                <a:path w="8943340" h="3994785">
                  <a:moveTo>
                    <a:pt x="8210182" y="1373919"/>
                  </a:moveTo>
                  <a:lnTo>
                    <a:pt x="8210182" y="1302275"/>
                  </a:lnTo>
                </a:path>
                <a:path w="8943340" h="3994785">
                  <a:moveTo>
                    <a:pt x="8117185" y="1861614"/>
                  </a:moveTo>
                  <a:lnTo>
                    <a:pt x="8117107" y="1302283"/>
                  </a:lnTo>
                </a:path>
                <a:path w="8943340" h="3994785">
                  <a:moveTo>
                    <a:pt x="5476117" y="3001739"/>
                  </a:moveTo>
                  <a:lnTo>
                    <a:pt x="5476815" y="3001917"/>
                  </a:lnTo>
                </a:path>
                <a:path w="8943340" h="3994785">
                  <a:moveTo>
                    <a:pt x="5103897" y="3001762"/>
                  </a:moveTo>
                  <a:lnTo>
                    <a:pt x="5103897" y="3040287"/>
                  </a:lnTo>
                </a:path>
                <a:path w="8943340" h="3994785">
                  <a:moveTo>
                    <a:pt x="5476815" y="3001917"/>
                  </a:moveTo>
                  <a:lnTo>
                    <a:pt x="5476815" y="3015971"/>
                  </a:lnTo>
                </a:path>
                <a:path w="8943340" h="3994785">
                  <a:moveTo>
                    <a:pt x="5249869" y="1861669"/>
                  </a:moveTo>
                  <a:lnTo>
                    <a:pt x="5245292" y="1861676"/>
                  </a:lnTo>
                  <a:lnTo>
                    <a:pt x="5243664" y="1861676"/>
                  </a:lnTo>
                </a:path>
                <a:path w="8943340" h="3994785">
                  <a:moveTo>
                    <a:pt x="5278101" y="1861653"/>
                  </a:moveTo>
                  <a:lnTo>
                    <a:pt x="5266855" y="1861661"/>
                  </a:lnTo>
                </a:path>
                <a:path w="8943340" h="3994785">
                  <a:moveTo>
                    <a:pt x="5336738" y="1861661"/>
                  </a:moveTo>
                  <a:lnTo>
                    <a:pt x="5335187" y="1861661"/>
                  </a:lnTo>
                </a:path>
                <a:path w="8943340" h="3994785">
                  <a:moveTo>
                    <a:pt x="5323087" y="1861653"/>
                  </a:moveTo>
                  <a:lnTo>
                    <a:pt x="5313469" y="1861653"/>
                  </a:lnTo>
                </a:path>
                <a:path w="8943340" h="3994785">
                  <a:moveTo>
                    <a:pt x="5266855" y="1861661"/>
                  </a:moveTo>
                  <a:lnTo>
                    <a:pt x="5257237" y="1861661"/>
                  </a:lnTo>
                </a:path>
                <a:path w="8943340" h="3994785">
                  <a:moveTo>
                    <a:pt x="5335187" y="1861661"/>
                  </a:moveTo>
                  <a:lnTo>
                    <a:pt x="5330533" y="1861653"/>
                  </a:lnTo>
                  <a:lnTo>
                    <a:pt x="5323087" y="1861653"/>
                  </a:lnTo>
                </a:path>
                <a:path w="8943340" h="3994785">
                  <a:moveTo>
                    <a:pt x="5257237" y="1861661"/>
                  </a:moveTo>
                  <a:lnTo>
                    <a:pt x="5249869" y="1861669"/>
                  </a:lnTo>
                </a:path>
                <a:path w="8943340" h="3994785">
                  <a:moveTo>
                    <a:pt x="5313469" y="1861653"/>
                  </a:moveTo>
                  <a:lnTo>
                    <a:pt x="5302223" y="1861653"/>
                  </a:lnTo>
                </a:path>
                <a:path w="8943340" h="3994785">
                  <a:moveTo>
                    <a:pt x="7349087" y="2652538"/>
                  </a:moveTo>
                  <a:lnTo>
                    <a:pt x="7352965" y="2653508"/>
                  </a:lnTo>
                  <a:lnTo>
                    <a:pt x="7352965" y="2862926"/>
                  </a:lnTo>
                  <a:lnTo>
                    <a:pt x="7349087" y="2978299"/>
                  </a:lnTo>
                </a:path>
                <a:path w="8943340" h="3994785">
                  <a:moveTo>
                    <a:pt x="2042443" y="3160531"/>
                  </a:moveTo>
                  <a:lnTo>
                    <a:pt x="2652158" y="2978307"/>
                  </a:lnTo>
                </a:path>
                <a:path w="8943340" h="3994785">
                  <a:moveTo>
                    <a:pt x="8268353" y="3001700"/>
                  </a:moveTo>
                  <a:lnTo>
                    <a:pt x="8269051" y="3001878"/>
                  </a:lnTo>
                </a:path>
                <a:path w="8943340" h="3994785">
                  <a:moveTo>
                    <a:pt x="7896133" y="3001723"/>
                  </a:moveTo>
                  <a:lnTo>
                    <a:pt x="7896133" y="3040225"/>
                  </a:lnTo>
                </a:path>
                <a:path w="8943340" h="3994785">
                  <a:moveTo>
                    <a:pt x="8269051" y="3001878"/>
                  </a:moveTo>
                  <a:lnTo>
                    <a:pt x="8269051" y="3015909"/>
                  </a:lnTo>
                </a:path>
                <a:path w="8943340" h="3994785">
                  <a:moveTo>
                    <a:pt x="8094459" y="1861614"/>
                  </a:moveTo>
                  <a:lnTo>
                    <a:pt x="8082359" y="1861614"/>
                  </a:lnTo>
                </a:path>
                <a:path w="8943340" h="3994785">
                  <a:moveTo>
                    <a:pt x="8042105" y="1861630"/>
                  </a:moveTo>
                  <a:lnTo>
                    <a:pt x="8037528" y="1861638"/>
                  </a:lnTo>
                </a:path>
                <a:path w="8943340" h="3994785">
                  <a:moveTo>
                    <a:pt x="8082359" y="1861614"/>
                  </a:moveTo>
                  <a:lnTo>
                    <a:pt x="8070337" y="1861622"/>
                  </a:lnTo>
                </a:path>
                <a:path w="8943340" h="3994785">
                  <a:moveTo>
                    <a:pt x="8037528" y="1861638"/>
                  </a:moveTo>
                  <a:lnTo>
                    <a:pt x="8035900" y="1861638"/>
                  </a:lnTo>
                </a:path>
                <a:path w="8943340" h="3994785">
                  <a:moveTo>
                    <a:pt x="8070337" y="1861622"/>
                  </a:moveTo>
                  <a:lnTo>
                    <a:pt x="8059091" y="1861622"/>
                  </a:lnTo>
                </a:path>
                <a:path w="8943340" h="3994785">
                  <a:moveTo>
                    <a:pt x="8128974" y="1861630"/>
                  </a:moveTo>
                  <a:lnTo>
                    <a:pt x="8127423" y="1861622"/>
                  </a:lnTo>
                </a:path>
                <a:path w="8943340" h="3994785">
                  <a:moveTo>
                    <a:pt x="8115323" y="1861614"/>
                  </a:moveTo>
                  <a:lnTo>
                    <a:pt x="8105628" y="1861614"/>
                  </a:lnTo>
                </a:path>
                <a:path w="8943340" h="3994785">
                  <a:moveTo>
                    <a:pt x="8059091" y="1861622"/>
                  </a:moveTo>
                  <a:lnTo>
                    <a:pt x="8049473" y="1861622"/>
                  </a:lnTo>
                  <a:lnTo>
                    <a:pt x="8042105" y="1861630"/>
                  </a:lnTo>
                </a:path>
                <a:path w="8943340" h="3994785">
                  <a:moveTo>
                    <a:pt x="8105628" y="1861614"/>
                  </a:moveTo>
                  <a:lnTo>
                    <a:pt x="8094459" y="1861614"/>
                  </a:lnTo>
                </a:path>
                <a:path w="8943340" h="3994785">
                  <a:moveTo>
                    <a:pt x="7346450" y="2652531"/>
                  </a:moveTo>
                  <a:lnTo>
                    <a:pt x="7346528" y="2652538"/>
                  </a:lnTo>
                </a:path>
                <a:path w="8943340" h="3994785">
                  <a:moveTo>
                    <a:pt x="7253220" y="418750"/>
                  </a:moveTo>
                  <a:lnTo>
                    <a:pt x="7346062" y="418742"/>
                  </a:lnTo>
                  <a:lnTo>
                    <a:pt x="7346295" y="418773"/>
                  </a:lnTo>
                </a:path>
                <a:path w="8943340" h="3994785">
                  <a:moveTo>
                    <a:pt x="7346295" y="424319"/>
                  </a:moveTo>
                  <a:lnTo>
                    <a:pt x="7346295" y="418773"/>
                  </a:lnTo>
                </a:path>
                <a:path w="8943340" h="3994785">
                  <a:moveTo>
                    <a:pt x="7253220" y="424319"/>
                  </a:moveTo>
                  <a:lnTo>
                    <a:pt x="7253220" y="418750"/>
                  </a:lnTo>
                </a:path>
                <a:path w="8943340" h="3994785">
                  <a:moveTo>
                    <a:pt x="5538710" y="419013"/>
                  </a:moveTo>
                  <a:lnTo>
                    <a:pt x="5631552" y="419006"/>
                  </a:lnTo>
                  <a:lnTo>
                    <a:pt x="5631784" y="419037"/>
                  </a:lnTo>
                </a:path>
                <a:path w="8943340" h="3994785">
                  <a:moveTo>
                    <a:pt x="5631784" y="424319"/>
                  </a:moveTo>
                  <a:lnTo>
                    <a:pt x="5631784" y="419037"/>
                  </a:lnTo>
                </a:path>
                <a:path w="8943340" h="3994785">
                  <a:moveTo>
                    <a:pt x="5538710" y="424326"/>
                  </a:moveTo>
                  <a:lnTo>
                    <a:pt x="5538710" y="419013"/>
                  </a:lnTo>
                </a:path>
                <a:path w="8943340" h="3994785">
                  <a:moveTo>
                    <a:pt x="3793562" y="419285"/>
                  </a:moveTo>
                  <a:lnTo>
                    <a:pt x="3886404" y="419269"/>
                  </a:lnTo>
                  <a:lnTo>
                    <a:pt x="3886637" y="419308"/>
                  </a:lnTo>
                </a:path>
                <a:path w="8943340" h="3994785">
                  <a:moveTo>
                    <a:pt x="3886637" y="424326"/>
                  </a:moveTo>
                  <a:lnTo>
                    <a:pt x="3886637" y="419308"/>
                  </a:lnTo>
                </a:path>
                <a:path w="8943340" h="3994785">
                  <a:moveTo>
                    <a:pt x="3793562" y="424326"/>
                  </a:moveTo>
                  <a:lnTo>
                    <a:pt x="3793562" y="419285"/>
                  </a:lnTo>
                </a:path>
                <a:path w="8943340" h="3994785">
                  <a:moveTo>
                    <a:pt x="2044769" y="419556"/>
                  </a:moveTo>
                  <a:lnTo>
                    <a:pt x="2137611" y="419541"/>
                  </a:lnTo>
                  <a:lnTo>
                    <a:pt x="2137844" y="419579"/>
                  </a:lnTo>
                </a:path>
                <a:path w="8943340" h="3994785">
                  <a:moveTo>
                    <a:pt x="2137844" y="420440"/>
                  </a:moveTo>
                  <a:lnTo>
                    <a:pt x="2141257" y="420440"/>
                  </a:lnTo>
                  <a:lnTo>
                    <a:pt x="2141489" y="420495"/>
                  </a:lnTo>
                </a:path>
                <a:path w="8943340" h="3994785">
                  <a:moveTo>
                    <a:pt x="2815427" y="420440"/>
                  </a:moveTo>
                  <a:lnTo>
                    <a:pt x="2815659" y="420479"/>
                  </a:lnTo>
                </a:path>
                <a:path w="8943340" h="3994785">
                  <a:moveTo>
                    <a:pt x="2815659" y="424326"/>
                  </a:moveTo>
                  <a:lnTo>
                    <a:pt x="2815659" y="420479"/>
                  </a:lnTo>
                </a:path>
                <a:path w="8943340" h="3994785">
                  <a:moveTo>
                    <a:pt x="2723050" y="232"/>
                  </a:moveTo>
                  <a:lnTo>
                    <a:pt x="2815892" y="217"/>
                  </a:lnTo>
                  <a:lnTo>
                    <a:pt x="2816125" y="248"/>
                  </a:lnTo>
                </a:path>
                <a:path w="8943340" h="3994785">
                  <a:moveTo>
                    <a:pt x="2816125" y="1279"/>
                  </a:moveTo>
                  <a:lnTo>
                    <a:pt x="2816978" y="1279"/>
                  </a:lnTo>
                  <a:lnTo>
                    <a:pt x="2817210" y="1310"/>
                  </a:lnTo>
                </a:path>
                <a:path w="8943340" h="3994785">
                  <a:moveTo>
                    <a:pt x="2817288" y="424326"/>
                  </a:moveTo>
                  <a:lnTo>
                    <a:pt x="2817210" y="1310"/>
                  </a:lnTo>
                </a:path>
                <a:path w="8943340" h="3994785">
                  <a:moveTo>
                    <a:pt x="0" y="3643131"/>
                  </a:moveTo>
                  <a:lnTo>
                    <a:pt x="2021811" y="2635242"/>
                  </a:lnTo>
                </a:path>
                <a:path w="8943340" h="3994785">
                  <a:moveTo>
                    <a:pt x="147057" y="3991827"/>
                  </a:moveTo>
                  <a:lnTo>
                    <a:pt x="55069" y="3993230"/>
                  </a:lnTo>
                  <a:lnTo>
                    <a:pt x="0" y="3994262"/>
                  </a:lnTo>
                </a:path>
                <a:path w="8943340" h="3994785">
                  <a:moveTo>
                    <a:pt x="147057" y="3991827"/>
                  </a:moveTo>
                  <a:lnTo>
                    <a:pt x="2656502" y="3486137"/>
                  </a:lnTo>
                  <a:lnTo>
                    <a:pt x="8943144" y="3466126"/>
                  </a:lnTo>
                </a:path>
                <a:path w="8943340" h="3994785">
                  <a:moveTo>
                    <a:pt x="7352655" y="2321162"/>
                  </a:moveTo>
                  <a:lnTo>
                    <a:pt x="8035977" y="2321162"/>
                  </a:lnTo>
                </a:path>
                <a:path w="8943340" h="3994785">
                  <a:moveTo>
                    <a:pt x="8213672" y="2321162"/>
                  </a:moveTo>
                  <a:lnTo>
                    <a:pt x="8943144" y="2321170"/>
                  </a:lnTo>
                </a:path>
                <a:path w="8943340" h="3994785">
                  <a:moveTo>
                    <a:pt x="6700435" y="424311"/>
                  </a:moveTo>
                  <a:lnTo>
                    <a:pt x="6702297" y="424311"/>
                  </a:lnTo>
                </a:path>
                <a:path w="8943340" h="3994785">
                  <a:moveTo>
                    <a:pt x="6897133" y="424311"/>
                  </a:moveTo>
                  <a:lnTo>
                    <a:pt x="6895271" y="424311"/>
                  </a:lnTo>
                </a:path>
                <a:path w="8943340" h="3994785">
                  <a:moveTo>
                    <a:pt x="7106550" y="424311"/>
                  </a:moveTo>
                  <a:lnTo>
                    <a:pt x="7104689" y="424311"/>
                  </a:lnTo>
                </a:path>
                <a:path w="8943340" h="3994785">
                  <a:moveTo>
                    <a:pt x="6822130" y="2652523"/>
                  </a:moveTo>
                  <a:lnTo>
                    <a:pt x="6774817" y="2652523"/>
                  </a:lnTo>
                </a:path>
                <a:path w="8943340" h="3994785">
                  <a:moveTo>
                    <a:pt x="6822130" y="424319"/>
                  </a:moveTo>
                  <a:lnTo>
                    <a:pt x="6774817" y="424319"/>
                  </a:lnTo>
                </a:path>
                <a:path w="8943340" h="3994785">
                  <a:moveTo>
                    <a:pt x="6836944" y="424319"/>
                  </a:moveTo>
                  <a:lnTo>
                    <a:pt x="6823836" y="424319"/>
                  </a:lnTo>
                </a:path>
                <a:path w="8943340" h="3994785">
                  <a:moveTo>
                    <a:pt x="6909775" y="424311"/>
                  </a:moveTo>
                  <a:lnTo>
                    <a:pt x="6911714" y="424311"/>
                  </a:lnTo>
                </a:path>
                <a:path w="8943340" h="3994785">
                  <a:moveTo>
                    <a:pt x="6967714" y="424319"/>
                  </a:moveTo>
                  <a:lnTo>
                    <a:pt x="6969421" y="424319"/>
                  </a:lnTo>
                </a:path>
                <a:path w="8943340" h="3994785">
                  <a:moveTo>
                    <a:pt x="6982529" y="424319"/>
                  </a:moveTo>
                  <a:lnTo>
                    <a:pt x="6969421" y="424319"/>
                  </a:lnTo>
                </a:path>
                <a:path w="8943340" h="3994785">
                  <a:moveTo>
                    <a:pt x="7046362" y="424319"/>
                  </a:moveTo>
                  <a:lnTo>
                    <a:pt x="7033254" y="424319"/>
                  </a:lnTo>
                </a:path>
                <a:path w="8943340" h="3994785">
                  <a:moveTo>
                    <a:pt x="7092822" y="2652523"/>
                  </a:moveTo>
                  <a:lnTo>
                    <a:pt x="7048069" y="2652523"/>
                  </a:lnTo>
                </a:path>
                <a:path w="8943340" h="3994785">
                  <a:moveTo>
                    <a:pt x="7092822" y="424319"/>
                  </a:moveTo>
                  <a:lnTo>
                    <a:pt x="7048069" y="424319"/>
                  </a:lnTo>
                </a:path>
                <a:path w="8943340" h="3994785">
                  <a:moveTo>
                    <a:pt x="7092822" y="424319"/>
                  </a:moveTo>
                  <a:lnTo>
                    <a:pt x="7104689" y="424311"/>
                  </a:lnTo>
                </a:path>
                <a:path w="8943340" h="3994785">
                  <a:moveTo>
                    <a:pt x="6773111" y="424319"/>
                  </a:moveTo>
                  <a:lnTo>
                    <a:pt x="6760003" y="424319"/>
                  </a:lnTo>
                </a:path>
                <a:path w="8943340" h="3994785">
                  <a:moveTo>
                    <a:pt x="6714241" y="424319"/>
                  </a:moveTo>
                  <a:lnTo>
                    <a:pt x="6702297" y="424311"/>
                  </a:lnTo>
                </a:path>
                <a:path w="8943340" h="3994785">
                  <a:moveTo>
                    <a:pt x="6774817" y="424319"/>
                  </a:moveTo>
                  <a:lnTo>
                    <a:pt x="6773111" y="424319"/>
                  </a:lnTo>
                </a:path>
                <a:path w="8943340" h="3994785">
                  <a:moveTo>
                    <a:pt x="6838651" y="424319"/>
                  </a:moveTo>
                  <a:lnTo>
                    <a:pt x="6836944" y="424319"/>
                  </a:lnTo>
                </a:path>
                <a:path w="8943340" h="3994785">
                  <a:moveTo>
                    <a:pt x="6883404" y="2652523"/>
                  </a:moveTo>
                  <a:lnTo>
                    <a:pt x="6838651" y="2652523"/>
                  </a:lnTo>
                </a:path>
                <a:path w="8943340" h="3994785">
                  <a:moveTo>
                    <a:pt x="6883404" y="424319"/>
                  </a:moveTo>
                  <a:lnTo>
                    <a:pt x="6838651" y="424319"/>
                  </a:lnTo>
                </a:path>
                <a:path w="8943340" h="3994785">
                  <a:moveTo>
                    <a:pt x="6897133" y="424311"/>
                  </a:moveTo>
                  <a:lnTo>
                    <a:pt x="6899847" y="424311"/>
                  </a:lnTo>
                </a:path>
                <a:path w="8943340" h="3994785">
                  <a:moveTo>
                    <a:pt x="6909775" y="424311"/>
                  </a:moveTo>
                  <a:lnTo>
                    <a:pt x="6907138" y="424311"/>
                  </a:lnTo>
                </a:path>
                <a:path w="8943340" h="3994785">
                  <a:moveTo>
                    <a:pt x="6967714" y="2652523"/>
                  </a:moveTo>
                  <a:lnTo>
                    <a:pt x="6923659" y="2652523"/>
                  </a:lnTo>
                </a:path>
                <a:path w="8943340" h="3994785">
                  <a:moveTo>
                    <a:pt x="6967714" y="424319"/>
                  </a:moveTo>
                  <a:lnTo>
                    <a:pt x="6923659" y="424319"/>
                  </a:lnTo>
                </a:path>
                <a:path w="8943340" h="3994785">
                  <a:moveTo>
                    <a:pt x="7031548" y="2652523"/>
                  </a:moveTo>
                  <a:lnTo>
                    <a:pt x="6984235" y="2652523"/>
                  </a:lnTo>
                </a:path>
                <a:path w="8943340" h="3994785">
                  <a:moveTo>
                    <a:pt x="7031548" y="424319"/>
                  </a:moveTo>
                  <a:lnTo>
                    <a:pt x="6984235" y="424319"/>
                  </a:lnTo>
                </a:path>
                <a:path w="8943340" h="3994785">
                  <a:moveTo>
                    <a:pt x="7109265" y="424311"/>
                  </a:moveTo>
                  <a:lnTo>
                    <a:pt x="7112910" y="424311"/>
                  </a:lnTo>
                </a:path>
                <a:path w="8943340" h="3994785">
                  <a:moveTo>
                    <a:pt x="7116556" y="424311"/>
                  </a:moveTo>
                  <a:lnTo>
                    <a:pt x="7112910" y="424311"/>
                  </a:lnTo>
                </a:path>
                <a:path w="8943340" h="3994785">
                  <a:moveTo>
                    <a:pt x="7106550" y="424311"/>
                  </a:moveTo>
                  <a:lnTo>
                    <a:pt x="7109265" y="424311"/>
                  </a:lnTo>
                </a:path>
                <a:path w="8943340" h="3994785">
                  <a:moveTo>
                    <a:pt x="7119193" y="424311"/>
                  </a:moveTo>
                  <a:lnTo>
                    <a:pt x="7116556" y="424311"/>
                  </a:lnTo>
                </a:path>
                <a:path w="8943340" h="3994785">
                  <a:moveTo>
                    <a:pt x="6907138" y="424311"/>
                  </a:moveTo>
                  <a:lnTo>
                    <a:pt x="6903493" y="424311"/>
                  </a:lnTo>
                </a:path>
                <a:path w="8943340" h="3994785">
                  <a:moveTo>
                    <a:pt x="7119193" y="424311"/>
                  </a:moveTo>
                  <a:lnTo>
                    <a:pt x="7121132" y="424311"/>
                  </a:lnTo>
                </a:path>
                <a:path w="8943340" h="3994785">
                  <a:moveTo>
                    <a:pt x="6984235" y="424319"/>
                  </a:moveTo>
                  <a:lnTo>
                    <a:pt x="6982529" y="424319"/>
                  </a:lnTo>
                </a:path>
                <a:path w="8943340" h="3994785">
                  <a:moveTo>
                    <a:pt x="6758296" y="2652523"/>
                  </a:moveTo>
                  <a:lnTo>
                    <a:pt x="6733011" y="2652538"/>
                  </a:lnTo>
                </a:path>
                <a:path w="8943340" h="3994785">
                  <a:moveTo>
                    <a:pt x="6758296" y="424319"/>
                  </a:moveTo>
                  <a:lnTo>
                    <a:pt x="6714241" y="424319"/>
                  </a:lnTo>
                </a:path>
                <a:path w="8943340" h="3994785">
                  <a:moveTo>
                    <a:pt x="6899847" y="424311"/>
                  </a:moveTo>
                  <a:lnTo>
                    <a:pt x="6903493" y="424311"/>
                  </a:lnTo>
                </a:path>
                <a:path w="8943340" h="3994785">
                  <a:moveTo>
                    <a:pt x="6883404" y="424319"/>
                  </a:moveTo>
                  <a:lnTo>
                    <a:pt x="6895271" y="424311"/>
                  </a:lnTo>
                </a:path>
                <a:path w="8943340" h="3994785">
                  <a:moveTo>
                    <a:pt x="6758296" y="424319"/>
                  </a:moveTo>
                  <a:lnTo>
                    <a:pt x="6760003" y="424319"/>
                  </a:lnTo>
                </a:path>
                <a:path w="8943340" h="3994785">
                  <a:moveTo>
                    <a:pt x="6822130" y="424319"/>
                  </a:moveTo>
                  <a:lnTo>
                    <a:pt x="6823836" y="424319"/>
                  </a:lnTo>
                </a:path>
                <a:path w="8943340" h="3994785">
                  <a:moveTo>
                    <a:pt x="6923659" y="424319"/>
                  </a:moveTo>
                  <a:lnTo>
                    <a:pt x="6911714" y="424311"/>
                  </a:lnTo>
                </a:path>
                <a:path w="8943340" h="3994785">
                  <a:moveTo>
                    <a:pt x="7031548" y="424319"/>
                  </a:moveTo>
                  <a:lnTo>
                    <a:pt x="7033254" y="424319"/>
                  </a:lnTo>
                </a:path>
                <a:path w="8943340" h="3994785">
                  <a:moveTo>
                    <a:pt x="7048069" y="424319"/>
                  </a:moveTo>
                  <a:lnTo>
                    <a:pt x="7046362" y="424319"/>
                  </a:lnTo>
                </a:path>
                <a:path w="8943340" h="3994785">
                  <a:moveTo>
                    <a:pt x="7240965" y="424319"/>
                  </a:moveTo>
                  <a:lnTo>
                    <a:pt x="7242672" y="424319"/>
                  </a:lnTo>
                </a:path>
                <a:path w="8943340" h="3994785">
                  <a:moveTo>
                    <a:pt x="7177132" y="424319"/>
                  </a:moveTo>
                  <a:lnTo>
                    <a:pt x="7178838" y="424319"/>
                  </a:lnTo>
                </a:path>
                <a:path w="8943340" h="3994785">
                  <a:moveTo>
                    <a:pt x="7191946" y="424319"/>
                  </a:moveTo>
                  <a:lnTo>
                    <a:pt x="7178838" y="424319"/>
                  </a:lnTo>
                </a:path>
                <a:path w="8943340" h="3994785">
                  <a:moveTo>
                    <a:pt x="7302240" y="424319"/>
                  </a:moveTo>
                  <a:lnTo>
                    <a:pt x="7257486" y="424319"/>
                  </a:lnTo>
                </a:path>
                <a:path w="8943340" h="3994785">
                  <a:moveTo>
                    <a:pt x="7318217" y="424311"/>
                  </a:moveTo>
                  <a:lnTo>
                    <a:pt x="7316356" y="424311"/>
                  </a:lnTo>
                </a:path>
                <a:path w="8943340" h="3994785">
                  <a:moveTo>
                    <a:pt x="7318217" y="424311"/>
                  </a:moveTo>
                  <a:lnTo>
                    <a:pt x="7320932" y="424311"/>
                  </a:lnTo>
                </a:path>
                <a:path w="8943340" h="3994785">
                  <a:moveTo>
                    <a:pt x="7240965" y="2652523"/>
                  </a:moveTo>
                  <a:lnTo>
                    <a:pt x="7193653" y="2652523"/>
                  </a:lnTo>
                </a:path>
                <a:path w="8943340" h="3994785">
                  <a:moveTo>
                    <a:pt x="7240965" y="424319"/>
                  </a:moveTo>
                  <a:lnTo>
                    <a:pt x="7193653" y="424319"/>
                  </a:lnTo>
                </a:path>
                <a:path w="8943340" h="3994785">
                  <a:moveTo>
                    <a:pt x="7257486" y="424319"/>
                  </a:moveTo>
                  <a:lnTo>
                    <a:pt x="7255780" y="424319"/>
                  </a:lnTo>
                </a:path>
                <a:path w="8943340" h="3994785">
                  <a:moveTo>
                    <a:pt x="7320932" y="424311"/>
                  </a:moveTo>
                  <a:lnTo>
                    <a:pt x="7330782" y="424311"/>
                  </a:lnTo>
                </a:path>
                <a:path w="8943340" h="3994785">
                  <a:moveTo>
                    <a:pt x="7193653" y="424319"/>
                  </a:moveTo>
                  <a:lnTo>
                    <a:pt x="7191946" y="424319"/>
                  </a:lnTo>
                </a:path>
                <a:path w="8943340" h="3994785">
                  <a:moveTo>
                    <a:pt x="7302240" y="424319"/>
                  </a:moveTo>
                  <a:lnTo>
                    <a:pt x="7316356" y="424311"/>
                  </a:lnTo>
                </a:path>
                <a:path w="8943340" h="3994785">
                  <a:moveTo>
                    <a:pt x="7133077" y="424319"/>
                  </a:moveTo>
                  <a:lnTo>
                    <a:pt x="7121132" y="424311"/>
                  </a:lnTo>
                </a:path>
                <a:path w="8943340" h="3994785">
                  <a:moveTo>
                    <a:pt x="7177132" y="2652523"/>
                  </a:moveTo>
                  <a:lnTo>
                    <a:pt x="7133077" y="2652523"/>
                  </a:lnTo>
                </a:path>
                <a:path w="8943340" h="3994785">
                  <a:moveTo>
                    <a:pt x="7177132" y="424319"/>
                  </a:moveTo>
                  <a:lnTo>
                    <a:pt x="7133077" y="424319"/>
                  </a:lnTo>
                </a:path>
                <a:path w="8943340" h="3994785">
                  <a:moveTo>
                    <a:pt x="6612712" y="2652523"/>
                  </a:moveTo>
                  <a:lnTo>
                    <a:pt x="6565400" y="2652523"/>
                  </a:lnTo>
                </a:path>
                <a:path w="8943340" h="3994785">
                  <a:moveTo>
                    <a:pt x="6639937" y="2652538"/>
                  </a:moveTo>
                  <a:lnTo>
                    <a:pt x="6629233" y="2652523"/>
                  </a:lnTo>
                </a:path>
                <a:path w="8943340" h="3994785">
                  <a:moveTo>
                    <a:pt x="7333420" y="424311"/>
                  </a:moveTo>
                  <a:lnTo>
                    <a:pt x="7335281" y="424311"/>
                  </a:lnTo>
                </a:path>
                <a:path w="8943340" h="3994785">
                  <a:moveTo>
                    <a:pt x="7333420" y="424311"/>
                  </a:moveTo>
                  <a:lnTo>
                    <a:pt x="7330782" y="424311"/>
                  </a:lnTo>
                </a:path>
                <a:path w="8943340" h="3994785">
                  <a:moveTo>
                    <a:pt x="7352655" y="424319"/>
                  </a:moveTo>
                  <a:lnTo>
                    <a:pt x="7347226" y="424319"/>
                  </a:lnTo>
                </a:path>
                <a:path w="8943340" h="3994785">
                  <a:moveTo>
                    <a:pt x="6563693" y="424319"/>
                  </a:moveTo>
                  <a:lnTo>
                    <a:pt x="6550585" y="424319"/>
                  </a:lnTo>
                  <a:lnTo>
                    <a:pt x="6548879" y="424319"/>
                  </a:lnTo>
                  <a:lnTo>
                    <a:pt x="6511494" y="424319"/>
                  </a:lnTo>
                </a:path>
                <a:path w="8943340" h="3994785">
                  <a:moveTo>
                    <a:pt x="6697720" y="424311"/>
                  </a:moveTo>
                  <a:lnTo>
                    <a:pt x="6694075" y="424311"/>
                  </a:lnTo>
                </a:path>
                <a:path w="8943340" h="3994785">
                  <a:moveTo>
                    <a:pt x="6687715" y="424311"/>
                  </a:moveTo>
                  <a:lnTo>
                    <a:pt x="6685853" y="424311"/>
                  </a:lnTo>
                  <a:lnTo>
                    <a:pt x="6673986" y="424319"/>
                  </a:lnTo>
                </a:path>
                <a:path w="8943340" h="3994785">
                  <a:moveTo>
                    <a:pt x="6629233" y="424319"/>
                  </a:moveTo>
                  <a:lnTo>
                    <a:pt x="6627527" y="424319"/>
                  </a:lnTo>
                </a:path>
                <a:path w="8943340" h="3994785">
                  <a:moveTo>
                    <a:pt x="6700435" y="424311"/>
                  </a:moveTo>
                  <a:lnTo>
                    <a:pt x="6697720" y="424311"/>
                  </a:lnTo>
                </a:path>
                <a:path w="8943340" h="3994785">
                  <a:moveTo>
                    <a:pt x="6614419" y="424319"/>
                  </a:moveTo>
                  <a:lnTo>
                    <a:pt x="6612712" y="424319"/>
                  </a:lnTo>
                  <a:lnTo>
                    <a:pt x="6565400" y="424319"/>
                  </a:lnTo>
                </a:path>
                <a:path w="8943340" h="3994785">
                  <a:moveTo>
                    <a:pt x="6673986" y="424319"/>
                  </a:moveTo>
                  <a:lnTo>
                    <a:pt x="6629233" y="424319"/>
                  </a:lnTo>
                </a:path>
                <a:path w="8943340" h="3994785">
                  <a:moveTo>
                    <a:pt x="6690430" y="424311"/>
                  </a:moveTo>
                  <a:lnTo>
                    <a:pt x="6694075" y="424311"/>
                  </a:lnTo>
                </a:path>
                <a:path w="8943340" h="3994785">
                  <a:moveTo>
                    <a:pt x="6627527" y="424319"/>
                  </a:moveTo>
                  <a:lnTo>
                    <a:pt x="6614419" y="424319"/>
                  </a:lnTo>
                </a:path>
                <a:path w="8943340" h="3994785">
                  <a:moveTo>
                    <a:pt x="6687715" y="424311"/>
                  </a:moveTo>
                  <a:lnTo>
                    <a:pt x="6690430" y="424311"/>
                  </a:lnTo>
                </a:path>
                <a:path w="8943340" h="3994785">
                  <a:moveTo>
                    <a:pt x="6565400" y="424319"/>
                  </a:moveTo>
                  <a:lnTo>
                    <a:pt x="6563693" y="424319"/>
                  </a:lnTo>
                </a:path>
                <a:path w="8943340" h="3994785">
                  <a:moveTo>
                    <a:pt x="7110506" y="2652515"/>
                  </a:moveTo>
                  <a:lnTo>
                    <a:pt x="7112910" y="2652515"/>
                  </a:lnTo>
                  <a:lnTo>
                    <a:pt x="7115315" y="2652515"/>
                  </a:lnTo>
                </a:path>
                <a:path w="8943340" h="3994785">
                  <a:moveTo>
                    <a:pt x="6901088" y="2652515"/>
                  </a:moveTo>
                  <a:lnTo>
                    <a:pt x="6903493" y="2652515"/>
                  </a:lnTo>
                  <a:lnTo>
                    <a:pt x="6905897" y="2652515"/>
                  </a:lnTo>
                </a:path>
                <a:path w="8943340" h="3994785">
                  <a:moveTo>
                    <a:pt x="5859196" y="424319"/>
                  </a:moveTo>
                  <a:lnTo>
                    <a:pt x="5861058" y="424319"/>
                  </a:lnTo>
                </a:path>
                <a:path w="8943340" h="3994785">
                  <a:moveTo>
                    <a:pt x="6055972" y="424319"/>
                  </a:moveTo>
                  <a:lnTo>
                    <a:pt x="6054110" y="424319"/>
                  </a:lnTo>
                </a:path>
                <a:path w="8943340" h="3994785">
                  <a:moveTo>
                    <a:pt x="6265389" y="424311"/>
                  </a:moveTo>
                  <a:lnTo>
                    <a:pt x="6263528" y="424311"/>
                  </a:lnTo>
                </a:path>
                <a:path w="8943340" h="3994785">
                  <a:moveTo>
                    <a:pt x="5980969" y="2652531"/>
                  </a:moveTo>
                  <a:lnTo>
                    <a:pt x="5933579" y="2652531"/>
                  </a:lnTo>
                </a:path>
                <a:path w="8943340" h="3994785">
                  <a:moveTo>
                    <a:pt x="5980969" y="424326"/>
                  </a:moveTo>
                  <a:lnTo>
                    <a:pt x="5933579" y="424326"/>
                  </a:lnTo>
                </a:path>
                <a:path w="8943340" h="3994785">
                  <a:moveTo>
                    <a:pt x="5995783" y="424319"/>
                  </a:moveTo>
                  <a:lnTo>
                    <a:pt x="5982675" y="424319"/>
                  </a:lnTo>
                </a:path>
                <a:path w="8943340" h="3994785">
                  <a:moveTo>
                    <a:pt x="6068614" y="424319"/>
                  </a:moveTo>
                  <a:lnTo>
                    <a:pt x="6070476" y="424319"/>
                  </a:lnTo>
                </a:path>
                <a:path w="8943340" h="3994785">
                  <a:moveTo>
                    <a:pt x="6126553" y="424326"/>
                  </a:moveTo>
                  <a:lnTo>
                    <a:pt x="6128259" y="424319"/>
                  </a:lnTo>
                </a:path>
                <a:path w="8943340" h="3994785">
                  <a:moveTo>
                    <a:pt x="6141290" y="424319"/>
                  </a:moveTo>
                  <a:lnTo>
                    <a:pt x="6128259" y="424319"/>
                  </a:lnTo>
                </a:path>
                <a:path w="8943340" h="3994785">
                  <a:moveTo>
                    <a:pt x="6205201" y="424319"/>
                  </a:moveTo>
                  <a:lnTo>
                    <a:pt x="6192093" y="424319"/>
                  </a:lnTo>
                </a:path>
                <a:path w="8943340" h="3994785">
                  <a:moveTo>
                    <a:pt x="6251661" y="2652523"/>
                  </a:moveTo>
                  <a:lnTo>
                    <a:pt x="6206907" y="2652523"/>
                  </a:lnTo>
                </a:path>
                <a:path w="8943340" h="3994785">
                  <a:moveTo>
                    <a:pt x="6251661" y="424326"/>
                  </a:moveTo>
                  <a:lnTo>
                    <a:pt x="6206907" y="424326"/>
                  </a:lnTo>
                </a:path>
                <a:path w="8943340" h="3994785">
                  <a:moveTo>
                    <a:pt x="6251661" y="424326"/>
                  </a:moveTo>
                  <a:lnTo>
                    <a:pt x="6263528" y="424311"/>
                  </a:lnTo>
                </a:path>
                <a:path w="8943340" h="3994785">
                  <a:moveTo>
                    <a:pt x="5931872" y="424319"/>
                  </a:moveTo>
                  <a:lnTo>
                    <a:pt x="5918842" y="424319"/>
                  </a:lnTo>
                </a:path>
                <a:path w="8943340" h="3994785">
                  <a:moveTo>
                    <a:pt x="5873003" y="424326"/>
                  </a:moveTo>
                  <a:lnTo>
                    <a:pt x="5861058" y="424319"/>
                  </a:lnTo>
                </a:path>
                <a:path w="8943340" h="3994785">
                  <a:moveTo>
                    <a:pt x="5933579" y="424326"/>
                  </a:moveTo>
                  <a:lnTo>
                    <a:pt x="5931872" y="424319"/>
                  </a:lnTo>
                </a:path>
                <a:path w="8943340" h="3994785">
                  <a:moveTo>
                    <a:pt x="5997490" y="424326"/>
                  </a:moveTo>
                  <a:lnTo>
                    <a:pt x="5995783" y="424319"/>
                  </a:lnTo>
                </a:path>
                <a:path w="8943340" h="3994785">
                  <a:moveTo>
                    <a:pt x="6042243" y="2652531"/>
                  </a:moveTo>
                  <a:lnTo>
                    <a:pt x="5997490" y="2652531"/>
                  </a:lnTo>
                </a:path>
                <a:path w="8943340" h="3994785">
                  <a:moveTo>
                    <a:pt x="6042243" y="424326"/>
                  </a:moveTo>
                  <a:lnTo>
                    <a:pt x="5997490" y="424326"/>
                  </a:lnTo>
                </a:path>
                <a:path w="8943340" h="3994785">
                  <a:moveTo>
                    <a:pt x="6055972" y="424319"/>
                  </a:moveTo>
                  <a:lnTo>
                    <a:pt x="6058609" y="424311"/>
                  </a:lnTo>
                </a:path>
                <a:path w="8943340" h="3994785">
                  <a:moveTo>
                    <a:pt x="6068614" y="424319"/>
                  </a:moveTo>
                  <a:lnTo>
                    <a:pt x="6065977" y="424311"/>
                  </a:lnTo>
                </a:path>
                <a:path w="8943340" h="3994785">
                  <a:moveTo>
                    <a:pt x="6126553" y="2652531"/>
                  </a:moveTo>
                  <a:lnTo>
                    <a:pt x="6082420" y="2652531"/>
                  </a:lnTo>
                </a:path>
                <a:path w="8943340" h="3994785">
                  <a:moveTo>
                    <a:pt x="6126553" y="424326"/>
                  </a:moveTo>
                  <a:lnTo>
                    <a:pt x="6082420" y="424326"/>
                  </a:lnTo>
                </a:path>
                <a:path w="8943340" h="3994785">
                  <a:moveTo>
                    <a:pt x="6190387" y="2652523"/>
                  </a:moveTo>
                  <a:lnTo>
                    <a:pt x="6142996" y="2652531"/>
                  </a:lnTo>
                </a:path>
                <a:path w="8943340" h="3994785">
                  <a:moveTo>
                    <a:pt x="6190387" y="424326"/>
                  </a:moveTo>
                  <a:lnTo>
                    <a:pt x="6142996" y="424326"/>
                  </a:lnTo>
                </a:path>
                <a:path w="8943340" h="3994785">
                  <a:moveTo>
                    <a:pt x="6268026" y="424311"/>
                  </a:moveTo>
                  <a:lnTo>
                    <a:pt x="6271672" y="424311"/>
                  </a:lnTo>
                </a:path>
                <a:path w="8943340" h="3994785">
                  <a:moveTo>
                    <a:pt x="6275395" y="424311"/>
                  </a:moveTo>
                  <a:lnTo>
                    <a:pt x="6271672" y="424311"/>
                  </a:lnTo>
                </a:path>
                <a:path w="8943340" h="3994785">
                  <a:moveTo>
                    <a:pt x="6265389" y="424311"/>
                  </a:moveTo>
                  <a:lnTo>
                    <a:pt x="6268026" y="424311"/>
                  </a:lnTo>
                </a:path>
                <a:path w="8943340" h="3994785">
                  <a:moveTo>
                    <a:pt x="6278032" y="424311"/>
                  </a:moveTo>
                  <a:lnTo>
                    <a:pt x="6275395" y="424311"/>
                  </a:lnTo>
                </a:path>
                <a:path w="8943340" h="3994785">
                  <a:moveTo>
                    <a:pt x="6065977" y="424311"/>
                  </a:moveTo>
                  <a:lnTo>
                    <a:pt x="6062254" y="424311"/>
                  </a:lnTo>
                </a:path>
                <a:path w="8943340" h="3994785">
                  <a:moveTo>
                    <a:pt x="6278032" y="424311"/>
                  </a:moveTo>
                  <a:lnTo>
                    <a:pt x="6279893" y="424311"/>
                  </a:lnTo>
                </a:path>
                <a:path w="8943340" h="3994785">
                  <a:moveTo>
                    <a:pt x="6142996" y="424326"/>
                  </a:moveTo>
                  <a:lnTo>
                    <a:pt x="6141290" y="424319"/>
                  </a:lnTo>
                </a:path>
                <a:path w="8943340" h="3994785">
                  <a:moveTo>
                    <a:pt x="5917135" y="2652531"/>
                  </a:moveTo>
                  <a:lnTo>
                    <a:pt x="5873003" y="2652531"/>
                  </a:lnTo>
                </a:path>
                <a:path w="8943340" h="3994785">
                  <a:moveTo>
                    <a:pt x="6058609" y="424311"/>
                  </a:moveTo>
                  <a:lnTo>
                    <a:pt x="6062254" y="424311"/>
                  </a:lnTo>
                </a:path>
                <a:path w="8943340" h="3994785">
                  <a:moveTo>
                    <a:pt x="6042243" y="424326"/>
                  </a:moveTo>
                  <a:lnTo>
                    <a:pt x="6054110" y="424319"/>
                  </a:lnTo>
                </a:path>
                <a:path w="8943340" h="3994785">
                  <a:moveTo>
                    <a:pt x="5917135" y="424326"/>
                  </a:moveTo>
                  <a:lnTo>
                    <a:pt x="5918842" y="424319"/>
                  </a:lnTo>
                </a:path>
                <a:path w="8943340" h="3994785">
                  <a:moveTo>
                    <a:pt x="5980969" y="424326"/>
                  </a:moveTo>
                  <a:lnTo>
                    <a:pt x="5982675" y="424319"/>
                  </a:lnTo>
                </a:path>
                <a:path w="8943340" h="3994785">
                  <a:moveTo>
                    <a:pt x="6082420" y="424326"/>
                  </a:moveTo>
                  <a:lnTo>
                    <a:pt x="6070476" y="424319"/>
                  </a:lnTo>
                </a:path>
                <a:path w="8943340" h="3994785">
                  <a:moveTo>
                    <a:pt x="6190387" y="424326"/>
                  </a:moveTo>
                  <a:lnTo>
                    <a:pt x="6192093" y="424319"/>
                  </a:lnTo>
                </a:path>
                <a:path w="8943340" h="3994785">
                  <a:moveTo>
                    <a:pt x="6206907" y="424326"/>
                  </a:moveTo>
                  <a:lnTo>
                    <a:pt x="6205201" y="424319"/>
                  </a:lnTo>
                </a:path>
                <a:path w="8943340" h="3994785">
                  <a:moveTo>
                    <a:pt x="6399804" y="424319"/>
                  </a:moveTo>
                  <a:lnTo>
                    <a:pt x="6401511" y="424319"/>
                  </a:lnTo>
                </a:path>
                <a:path w="8943340" h="3994785">
                  <a:moveTo>
                    <a:pt x="6414619" y="424319"/>
                  </a:moveTo>
                  <a:lnTo>
                    <a:pt x="6401511" y="424319"/>
                  </a:lnTo>
                </a:path>
                <a:path w="8943340" h="3994785">
                  <a:moveTo>
                    <a:pt x="6335971" y="424319"/>
                  </a:moveTo>
                  <a:lnTo>
                    <a:pt x="6337677" y="424319"/>
                  </a:lnTo>
                </a:path>
                <a:path w="8943340" h="3994785">
                  <a:moveTo>
                    <a:pt x="6350708" y="424319"/>
                  </a:moveTo>
                  <a:lnTo>
                    <a:pt x="6337677" y="424319"/>
                  </a:lnTo>
                </a:path>
                <a:path w="8943340" h="3994785">
                  <a:moveTo>
                    <a:pt x="6461078" y="2652523"/>
                  </a:moveTo>
                  <a:lnTo>
                    <a:pt x="6416325" y="2652523"/>
                  </a:lnTo>
                </a:path>
                <a:path w="8943340" h="3994785">
                  <a:moveTo>
                    <a:pt x="6461078" y="424319"/>
                  </a:moveTo>
                  <a:lnTo>
                    <a:pt x="6416325" y="424319"/>
                  </a:lnTo>
                </a:path>
                <a:path w="8943340" h="3994785">
                  <a:moveTo>
                    <a:pt x="6477056" y="424311"/>
                  </a:moveTo>
                  <a:lnTo>
                    <a:pt x="6475195" y="424311"/>
                  </a:lnTo>
                </a:path>
                <a:path w="8943340" h="3994785">
                  <a:moveTo>
                    <a:pt x="6477056" y="424311"/>
                  </a:moveTo>
                  <a:lnTo>
                    <a:pt x="6479693" y="424311"/>
                  </a:lnTo>
                </a:path>
                <a:path w="8943340" h="3994785">
                  <a:moveTo>
                    <a:pt x="6399804" y="2652523"/>
                  </a:moveTo>
                  <a:lnTo>
                    <a:pt x="6352414" y="2652523"/>
                  </a:lnTo>
                </a:path>
                <a:path w="8943340" h="3994785">
                  <a:moveTo>
                    <a:pt x="6399804" y="424319"/>
                  </a:moveTo>
                  <a:lnTo>
                    <a:pt x="6352414" y="424319"/>
                  </a:lnTo>
                </a:path>
                <a:path w="8943340" h="3994785">
                  <a:moveTo>
                    <a:pt x="6416325" y="424319"/>
                  </a:moveTo>
                  <a:lnTo>
                    <a:pt x="6414619" y="424319"/>
                  </a:lnTo>
                </a:path>
                <a:path w="8943340" h="3994785">
                  <a:moveTo>
                    <a:pt x="6479693" y="424311"/>
                  </a:moveTo>
                  <a:lnTo>
                    <a:pt x="6489544" y="424311"/>
                  </a:lnTo>
                </a:path>
                <a:path w="8943340" h="3994785">
                  <a:moveTo>
                    <a:pt x="6352414" y="424319"/>
                  </a:moveTo>
                  <a:lnTo>
                    <a:pt x="6350708" y="424319"/>
                  </a:lnTo>
                </a:path>
                <a:path w="8943340" h="3994785">
                  <a:moveTo>
                    <a:pt x="6461078" y="424319"/>
                  </a:moveTo>
                  <a:lnTo>
                    <a:pt x="6475195" y="424311"/>
                  </a:lnTo>
                </a:path>
                <a:path w="8943340" h="3994785">
                  <a:moveTo>
                    <a:pt x="6291838" y="424326"/>
                  </a:moveTo>
                  <a:lnTo>
                    <a:pt x="6279893" y="424311"/>
                  </a:lnTo>
                </a:path>
                <a:path w="8943340" h="3994785">
                  <a:moveTo>
                    <a:pt x="6335971" y="2652523"/>
                  </a:moveTo>
                  <a:lnTo>
                    <a:pt x="6291838" y="2652523"/>
                  </a:lnTo>
                </a:path>
                <a:path w="8943340" h="3994785">
                  <a:moveTo>
                    <a:pt x="6335971" y="424319"/>
                  </a:moveTo>
                  <a:lnTo>
                    <a:pt x="6291838" y="424326"/>
                  </a:lnTo>
                </a:path>
                <a:path w="8943340" h="3994785">
                  <a:moveTo>
                    <a:pt x="6511494" y="2652523"/>
                  </a:moveTo>
                  <a:lnTo>
                    <a:pt x="6506064" y="2652523"/>
                  </a:lnTo>
                </a:path>
                <a:path w="8943340" h="3994785">
                  <a:moveTo>
                    <a:pt x="5771551" y="2652531"/>
                  </a:moveTo>
                  <a:lnTo>
                    <a:pt x="5724161" y="2652531"/>
                  </a:lnTo>
                </a:path>
                <a:path w="8943340" h="3994785">
                  <a:moveTo>
                    <a:pt x="5832825" y="2652531"/>
                  </a:moveTo>
                  <a:lnTo>
                    <a:pt x="5788072" y="2652531"/>
                  </a:lnTo>
                </a:path>
                <a:path w="8943340" h="3994785">
                  <a:moveTo>
                    <a:pt x="6511494" y="2652523"/>
                  </a:moveTo>
                  <a:lnTo>
                    <a:pt x="6511494" y="424319"/>
                  </a:lnTo>
                </a:path>
                <a:path w="8943340" h="3994785">
                  <a:moveTo>
                    <a:pt x="6492258" y="424311"/>
                  </a:moveTo>
                  <a:lnTo>
                    <a:pt x="6494120" y="424311"/>
                  </a:lnTo>
                </a:path>
                <a:path w="8943340" h="3994785">
                  <a:moveTo>
                    <a:pt x="6492258" y="424311"/>
                  </a:moveTo>
                  <a:lnTo>
                    <a:pt x="6489544" y="424311"/>
                  </a:lnTo>
                </a:path>
                <a:path w="8943340" h="3994785">
                  <a:moveTo>
                    <a:pt x="6511494" y="424319"/>
                  </a:moveTo>
                  <a:lnTo>
                    <a:pt x="6506064" y="424319"/>
                  </a:lnTo>
                  <a:lnTo>
                    <a:pt x="6494120" y="424311"/>
                  </a:lnTo>
                </a:path>
                <a:path w="8943340" h="3994785">
                  <a:moveTo>
                    <a:pt x="5722454" y="424319"/>
                  </a:moveTo>
                  <a:lnTo>
                    <a:pt x="5709424" y="424319"/>
                  </a:lnTo>
                  <a:lnTo>
                    <a:pt x="5707718" y="424326"/>
                  </a:lnTo>
                  <a:lnTo>
                    <a:pt x="5670255" y="424326"/>
                  </a:lnTo>
                </a:path>
                <a:path w="8943340" h="3994785">
                  <a:moveTo>
                    <a:pt x="5856559" y="424311"/>
                  </a:moveTo>
                  <a:lnTo>
                    <a:pt x="5852836" y="424311"/>
                  </a:lnTo>
                </a:path>
                <a:path w="8943340" h="3994785">
                  <a:moveTo>
                    <a:pt x="5846554" y="424319"/>
                  </a:moveTo>
                  <a:lnTo>
                    <a:pt x="5844692" y="424319"/>
                  </a:lnTo>
                  <a:lnTo>
                    <a:pt x="5832825" y="424326"/>
                  </a:lnTo>
                </a:path>
                <a:path w="8943340" h="3994785">
                  <a:moveTo>
                    <a:pt x="5788072" y="424326"/>
                  </a:moveTo>
                  <a:lnTo>
                    <a:pt x="5786366" y="424319"/>
                  </a:lnTo>
                </a:path>
                <a:path w="8943340" h="3994785">
                  <a:moveTo>
                    <a:pt x="5859196" y="424319"/>
                  </a:moveTo>
                  <a:lnTo>
                    <a:pt x="5856559" y="424311"/>
                  </a:lnTo>
                </a:path>
                <a:path w="8943340" h="3994785">
                  <a:moveTo>
                    <a:pt x="5773258" y="424319"/>
                  </a:moveTo>
                  <a:lnTo>
                    <a:pt x="5771551" y="424326"/>
                  </a:lnTo>
                  <a:lnTo>
                    <a:pt x="5724161" y="424326"/>
                  </a:lnTo>
                </a:path>
                <a:path w="8943340" h="3994785">
                  <a:moveTo>
                    <a:pt x="5832825" y="424326"/>
                  </a:moveTo>
                  <a:lnTo>
                    <a:pt x="5788072" y="424326"/>
                  </a:lnTo>
                </a:path>
                <a:path w="8943340" h="3994785">
                  <a:moveTo>
                    <a:pt x="5849191" y="424311"/>
                  </a:moveTo>
                  <a:lnTo>
                    <a:pt x="5852836" y="424311"/>
                  </a:lnTo>
                </a:path>
                <a:path w="8943340" h="3994785">
                  <a:moveTo>
                    <a:pt x="5786366" y="424319"/>
                  </a:moveTo>
                  <a:lnTo>
                    <a:pt x="5773258" y="424319"/>
                  </a:lnTo>
                </a:path>
                <a:path w="8943340" h="3994785">
                  <a:moveTo>
                    <a:pt x="5846554" y="424319"/>
                  </a:moveTo>
                  <a:lnTo>
                    <a:pt x="5849191" y="424311"/>
                  </a:lnTo>
                </a:path>
                <a:path w="8943340" h="3994785">
                  <a:moveTo>
                    <a:pt x="5724161" y="424326"/>
                  </a:moveTo>
                  <a:lnTo>
                    <a:pt x="5722454" y="424319"/>
                  </a:lnTo>
                </a:path>
                <a:path w="8943340" h="3994785">
                  <a:moveTo>
                    <a:pt x="6269345" y="2652515"/>
                  </a:moveTo>
                  <a:lnTo>
                    <a:pt x="6271672" y="2652515"/>
                  </a:lnTo>
                  <a:lnTo>
                    <a:pt x="6274076" y="2652515"/>
                  </a:lnTo>
                </a:path>
                <a:path w="8943340" h="3994785">
                  <a:moveTo>
                    <a:pt x="6062254" y="2652515"/>
                  </a:moveTo>
                  <a:lnTo>
                    <a:pt x="6064659" y="2652515"/>
                  </a:lnTo>
                </a:path>
                <a:path w="8943340" h="3994785">
                  <a:moveTo>
                    <a:pt x="5852836" y="2652515"/>
                  </a:moveTo>
                  <a:lnTo>
                    <a:pt x="5855241" y="2652515"/>
                  </a:lnTo>
                </a:path>
                <a:path w="8943340" h="3994785">
                  <a:moveTo>
                    <a:pt x="6059927" y="2652515"/>
                  </a:moveTo>
                  <a:lnTo>
                    <a:pt x="6062254" y="2652515"/>
                  </a:lnTo>
                </a:path>
                <a:path w="8943340" h="3994785">
                  <a:moveTo>
                    <a:pt x="5850510" y="2652515"/>
                  </a:moveTo>
                  <a:lnTo>
                    <a:pt x="5852836" y="2652515"/>
                  </a:lnTo>
                </a:path>
                <a:path w="8943340" h="3994785">
                  <a:moveTo>
                    <a:pt x="5018035" y="424319"/>
                  </a:moveTo>
                  <a:lnTo>
                    <a:pt x="5019897" y="424319"/>
                  </a:lnTo>
                </a:path>
                <a:path w="8943340" h="3994785">
                  <a:moveTo>
                    <a:pt x="5214733" y="424319"/>
                  </a:moveTo>
                  <a:lnTo>
                    <a:pt x="5212871" y="424319"/>
                  </a:lnTo>
                </a:path>
                <a:path w="8943340" h="3994785">
                  <a:moveTo>
                    <a:pt x="5424151" y="424319"/>
                  </a:moveTo>
                  <a:lnTo>
                    <a:pt x="5422289" y="424319"/>
                  </a:lnTo>
                </a:path>
                <a:path w="8943340" h="3994785">
                  <a:moveTo>
                    <a:pt x="5139808" y="2652531"/>
                  </a:moveTo>
                  <a:lnTo>
                    <a:pt x="5092417" y="2652531"/>
                  </a:lnTo>
                </a:path>
                <a:path w="8943340" h="3994785">
                  <a:moveTo>
                    <a:pt x="5139808" y="424326"/>
                  </a:moveTo>
                  <a:lnTo>
                    <a:pt x="5092417" y="424326"/>
                  </a:lnTo>
                </a:path>
                <a:path w="8943340" h="3994785">
                  <a:moveTo>
                    <a:pt x="5154545" y="424326"/>
                  </a:moveTo>
                  <a:lnTo>
                    <a:pt x="5141514" y="424326"/>
                  </a:lnTo>
                </a:path>
                <a:path w="8943340" h="3994785">
                  <a:moveTo>
                    <a:pt x="5227453" y="424319"/>
                  </a:moveTo>
                  <a:lnTo>
                    <a:pt x="5229315" y="424319"/>
                  </a:lnTo>
                </a:path>
                <a:path w="8943340" h="3994785">
                  <a:moveTo>
                    <a:pt x="5285314" y="424326"/>
                  </a:moveTo>
                  <a:lnTo>
                    <a:pt x="5287021" y="424326"/>
                  </a:lnTo>
                </a:path>
                <a:path w="8943340" h="3994785">
                  <a:moveTo>
                    <a:pt x="5300129" y="424326"/>
                  </a:moveTo>
                  <a:lnTo>
                    <a:pt x="5287021" y="424326"/>
                  </a:lnTo>
                </a:path>
                <a:path w="8943340" h="3994785">
                  <a:moveTo>
                    <a:pt x="5363962" y="424326"/>
                  </a:moveTo>
                  <a:lnTo>
                    <a:pt x="5350932" y="424326"/>
                  </a:lnTo>
                </a:path>
                <a:path w="8943340" h="3994785">
                  <a:moveTo>
                    <a:pt x="5410422" y="2652531"/>
                  </a:moveTo>
                  <a:lnTo>
                    <a:pt x="5365746" y="2652531"/>
                  </a:lnTo>
                </a:path>
                <a:path w="8943340" h="3994785">
                  <a:moveTo>
                    <a:pt x="5410422" y="424326"/>
                  </a:moveTo>
                  <a:lnTo>
                    <a:pt x="5365746" y="424326"/>
                  </a:lnTo>
                </a:path>
                <a:path w="8943340" h="3994785">
                  <a:moveTo>
                    <a:pt x="5410422" y="424326"/>
                  </a:moveTo>
                  <a:lnTo>
                    <a:pt x="5422289" y="424319"/>
                  </a:lnTo>
                </a:path>
                <a:path w="8943340" h="3994785">
                  <a:moveTo>
                    <a:pt x="5090711" y="424326"/>
                  </a:moveTo>
                  <a:lnTo>
                    <a:pt x="5077603" y="424326"/>
                  </a:lnTo>
                </a:path>
                <a:path w="8943340" h="3994785">
                  <a:moveTo>
                    <a:pt x="5031841" y="424326"/>
                  </a:moveTo>
                  <a:lnTo>
                    <a:pt x="5019897" y="424319"/>
                  </a:lnTo>
                </a:path>
                <a:path w="8943340" h="3994785">
                  <a:moveTo>
                    <a:pt x="5092417" y="424326"/>
                  </a:moveTo>
                  <a:lnTo>
                    <a:pt x="5090711" y="424326"/>
                  </a:lnTo>
                </a:path>
                <a:path w="8943340" h="3994785">
                  <a:moveTo>
                    <a:pt x="5156329" y="424326"/>
                  </a:moveTo>
                  <a:lnTo>
                    <a:pt x="5154545" y="424326"/>
                  </a:lnTo>
                </a:path>
                <a:path w="8943340" h="3994785">
                  <a:moveTo>
                    <a:pt x="5201004" y="2652531"/>
                  </a:moveTo>
                  <a:lnTo>
                    <a:pt x="5156329" y="2652531"/>
                  </a:lnTo>
                </a:path>
                <a:path w="8943340" h="3994785">
                  <a:moveTo>
                    <a:pt x="5201004" y="424326"/>
                  </a:moveTo>
                  <a:lnTo>
                    <a:pt x="5156329" y="424326"/>
                  </a:lnTo>
                </a:path>
                <a:path w="8943340" h="3994785">
                  <a:moveTo>
                    <a:pt x="5214733" y="424319"/>
                  </a:moveTo>
                  <a:lnTo>
                    <a:pt x="5217448" y="424311"/>
                  </a:lnTo>
                </a:path>
                <a:path w="8943340" h="3994785">
                  <a:moveTo>
                    <a:pt x="5227453" y="424319"/>
                  </a:moveTo>
                  <a:lnTo>
                    <a:pt x="5224738" y="424311"/>
                  </a:lnTo>
                </a:path>
                <a:path w="8943340" h="3994785">
                  <a:moveTo>
                    <a:pt x="5243819" y="2652546"/>
                  </a:moveTo>
                  <a:lnTo>
                    <a:pt x="5241259" y="2652531"/>
                  </a:lnTo>
                </a:path>
                <a:path w="8943340" h="3994785">
                  <a:moveTo>
                    <a:pt x="5285314" y="424326"/>
                  </a:moveTo>
                  <a:lnTo>
                    <a:pt x="5241259" y="424326"/>
                  </a:lnTo>
                </a:path>
                <a:path w="8943340" h="3994785">
                  <a:moveTo>
                    <a:pt x="5349226" y="2652531"/>
                  </a:moveTo>
                  <a:lnTo>
                    <a:pt x="5336893" y="2652546"/>
                  </a:lnTo>
                </a:path>
                <a:path w="8943340" h="3994785">
                  <a:moveTo>
                    <a:pt x="5349226" y="424326"/>
                  </a:moveTo>
                  <a:lnTo>
                    <a:pt x="5301835" y="424326"/>
                  </a:lnTo>
                </a:path>
                <a:path w="8943340" h="3994785">
                  <a:moveTo>
                    <a:pt x="5426865" y="424311"/>
                  </a:moveTo>
                  <a:lnTo>
                    <a:pt x="5430511" y="424311"/>
                  </a:lnTo>
                </a:path>
                <a:path w="8943340" h="3994785">
                  <a:moveTo>
                    <a:pt x="5434156" y="424311"/>
                  </a:moveTo>
                  <a:lnTo>
                    <a:pt x="5430511" y="424311"/>
                  </a:lnTo>
                </a:path>
                <a:path w="8943340" h="3994785">
                  <a:moveTo>
                    <a:pt x="5424151" y="424319"/>
                  </a:moveTo>
                  <a:lnTo>
                    <a:pt x="5426865" y="424311"/>
                  </a:lnTo>
                </a:path>
                <a:path w="8943340" h="3994785">
                  <a:moveTo>
                    <a:pt x="5436871" y="424319"/>
                  </a:moveTo>
                  <a:lnTo>
                    <a:pt x="5434156" y="424311"/>
                  </a:lnTo>
                </a:path>
                <a:path w="8943340" h="3994785">
                  <a:moveTo>
                    <a:pt x="5224738" y="424311"/>
                  </a:moveTo>
                  <a:lnTo>
                    <a:pt x="5221093" y="424311"/>
                  </a:lnTo>
                </a:path>
                <a:path w="8943340" h="3994785">
                  <a:moveTo>
                    <a:pt x="5436871" y="424319"/>
                  </a:moveTo>
                  <a:lnTo>
                    <a:pt x="5438732" y="424319"/>
                  </a:lnTo>
                </a:path>
                <a:path w="8943340" h="3994785">
                  <a:moveTo>
                    <a:pt x="5301835" y="424326"/>
                  </a:moveTo>
                  <a:lnTo>
                    <a:pt x="5300129" y="424326"/>
                  </a:lnTo>
                </a:path>
                <a:path w="8943340" h="3994785">
                  <a:moveTo>
                    <a:pt x="5075897" y="2652531"/>
                  </a:moveTo>
                  <a:lnTo>
                    <a:pt x="5031841" y="2652531"/>
                  </a:lnTo>
                </a:path>
                <a:path w="8943340" h="3994785">
                  <a:moveTo>
                    <a:pt x="5075897" y="424326"/>
                  </a:moveTo>
                  <a:lnTo>
                    <a:pt x="5031841" y="424326"/>
                  </a:lnTo>
                </a:path>
                <a:path w="8943340" h="3994785">
                  <a:moveTo>
                    <a:pt x="5217448" y="424311"/>
                  </a:moveTo>
                  <a:lnTo>
                    <a:pt x="5221093" y="424311"/>
                  </a:lnTo>
                </a:path>
                <a:path w="8943340" h="3994785">
                  <a:moveTo>
                    <a:pt x="5201004" y="424326"/>
                  </a:moveTo>
                  <a:lnTo>
                    <a:pt x="5212871" y="424319"/>
                  </a:lnTo>
                </a:path>
                <a:path w="8943340" h="3994785">
                  <a:moveTo>
                    <a:pt x="5075897" y="424326"/>
                  </a:moveTo>
                  <a:lnTo>
                    <a:pt x="5077603" y="424326"/>
                  </a:lnTo>
                </a:path>
                <a:path w="8943340" h="3994785">
                  <a:moveTo>
                    <a:pt x="5139808" y="424326"/>
                  </a:moveTo>
                  <a:lnTo>
                    <a:pt x="5141514" y="424326"/>
                  </a:lnTo>
                </a:path>
                <a:path w="8943340" h="3994785">
                  <a:moveTo>
                    <a:pt x="5241259" y="424326"/>
                  </a:moveTo>
                  <a:lnTo>
                    <a:pt x="5229315" y="424319"/>
                  </a:lnTo>
                </a:path>
                <a:path w="8943340" h="3994785">
                  <a:moveTo>
                    <a:pt x="5349226" y="424326"/>
                  </a:moveTo>
                  <a:lnTo>
                    <a:pt x="5350932" y="424326"/>
                  </a:lnTo>
                </a:path>
                <a:path w="8943340" h="3994785">
                  <a:moveTo>
                    <a:pt x="5365746" y="424326"/>
                  </a:moveTo>
                  <a:lnTo>
                    <a:pt x="5363962" y="424326"/>
                  </a:lnTo>
                </a:path>
                <a:path w="8943340" h="3994785">
                  <a:moveTo>
                    <a:pt x="5558643" y="424326"/>
                  </a:moveTo>
                  <a:lnTo>
                    <a:pt x="5560350" y="424319"/>
                  </a:lnTo>
                </a:path>
                <a:path w="8943340" h="3994785">
                  <a:moveTo>
                    <a:pt x="5573380" y="424319"/>
                  </a:moveTo>
                  <a:lnTo>
                    <a:pt x="5560350" y="424319"/>
                  </a:lnTo>
                </a:path>
                <a:path w="8943340" h="3994785">
                  <a:moveTo>
                    <a:pt x="5494732" y="424326"/>
                  </a:moveTo>
                  <a:lnTo>
                    <a:pt x="5496438" y="424319"/>
                  </a:lnTo>
                </a:path>
                <a:path w="8943340" h="3994785">
                  <a:moveTo>
                    <a:pt x="5509546" y="424319"/>
                  </a:moveTo>
                  <a:lnTo>
                    <a:pt x="5496438" y="424319"/>
                  </a:lnTo>
                </a:path>
                <a:path w="8943340" h="3994785">
                  <a:moveTo>
                    <a:pt x="5619840" y="2652531"/>
                  </a:moveTo>
                  <a:lnTo>
                    <a:pt x="5575164" y="2652531"/>
                  </a:lnTo>
                </a:path>
                <a:path w="8943340" h="3994785">
                  <a:moveTo>
                    <a:pt x="5619840" y="424326"/>
                  </a:moveTo>
                  <a:lnTo>
                    <a:pt x="5575164" y="424326"/>
                  </a:lnTo>
                </a:path>
                <a:path w="8943340" h="3994785">
                  <a:moveTo>
                    <a:pt x="5635818" y="424311"/>
                  </a:moveTo>
                  <a:lnTo>
                    <a:pt x="5633956" y="424311"/>
                  </a:lnTo>
                </a:path>
                <a:path w="8943340" h="3994785">
                  <a:moveTo>
                    <a:pt x="5635818" y="424311"/>
                  </a:moveTo>
                  <a:lnTo>
                    <a:pt x="5638532" y="424311"/>
                  </a:lnTo>
                </a:path>
                <a:path w="8943340" h="3994785">
                  <a:moveTo>
                    <a:pt x="5558643" y="2652531"/>
                  </a:moveTo>
                  <a:lnTo>
                    <a:pt x="5511253" y="2652531"/>
                  </a:lnTo>
                </a:path>
                <a:path w="8943340" h="3994785">
                  <a:moveTo>
                    <a:pt x="5575164" y="424326"/>
                  </a:moveTo>
                  <a:lnTo>
                    <a:pt x="5573380" y="424319"/>
                  </a:lnTo>
                </a:path>
                <a:path w="8943340" h="3994785">
                  <a:moveTo>
                    <a:pt x="5638532" y="424311"/>
                  </a:moveTo>
                  <a:lnTo>
                    <a:pt x="5648383" y="424311"/>
                  </a:lnTo>
                </a:path>
                <a:path w="8943340" h="3994785">
                  <a:moveTo>
                    <a:pt x="5511253" y="424326"/>
                  </a:moveTo>
                  <a:lnTo>
                    <a:pt x="5509546" y="424319"/>
                  </a:lnTo>
                </a:path>
                <a:path w="8943340" h="3994785">
                  <a:moveTo>
                    <a:pt x="5450677" y="424326"/>
                  </a:moveTo>
                  <a:lnTo>
                    <a:pt x="5438732" y="424319"/>
                  </a:lnTo>
                </a:path>
                <a:path w="8943340" h="3994785">
                  <a:moveTo>
                    <a:pt x="5494732" y="2652531"/>
                  </a:moveTo>
                  <a:lnTo>
                    <a:pt x="5450677" y="2652531"/>
                  </a:lnTo>
                </a:path>
                <a:path w="8943340" h="3994785">
                  <a:moveTo>
                    <a:pt x="5494732" y="424326"/>
                  </a:moveTo>
                  <a:lnTo>
                    <a:pt x="5450677" y="424326"/>
                  </a:lnTo>
                </a:path>
                <a:path w="8943340" h="3994785">
                  <a:moveTo>
                    <a:pt x="5670255" y="2652523"/>
                  </a:moveTo>
                  <a:lnTo>
                    <a:pt x="5664826" y="2652523"/>
                  </a:lnTo>
                </a:path>
                <a:path w="8943340" h="3994785">
                  <a:moveTo>
                    <a:pt x="4930390" y="2652531"/>
                  </a:moveTo>
                  <a:lnTo>
                    <a:pt x="4883000" y="2652531"/>
                  </a:lnTo>
                </a:path>
                <a:path w="8943340" h="3994785">
                  <a:moveTo>
                    <a:pt x="4991587" y="2652531"/>
                  </a:moveTo>
                  <a:lnTo>
                    <a:pt x="4946911" y="2652531"/>
                  </a:lnTo>
                </a:path>
                <a:path w="8943340" h="3994785">
                  <a:moveTo>
                    <a:pt x="5670255" y="2652523"/>
                  </a:moveTo>
                  <a:lnTo>
                    <a:pt x="5670255" y="424326"/>
                  </a:lnTo>
                </a:path>
                <a:path w="8943340" h="3994785">
                  <a:moveTo>
                    <a:pt x="5651020" y="424311"/>
                  </a:moveTo>
                  <a:lnTo>
                    <a:pt x="5652881" y="424311"/>
                  </a:lnTo>
                </a:path>
                <a:path w="8943340" h="3994785">
                  <a:moveTo>
                    <a:pt x="5651020" y="424311"/>
                  </a:moveTo>
                  <a:lnTo>
                    <a:pt x="5648383" y="424311"/>
                  </a:lnTo>
                </a:path>
                <a:path w="8943340" h="3994785">
                  <a:moveTo>
                    <a:pt x="5670255" y="424326"/>
                  </a:moveTo>
                  <a:lnTo>
                    <a:pt x="5664826" y="424319"/>
                  </a:lnTo>
                  <a:lnTo>
                    <a:pt x="5652881" y="424311"/>
                  </a:lnTo>
                </a:path>
                <a:path w="8943340" h="3994785">
                  <a:moveTo>
                    <a:pt x="4881293" y="424326"/>
                  </a:moveTo>
                  <a:lnTo>
                    <a:pt x="4868185" y="424326"/>
                  </a:lnTo>
                  <a:lnTo>
                    <a:pt x="4866479" y="424326"/>
                  </a:lnTo>
                  <a:lnTo>
                    <a:pt x="4829094" y="424326"/>
                  </a:lnTo>
                </a:path>
                <a:path w="8943340" h="3994785">
                  <a:moveTo>
                    <a:pt x="5015321" y="424311"/>
                  </a:moveTo>
                  <a:lnTo>
                    <a:pt x="5011675" y="424311"/>
                  </a:lnTo>
                </a:path>
                <a:path w="8943340" h="3994785">
                  <a:moveTo>
                    <a:pt x="5005315" y="424319"/>
                  </a:moveTo>
                  <a:lnTo>
                    <a:pt x="5003454" y="424319"/>
                  </a:lnTo>
                  <a:lnTo>
                    <a:pt x="4991587" y="424326"/>
                  </a:lnTo>
                </a:path>
                <a:path w="8943340" h="3994785">
                  <a:moveTo>
                    <a:pt x="4946911" y="424326"/>
                  </a:moveTo>
                  <a:lnTo>
                    <a:pt x="4945127" y="424326"/>
                  </a:lnTo>
                </a:path>
                <a:path w="8943340" h="3994785">
                  <a:moveTo>
                    <a:pt x="5018035" y="424319"/>
                  </a:moveTo>
                  <a:lnTo>
                    <a:pt x="5015321" y="424311"/>
                  </a:lnTo>
                </a:path>
                <a:path w="8943340" h="3994785">
                  <a:moveTo>
                    <a:pt x="4932097" y="424326"/>
                  </a:moveTo>
                  <a:lnTo>
                    <a:pt x="4930390" y="424326"/>
                  </a:lnTo>
                  <a:lnTo>
                    <a:pt x="4883000" y="424326"/>
                  </a:lnTo>
                </a:path>
                <a:path w="8943340" h="3994785">
                  <a:moveTo>
                    <a:pt x="4991587" y="424326"/>
                  </a:moveTo>
                  <a:lnTo>
                    <a:pt x="4946911" y="424326"/>
                  </a:lnTo>
                </a:path>
                <a:path w="8943340" h="3994785">
                  <a:moveTo>
                    <a:pt x="5008030" y="424311"/>
                  </a:moveTo>
                  <a:lnTo>
                    <a:pt x="5011675" y="424311"/>
                  </a:lnTo>
                </a:path>
                <a:path w="8943340" h="3994785">
                  <a:moveTo>
                    <a:pt x="4945127" y="424326"/>
                  </a:moveTo>
                  <a:lnTo>
                    <a:pt x="4932097" y="424326"/>
                  </a:lnTo>
                </a:path>
                <a:path w="8943340" h="3994785">
                  <a:moveTo>
                    <a:pt x="5005315" y="424319"/>
                  </a:moveTo>
                  <a:lnTo>
                    <a:pt x="5008030" y="424311"/>
                  </a:lnTo>
                </a:path>
                <a:path w="8943340" h="3994785">
                  <a:moveTo>
                    <a:pt x="4883000" y="424326"/>
                  </a:moveTo>
                  <a:lnTo>
                    <a:pt x="4881293" y="424326"/>
                  </a:lnTo>
                </a:path>
                <a:path w="8943340" h="3994785">
                  <a:moveTo>
                    <a:pt x="5428106" y="2652523"/>
                  </a:moveTo>
                  <a:lnTo>
                    <a:pt x="5430511" y="2652515"/>
                  </a:lnTo>
                  <a:lnTo>
                    <a:pt x="5432915" y="2652523"/>
                  </a:lnTo>
                </a:path>
                <a:path w="8943340" h="3994785">
                  <a:moveTo>
                    <a:pt x="5221093" y="2652515"/>
                  </a:moveTo>
                  <a:lnTo>
                    <a:pt x="5223497" y="2652523"/>
                  </a:lnTo>
                </a:path>
                <a:path w="8943340" h="3994785">
                  <a:moveTo>
                    <a:pt x="5011675" y="2652515"/>
                  </a:moveTo>
                  <a:lnTo>
                    <a:pt x="5014080" y="2652523"/>
                  </a:lnTo>
                </a:path>
                <a:path w="8943340" h="3994785">
                  <a:moveTo>
                    <a:pt x="5218689" y="2652523"/>
                  </a:moveTo>
                  <a:lnTo>
                    <a:pt x="5221093" y="2652515"/>
                  </a:lnTo>
                </a:path>
                <a:path w="8943340" h="3994785">
                  <a:moveTo>
                    <a:pt x="5009271" y="2652523"/>
                  </a:moveTo>
                  <a:lnTo>
                    <a:pt x="5011675" y="2652515"/>
                  </a:lnTo>
                </a:path>
                <a:path w="8943340" h="3994785">
                  <a:moveTo>
                    <a:pt x="4176797" y="424319"/>
                  </a:moveTo>
                  <a:lnTo>
                    <a:pt x="4178658" y="424319"/>
                  </a:lnTo>
                </a:path>
                <a:path w="8943340" h="3994785">
                  <a:moveTo>
                    <a:pt x="4373572" y="424319"/>
                  </a:moveTo>
                  <a:lnTo>
                    <a:pt x="4371710" y="424319"/>
                  </a:lnTo>
                </a:path>
                <a:path w="8943340" h="3994785">
                  <a:moveTo>
                    <a:pt x="4582990" y="424319"/>
                  </a:moveTo>
                  <a:lnTo>
                    <a:pt x="4581128" y="424319"/>
                  </a:lnTo>
                </a:path>
                <a:path w="8943340" h="3994785">
                  <a:moveTo>
                    <a:pt x="4298569" y="2652531"/>
                  </a:moveTo>
                  <a:lnTo>
                    <a:pt x="4251256" y="2652531"/>
                  </a:lnTo>
                </a:path>
                <a:path w="8943340" h="3994785">
                  <a:moveTo>
                    <a:pt x="4298569" y="424326"/>
                  </a:moveTo>
                  <a:lnTo>
                    <a:pt x="4251256" y="424326"/>
                  </a:lnTo>
                </a:path>
                <a:path w="8943340" h="3994785">
                  <a:moveTo>
                    <a:pt x="4313384" y="424326"/>
                  </a:moveTo>
                  <a:lnTo>
                    <a:pt x="4300276" y="424326"/>
                  </a:lnTo>
                </a:path>
                <a:path w="8943340" h="3994785">
                  <a:moveTo>
                    <a:pt x="4386214" y="424319"/>
                  </a:moveTo>
                  <a:lnTo>
                    <a:pt x="4388076" y="424319"/>
                  </a:lnTo>
                </a:path>
                <a:path w="8943340" h="3994785">
                  <a:moveTo>
                    <a:pt x="4444153" y="424326"/>
                  </a:moveTo>
                  <a:lnTo>
                    <a:pt x="4445860" y="424326"/>
                  </a:lnTo>
                </a:path>
                <a:path w="8943340" h="3994785">
                  <a:moveTo>
                    <a:pt x="4458968" y="424326"/>
                  </a:moveTo>
                  <a:lnTo>
                    <a:pt x="4445860" y="424326"/>
                  </a:lnTo>
                </a:path>
                <a:path w="8943340" h="3994785">
                  <a:moveTo>
                    <a:pt x="4522801" y="424326"/>
                  </a:moveTo>
                  <a:lnTo>
                    <a:pt x="4509693" y="424326"/>
                  </a:lnTo>
                </a:path>
                <a:path w="8943340" h="3994785">
                  <a:moveTo>
                    <a:pt x="4569261" y="2652531"/>
                  </a:moveTo>
                  <a:lnTo>
                    <a:pt x="4524508" y="2652531"/>
                  </a:lnTo>
                </a:path>
                <a:path w="8943340" h="3994785">
                  <a:moveTo>
                    <a:pt x="4569261" y="424326"/>
                  </a:moveTo>
                  <a:lnTo>
                    <a:pt x="4524508" y="424326"/>
                  </a:lnTo>
                </a:path>
                <a:path w="8943340" h="3994785">
                  <a:moveTo>
                    <a:pt x="4569261" y="424326"/>
                  </a:moveTo>
                  <a:lnTo>
                    <a:pt x="4581128" y="424319"/>
                  </a:lnTo>
                </a:path>
                <a:path w="8943340" h="3994785">
                  <a:moveTo>
                    <a:pt x="4249550" y="424326"/>
                  </a:moveTo>
                  <a:lnTo>
                    <a:pt x="4236442" y="424326"/>
                  </a:lnTo>
                </a:path>
                <a:path w="8943340" h="3994785">
                  <a:moveTo>
                    <a:pt x="4190603" y="424326"/>
                  </a:moveTo>
                  <a:lnTo>
                    <a:pt x="4178658" y="424319"/>
                  </a:lnTo>
                </a:path>
                <a:path w="8943340" h="3994785">
                  <a:moveTo>
                    <a:pt x="4251256" y="424326"/>
                  </a:moveTo>
                  <a:lnTo>
                    <a:pt x="4249550" y="424326"/>
                  </a:lnTo>
                </a:path>
                <a:path w="8943340" h="3994785">
                  <a:moveTo>
                    <a:pt x="4315090" y="424326"/>
                  </a:moveTo>
                  <a:lnTo>
                    <a:pt x="4313384" y="424326"/>
                  </a:lnTo>
                </a:path>
                <a:path w="8943340" h="3994785">
                  <a:moveTo>
                    <a:pt x="4359843" y="2652531"/>
                  </a:moveTo>
                  <a:lnTo>
                    <a:pt x="4315090" y="2652531"/>
                  </a:lnTo>
                </a:path>
                <a:path w="8943340" h="3994785">
                  <a:moveTo>
                    <a:pt x="4359843" y="424326"/>
                  </a:moveTo>
                  <a:lnTo>
                    <a:pt x="4315090" y="424326"/>
                  </a:lnTo>
                </a:path>
                <a:path w="8943340" h="3994785">
                  <a:moveTo>
                    <a:pt x="4373572" y="424319"/>
                  </a:moveTo>
                  <a:lnTo>
                    <a:pt x="4376209" y="424319"/>
                  </a:lnTo>
                </a:path>
                <a:path w="8943340" h="3994785">
                  <a:moveTo>
                    <a:pt x="4386214" y="424319"/>
                  </a:moveTo>
                  <a:lnTo>
                    <a:pt x="4383577" y="424319"/>
                  </a:lnTo>
                </a:path>
                <a:path w="8943340" h="3994785">
                  <a:moveTo>
                    <a:pt x="4444153" y="2652531"/>
                  </a:moveTo>
                  <a:lnTo>
                    <a:pt x="4400020" y="2652531"/>
                  </a:lnTo>
                </a:path>
                <a:path w="8943340" h="3994785">
                  <a:moveTo>
                    <a:pt x="4444153" y="424326"/>
                  </a:moveTo>
                  <a:lnTo>
                    <a:pt x="4400020" y="424326"/>
                  </a:lnTo>
                </a:path>
                <a:path w="8943340" h="3994785">
                  <a:moveTo>
                    <a:pt x="4507987" y="2652531"/>
                  </a:moveTo>
                  <a:lnTo>
                    <a:pt x="4460674" y="2652531"/>
                  </a:lnTo>
                </a:path>
                <a:path w="8943340" h="3994785">
                  <a:moveTo>
                    <a:pt x="4507987" y="424326"/>
                  </a:moveTo>
                  <a:lnTo>
                    <a:pt x="4460674" y="424326"/>
                  </a:lnTo>
                </a:path>
                <a:path w="8943340" h="3994785">
                  <a:moveTo>
                    <a:pt x="4585627" y="424319"/>
                  </a:moveTo>
                  <a:lnTo>
                    <a:pt x="4589350" y="424319"/>
                  </a:lnTo>
                </a:path>
                <a:path w="8943340" h="3994785">
                  <a:moveTo>
                    <a:pt x="4592995" y="424319"/>
                  </a:moveTo>
                  <a:lnTo>
                    <a:pt x="4589350" y="424319"/>
                  </a:lnTo>
                </a:path>
                <a:path w="8943340" h="3994785">
                  <a:moveTo>
                    <a:pt x="4582990" y="424319"/>
                  </a:moveTo>
                  <a:lnTo>
                    <a:pt x="4585627" y="424319"/>
                  </a:lnTo>
                </a:path>
                <a:path w="8943340" h="3994785">
                  <a:moveTo>
                    <a:pt x="4595632" y="424319"/>
                  </a:moveTo>
                  <a:lnTo>
                    <a:pt x="4592995" y="424319"/>
                  </a:lnTo>
                </a:path>
                <a:path w="8943340" h="3994785">
                  <a:moveTo>
                    <a:pt x="4383577" y="424319"/>
                  </a:moveTo>
                  <a:lnTo>
                    <a:pt x="4379932" y="424319"/>
                  </a:lnTo>
                </a:path>
                <a:path w="8943340" h="3994785">
                  <a:moveTo>
                    <a:pt x="4595632" y="424319"/>
                  </a:moveTo>
                  <a:lnTo>
                    <a:pt x="4597494" y="424319"/>
                  </a:lnTo>
                </a:path>
                <a:path w="8943340" h="3994785">
                  <a:moveTo>
                    <a:pt x="4460674" y="424326"/>
                  </a:moveTo>
                  <a:lnTo>
                    <a:pt x="4458968" y="424326"/>
                  </a:lnTo>
                </a:path>
                <a:path w="8943340" h="3994785">
                  <a:moveTo>
                    <a:pt x="4234736" y="2652531"/>
                  </a:moveTo>
                  <a:lnTo>
                    <a:pt x="4190603" y="2652531"/>
                  </a:lnTo>
                </a:path>
                <a:path w="8943340" h="3994785">
                  <a:moveTo>
                    <a:pt x="4234736" y="424326"/>
                  </a:moveTo>
                  <a:lnTo>
                    <a:pt x="4190603" y="424326"/>
                  </a:lnTo>
                </a:path>
                <a:path w="8943340" h="3994785">
                  <a:moveTo>
                    <a:pt x="4376209" y="424319"/>
                  </a:moveTo>
                  <a:lnTo>
                    <a:pt x="4379932" y="424319"/>
                  </a:lnTo>
                </a:path>
                <a:path w="8943340" h="3994785">
                  <a:moveTo>
                    <a:pt x="4359843" y="424326"/>
                  </a:moveTo>
                  <a:lnTo>
                    <a:pt x="4371710" y="424319"/>
                  </a:lnTo>
                </a:path>
                <a:path w="8943340" h="3994785">
                  <a:moveTo>
                    <a:pt x="4234736" y="424326"/>
                  </a:moveTo>
                  <a:lnTo>
                    <a:pt x="4236442" y="424326"/>
                  </a:lnTo>
                </a:path>
                <a:path w="8943340" h="3994785">
                  <a:moveTo>
                    <a:pt x="4298569" y="424326"/>
                  </a:moveTo>
                  <a:lnTo>
                    <a:pt x="4300276" y="424326"/>
                  </a:lnTo>
                </a:path>
                <a:path w="8943340" h="3994785">
                  <a:moveTo>
                    <a:pt x="4400020" y="424326"/>
                  </a:moveTo>
                  <a:lnTo>
                    <a:pt x="4388076" y="424319"/>
                  </a:lnTo>
                </a:path>
                <a:path w="8943340" h="3994785">
                  <a:moveTo>
                    <a:pt x="4507987" y="424326"/>
                  </a:moveTo>
                  <a:lnTo>
                    <a:pt x="4509693" y="424326"/>
                  </a:lnTo>
                </a:path>
                <a:path w="8943340" h="3994785">
                  <a:moveTo>
                    <a:pt x="4524508" y="424326"/>
                  </a:moveTo>
                  <a:lnTo>
                    <a:pt x="4522801" y="424326"/>
                  </a:lnTo>
                </a:path>
                <a:path w="8943340" h="3994785">
                  <a:moveTo>
                    <a:pt x="4717405" y="424326"/>
                  </a:moveTo>
                  <a:lnTo>
                    <a:pt x="4719111" y="424326"/>
                  </a:lnTo>
                </a:path>
                <a:path w="8943340" h="3994785">
                  <a:moveTo>
                    <a:pt x="4732219" y="424326"/>
                  </a:moveTo>
                  <a:lnTo>
                    <a:pt x="4719111" y="424326"/>
                  </a:lnTo>
                </a:path>
                <a:path w="8943340" h="3994785">
                  <a:moveTo>
                    <a:pt x="4653571" y="424326"/>
                  </a:moveTo>
                  <a:lnTo>
                    <a:pt x="4655277" y="424326"/>
                  </a:lnTo>
                </a:path>
                <a:path w="8943340" h="3994785">
                  <a:moveTo>
                    <a:pt x="4668308" y="424326"/>
                  </a:moveTo>
                  <a:lnTo>
                    <a:pt x="4655277" y="424326"/>
                  </a:lnTo>
                </a:path>
                <a:path w="8943340" h="3994785">
                  <a:moveTo>
                    <a:pt x="4778679" y="2652531"/>
                  </a:moveTo>
                  <a:lnTo>
                    <a:pt x="4733925" y="2652531"/>
                  </a:lnTo>
                </a:path>
                <a:path w="8943340" h="3994785">
                  <a:moveTo>
                    <a:pt x="4778679" y="424326"/>
                  </a:moveTo>
                  <a:lnTo>
                    <a:pt x="4733925" y="424326"/>
                  </a:lnTo>
                </a:path>
                <a:path w="8943340" h="3994785">
                  <a:moveTo>
                    <a:pt x="4794657" y="424319"/>
                  </a:moveTo>
                  <a:lnTo>
                    <a:pt x="4792795" y="424319"/>
                  </a:lnTo>
                </a:path>
                <a:path w="8943340" h="3994785">
                  <a:moveTo>
                    <a:pt x="4794657" y="424319"/>
                  </a:moveTo>
                  <a:lnTo>
                    <a:pt x="4797294" y="424311"/>
                  </a:lnTo>
                </a:path>
                <a:path w="8943340" h="3994785">
                  <a:moveTo>
                    <a:pt x="4717405" y="2652531"/>
                  </a:moveTo>
                  <a:lnTo>
                    <a:pt x="4670092" y="2652531"/>
                  </a:lnTo>
                </a:path>
                <a:path w="8943340" h="3994785">
                  <a:moveTo>
                    <a:pt x="4717405" y="424326"/>
                  </a:moveTo>
                  <a:lnTo>
                    <a:pt x="4670092" y="424326"/>
                  </a:lnTo>
                </a:path>
                <a:path w="8943340" h="3994785">
                  <a:moveTo>
                    <a:pt x="4733925" y="424326"/>
                  </a:moveTo>
                  <a:lnTo>
                    <a:pt x="4732219" y="424326"/>
                  </a:lnTo>
                </a:path>
                <a:path w="8943340" h="3994785">
                  <a:moveTo>
                    <a:pt x="4797294" y="424311"/>
                  </a:moveTo>
                  <a:lnTo>
                    <a:pt x="4807144" y="424311"/>
                  </a:lnTo>
                </a:path>
                <a:path w="8943340" h="3994785">
                  <a:moveTo>
                    <a:pt x="4670092" y="424326"/>
                  </a:moveTo>
                  <a:lnTo>
                    <a:pt x="4668308" y="424326"/>
                  </a:lnTo>
                </a:path>
                <a:path w="8943340" h="3994785">
                  <a:moveTo>
                    <a:pt x="4778679" y="424326"/>
                  </a:moveTo>
                  <a:lnTo>
                    <a:pt x="4792795" y="424319"/>
                  </a:lnTo>
                </a:path>
                <a:path w="8943340" h="3994785">
                  <a:moveTo>
                    <a:pt x="4609438" y="424326"/>
                  </a:moveTo>
                  <a:lnTo>
                    <a:pt x="4597494" y="424319"/>
                  </a:lnTo>
                </a:path>
                <a:path w="8943340" h="3994785">
                  <a:moveTo>
                    <a:pt x="4653571" y="2652531"/>
                  </a:moveTo>
                  <a:lnTo>
                    <a:pt x="4609438" y="2652531"/>
                  </a:lnTo>
                </a:path>
                <a:path w="8943340" h="3994785">
                  <a:moveTo>
                    <a:pt x="4653571" y="424326"/>
                  </a:moveTo>
                  <a:lnTo>
                    <a:pt x="4609438" y="424326"/>
                  </a:lnTo>
                </a:path>
                <a:path w="8943340" h="3994785">
                  <a:moveTo>
                    <a:pt x="4829094" y="2652531"/>
                  </a:moveTo>
                  <a:lnTo>
                    <a:pt x="4823665" y="2652531"/>
                  </a:lnTo>
                </a:path>
                <a:path w="8943340" h="3994785">
                  <a:moveTo>
                    <a:pt x="4089152" y="2652531"/>
                  </a:moveTo>
                  <a:lnTo>
                    <a:pt x="4041839" y="2652531"/>
                  </a:lnTo>
                </a:path>
                <a:path w="8943340" h="3994785">
                  <a:moveTo>
                    <a:pt x="4150426" y="2652531"/>
                  </a:moveTo>
                  <a:lnTo>
                    <a:pt x="4105672" y="2652531"/>
                  </a:lnTo>
                </a:path>
                <a:path w="8943340" h="3994785">
                  <a:moveTo>
                    <a:pt x="4829094" y="2652531"/>
                  </a:moveTo>
                  <a:lnTo>
                    <a:pt x="4829094" y="424326"/>
                  </a:lnTo>
                </a:path>
                <a:path w="8943340" h="3994785">
                  <a:moveTo>
                    <a:pt x="4809859" y="424319"/>
                  </a:moveTo>
                  <a:lnTo>
                    <a:pt x="4811720" y="424319"/>
                  </a:lnTo>
                </a:path>
                <a:path w="8943340" h="3994785">
                  <a:moveTo>
                    <a:pt x="4809859" y="424319"/>
                  </a:moveTo>
                  <a:lnTo>
                    <a:pt x="4807144" y="424311"/>
                  </a:lnTo>
                </a:path>
                <a:path w="8943340" h="3994785">
                  <a:moveTo>
                    <a:pt x="4829094" y="424326"/>
                  </a:moveTo>
                  <a:lnTo>
                    <a:pt x="4823665" y="424326"/>
                  </a:lnTo>
                  <a:lnTo>
                    <a:pt x="4811720" y="424319"/>
                  </a:lnTo>
                </a:path>
                <a:path w="8943340" h="3994785">
                  <a:moveTo>
                    <a:pt x="3940775" y="2652546"/>
                  </a:moveTo>
                  <a:lnTo>
                    <a:pt x="3942249" y="2652531"/>
                  </a:lnTo>
                </a:path>
                <a:path w="8943340" h="3994785">
                  <a:moveTo>
                    <a:pt x="4040132" y="424326"/>
                  </a:moveTo>
                  <a:lnTo>
                    <a:pt x="4027024" y="424326"/>
                  </a:lnTo>
                  <a:lnTo>
                    <a:pt x="4025318" y="424326"/>
                  </a:lnTo>
                  <a:lnTo>
                    <a:pt x="3987855" y="424326"/>
                  </a:lnTo>
                </a:path>
                <a:path w="8943340" h="3994785">
                  <a:moveTo>
                    <a:pt x="4174160" y="424319"/>
                  </a:moveTo>
                  <a:lnTo>
                    <a:pt x="4170514" y="424319"/>
                  </a:lnTo>
                </a:path>
                <a:path w="8943340" h="3994785">
                  <a:moveTo>
                    <a:pt x="4164154" y="424319"/>
                  </a:moveTo>
                  <a:lnTo>
                    <a:pt x="4162293" y="424319"/>
                  </a:lnTo>
                  <a:lnTo>
                    <a:pt x="4150426" y="424326"/>
                  </a:lnTo>
                </a:path>
                <a:path w="8943340" h="3994785">
                  <a:moveTo>
                    <a:pt x="4105672" y="424326"/>
                  </a:moveTo>
                  <a:lnTo>
                    <a:pt x="4103966" y="424326"/>
                  </a:lnTo>
                </a:path>
                <a:path w="8943340" h="3994785">
                  <a:moveTo>
                    <a:pt x="4176797" y="424319"/>
                  </a:moveTo>
                  <a:lnTo>
                    <a:pt x="4174160" y="424319"/>
                  </a:lnTo>
                </a:path>
                <a:path w="8943340" h="3994785">
                  <a:moveTo>
                    <a:pt x="4090858" y="424326"/>
                  </a:moveTo>
                  <a:lnTo>
                    <a:pt x="4089152" y="424326"/>
                  </a:lnTo>
                  <a:lnTo>
                    <a:pt x="4041839" y="424326"/>
                  </a:lnTo>
                </a:path>
                <a:path w="8943340" h="3994785">
                  <a:moveTo>
                    <a:pt x="4150426" y="424326"/>
                  </a:moveTo>
                  <a:lnTo>
                    <a:pt x="4105672" y="424326"/>
                  </a:lnTo>
                </a:path>
                <a:path w="8943340" h="3994785">
                  <a:moveTo>
                    <a:pt x="4166791" y="424319"/>
                  </a:moveTo>
                  <a:lnTo>
                    <a:pt x="4170514" y="424319"/>
                  </a:lnTo>
                </a:path>
                <a:path w="8943340" h="3994785">
                  <a:moveTo>
                    <a:pt x="4103966" y="424326"/>
                  </a:moveTo>
                  <a:lnTo>
                    <a:pt x="4090858" y="424326"/>
                  </a:lnTo>
                </a:path>
                <a:path w="8943340" h="3994785">
                  <a:moveTo>
                    <a:pt x="4164154" y="424319"/>
                  </a:moveTo>
                  <a:lnTo>
                    <a:pt x="4166791" y="424319"/>
                  </a:lnTo>
                </a:path>
                <a:path w="8943340" h="3994785">
                  <a:moveTo>
                    <a:pt x="4041839" y="424326"/>
                  </a:moveTo>
                  <a:lnTo>
                    <a:pt x="4040132" y="424326"/>
                  </a:lnTo>
                </a:path>
                <a:path w="8943340" h="3994785">
                  <a:moveTo>
                    <a:pt x="4586945" y="2652523"/>
                  </a:moveTo>
                  <a:lnTo>
                    <a:pt x="4589350" y="2652515"/>
                  </a:lnTo>
                  <a:lnTo>
                    <a:pt x="4591676" y="2652523"/>
                  </a:lnTo>
                </a:path>
                <a:path w="8943340" h="3994785">
                  <a:moveTo>
                    <a:pt x="4379932" y="2652523"/>
                  </a:moveTo>
                  <a:lnTo>
                    <a:pt x="4382336" y="2652523"/>
                  </a:lnTo>
                </a:path>
                <a:path w="8943340" h="3994785">
                  <a:moveTo>
                    <a:pt x="4170514" y="2652523"/>
                  </a:moveTo>
                  <a:lnTo>
                    <a:pt x="4172919" y="2652523"/>
                  </a:lnTo>
                </a:path>
                <a:path w="8943340" h="3994785">
                  <a:moveTo>
                    <a:pt x="4377527" y="2652523"/>
                  </a:moveTo>
                  <a:lnTo>
                    <a:pt x="4379932" y="2652523"/>
                  </a:lnTo>
                </a:path>
                <a:path w="8943340" h="3994785">
                  <a:moveTo>
                    <a:pt x="4168110" y="2652523"/>
                  </a:moveTo>
                  <a:lnTo>
                    <a:pt x="4170514" y="2652523"/>
                  </a:lnTo>
                </a:path>
                <a:path w="8943340" h="3994785">
                  <a:moveTo>
                    <a:pt x="3335636" y="424319"/>
                  </a:moveTo>
                  <a:lnTo>
                    <a:pt x="3337497" y="424319"/>
                  </a:lnTo>
                </a:path>
                <a:path w="8943340" h="3994785">
                  <a:moveTo>
                    <a:pt x="3532411" y="424319"/>
                  </a:moveTo>
                  <a:lnTo>
                    <a:pt x="3530472" y="424319"/>
                  </a:lnTo>
                </a:path>
                <a:path w="8943340" h="3994785">
                  <a:moveTo>
                    <a:pt x="3741828" y="424319"/>
                  </a:moveTo>
                  <a:lnTo>
                    <a:pt x="3739889" y="424319"/>
                  </a:lnTo>
                </a:path>
                <a:path w="8943340" h="3994785">
                  <a:moveTo>
                    <a:pt x="3457408" y="2652531"/>
                  </a:moveTo>
                  <a:lnTo>
                    <a:pt x="3410018" y="2652531"/>
                  </a:lnTo>
                </a:path>
                <a:path w="8943340" h="3994785">
                  <a:moveTo>
                    <a:pt x="3457408" y="424326"/>
                  </a:moveTo>
                  <a:lnTo>
                    <a:pt x="3410018" y="424326"/>
                  </a:lnTo>
                </a:path>
                <a:path w="8943340" h="3994785">
                  <a:moveTo>
                    <a:pt x="3472223" y="424326"/>
                  </a:moveTo>
                  <a:lnTo>
                    <a:pt x="3459115" y="424326"/>
                  </a:lnTo>
                </a:path>
                <a:path w="8943340" h="3994785">
                  <a:moveTo>
                    <a:pt x="3545053" y="424319"/>
                  </a:moveTo>
                  <a:lnTo>
                    <a:pt x="3546915" y="424319"/>
                  </a:lnTo>
                </a:path>
                <a:path w="8943340" h="3994785">
                  <a:moveTo>
                    <a:pt x="3602915" y="424326"/>
                  </a:moveTo>
                  <a:lnTo>
                    <a:pt x="3604621" y="424326"/>
                  </a:lnTo>
                </a:path>
                <a:path w="8943340" h="3994785">
                  <a:moveTo>
                    <a:pt x="3617729" y="424326"/>
                  </a:moveTo>
                  <a:lnTo>
                    <a:pt x="3604621" y="424326"/>
                  </a:lnTo>
                </a:path>
                <a:path w="8943340" h="3994785">
                  <a:moveTo>
                    <a:pt x="3681640" y="424326"/>
                  </a:moveTo>
                  <a:lnTo>
                    <a:pt x="3668532" y="424326"/>
                  </a:lnTo>
                </a:path>
                <a:path w="8943340" h="3994785">
                  <a:moveTo>
                    <a:pt x="3728022" y="2652531"/>
                  </a:moveTo>
                  <a:lnTo>
                    <a:pt x="3683347" y="2652531"/>
                  </a:lnTo>
                </a:path>
                <a:path w="8943340" h="3994785">
                  <a:moveTo>
                    <a:pt x="3728022" y="424326"/>
                  </a:moveTo>
                  <a:lnTo>
                    <a:pt x="3683347" y="424326"/>
                  </a:lnTo>
                </a:path>
                <a:path w="8943340" h="3994785">
                  <a:moveTo>
                    <a:pt x="3728022" y="424326"/>
                  </a:moveTo>
                  <a:lnTo>
                    <a:pt x="3739889" y="424319"/>
                  </a:lnTo>
                </a:path>
                <a:path w="8943340" h="3994785">
                  <a:moveTo>
                    <a:pt x="3408311" y="424326"/>
                  </a:moveTo>
                  <a:lnTo>
                    <a:pt x="3395203" y="424326"/>
                  </a:lnTo>
                </a:path>
                <a:path w="8943340" h="3994785">
                  <a:moveTo>
                    <a:pt x="3349442" y="424326"/>
                  </a:moveTo>
                  <a:lnTo>
                    <a:pt x="3337497" y="424319"/>
                  </a:lnTo>
                </a:path>
                <a:path w="8943340" h="3994785">
                  <a:moveTo>
                    <a:pt x="3410018" y="424326"/>
                  </a:moveTo>
                  <a:lnTo>
                    <a:pt x="3408311" y="424326"/>
                  </a:lnTo>
                </a:path>
                <a:path w="8943340" h="3994785">
                  <a:moveTo>
                    <a:pt x="3473929" y="424326"/>
                  </a:moveTo>
                  <a:lnTo>
                    <a:pt x="3472223" y="424326"/>
                  </a:lnTo>
                </a:path>
                <a:path w="8943340" h="3994785">
                  <a:moveTo>
                    <a:pt x="3518605" y="2652531"/>
                  </a:moveTo>
                  <a:lnTo>
                    <a:pt x="3473929" y="2652531"/>
                  </a:lnTo>
                </a:path>
                <a:path w="8943340" h="3994785">
                  <a:moveTo>
                    <a:pt x="3518605" y="424326"/>
                  </a:moveTo>
                  <a:lnTo>
                    <a:pt x="3473929" y="424326"/>
                  </a:lnTo>
                </a:path>
                <a:path w="8943340" h="3994785">
                  <a:moveTo>
                    <a:pt x="3532411" y="424319"/>
                  </a:moveTo>
                  <a:lnTo>
                    <a:pt x="3535048" y="424319"/>
                  </a:lnTo>
                </a:path>
                <a:path w="8943340" h="3994785">
                  <a:moveTo>
                    <a:pt x="3545053" y="424319"/>
                  </a:moveTo>
                  <a:lnTo>
                    <a:pt x="3542339" y="424319"/>
                  </a:lnTo>
                </a:path>
                <a:path w="8943340" h="3994785">
                  <a:moveTo>
                    <a:pt x="3602915" y="2652531"/>
                  </a:moveTo>
                  <a:lnTo>
                    <a:pt x="3558859" y="2652531"/>
                  </a:lnTo>
                </a:path>
                <a:path w="8943340" h="3994785">
                  <a:moveTo>
                    <a:pt x="3602915" y="424326"/>
                  </a:moveTo>
                  <a:lnTo>
                    <a:pt x="3558859" y="424326"/>
                  </a:lnTo>
                </a:path>
                <a:path w="8943340" h="3994785">
                  <a:moveTo>
                    <a:pt x="3666826" y="2652531"/>
                  </a:moveTo>
                  <a:lnTo>
                    <a:pt x="3619435" y="2652531"/>
                  </a:lnTo>
                </a:path>
                <a:path w="8943340" h="3994785">
                  <a:moveTo>
                    <a:pt x="3744466" y="424319"/>
                  </a:moveTo>
                  <a:lnTo>
                    <a:pt x="3748111" y="424319"/>
                  </a:lnTo>
                </a:path>
                <a:path w="8943340" h="3994785">
                  <a:moveTo>
                    <a:pt x="3751756" y="424319"/>
                  </a:moveTo>
                  <a:lnTo>
                    <a:pt x="3748111" y="424319"/>
                  </a:lnTo>
                </a:path>
                <a:path w="8943340" h="3994785">
                  <a:moveTo>
                    <a:pt x="3741828" y="424319"/>
                  </a:moveTo>
                  <a:lnTo>
                    <a:pt x="3744466" y="424319"/>
                  </a:lnTo>
                </a:path>
                <a:path w="8943340" h="3994785">
                  <a:moveTo>
                    <a:pt x="3754471" y="424319"/>
                  </a:moveTo>
                  <a:lnTo>
                    <a:pt x="3751756" y="424319"/>
                  </a:lnTo>
                </a:path>
                <a:path w="8943340" h="3994785">
                  <a:moveTo>
                    <a:pt x="3542339" y="424319"/>
                  </a:moveTo>
                  <a:lnTo>
                    <a:pt x="3538693" y="424319"/>
                  </a:lnTo>
                </a:path>
                <a:path w="8943340" h="3994785">
                  <a:moveTo>
                    <a:pt x="3754471" y="424319"/>
                  </a:moveTo>
                  <a:lnTo>
                    <a:pt x="3756333" y="424319"/>
                  </a:lnTo>
                </a:path>
                <a:path w="8943340" h="3994785">
                  <a:moveTo>
                    <a:pt x="3619435" y="424326"/>
                  </a:moveTo>
                  <a:lnTo>
                    <a:pt x="3617729" y="424326"/>
                  </a:lnTo>
                </a:path>
                <a:path w="8943340" h="3994785">
                  <a:moveTo>
                    <a:pt x="3393497" y="2652531"/>
                  </a:moveTo>
                  <a:lnTo>
                    <a:pt x="3349442" y="2652531"/>
                  </a:lnTo>
                </a:path>
                <a:path w="8943340" h="3994785">
                  <a:moveTo>
                    <a:pt x="3393497" y="424326"/>
                  </a:moveTo>
                  <a:lnTo>
                    <a:pt x="3349442" y="424326"/>
                  </a:lnTo>
                </a:path>
                <a:path w="8943340" h="3994785">
                  <a:moveTo>
                    <a:pt x="3535048" y="424319"/>
                  </a:moveTo>
                  <a:lnTo>
                    <a:pt x="3538693" y="424319"/>
                  </a:lnTo>
                </a:path>
                <a:path w="8943340" h="3994785">
                  <a:moveTo>
                    <a:pt x="3518605" y="424326"/>
                  </a:moveTo>
                  <a:lnTo>
                    <a:pt x="3530472" y="424319"/>
                  </a:lnTo>
                </a:path>
                <a:path w="8943340" h="3994785">
                  <a:moveTo>
                    <a:pt x="3393497" y="424326"/>
                  </a:moveTo>
                  <a:lnTo>
                    <a:pt x="3395203" y="424326"/>
                  </a:lnTo>
                </a:path>
                <a:path w="8943340" h="3994785">
                  <a:moveTo>
                    <a:pt x="3457408" y="424326"/>
                  </a:moveTo>
                  <a:lnTo>
                    <a:pt x="3459115" y="424326"/>
                  </a:lnTo>
                </a:path>
                <a:path w="8943340" h="3994785">
                  <a:moveTo>
                    <a:pt x="3558859" y="424326"/>
                  </a:moveTo>
                  <a:lnTo>
                    <a:pt x="3546915" y="424319"/>
                  </a:lnTo>
                </a:path>
                <a:path w="8943340" h="3994785">
                  <a:moveTo>
                    <a:pt x="3666826" y="424326"/>
                  </a:moveTo>
                  <a:lnTo>
                    <a:pt x="3668532" y="424326"/>
                  </a:lnTo>
                </a:path>
                <a:path w="8943340" h="3994785">
                  <a:moveTo>
                    <a:pt x="3683347" y="424326"/>
                  </a:moveTo>
                  <a:lnTo>
                    <a:pt x="3681640" y="424326"/>
                  </a:lnTo>
                </a:path>
                <a:path w="8943340" h="3994785">
                  <a:moveTo>
                    <a:pt x="3876244" y="424326"/>
                  </a:moveTo>
                  <a:lnTo>
                    <a:pt x="3877950" y="424326"/>
                  </a:lnTo>
                </a:path>
                <a:path w="8943340" h="3994785">
                  <a:moveTo>
                    <a:pt x="3812332" y="424326"/>
                  </a:moveTo>
                  <a:lnTo>
                    <a:pt x="3814039" y="424326"/>
                  </a:lnTo>
                </a:path>
                <a:path w="8943340" h="3994785">
                  <a:moveTo>
                    <a:pt x="3827147" y="424326"/>
                  </a:moveTo>
                  <a:lnTo>
                    <a:pt x="3814039" y="424326"/>
                  </a:lnTo>
                </a:path>
                <a:path w="8943340" h="3994785">
                  <a:moveTo>
                    <a:pt x="3937440" y="424326"/>
                  </a:moveTo>
                  <a:lnTo>
                    <a:pt x="3892764" y="424326"/>
                  </a:lnTo>
                </a:path>
                <a:path w="8943340" h="3994785">
                  <a:moveTo>
                    <a:pt x="3953495" y="424319"/>
                  </a:moveTo>
                  <a:lnTo>
                    <a:pt x="3951634" y="424319"/>
                  </a:lnTo>
                </a:path>
                <a:path w="8943340" h="3994785">
                  <a:moveTo>
                    <a:pt x="3953495" y="424319"/>
                  </a:moveTo>
                  <a:lnTo>
                    <a:pt x="3956133" y="424311"/>
                  </a:lnTo>
                </a:path>
                <a:path w="8943340" h="3994785">
                  <a:moveTo>
                    <a:pt x="3847701" y="2652546"/>
                  </a:moveTo>
                  <a:lnTo>
                    <a:pt x="3828853" y="2652531"/>
                  </a:lnTo>
                </a:path>
                <a:path w="8943340" h="3994785">
                  <a:moveTo>
                    <a:pt x="3876244" y="424326"/>
                  </a:moveTo>
                  <a:lnTo>
                    <a:pt x="3828853" y="424326"/>
                  </a:lnTo>
                </a:path>
                <a:path w="8943340" h="3994785">
                  <a:moveTo>
                    <a:pt x="3892764" y="424326"/>
                  </a:moveTo>
                  <a:lnTo>
                    <a:pt x="3891058" y="424326"/>
                  </a:lnTo>
                </a:path>
                <a:path w="8943340" h="3994785">
                  <a:moveTo>
                    <a:pt x="3956133" y="424311"/>
                  </a:moveTo>
                  <a:lnTo>
                    <a:pt x="3965983" y="424311"/>
                  </a:lnTo>
                </a:path>
                <a:path w="8943340" h="3994785">
                  <a:moveTo>
                    <a:pt x="3828853" y="424326"/>
                  </a:moveTo>
                  <a:lnTo>
                    <a:pt x="3827147" y="424326"/>
                  </a:lnTo>
                </a:path>
                <a:path w="8943340" h="3994785">
                  <a:moveTo>
                    <a:pt x="3937440" y="424326"/>
                  </a:moveTo>
                  <a:lnTo>
                    <a:pt x="3951634" y="424319"/>
                  </a:lnTo>
                </a:path>
                <a:path w="8943340" h="3994785">
                  <a:moveTo>
                    <a:pt x="3768277" y="424326"/>
                  </a:moveTo>
                  <a:lnTo>
                    <a:pt x="3756333" y="424319"/>
                  </a:lnTo>
                </a:path>
                <a:path w="8943340" h="3994785">
                  <a:moveTo>
                    <a:pt x="3812332" y="2652531"/>
                  </a:moveTo>
                  <a:lnTo>
                    <a:pt x="3768277" y="2652531"/>
                  </a:lnTo>
                </a:path>
                <a:path w="8943340" h="3994785">
                  <a:moveTo>
                    <a:pt x="3987855" y="2652531"/>
                  </a:moveTo>
                  <a:lnTo>
                    <a:pt x="3982504" y="2652531"/>
                  </a:lnTo>
                </a:path>
                <a:path w="8943340" h="3994785">
                  <a:moveTo>
                    <a:pt x="3247990" y="2652531"/>
                  </a:moveTo>
                  <a:lnTo>
                    <a:pt x="3200600" y="2652531"/>
                  </a:lnTo>
                </a:path>
                <a:path w="8943340" h="3994785">
                  <a:moveTo>
                    <a:pt x="3309187" y="2652531"/>
                  </a:moveTo>
                  <a:lnTo>
                    <a:pt x="3264511" y="2652531"/>
                  </a:lnTo>
                </a:path>
                <a:path w="8943340" h="3994785">
                  <a:moveTo>
                    <a:pt x="3987855" y="2652531"/>
                  </a:moveTo>
                  <a:lnTo>
                    <a:pt x="3987855" y="424326"/>
                  </a:lnTo>
                </a:path>
                <a:path w="8943340" h="3994785">
                  <a:moveTo>
                    <a:pt x="3968620" y="424319"/>
                  </a:moveTo>
                  <a:lnTo>
                    <a:pt x="3970559" y="424319"/>
                  </a:lnTo>
                </a:path>
                <a:path w="8943340" h="3994785">
                  <a:moveTo>
                    <a:pt x="3968620" y="424319"/>
                  </a:moveTo>
                  <a:lnTo>
                    <a:pt x="3965983" y="424311"/>
                  </a:lnTo>
                </a:path>
                <a:path w="8943340" h="3994785">
                  <a:moveTo>
                    <a:pt x="3987855" y="424326"/>
                  </a:moveTo>
                  <a:lnTo>
                    <a:pt x="3982504" y="424326"/>
                  </a:lnTo>
                  <a:lnTo>
                    <a:pt x="3970559" y="424319"/>
                  </a:lnTo>
                </a:path>
                <a:path w="8943340" h="3994785">
                  <a:moveTo>
                    <a:pt x="3198894" y="424326"/>
                  </a:moveTo>
                  <a:lnTo>
                    <a:pt x="3185786" y="424326"/>
                  </a:lnTo>
                  <a:lnTo>
                    <a:pt x="3184079" y="424326"/>
                  </a:lnTo>
                  <a:lnTo>
                    <a:pt x="3146694" y="424326"/>
                  </a:lnTo>
                </a:path>
                <a:path w="8943340" h="3994785">
                  <a:moveTo>
                    <a:pt x="3332921" y="424319"/>
                  </a:moveTo>
                  <a:lnTo>
                    <a:pt x="3329276" y="424319"/>
                  </a:lnTo>
                </a:path>
                <a:path w="8943340" h="3994785">
                  <a:moveTo>
                    <a:pt x="3322993" y="424319"/>
                  </a:moveTo>
                  <a:lnTo>
                    <a:pt x="3321054" y="424319"/>
                  </a:lnTo>
                  <a:lnTo>
                    <a:pt x="3309187" y="424326"/>
                  </a:lnTo>
                </a:path>
                <a:path w="8943340" h="3994785">
                  <a:moveTo>
                    <a:pt x="3264511" y="424326"/>
                  </a:moveTo>
                  <a:lnTo>
                    <a:pt x="3262805" y="424326"/>
                  </a:lnTo>
                </a:path>
                <a:path w="8943340" h="3994785">
                  <a:moveTo>
                    <a:pt x="3335636" y="424319"/>
                  </a:moveTo>
                  <a:lnTo>
                    <a:pt x="3332921" y="424319"/>
                  </a:lnTo>
                </a:path>
                <a:path w="8943340" h="3994785">
                  <a:moveTo>
                    <a:pt x="3249697" y="424326"/>
                  </a:moveTo>
                  <a:lnTo>
                    <a:pt x="3247990" y="424326"/>
                  </a:lnTo>
                  <a:lnTo>
                    <a:pt x="3200600" y="424326"/>
                  </a:lnTo>
                </a:path>
                <a:path w="8943340" h="3994785">
                  <a:moveTo>
                    <a:pt x="3309187" y="424326"/>
                  </a:moveTo>
                  <a:lnTo>
                    <a:pt x="3264511" y="424326"/>
                  </a:lnTo>
                </a:path>
                <a:path w="8943340" h="3994785">
                  <a:moveTo>
                    <a:pt x="3325630" y="424319"/>
                  </a:moveTo>
                  <a:lnTo>
                    <a:pt x="3329276" y="424319"/>
                  </a:lnTo>
                </a:path>
                <a:path w="8943340" h="3994785">
                  <a:moveTo>
                    <a:pt x="3262805" y="424326"/>
                  </a:moveTo>
                  <a:lnTo>
                    <a:pt x="3249697" y="424326"/>
                  </a:lnTo>
                </a:path>
                <a:path w="8943340" h="3994785">
                  <a:moveTo>
                    <a:pt x="3322993" y="424319"/>
                  </a:moveTo>
                  <a:lnTo>
                    <a:pt x="3325630" y="424319"/>
                  </a:lnTo>
                </a:path>
                <a:path w="8943340" h="3994785">
                  <a:moveTo>
                    <a:pt x="3200600" y="424326"/>
                  </a:moveTo>
                  <a:lnTo>
                    <a:pt x="3198894" y="424326"/>
                  </a:lnTo>
                </a:path>
                <a:path w="8943340" h="3994785">
                  <a:moveTo>
                    <a:pt x="3745707" y="2652523"/>
                  </a:moveTo>
                  <a:lnTo>
                    <a:pt x="3748111" y="2652523"/>
                  </a:lnTo>
                  <a:lnTo>
                    <a:pt x="3750515" y="2652523"/>
                  </a:lnTo>
                </a:path>
                <a:path w="8943340" h="3994785">
                  <a:moveTo>
                    <a:pt x="3538693" y="2652523"/>
                  </a:moveTo>
                  <a:lnTo>
                    <a:pt x="3541098" y="2652523"/>
                  </a:lnTo>
                </a:path>
                <a:path w="8943340" h="3994785">
                  <a:moveTo>
                    <a:pt x="3329276" y="2652523"/>
                  </a:moveTo>
                  <a:lnTo>
                    <a:pt x="3331680" y="2652523"/>
                  </a:lnTo>
                </a:path>
                <a:path w="8943340" h="3994785">
                  <a:moveTo>
                    <a:pt x="3536289" y="2652523"/>
                  </a:moveTo>
                  <a:lnTo>
                    <a:pt x="3538693" y="2652523"/>
                  </a:lnTo>
                </a:path>
                <a:path w="8943340" h="3994785">
                  <a:moveTo>
                    <a:pt x="3326871" y="2652523"/>
                  </a:moveTo>
                  <a:lnTo>
                    <a:pt x="3329276" y="2652523"/>
                  </a:lnTo>
                </a:path>
                <a:path w="8943340" h="3994785">
                  <a:moveTo>
                    <a:pt x="2691172" y="424319"/>
                  </a:moveTo>
                  <a:lnTo>
                    <a:pt x="2689311" y="424319"/>
                  </a:lnTo>
                </a:path>
                <a:path w="8943340" h="3994785">
                  <a:moveTo>
                    <a:pt x="2900590" y="424319"/>
                  </a:moveTo>
                  <a:lnTo>
                    <a:pt x="2898728" y="424319"/>
                  </a:lnTo>
                </a:path>
                <a:path w="8943340" h="3994785">
                  <a:moveTo>
                    <a:pt x="2616170" y="2652531"/>
                  </a:moveTo>
                  <a:lnTo>
                    <a:pt x="2568857" y="2652531"/>
                  </a:lnTo>
                </a:path>
                <a:path w="8943340" h="3994785">
                  <a:moveTo>
                    <a:pt x="2761754" y="424326"/>
                  </a:moveTo>
                  <a:lnTo>
                    <a:pt x="2763460" y="424326"/>
                  </a:lnTo>
                </a:path>
                <a:path w="8943340" h="3994785">
                  <a:moveTo>
                    <a:pt x="2776568" y="424326"/>
                  </a:moveTo>
                  <a:lnTo>
                    <a:pt x="2763460" y="424326"/>
                  </a:lnTo>
                </a:path>
                <a:path w="8943340" h="3994785">
                  <a:moveTo>
                    <a:pt x="2840402" y="424326"/>
                  </a:moveTo>
                  <a:lnTo>
                    <a:pt x="2827294" y="424326"/>
                  </a:lnTo>
                </a:path>
                <a:path w="8943340" h="3994785">
                  <a:moveTo>
                    <a:pt x="2886861" y="2652531"/>
                  </a:moveTo>
                  <a:lnTo>
                    <a:pt x="2842108" y="2652531"/>
                  </a:lnTo>
                </a:path>
                <a:path w="8943340" h="3994785">
                  <a:moveTo>
                    <a:pt x="2886861" y="424326"/>
                  </a:moveTo>
                  <a:lnTo>
                    <a:pt x="2842108" y="424326"/>
                  </a:lnTo>
                </a:path>
                <a:path w="8943340" h="3994785">
                  <a:moveTo>
                    <a:pt x="2886861" y="424326"/>
                  </a:moveTo>
                  <a:lnTo>
                    <a:pt x="2898728" y="424319"/>
                  </a:lnTo>
                </a:path>
                <a:path w="8943340" h="3994785">
                  <a:moveTo>
                    <a:pt x="2568857" y="424326"/>
                  </a:moveTo>
                  <a:lnTo>
                    <a:pt x="2567150" y="424326"/>
                  </a:lnTo>
                </a:path>
                <a:path w="8943340" h="3994785">
                  <a:moveTo>
                    <a:pt x="2632690" y="424326"/>
                  </a:moveTo>
                  <a:lnTo>
                    <a:pt x="2630984" y="424326"/>
                  </a:lnTo>
                </a:path>
                <a:path w="8943340" h="3994785">
                  <a:moveTo>
                    <a:pt x="2677444" y="2652531"/>
                  </a:moveTo>
                  <a:lnTo>
                    <a:pt x="2632690" y="2652531"/>
                  </a:lnTo>
                </a:path>
                <a:path w="8943340" h="3994785">
                  <a:moveTo>
                    <a:pt x="2691172" y="424319"/>
                  </a:moveTo>
                  <a:lnTo>
                    <a:pt x="2693887" y="424319"/>
                  </a:lnTo>
                </a:path>
                <a:path w="8943340" h="3994785">
                  <a:moveTo>
                    <a:pt x="2761754" y="2652531"/>
                  </a:moveTo>
                  <a:lnTo>
                    <a:pt x="2717698" y="2652531"/>
                  </a:lnTo>
                </a:path>
                <a:path w="8943340" h="3994785">
                  <a:moveTo>
                    <a:pt x="2825587" y="2652531"/>
                  </a:moveTo>
                  <a:lnTo>
                    <a:pt x="2778274" y="2652531"/>
                  </a:lnTo>
                </a:path>
                <a:path w="8943340" h="3994785">
                  <a:moveTo>
                    <a:pt x="2903304" y="424319"/>
                  </a:moveTo>
                  <a:lnTo>
                    <a:pt x="2906950" y="424319"/>
                  </a:lnTo>
                </a:path>
                <a:path w="8943340" h="3994785">
                  <a:moveTo>
                    <a:pt x="2910595" y="424319"/>
                  </a:moveTo>
                  <a:lnTo>
                    <a:pt x="2906950" y="424319"/>
                  </a:lnTo>
                </a:path>
                <a:path w="8943340" h="3994785">
                  <a:moveTo>
                    <a:pt x="2900590" y="424319"/>
                  </a:moveTo>
                  <a:lnTo>
                    <a:pt x="2903304" y="424319"/>
                  </a:lnTo>
                </a:path>
                <a:path w="8943340" h="3994785">
                  <a:moveTo>
                    <a:pt x="2913232" y="424319"/>
                  </a:moveTo>
                  <a:lnTo>
                    <a:pt x="2910595" y="424319"/>
                  </a:lnTo>
                </a:path>
                <a:path w="8943340" h="3994785">
                  <a:moveTo>
                    <a:pt x="2913232" y="424319"/>
                  </a:moveTo>
                  <a:lnTo>
                    <a:pt x="2915171" y="424319"/>
                  </a:lnTo>
                </a:path>
                <a:path w="8943340" h="3994785">
                  <a:moveTo>
                    <a:pt x="2778274" y="424326"/>
                  </a:moveTo>
                  <a:lnTo>
                    <a:pt x="2776568" y="424326"/>
                  </a:lnTo>
                </a:path>
                <a:path w="8943340" h="3994785">
                  <a:moveTo>
                    <a:pt x="2552336" y="2652531"/>
                  </a:moveTo>
                  <a:lnTo>
                    <a:pt x="2508281" y="2652531"/>
                  </a:lnTo>
                </a:path>
                <a:path w="8943340" h="3994785">
                  <a:moveTo>
                    <a:pt x="2693887" y="424319"/>
                  </a:moveTo>
                  <a:lnTo>
                    <a:pt x="2697532" y="424319"/>
                  </a:lnTo>
                </a:path>
                <a:path w="8943340" h="3994785">
                  <a:moveTo>
                    <a:pt x="2552336" y="424326"/>
                  </a:moveTo>
                  <a:lnTo>
                    <a:pt x="2554042" y="424326"/>
                  </a:lnTo>
                </a:path>
                <a:path w="8943340" h="3994785">
                  <a:moveTo>
                    <a:pt x="2616170" y="424326"/>
                  </a:moveTo>
                  <a:lnTo>
                    <a:pt x="2617876" y="424326"/>
                  </a:lnTo>
                </a:path>
                <a:path w="8943340" h="3994785">
                  <a:moveTo>
                    <a:pt x="2825587" y="424326"/>
                  </a:moveTo>
                  <a:lnTo>
                    <a:pt x="2827294" y="424326"/>
                  </a:lnTo>
                </a:path>
                <a:path w="8943340" h="3994785">
                  <a:moveTo>
                    <a:pt x="2842108" y="424326"/>
                  </a:moveTo>
                  <a:lnTo>
                    <a:pt x="2840402" y="424326"/>
                  </a:lnTo>
                </a:path>
                <a:path w="8943340" h="3994785">
                  <a:moveTo>
                    <a:pt x="3035005" y="424326"/>
                  </a:moveTo>
                  <a:lnTo>
                    <a:pt x="3036711" y="424326"/>
                  </a:lnTo>
                </a:path>
                <a:path w="8943340" h="3994785">
                  <a:moveTo>
                    <a:pt x="3049819" y="424326"/>
                  </a:moveTo>
                  <a:lnTo>
                    <a:pt x="3036711" y="424326"/>
                  </a:lnTo>
                </a:path>
                <a:path w="8943340" h="3994785">
                  <a:moveTo>
                    <a:pt x="2971171" y="424326"/>
                  </a:moveTo>
                  <a:lnTo>
                    <a:pt x="2972878" y="424326"/>
                  </a:lnTo>
                </a:path>
                <a:path w="8943340" h="3994785">
                  <a:moveTo>
                    <a:pt x="2985986" y="424326"/>
                  </a:moveTo>
                  <a:lnTo>
                    <a:pt x="2972878" y="424326"/>
                  </a:lnTo>
                </a:path>
                <a:path w="8943340" h="3994785">
                  <a:moveTo>
                    <a:pt x="3096279" y="2652531"/>
                  </a:moveTo>
                  <a:lnTo>
                    <a:pt x="3051526" y="2652531"/>
                  </a:lnTo>
                </a:path>
                <a:path w="8943340" h="3994785">
                  <a:moveTo>
                    <a:pt x="3096279" y="424326"/>
                  </a:moveTo>
                  <a:lnTo>
                    <a:pt x="3051526" y="424326"/>
                  </a:lnTo>
                </a:path>
                <a:path w="8943340" h="3994785">
                  <a:moveTo>
                    <a:pt x="3112257" y="424319"/>
                  </a:moveTo>
                  <a:lnTo>
                    <a:pt x="3110395" y="424319"/>
                  </a:lnTo>
                </a:path>
                <a:path w="8943340" h="3994785">
                  <a:moveTo>
                    <a:pt x="3112257" y="424319"/>
                  </a:moveTo>
                  <a:lnTo>
                    <a:pt x="3114971" y="424319"/>
                  </a:lnTo>
                </a:path>
                <a:path w="8943340" h="3994785">
                  <a:moveTo>
                    <a:pt x="3035005" y="2652531"/>
                  </a:moveTo>
                  <a:lnTo>
                    <a:pt x="2987692" y="2652531"/>
                  </a:lnTo>
                </a:path>
                <a:path w="8943340" h="3994785">
                  <a:moveTo>
                    <a:pt x="3035005" y="424326"/>
                  </a:moveTo>
                  <a:lnTo>
                    <a:pt x="2987692" y="424326"/>
                  </a:lnTo>
                </a:path>
                <a:path w="8943340" h="3994785">
                  <a:moveTo>
                    <a:pt x="3051526" y="424326"/>
                  </a:moveTo>
                  <a:lnTo>
                    <a:pt x="3049819" y="424326"/>
                  </a:lnTo>
                </a:path>
                <a:path w="8943340" h="3994785">
                  <a:moveTo>
                    <a:pt x="3114971" y="424319"/>
                  </a:moveTo>
                  <a:lnTo>
                    <a:pt x="3124822" y="424319"/>
                  </a:lnTo>
                </a:path>
                <a:path w="8943340" h="3994785">
                  <a:moveTo>
                    <a:pt x="2987692" y="424326"/>
                  </a:moveTo>
                  <a:lnTo>
                    <a:pt x="2985986" y="424326"/>
                  </a:lnTo>
                </a:path>
                <a:path w="8943340" h="3994785">
                  <a:moveTo>
                    <a:pt x="3096279" y="424326"/>
                  </a:moveTo>
                  <a:lnTo>
                    <a:pt x="3110395" y="424319"/>
                  </a:lnTo>
                </a:path>
                <a:path w="8943340" h="3994785">
                  <a:moveTo>
                    <a:pt x="2927116" y="424326"/>
                  </a:moveTo>
                  <a:lnTo>
                    <a:pt x="2915171" y="424319"/>
                  </a:lnTo>
                </a:path>
                <a:path w="8943340" h="3994785">
                  <a:moveTo>
                    <a:pt x="2971171" y="2652531"/>
                  </a:moveTo>
                  <a:lnTo>
                    <a:pt x="2927116" y="2652531"/>
                  </a:lnTo>
                </a:path>
                <a:path w="8943340" h="3994785">
                  <a:moveTo>
                    <a:pt x="2971171" y="424326"/>
                  </a:moveTo>
                  <a:lnTo>
                    <a:pt x="2927116" y="424326"/>
                  </a:lnTo>
                </a:path>
                <a:path w="8943340" h="3994785">
                  <a:moveTo>
                    <a:pt x="3146694" y="2652531"/>
                  </a:moveTo>
                  <a:lnTo>
                    <a:pt x="3141265" y="2652531"/>
                  </a:lnTo>
                </a:path>
                <a:path w="8943340" h="3994785">
                  <a:moveTo>
                    <a:pt x="2406752" y="2652531"/>
                  </a:moveTo>
                  <a:lnTo>
                    <a:pt x="2359439" y="2652531"/>
                  </a:lnTo>
                </a:path>
                <a:path w="8943340" h="3994785">
                  <a:moveTo>
                    <a:pt x="2468026" y="2652531"/>
                  </a:moveTo>
                  <a:lnTo>
                    <a:pt x="2423273" y="2652531"/>
                  </a:lnTo>
                </a:path>
                <a:path w="8943340" h="3994785">
                  <a:moveTo>
                    <a:pt x="3146694" y="2652531"/>
                  </a:moveTo>
                  <a:lnTo>
                    <a:pt x="3146694" y="424326"/>
                  </a:lnTo>
                </a:path>
                <a:path w="8943340" h="3994785">
                  <a:moveTo>
                    <a:pt x="3127459" y="424319"/>
                  </a:moveTo>
                  <a:lnTo>
                    <a:pt x="3129320" y="424319"/>
                  </a:lnTo>
                </a:path>
                <a:path w="8943340" h="3994785">
                  <a:moveTo>
                    <a:pt x="3127459" y="424319"/>
                  </a:moveTo>
                  <a:lnTo>
                    <a:pt x="3124822" y="424319"/>
                  </a:lnTo>
                </a:path>
                <a:path w="8943340" h="3994785">
                  <a:moveTo>
                    <a:pt x="3146694" y="424326"/>
                  </a:moveTo>
                  <a:lnTo>
                    <a:pt x="3141265" y="424326"/>
                  </a:lnTo>
                  <a:lnTo>
                    <a:pt x="3129320" y="424319"/>
                  </a:lnTo>
                </a:path>
                <a:path w="8943340" h="3994785">
                  <a:moveTo>
                    <a:pt x="2344625" y="424326"/>
                  </a:moveTo>
                  <a:lnTo>
                    <a:pt x="2342918" y="424326"/>
                  </a:lnTo>
                  <a:lnTo>
                    <a:pt x="2305533" y="424326"/>
                  </a:lnTo>
                </a:path>
                <a:path w="8943340" h="3994785">
                  <a:moveTo>
                    <a:pt x="2481754" y="424319"/>
                  </a:moveTo>
                  <a:lnTo>
                    <a:pt x="2479893" y="424319"/>
                  </a:lnTo>
                </a:path>
                <a:path w="8943340" h="3994785">
                  <a:moveTo>
                    <a:pt x="2423273" y="424326"/>
                  </a:moveTo>
                  <a:lnTo>
                    <a:pt x="2421566" y="424326"/>
                  </a:lnTo>
                </a:path>
                <a:path w="8943340" h="3994785">
                  <a:moveTo>
                    <a:pt x="2406752" y="424326"/>
                  </a:moveTo>
                  <a:lnTo>
                    <a:pt x="2408458" y="424326"/>
                  </a:lnTo>
                </a:path>
                <a:path w="8943340" h="3994785">
                  <a:moveTo>
                    <a:pt x="2481754" y="424319"/>
                  </a:moveTo>
                  <a:lnTo>
                    <a:pt x="2484469" y="424319"/>
                  </a:lnTo>
                  <a:lnTo>
                    <a:pt x="2488114" y="424319"/>
                  </a:lnTo>
                </a:path>
                <a:path w="8943340" h="3994785">
                  <a:moveTo>
                    <a:pt x="2359439" y="424326"/>
                  </a:moveTo>
                  <a:lnTo>
                    <a:pt x="2357733" y="424326"/>
                  </a:lnTo>
                </a:path>
                <a:path w="8943340" h="3994785">
                  <a:moveTo>
                    <a:pt x="2904545" y="2652523"/>
                  </a:moveTo>
                  <a:lnTo>
                    <a:pt x="2906950" y="2652523"/>
                  </a:lnTo>
                  <a:lnTo>
                    <a:pt x="2909354" y="2652523"/>
                  </a:lnTo>
                </a:path>
                <a:path w="8943340" h="3994785">
                  <a:moveTo>
                    <a:pt x="2697532" y="2652523"/>
                  </a:moveTo>
                  <a:lnTo>
                    <a:pt x="2699937" y="2652523"/>
                  </a:lnTo>
                </a:path>
                <a:path w="8943340" h="3994785">
                  <a:moveTo>
                    <a:pt x="2488114" y="2652523"/>
                  </a:moveTo>
                  <a:lnTo>
                    <a:pt x="2490519" y="2652523"/>
                  </a:lnTo>
                </a:path>
                <a:path w="8943340" h="3994785">
                  <a:moveTo>
                    <a:pt x="2695128" y="2652523"/>
                  </a:moveTo>
                  <a:lnTo>
                    <a:pt x="2697532" y="2652523"/>
                  </a:lnTo>
                </a:path>
                <a:path w="8943340" h="3994785">
                  <a:moveTo>
                    <a:pt x="2485710" y="2652523"/>
                  </a:moveTo>
                  <a:lnTo>
                    <a:pt x="2488114" y="2652523"/>
                  </a:lnTo>
                </a:path>
                <a:path w="8943340" h="3994785">
                  <a:moveTo>
                    <a:pt x="2059429" y="424319"/>
                  </a:moveTo>
                  <a:lnTo>
                    <a:pt x="2057567" y="424319"/>
                  </a:lnTo>
                </a:path>
                <a:path w="8943340" h="3994785">
                  <a:moveTo>
                    <a:pt x="2045700" y="2652531"/>
                  </a:moveTo>
                  <a:lnTo>
                    <a:pt x="2045700" y="424326"/>
                  </a:lnTo>
                  <a:lnTo>
                    <a:pt x="2057567" y="424319"/>
                  </a:lnTo>
                </a:path>
                <a:path w="8943340" h="3994785">
                  <a:moveTo>
                    <a:pt x="2062066" y="424319"/>
                  </a:moveTo>
                  <a:lnTo>
                    <a:pt x="2065711" y="424319"/>
                  </a:lnTo>
                </a:path>
                <a:path w="8943340" h="3994785">
                  <a:moveTo>
                    <a:pt x="2069357" y="424319"/>
                  </a:moveTo>
                  <a:lnTo>
                    <a:pt x="2065711" y="424319"/>
                  </a:lnTo>
                </a:path>
                <a:path w="8943340" h="3994785">
                  <a:moveTo>
                    <a:pt x="2059429" y="424319"/>
                  </a:moveTo>
                  <a:lnTo>
                    <a:pt x="2062066" y="424319"/>
                  </a:lnTo>
                </a:path>
                <a:path w="8943340" h="3994785">
                  <a:moveTo>
                    <a:pt x="2072071" y="424319"/>
                  </a:moveTo>
                  <a:lnTo>
                    <a:pt x="2069357" y="424319"/>
                  </a:lnTo>
                </a:path>
                <a:path w="8943340" h="3994785">
                  <a:moveTo>
                    <a:pt x="2072071" y="424319"/>
                  </a:moveTo>
                  <a:lnTo>
                    <a:pt x="2073933" y="424319"/>
                  </a:lnTo>
                </a:path>
                <a:path w="8943340" h="3994785">
                  <a:moveTo>
                    <a:pt x="2193844" y="424326"/>
                  </a:moveTo>
                  <a:lnTo>
                    <a:pt x="2195550" y="424326"/>
                  </a:lnTo>
                </a:path>
                <a:path w="8943340" h="3994785">
                  <a:moveTo>
                    <a:pt x="2129933" y="424326"/>
                  </a:moveTo>
                  <a:lnTo>
                    <a:pt x="2131639" y="424326"/>
                  </a:lnTo>
                </a:path>
                <a:path w="8943340" h="3994785">
                  <a:moveTo>
                    <a:pt x="2255118" y="2652531"/>
                  </a:moveTo>
                  <a:lnTo>
                    <a:pt x="2210365" y="2652531"/>
                  </a:lnTo>
                </a:path>
                <a:path w="8943340" h="3994785">
                  <a:moveTo>
                    <a:pt x="2271096" y="424319"/>
                  </a:moveTo>
                  <a:lnTo>
                    <a:pt x="2269234" y="424319"/>
                  </a:lnTo>
                </a:path>
                <a:path w="8943340" h="3994785">
                  <a:moveTo>
                    <a:pt x="2271096" y="424319"/>
                  </a:moveTo>
                  <a:lnTo>
                    <a:pt x="2273733" y="424319"/>
                  </a:lnTo>
                </a:path>
                <a:path w="8943340" h="3994785">
                  <a:moveTo>
                    <a:pt x="2193844" y="2652531"/>
                  </a:moveTo>
                  <a:lnTo>
                    <a:pt x="2146453" y="2652531"/>
                  </a:lnTo>
                </a:path>
                <a:path w="8943340" h="3994785">
                  <a:moveTo>
                    <a:pt x="2210365" y="424326"/>
                  </a:moveTo>
                  <a:lnTo>
                    <a:pt x="2208658" y="424326"/>
                  </a:lnTo>
                </a:path>
                <a:path w="8943340" h="3994785">
                  <a:moveTo>
                    <a:pt x="2146453" y="424326"/>
                  </a:moveTo>
                  <a:lnTo>
                    <a:pt x="2144747" y="424326"/>
                  </a:lnTo>
                </a:path>
                <a:path w="8943340" h="3994785">
                  <a:moveTo>
                    <a:pt x="2085877" y="424326"/>
                  </a:moveTo>
                  <a:lnTo>
                    <a:pt x="2073933" y="424319"/>
                  </a:lnTo>
                </a:path>
                <a:path w="8943340" h="3994785">
                  <a:moveTo>
                    <a:pt x="2129933" y="2652531"/>
                  </a:moveTo>
                  <a:lnTo>
                    <a:pt x="2085877" y="2652531"/>
                  </a:lnTo>
                </a:path>
                <a:path w="8943340" h="3994785">
                  <a:moveTo>
                    <a:pt x="2129933" y="424326"/>
                  </a:moveTo>
                  <a:lnTo>
                    <a:pt x="2085877" y="424326"/>
                  </a:lnTo>
                </a:path>
                <a:path w="8943340" h="3994785">
                  <a:moveTo>
                    <a:pt x="2305533" y="424326"/>
                  </a:moveTo>
                  <a:lnTo>
                    <a:pt x="2305456" y="2652531"/>
                  </a:lnTo>
                  <a:lnTo>
                    <a:pt x="2300104" y="2652531"/>
                  </a:lnTo>
                </a:path>
                <a:path w="8943340" h="3994785">
                  <a:moveTo>
                    <a:pt x="2063307" y="2652523"/>
                  </a:moveTo>
                  <a:lnTo>
                    <a:pt x="2065711" y="2652523"/>
                  </a:lnTo>
                  <a:lnTo>
                    <a:pt x="2068116" y="2652523"/>
                  </a:lnTo>
                </a:path>
                <a:path w="8943340" h="3994785">
                  <a:moveTo>
                    <a:pt x="2045700" y="2652531"/>
                  </a:moveTo>
                  <a:lnTo>
                    <a:pt x="2046941" y="2652531"/>
                  </a:lnTo>
                </a:path>
                <a:path w="8943340" h="3994785">
                  <a:moveTo>
                    <a:pt x="2029179" y="2653058"/>
                  </a:moveTo>
                  <a:lnTo>
                    <a:pt x="2029179" y="2652942"/>
                  </a:lnTo>
                </a:path>
                <a:path w="8943340" h="3994785">
                  <a:moveTo>
                    <a:pt x="2041124" y="2652980"/>
                  </a:moveTo>
                  <a:lnTo>
                    <a:pt x="2041124" y="2652949"/>
                  </a:lnTo>
                </a:path>
                <a:path w="8943340" h="3994785">
                  <a:moveTo>
                    <a:pt x="2028714" y="2652934"/>
                  </a:moveTo>
                  <a:lnTo>
                    <a:pt x="2028714" y="2652825"/>
                  </a:lnTo>
                </a:path>
                <a:path w="8943340" h="3994785">
                  <a:moveTo>
                    <a:pt x="2042443" y="2652903"/>
                  </a:moveTo>
                  <a:lnTo>
                    <a:pt x="2040814" y="2652903"/>
                  </a:lnTo>
                </a:path>
                <a:path w="8943340" h="3994785">
                  <a:moveTo>
                    <a:pt x="2040581" y="2652856"/>
                  </a:moveTo>
                  <a:lnTo>
                    <a:pt x="2040581" y="2652825"/>
                  </a:lnTo>
                </a:path>
                <a:path w="8943340" h="3994785">
                  <a:moveTo>
                    <a:pt x="2041202" y="2652988"/>
                  </a:moveTo>
                  <a:lnTo>
                    <a:pt x="2041202" y="2653012"/>
                  </a:lnTo>
                  <a:lnTo>
                    <a:pt x="2041279" y="2653019"/>
                  </a:lnTo>
                </a:path>
                <a:path w="8943340" h="3994785">
                  <a:moveTo>
                    <a:pt x="2025534" y="2652942"/>
                  </a:moveTo>
                  <a:lnTo>
                    <a:pt x="2025534" y="2652818"/>
                  </a:lnTo>
                </a:path>
                <a:path w="8943340" h="3994785">
                  <a:moveTo>
                    <a:pt x="2025069" y="2652818"/>
                  </a:moveTo>
                  <a:lnTo>
                    <a:pt x="2025069" y="2652701"/>
                  </a:lnTo>
                </a:path>
                <a:path w="8943340" h="3994785">
                  <a:moveTo>
                    <a:pt x="2028249" y="2652810"/>
                  </a:moveTo>
                  <a:lnTo>
                    <a:pt x="2028249" y="2652701"/>
                  </a:lnTo>
                </a:path>
                <a:path w="8943340" h="3994785">
                  <a:moveTo>
                    <a:pt x="2042443" y="2653012"/>
                  </a:moveTo>
                  <a:lnTo>
                    <a:pt x="2041279" y="2653019"/>
                  </a:lnTo>
                </a:path>
                <a:path w="8943340" h="3994785">
                  <a:moveTo>
                    <a:pt x="2040116" y="2652709"/>
                  </a:moveTo>
                  <a:lnTo>
                    <a:pt x="2040116" y="2652732"/>
                  </a:lnTo>
                  <a:lnTo>
                    <a:pt x="2040116" y="2652740"/>
                  </a:lnTo>
                </a:path>
                <a:path w="8943340" h="3994785">
                  <a:moveTo>
                    <a:pt x="2040271" y="2652740"/>
                  </a:moveTo>
                  <a:lnTo>
                    <a:pt x="2040271" y="2652771"/>
                  </a:lnTo>
                  <a:lnTo>
                    <a:pt x="2040271" y="2652779"/>
                  </a:lnTo>
                </a:path>
                <a:path w="8943340" h="3994785">
                  <a:moveTo>
                    <a:pt x="2042132" y="2652732"/>
                  </a:moveTo>
                  <a:lnTo>
                    <a:pt x="2042132" y="2652709"/>
                  </a:lnTo>
                </a:path>
                <a:path w="8943340" h="3994785">
                  <a:moveTo>
                    <a:pt x="2042210" y="2652740"/>
                  </a:moveTo>
                  <a:lnTo>
                    <a:pt x="2042287" y="2652771"/>
                  </a:lnTo>
                  <a:lnTo>
                    <a:pt x="2042287" y="2652709"/>
                  </a:lnTo>
                </a:path>
                <a:path w="8943340" h="3994785">
                  <a:moveTo>
                    <a:pt x="2021889" y="2652701"/>
                  </a:moveTo>
                  <a:lnTo>
                    <a:pt x="2021811" y="2652694"/>
                  </a:lnTo>
                </a:path>
                <a:path w="8943340" h="3994785">
                  <a:moveTo>
                    <a:pt x="2042365" y="2652779"/>
                  </a:moveTo>
                  <a:lnTo>
                    <a:pt x="2042443" y="2652802"/>
                  </a:lnTo>
                </a:path>
                <a:path w="8943340" h="3994785">
                  <a:moveTo>
                    <a:pt x="2041745" y="2653136"/>
                  </a:moveTo>
                  <a:lnTo>
                    <a:pt x="2041745" y="2653143"/>
                  </a:lnTo>
                  <a:lnTo>
                    <a:pt x="2042443" y="2653143"/>
                  </a:lnTo>
                </a:path>
                <a:path w="8943340" h="3994785">
                  <a:moveTo>
                    <a:pt x="2041977" y="2652678"/>
                  </a:moveTo>
                  <a:lnTo>
                    <a:pt x="2041977" y="419533"/>
                  </a:lnTo>
                  <a:lnTo>
                    <a:pt x="2039263" y="419525"/>
                  </a:lnTo>
                  <a:lnTo>
                    <a:pt x="2039263" y="2652678"/>
                  </a:lnTo>
                </a:path>
                <a:path w="8943340" h="3994785">
                  <a:moveTo>
                    <a:pt x="2025069" y="2652701"/>
                  </a:moveTo>
                  <a:lnTo>
                    <a:pt x="2025069" y="419541"/>
                  </a:lnTo>
                  <a:lnTo>
                    <a:pt x="2021811" y="419541"/>
                  </a:lnTo>
                </a:path>
                <a:path w="8943340" h="3994785">
                  <a:moveTo>
                    <a:pt x="2039263" y="419525"/>
                  </a:moveTo>
                  <a:lnTo>
                    <a:pt x="2025069" y="419541"/>
                  </a:lnTo>
                </a:path>
                <a:path w="8943340" h="3994785">
                  <a:moveTo>
                    <a:pt x="2044769" y="419556"/>
                  </a:moveTo>
                  <a:lnTo>
                    <a:pt x="2041977" y="419533"/>
                  </a:lnTo>
                </a:path>
                <a:path w="8943340" h="3994785">
                  <a:moveTo>
                    <a:pt x="2025999" y="2653058"/>
                  </a:moveTo>
                  <a:lnTo>
                    <a:pt x="2025999" y="2652942"/>
                  </a:lnTo>
                </a:path>
                <a:path w="8943340" h="3994785">
                  <a:moveTo>
                    <a:pt x="2041745" y="2653136"/>
                  </a:moveTo>
                  <a:lnTo>
                    <a:pt x="2041745" y="2653105"/>
                  </a:lnTo>
                </a:path>
                <a:path w="8943340" h="3994785">
                  <a:moveTo>
                    <a:pt x="2041589" y="2653097"/>
                  </a:moveTo>
                  <a:lnTo>
                    <a:pt x="2041589" y="2653074"/>
                  </a:lnTo>
                </a:path>
                <a:path w="8943340" h="3994785">
                  <a:moveTo>
                    <a:pt x="2044847" y="2652546"/>
                  </a:moveTo>
                  <a:lnTo>
                    <a:pt x="2044847" y="2511996"/>
                  </a:lnTo>
                </a:path>
                <a:path w="8943340" h="3994785">
                  <a:moveTo>
                    <a:pt x="2031119" y="2653539"/>
                  </a:moveTo>
                  <a:lnTo>
                    <a:pt x="2031119" y="2653430"/>
                  </a:lnTo>
                </a:path>
                <a:path w="8943340" h="3994785">
                  <a:moveTo>
                    <a:pt x="2030653" y="2653423"/>
                  </a:moveTo>
                  <a:lnTo>
                    <a:pt x="2030653" y="2653306"/>
                  </a:lnTo>
                </a:path>
                <a:path w="8943340" h="3994785">
                  <a:moveTo>
                    <a:pt x="2027473" y="2653430"/>
                  </a:moveTo>
                  <a:lnTo>
                    <a:pt x="2027473" y="2653306"/>
                  </a:lnTo>
                </a:path>
                <a:path w="8943340" h="3994785">
                  <a:moveTo>
                    <a:pt x="2027008" y="2653306"/>
                  </a:moveTo>
                  <a:lnTo>
                    <a:pt x="2027008" y="2653182"/>
                  </a:lnTo>
                </a:path>
                <a:path w="8943340" h="3994785">
                  <a:moveTo>
                    <a:pt x="2030188" y="2653298"/>
                  </a:moveTo>
                  <a:lnTo>
                    <a:pt x="2030188" y="2653190"/>
                  </a:lnTo>
                </a:path>
                <a:path w="8943340" h="3994785">
                  <a:moveTo>
                    <a:pt x="2042055" y="2653190"/>
                  </a:moveTo>
                  <a:lnTo>
                    <a:pt x="2042055" y="2653221"/>
                  </a:lnTo>
                  <a:lnTo>
                    <a:pt x="2042132" y="2653229"/>
                  </a:lnTo>
                </a:path>
                <a:path w="8943340" h="3994785">
                  <a:moveTo>
                    <a:pt x="2042443" y="2653267"/>
                  </a:moveTo>
                  <a:lnTo>
                    <a:pt x="2042210" y="2653267"/>
                  </a:lnTo>
                </a:path>
                <a:path w="8943340" h="3994785">
                  <a:moveTo>
                    <a:pt x="2023828" y="2653182"/>
                  </a:moveTo>
                  <a:lnTo>
                    <a:pt x="2023828" y="2653182"/>
                  </a:lnTo>
                  <a:lnTo>
                    <a:pt x="2023828" y="2652701"/>
                  </a:lnTo>
                </a:path>
                <a:path w="8943340" h="3994785">
                  <a:moveTo>
                    <a:pt x="2041202" y="2653167"/>
                  </a:moveTo>
                  <a:lnTo>
                    <a:pt x="2041202" y="2653074"/>
                  </a:lnTo>
                </a:path>
                <a:path w="8943340" h="3994785">
                  <a:moveTo>
                    <a:pt x="2027008" y="2653182"/>
                  </a:moveTo>
                  <a:lnTo>
                    <a:pt x="2027008" y="2653066"/>
                  </a:lnTo>
                </a:path>
                <a:path w="8943340" h="3994785">
                  <a:moveTo>
                    <a:pt x="2042443" y="2653438"/>
                  </a:moveTo>
                  <a:lnTo>
                    <a:pt x="2033368" y="2653430"/>
                  </a:lnTo>
                </a:path>
                <a:path w="8943340" h="3994785">
                  <a:moveTo>
                    <a:pt x="2042443" y="2653314"/>
                  </a:moveTo>
                  <a:lnTo>
                    <a:pt x="2032902" y="2653306"/>
                  </a:lnTo>
                </a:path>
                <a:path w="8943340" h="3994785">
                  <a:moveTo>
                    <a:pt x="2042443" y="2653539"/>
                  </a:moveTo>
                  <a:lnTo>
                    <a:pt x="2033911" y="2653554"/>
                  </a:lnTo>
                </a:path>
                <a:path w="8943340" h="3994785">
                  <a:moveTo>
                    <a:pt x="2027938" y="2653547"/>
                  </a:moveTo>
                  <a:lnTo>
                    <a:pt x="2027938" y="2653430"/>
                  </a:lnTo>
                </a:path>
                <a:path w="8943340" h="3994785">
                  <a:moveTo>
                    <a:pt x="2699859" y="1202"/>
                  </a:moveTo>
                  <a:lnTo>
                    <a:pt x="2699471" y="1209"/>
                  </a:lnTo>
                </a:path>
                <a:path w="8943340" h="3994785">
                  <a:moveTo>
                    <a:pt x="2698773" y="2668"/>
                  </a:moveTo>
                  <a:lnTo>
                    <a:pt x="2698463" y="2675"/>
                  </a:lnTo>
                </a:path>
                <a:path w="8943340" h="3994785">
                  <a:moveTo>
                    <a:pt x="2699471" y="1690"/>
                  </a:moveTo>
                  <a:lnTo>
                    <a:pt x="2699161" y="1698"/>
                  </a:lnTo>
                </a:path>
                <a:path w="8943340" h="3994785">
                  <a:moveTo>
                    <a:pt x="2699161" y="2179"/>
                  </a:moveTo>
                  <a:lnTo>
                    <a:pt x="2698773" y="2187"/>
                  </a:lnTo>
                </a:path>
                <a:path w="8943340" h="3994785">
                  <a:moveTo>
                    <a:pt x="2717621" y="420502"/>
                  </a:moveTo>
                  <a:lnTo>
                    <a:pt x="2717621" y="217"/>
                  </a:lnTo>
                  <a:lnTo>
                    <a:pt x="2720335" y="217"/>
                  </a:lnTo>
                </a:path>
                <a:path w="8943340" h="3994785">
                  <a:moveTo>
                    <a:pt x="2703349" y="420510"/>
                  </a:moveTo>
                  <a:lnTo>
                    <a:pt x="2703349" y="232"/>
                  </a:lnTo>
                  <a:lnTo>
                    <a:pt x="2700169" y="240"/>
                  </a:lnTo>
                </a:path>
                <a:path w="8943340" h="3994785">
                  <a:moveTo>
                    <a:pt x="2717621" y="217"/>
                  </a:moveTo>
                  <a:lnTo>
                    <a:pt x="2703349" y="232"/>
                  </a:lnTo>
                </a:path>
                <a:path w="8943340" h="3994785">
                  <a:moveTo>
                    <a:pt x="2723050" y="232"/>
                  </a:moveTo>
                  <a:lnTo>
                    <a:pt x="2720335" y="248"/>
                  </a:lnTo>
                </a:path>
                <a:path w="8943340" h="3994785">
                  <a:moveTo>
                    <a:pt x="2700169" y="721"/>
                  </a:moveTo>
                  <a:lnTo>
                    <a:pt x="2699859" y="721"/>
                  </a:lnTo>
                </a:path>
                <a:path w="8943340" h="3994785">
                  <a:moveTo>
                    <a:pt x="2698463" y="3156"/>
                  </a:moveTo>
                  <a:lnTo>
                    <a:pt x="2698153" y="3156"/>
                  </a:lnTo>
                </a:path>
                <a:path w="8943340" h="3994785">
                  <a:moveTo>
                    <a:pt x="2698153" y="3637"/>
                  </a:moveTo>
                  <a:lnTo>
                    <a:pt x="2697765" y="3645"/>
                  </a:lnTo>
                </a:path>
                <a:path w="8943340" h="3994785">
                  <a:moveTo>
                    <a:pt x="2697455" y="420502"/>
                  </a:moveTo>
                  <a:lnTo>
                    <a:pt x="2697455" y="4134"/>
                  </a:lnTo>
                  <a:lnTo>
                    <a:pt x="2697765" y="4126"/>
                  </a:lnTo>
                </a:path>
                <a:path w="8943340" h="3994785">
                  <a:moveTo>
                    <a:pt x="2278619" y="420502"/>
                  </a:moveTo>
                  <a:lnTo>
                    <a:pt x="2266752" y="420495"/>
                  </a:lnTo>
                </a:path>
                <a:path w="8943340" h="3994785">
                  <a:moveTo>
                    <a:pt x="2144049" y="420495"/>
                  </a:moveTo>
                  <a:lnTo>
                    <a:pt x="2142343" y="420495"/>
                  </a:lnTo>
                </a:path>
                <a:path w="8943340" h="3994785">
                  <a:moveTo>
                    <a:pt x="2288004" y="420502"/>
                  </a:moveTo>
                  <a:lnTo>
                    <a:pt x="2285600" y="420502"/>
                  </a:lnTo>
                </a:path>
                <a:path w="8943340" h="3994785">
                  <a:moveTo>
                    <a:pt x="2364015" y="420495"/>
                  </a:moveTo>
                  <a:lnTo>
                    <a:pt x="2353467" y="420495"/>
                  </a:lnTo>
                </a:path>
                <a:path w="8943340" h="3994785">
                  <a:moveTo>
                    <a:pt x="2501921" y="420502"/>
                  </a:moveTo>
                  <a:lnTo>
                    <a:pt x="2500059" y="420502"/>
                  </a:lnTo>
                </a:path>
                <a:path w="8943340" h="3994785">
                  <a:moveTo>
                    <a:pt x="2685588" y="420495"/>
                  </a:moveTo>
                  <a:lnTo>
                    <a:pt x="2638973" y="420495"/>
                  </a:lnTo>
                </a:path>
                <a:path w="8943340" h="3994785">
                  <a:moveTo>
                    <a:pt x="2290641" y="420502"/>
                  </a:moveTo>
                  <a:lnTo>
                    <a:pt x="2288004" y="420502"/>
                  </a:lnTo>
                </a:path>
                <a:path w="8943340" h="3994785">
                  <a:moveTo>
                    <a:pt x="2285600" y="420502"/>
                  </a:moveTo>
                  <a:lnTo>
                    <a:pt x="2283195" y="420502"/>
                  </a:lnTo>
                </a:path>
                <a:path w="8943340" h="3994785">
                  <a:moveTo>
                    <a:pt x="2415594" y="420495"/>
                  </a:moveTo>
                  <a:lnTo>
                    <a:pt x="2365721" y="420495"/>
                  </a:lnTo>
                </a:path>
                <a:path w="8943340" h="3994785">
                  <a:moveTo>
                    <a:pt x="2304447" y="420495"/>
                  </a:moveTo>
                  <a:lnTo>
                    <a:pt x="2292503" y="420502"/>
                  </a:lnTo>
                </a:path>
                <a:path w="8943340" h="3994785">
                  <a:moveTo>
                    <a:pt x="2427849" y="420495"/>
                  </a:moveTo>
                  <a:lnTo>
                    <a:pt x="2417300" y="420495"/>
                  </a:lnTo>
                </a:path>
                <a:path w="8943340" h="3994785">
                  <a:moveTo>
                    <a:pt x="2207883" y="420495"/>
                  </a:moveTo>
                  <a:lnTo>
                    <a:pt x="2206176" y="420495"/>
                  </a:lnTo>
                </a:path>
                <a:path w="8943340" h="3994785">
                  <a:moveTo>
                    <a:pt x="2220137" y="420495"/>
                  </a:moveTo>
                  <a:lnTo>
                    <a:pt x="2218431" y="420495"/>
                  </a:lnTo>
                </a:path>
                <a:path w="8943340" h="3994785">
                  <a:moveTo>
                    <a:pt x="2476170" y="420495"/>
                  </a:moveTo>
                  <a:lnTo>
                    <a:pt x="2429555" y="420495"/>
                  </a:lnTo>
                </a:path>
                <a:path w="8943340" h="3994785">
                  <a:moveTo>
                    <a:pt x="2283195" y="420502"/>
                  </a:moveTo>
                  <a:lnTo>
                    <a:pt x="2280558" y="420502"/>
                  </a:lnTo>
                </a:path>
                <a:path w="8943340" h="3994785">
                  <a:moveTo>
                    <a:pt x="2497422" y="420502"/>
                  </a:moveTo>
                  <a:lnTo>
                    <a:pt x="2495017" y="420502"/>
                  </a:lnTo>
                </a:path>
                <a:path w="8943340" h="3994785">
                  <a:moveTo>
                    <a:pt x="2154597" y="420495"/>
                  </a:moveTo>
                  <a:lnTo>
                    <a:pt x="2144049" y="420495"/>
                  </a:lnTo>
                </a:path>
                <a:path w="8943340" h="3994785">
                  <a:moveTo>
                    <a:pt x="2266752" y="420495"/>
                  </a:moveTo>
                  <a:lnTo>
                    <a:pt x="2220137" y="420495"/>
                  </a:lnTo>
                </a:path>
                <a:path w="8943340" h="3994785">
                  <a:moveTo>
                    <a:pt x="2488037" y="420502"/>
                  </a:moveTo>
                  <a:lnTo>
                    <a:pt x="2476170" y="420495"/>
                  </a:lnTo>
                </a:path>
                <a:path w="8943340" h="3994785">
                  <a:moveTo>
                    <a:pt x="2500059" y="420502"/>
                  </a:moveTo>
                  <a:lnTo>
                    <a:pt x="2497422" y="420502"/>
                  </a:lnTo>
                </a:path>
                <a:path w="8943340" h="3994785">
                  <a:moveTo>
                    <a:pt x="2417300" y="420495"/>
                  </a:moveTo>
                  <a:lnTo>
                    <a:pt x="2415594" y="420495"/>
                  </a:lnTo>
                </a:path>
                <a:path w="8943340" h="3994785">
                  <a:moveTo>
                    <a:pt x="2562884" y="420495"/>
                  </a:moveTo>
                  <a:lnTo>
                    <a:pt x="2561100" y="420495"/>
                  </a:lnTo>
                  <a:lnTo>
                    <a:pt x="2513865" y="420495"/>
                  </a:lnTo>
                  <a:lnTo>
                    <a:pt x="2501921" y="420502"/>
                  </a:lnTo>
                </a:path>
                <a:path w="8943340" h="3994785">
                  <a:moveTo>
                    <a:pt x="2429555" y="420495"/>
                  </a:moveTo>
                  <a:lnTo>
                    <a:pt x="2427849" y="420495"/>
                  </a:lnTo>
                </a:path>
                <a:path w="8943340" h="3994785">
                  <a:moveTo>
                    <a:pt x="2365721" y="420495"/>
                  </a:moveTo>
                  <a:lnTo>
                    <a:pt x="2364015" y="420495"/>
                  </a:lnTo>
                </a:path>
                <a:path w="8943340" h="3994785">
                  <a:moveTo>
                    <a:pt x="2489976" y="420502"/>
                  </a:moveTo>
                  <a:lnTo>
                    <a:pt x="2488037" y="420502"/>
                  </a:lnTo>
                </a:path>
                <a:path w="8943340" h="3994785">
                  <a:moveTo>
                    <a:pt x="2218431" y="420495"/>
                  </a:moveTo>
                  <a:lnTo>
                    <a:pt x="2207883" y="420495"/>
                  </a:lnTo>
                </a:path>
                <a:path w="8943340" h="3994785">
                  <a:moveTo>
                    <a:pt x="2495017" y="420502"/>
                  </a:moveTo>
                  <a:lnTo>
                    <a:pt x="2492613" y="420502"/>
                  </a:lnTo>
                </a:path>
                <a:path w="8943340" h="3994785">
                  <a:moveTo>
                    <a:pt x="2573433" y="420495"/>
                  </a:moveTo>
                  <a:lnTo>
                    <a:pt x="2562884" y="420495"/>
                  </a:lnTo>
                </a:path>
                <a:path w="8943340" h="3994785">
                  <a:moveTo>
                    <a:pt x="2206176" y="420495"/>
                  </a:moveTo>
                  <a:lnTo>
                    <a:pt x="2156304" y="420495"/>
                  </a:lnTo>
                </a:path>
                <a:path w="8943340" h="3994785">
                  <a:moveTo>
                    <a:pt x="2353467" y="420495"/>
                  </a:moveTo>
                  <a:lnTo>
                    <a:pt x="2351683" y="420495"/>
                  </a:lnTo>
                </a:path>
                <a:path w="8943340" h="3994785">
                  <a:moveTo>
                    <a:pt x="2575139" y="420495"/>
                  </a:moveTo>
                  <a:lnTo>
                    <a:pt x="2573433" y="420495"/>
                  </a:lnTo>
                </a:path>
                <a:path w="8943340" h="3994785">
                  <a:moveTo>
                    <a:pt x="2156304" y="420495"/>
                  </a:moveTo>
                  <a:lnTo>
                    <a:pt x="2154597" y="420495"/>
                  </a:lnTo>
                </a:path>
                <a:path w="8943340" h="3994785">
                  <a:moveTo>
                    <a:pt x="2625012" y="420495"/>
                  </a:moveTo>
                  <a:lnTo>
                    <a:pt x="2575139" y="420495"/>
                  </a:lnTo>
                </a:path>
                <a:path w="8943340" h="3994785">
                  <a:moveTo>
                    <a:pt x="2351683" y="420495"/>
                  </a:moveTo>
                  <a:lnTo>
                    <a:pt x="2304447" y="420495"/>
                  </a:lnTo>
                </a:path>
                <a:path w="8943340" h="3994785">
                  <a:moveTo>
                    <a:pt x="2142343" y="420495"/>
                  </a:moveTo>
                  <a:lnTo>
                    <a:pt x="2141489" y="420495"/>
                  </a:lnTo>
                </a:path>
                <a:path w="8943340" h="3994785">
                  <a:moveTo>
                    <a:pt x="2280558" y="420502"/>
                  </a:moveTo>
                  <a:lnTo>
                    <a:pt x="2278619" y="420502"/>
                  </a:lnTo>
                </a:path>
                <a:path w="8943340" h="3994785">
                  <a:moveTo>
                    <a:pt x="2292503" y="420502"/>
                  </a:moveTo>
                  <a:lnTo>
                    <a:pt x="2290641" y="420502"/>
                  </a:lnTo>
                </a:path>
                <a:path w="8943340" h="3994785">
                  <a:moveTo>
                    <a:pt x="2492613" y="420502"/>
                  </a:moveTo>
                  <a:lnTo>
                    <a:pt x="2489976" y="420502"/>
                  </a:lnTo>
                </a:path>
                <a:path w="8943340" h="3994785">
                  <a:moveTo>
                    <a:pt x="2638973" y="420495"/>
                  </a:moveTo>
                  <a:lnTo>
                    <a:pt x="2637266" y="420495"/>
                  </a:lnTo>
                  <a:lnTo>
                    <a:pt x="2626718" y="420495"/>
                  </a:lnTo>
                  <a:lnTo>
                    <a:pt x="2625012" y="420495"/>
                  </a:lnTo>
                </a:path>
                <a:path w="8943340" h="3994785">
                  <a:moveTo>
                    <a:pt x="2711338" y="420502"/>
                  </a:moveTo>
                  <a:lnTo>
                    <a:pt x="2709477" y="420502"/>
                  </a:lnTo>
                  <a:lnTo>
                    <a:pt x="2706840" y="420510"/>
                  </a:lnTo>
                  <a:lnTo>
                    <a:pt x="2704435" y="420510"/>
                  </a:lnTo>
                </a:path>
                <a:path w="8943340" h="3994785">
                  <a:moveTo>
                    <a:pt x="2044847" y="2420108"/>
                  </a:moveTo>
                  <a:lnTo>
                    <a:pt x="2044847" y="2511996"/>
                  </a:lnTo>
                </a:path>
                <a:path w="8943340" h="3994785">
                  <a:moveTo>
                    <a:pt x="2723050" y="371638"/>
                  </a:moveTo>
                  <a:lnTo>
                    <a:pt x="2723050" y="371615"/>
                  </a:lnTo>
                </a:path>
                <a:path w="8943340" h="3994785">
                  <a:moveTo>
                    <a:pt x="6733011" y="3001731"/>
                  </a:moveTo>
                  <a:lnTo>
                    <a:pt x="6733011" y="2978198"/>
                  </a:lnTo>
                </a:path>
                <a:path w="8943340" h="3994785">
                  <a:moveTo>
                    <a:pt x="6686241" y="1861638"/>
                  </a:moveTo>
                  <a:lnTo>
                    <a:pt x="6685853" y="1861638"/>
                  </a:lnTo>
                  <a:lnTo>
                    <a:pt x="6674219" y="1861638"/>
                  </a:lnTo>
                  <a:lnTo>
                    <a:pt x="6673986" y="1861638"/>
                  </a:lnTo>
                  <a:lnTo>
                    <a:pt x="6662973" y="1861638"/>
                  </a:lnTo>
                </a:path>
                <a:path w="8943340" h="3994785">
                  <a:moveTo>
                    <a:pt x="6719205" y="1861638"/>
                  </a:moveTo>
                  <a:lnTo>
                    <a:pt x="6714241" y="1861638"/>
                  </a:lnTo>
                  <a:lnTo>
                    <a:pt x="6709510" y="1861630"/>
                  </a:lnTo>
                  <a:lnTo>
                    <a:pt x="6702297" y="1861630"/>
                  </a:lnTo>
                </a:path>
                <a:path w="8943340" h="3994785">
                  <a:moveTo>
                    <a:pt x="6639937" y="3001739"/>
                  </a:moveTo>
                  <a:lnTo>
                    <a:pt x="6639937" y="2978183"/>
                  </a:lnTo>
                </a:path>
                <a:path w="8943340" h="3994785">
                  <a:moveTo>
                    <a:pt x="7978659" y="2634808"/>
                  </a:moveTo>
                  <a:lnTo>
                    <a:pt x="7979357" y="2634808"/>
                  </a:lnTo>
                  <a:lnTo>
                    <a:pt x="8036055" y="2634800"/>
                  </a:lnTo>
                </a:path>
                <a:path w="8943340" h="3994785">
                  <a:moveTo>
                    <a:pt x="8176985" y="1448162"/>
                  </a:moveTo>
                  <a:lnTo>
                    <a:pt x="8176287" y="1448162"/>
                  </a:lnTo>
                  <a:lnTo>
                    <a:pt x="8164963" y="1448162"/>
                  </a:lnTo>
                </a:path>
                <a:path w="8943340" h="3994785">
                  <a:moveTo>
                    <a:pt x="8124708" y="1448177"/>
                  </a:moveTo>
                  <a:lnTo>
                    <a:pt x="8124010" y="1448177"/>
                  </a:lnTo>
                  <a:lnTo>
                    <a:pt x="8120054" y="1448177"/>
                  </a:lnTo>
                </a:path>
                <a:path w="8943340" h="3994785">
                  <a:moveTo>
                    <a:pt x="8164963" y="1448162"/>
                  </a:moveTo>
                  <a:lnTo>
                    <a:pt x="8164265" y="1448162"/>
                  </a:lnTo>
                  <a:lnTo>
                    <a:pt x="8152863" y="1448162"/>
                  </a:lnTo>
                </a:path>
                <a:path w="8943340" h="3994785">
                  <a:moveTo>
                    <a:pt x="8120054" y="1448177"/>
                  </a:moveTo>
                  <a:lnTo>
                    <a:pt x="8119356" y="1448177"/>
                  </a:lnTo>
                  <a:lnTo>
                    <a:pt x="8118503" y="1448185"/>
                  </a:lnTo>
                </a:path>
                <a:path w="8943340" h="3994785">
                  <a:moveTo>
                    <a:pt x="8152863" y="1448162"/>
                  </a:moveTo>
                  <a:lnTo>
                    <a:pt x="8152243" y="1448162"/>
                  </a:lnTo>
                  <a:lnTo>
                    <a:pt x="8141694" y="1448162"/>
                  </a:lnTo>
                </a:path>
                <a:path w="8943340" h="3994785">
                  <a:moveTo>
                    <a:pt x="8211578" y="1448169"/>
                  </a:moveTo>
                  <a:lnTo>
                    <a:pt x="8210880" y="1448169"/>
                  </a:lnTo>
                  <a:lnTo>
                    <a:pt x="8209949" y="1448169"/>
                  </a:lnTo>
                </a:path>
                <a:path w="8943340" h="3994785">
                  <a:moveTo>
                    <a:pt x="8197849" y="1448162"/>
                  </a:moveTo>
                  <a:lnTo>
                    <a:pt x="8197229" y="1448162"/>
                  </a:lnTo>
                  <a:lnTo>
                    <a:pt x="8188232" y="1448162"/>
                  </a:lnTo>
                </a:path>
                <a:path w="8943340" h="3994785">
                  <a:moveTo>
                    <a:pt x="8141694" y="1448162"/>
                  </a:moveTo>
                  <a:lnTo>
                    <a:pt x="8140996" y="1448162"/>
                  </a:lnTo>
                  <a:lnTo>
                    <a:pt x="8132077" y="1448169"/>
                  </a:lnTo>
                </a:path>
                <a:path w="8943340" h="3994785">
                  <a:moveTo>
                    <a:pt x="8205295" y="1448162"/>
                  </a:moveTo>
                  <a:lnTo>
                    <a:pt x="8204597" y="1448162"/>
                  </a:lnTo>
                  <a:lnTo>
                    <a:pt x="8197849" y="1448162"/>
                  </a:lnTo>
                </a:path>
                <a:path w="8943340" h="3994785">
                  <a:moveTo>
                    <a:pt x="8209949" y="1448169"/>
                  </a:moveTo>
                  <a:lnTo>
                    <a:pt x="8209251" y="1448162"/>
                  </a:lnTo>
                  <a:lnTo>
                    <a:pt x="8205295" y="1448162"/>
                  </a:lnTo>
                </a:path>
                <a:path w="8943340" h="3994785">
                  <a:moveTo>
                    <a:pt x="8132077" y="1448169"/>
                  </a:moveTo>
                  <a:lnTo>
                    <a:pt x="8131379" y="1448169"/>
                  </a:lnTo>
                  <a:lnTo>
                    <a:pt x="8124708" y="1448177"/>
                  </a:lnTo>
                </a:path>
                <a:path w="8943340" h="3994785">
                  <a:moveTo>
                    <a:pt x="8188232" y="1448162"/>
                  </a:moveTo>
                  <a:lnTo>
                    <a:pt x="8187534" y="1448162"/>
                  </a:lnTo>
                  <a:lnTo>
                    <a:pt x="8176985" y="1448162"/>
                  </a:lnTo>
                </a:path>
                <a:path w="8943340" h="3994785">
                  <a:moveTo>
                    <a:pt x="8176287" y="1373911"/>
                  </a:moveTo>
                  <a:lnTo>
                    <a:pt x="8175666" y="1373911"/>
                  </a:lnTo>
                  <a:lnTo>
                    <a:pt x="8164265" y="1373911"/>
                  </a:lnTo>
                </a:path>
                <a:path w="8943340" h="3994785">
                  <a:moveTo>
                    <a:pt x="8124010" y="1373927"/>
                  </a:moveTo>
                  <a:lnTo>
                    <a:pt x="8123312" y="1373927"/>
                  </a:lnTo>
                  <a:lnTo>
                    <a:pt x="8119356" y="1373935"/>
                  </a:lnTo>
                </a:path>
                <a:path w="8943340" h="3994785">
                  <a:moveTo>
                    <a:pt x="8164265" y="1373911"/>
                  </a:moveTo>
                  <a:lnTo>
                    <a:pt x="8163567" y="1373911"/>
                  </a:lnTo>
                  <a:lnTo>
                    <a:pt x="8152243" y="1373919"/>
                  </a:lnTo>
                </a:path>
                <a:path w="8943340" h="3994785">
                  <a:moveTo>
                    <a:pt x="8119356" y="1373935"/>
                  </a:moveTo>
                  <a:lnTo>
                    <a:pt x="8118736" y="1373935"/>
                  </a:lnTo>
                  <a:lnTo>
                    <a:pt x="8117805" y="1373935"/>
                  </a:lnTo>
                </a:path>
                <a:path w="8943340" h="3994785">
                  <a:moveTo>
                    <a:pt x="8152243" y="1373919"/>
                  </a:moveTo>
                  <a:lnTo>
                    <a:pt x="8151545" y="1373919"/>
                  </a:lnTo>
                  <a:lnTo>
                    <a:pt x="8140996" y="1373919"/>
                  </a:lnTo>
                </a:path>
                <a:path w="8943340" h="3994785">
                  <a:moveTo>
                    <a:pt x="8210880" y="1373927"/>
                  </a:moveTo>
                  <a:lnTo>
                    <a:pt x="8210182" y="1373919"/>
                  </a:lnTo>
                  <a:lnTo>
                    <a:pt x="8209251" y="1373919"/>
                  </a:lnTo>
                </a:path>
                <a:path w="8943340" h="3994785">
                  <a:moveTo>
                    <a:pt x="8197229" y="1373911"/>
                  </a:moveTo>
                  <a:lnTo>
                    <a:pt x="8196531" y="1373911"/>
                  </a:lnTo>
                  <a:lnTo>
                    <a:pt x="8187534" y="1373911"/>
                  </a:lnTo>
                </a:path>
                <a:path w="8943340" h="3994785">
                  <a:moveTo>
                    <a:pt x="8140996" y="1373919"/>
                  </a:moveTo>
                  <a:lnTo>
                    <a:pt x="8140376" y="1373919"/>
                  </a:lnTo>
                  <a:lnTo>
                    <a:pt x="8131379" y="1373927"/>
                  </a:lnTo>
                </a:path>
                <a:path w="8943340" h="3994785">
                  <a:moveTo>
                    <a:pt x="8204597" y="1373919"/>
                  </a:moveTo>
                  <a:lnTo>
                    <a:pt x="8203977" y="1373919"/>
                  </a:lnTo>
                  <a:lnTo>
                    <a:pt x="8197229" y="1373911"/>
                  </a:lnTo>
                </a:path>
                <a:path w="8943340" h="3994785">
                  <a:moveTo>
                    <a:pt x="8209251" y="1373919"/>
                  </a:moveTo>
                  <a:lnTo>
                    <a:pt x="8208630" y="1373919"/>
                  </a:lnTo>
                  <a:lnTo>
                    <a:pt x="8204597" y="1373919"/>
                  </a:lnTo>
                </a:path>
                <a:path w="8943340" h="3994785">
                  <a:moveTo>
                    <a:pt x="8131379" y="1373927"/>
                  </a:moveTo>
                  <a:lnTo>
                    <a:pt x="8130680" y="1373927"/>
                  </a:lnTo>
                  <a:lnTo>
                    <a:pt x="8124010" y="1373927"/>
                  </a:lnTo>
                </a:path>
                <a:path w="8943340" h="3994785">
                  <a:moveTo>
                    <a:pt x="8187534" y="1373911"/>
                  </a:moveTo>
                  <a:lnTo>
                    <a:pt x="8186913" y="1373911"/>
                  </a:lnTo>
                  <a:lnTo>
                    <a:pt x="8176287" y="1373911"/>
                  </a:lnTo>
                </a:path>
                <a:path w="8943340" h="3994785">
                  <a:moveTo>
                    <a:pt x="7979357" y="2729728"/>
                  </a:moveTo>
                  <a:lnTo>
                    <a:pt x="7979977" y="2729728"/>
                  </a:lnTo>
                  <a:lnTo>
                    <a:pt x="8036055" y="2729720"/>
                  </a:lnTo>
                </a:path>
                <a:path w="8943340" h="3994785">
                  <a:moveTo>
                    <a:pt x="8177683" y="1519814"/>
                  </a:moveTo>
                  <a:lnTo>
                    <a:pt x="8176985" y="1519814"/>
                  </a:lnTo>
                  <a:lnTo>
                    <a:pt x="8165583" y="1519814"/>
                  </a:lnTo>
                </a:path>
                <a:path w="8943340" h="3994785">
                  <a:moveTo>
                    <a:pt x="8125329" y="1519829"/>
                  </a:moveTo>
                  <a:lnTo>
                    <a:pt x="8124708" y="1519829"/>
                  </a:lnTo>
                  <a:lnTo>
                    <a:pt x="8120753" y="1519829"/>
                  </a:lnTo>
                </a:path>
                <a:path w="8943340" h="3994785">
                  <a:moveTo>
                    <a:pt x="8165583" y="1519814"/>
                  </a:moveTo>
                  <a:lnTo>
                    <a:pt x="8164963" y="1519814"/>
                  </a:lnTo>
                  <a:lnTo>
                    <a:pt x="8153561" y="1519814"/>
                  </a:lnTo>
                </a:path>
                <a:path w="8943340" h="3994785">
                  <a:moveTo>
                    <a:pt x="8120753" y="1519829"/>
                  </a:moveTo>
                  <a:lnTo>
                    <a:pt x="8120054" y="1519837"/>
                  </a:lnTo>
                  <a:lnTo>
                    <a:pt x="8119124" y="1519837"/>
                  </a:lnTo>
                </a:path>
                <a:path w="8943340" h="3994785">
                  <a:moveTo>
                    <a:pt x="8153561" y="1519814"/>
                  </a:moveTo>
                  <a:lnTo>
                    <a:pt x="8152941" y="1519814"/>
                  </a:lnTo>
                  <a:lnTo>
                    <a:pt x="8142392" y="1519821"/>
                  </a:lnTo>
                </a:path>
                <a:path w="8943340" h="3994785">
                  <a:moveTo>
                    <a:pt x="8212198" y="1519821"/>
                  </a:moveTo>
                  <a:lnTo>
                    <a:pt x="8211578" y="1519821"/>
                  </a:lnTo>
                  <a:lnTo>
                    <a:pt x="8210647" y="1519821"/>
                  </a:lnTo>
                </a:path>
                <a:path w="8943340" h="3994785">
                  <a:moveTo>
                    <a:pt x="8198547" y="1519814"/>
                  </a:moveTo>
                  <a:lnTo>
                    <a:pt x="8197849" y="1519814"/>
                  </a:lnTo>
                  <a:lnTo>
                    <a:pt x="8188930" y="1519814"/>
                  </a:lnTo>
                </a:path>
                <a:path w="8943340" h="3994785">
                  <a:moveTo>
                    <a:pt x="8142392" y="1519821"/>
                  </a:moveTo>
                  <a:lnTo>
                    <a:pt x="8141694" y="1519821"/>
                  </a:lnTo>
                  <a:lnTo>
                    <a:pt x="8132697" y="1519821"/>
                  </a:lnTo>
                </a:path>
                <a:path w="8943340" h="3994785">
                  <a:moveTo>
                    <a:pt x="8205993" y="1519814"/>
                  </a:moveTo>
                  <a:lnTo>
                    <a:pt x="8205295" y="1519814"/>
                  </a:lnTo>
                  <a:lnTo>
                    <a:pt x="8198547" y="1519814"/>
                  </a:lnTo>
                </a:path>
                <a:path w="8943340" h="3994785">
                  <a:moveTo>
                    <a:pt x="8210647" y="1519821"/>
                  </a:moveTo>
                  <a:lnTo>
                    <a:pt x="8209949" y="1519821"/>
                  </a:lnTo>
                  <a:lnTo>
                    <a:pt x="8205993" y="1519814"/>
                  </a:lnTo>
                </a:path>
                <a:path w="8943340" h="3994785">
                  <a:moveTo>
                    <a:pt x="8132697" y="1519821"/>
                  </a:moveTo>
                  <a:lnTo>
                    <a:pt x="8132077" y="1519821"/>
                  </a:lnTo>
                  <a:lnTo>
                    <a:pt x="8125329" y="1519829"/>
                  </a:lnTo>
                </a:path>
                <a:path w="8943340" h="3994785">
                  <a:moveTo>
                    <a:pt x="8188930" y="1519814"/>
                  </a:moveTo>
                  <a:lnTo>
                    <a:pt x="8188232" y="1519814"/>
                  </a:lnTo>
                  <a:lnTo>
                    <a:pt x="8177683" y="1519814"/>
                  </a:lnTo>
                </a:path>
                <a:path w="8943340" h="3994785">
                  <a:moveTo>
                    <a:pt x="7980675" y="2853657"/>
                  </a:moveTo>
                  <a:lnTo>
                    <a:pt x="7981373" y="2853657"/>
                  </a:lnTo>
                  <a:lnTo>
                    <a:pt x="8036055" y="2853649"/>
                  </a:lnTo>
                </a:path>
                <a:path w="8943340" h="3994785">
                  <a:moveTo>
                    <a:pt x="8179002" y="1667003"/>
                  </a:moveTo>
                  <a:lnTo>
                    <a:pt x="8178381" y="1667003"/>
                  </a:lnTo>
                  <a:lnTo>
                    <a:pt x="8166980" y="1667003"/>
                  </a:lnTo>
                </a:path>
                <a:path w="8943340" h="3994785">
                  <a:moveTo>
                    <a:pt x="8126725" y="1667019"/>
                  </a:moveTo>
                  <a:lnTo>
                    <a:pt x="8126027" y="1667019"/>
                  </a:lnTo>
                  <a:lnTo>
                    <a:pt x="8122071" y="1667026"/>
                  </a:lnTo>
                </a:path>
                <a:path w="8943340" h="3994785">
                  <a:moveTo>
                    <a:pt x="8166980" y="1667003"/>
                  </a:moveTo>
                  <a:lnTo>
                    <a:pt x="8166281" y="1667003"/>
                  </a:lnTo>
                  <a:lnTo>
                    <a:pt x="8154957" y="1667011"/>
                  </a:lnTo>
                </a:path>
                <a:path w="8943340" h="3994785">
                  <a:moveTo>
                    <a:pt x="8122071" y="1667026"/>
                  </a:moveTo>
                  <a:lnTo>
                    <a:pt x="8121373" y="1667026"/>
                  </a:lnTo>
                  <a:lnTo>
                    <a:pt x="8120520" y="1667034"/>
                  </a:lnTo>
                </a:path>
                <a:path w="8943340" h="3994785">
                  <a:moveTo>
                    <a:pt x="8154957" y="1667011"/>
                  </a:moveTo>
                  <a:lnTo>
                    <a:pt x="8154259" y="1667011"/>
                  </a:lnTo>
                  <a:lnTo>
                    <a:pt x="8143711" y="1667011"/>
                  </a:lnTo>
                </a:path>
                <a:path w="8943340" h="3994785">
                  <a:moveTo>
                    <a:pt x="8213594" y="1667019"/>
                  </a:moveTo>
                  <a:lnTo>
                    <a:pt x="8212896" y="1667019"/>
                  </a:lnTo>
                  <a:lnTo>
                    <a:pt x="8211966" y="1667011"/>
                  </a:lnTo>
                </a:path>
                <a:path w="8943340" h="3994785">
                  <a:moveTo>
                    <a:pt x="8199866" y="1667003"/>
                  </a:moveTo>
                  <a:lnTo>
                    <a:pt x="8199245" y="1667003"/>
                  </a:lnTo>
                  <a:lnTo>
                    <a:pt x="8190248" y="1667003"/>
                  </a:lnTo>
                </a:path>
                <a:path w="8943340" h="3994785">
                  <a:moveTo>
                    <a:pt x="8143711" y="1667011"/>
                  </a:moveTo>
                  <a:lnTo>
                    <a:pt x="8143013" y="1667011"/>
                  </a:lnTo>
                  <a:lnTo>
                    <a:pt x="8134093" y="1667019"/>
                  </a:lnTo>
                </a:path>
                <a:path w="8943340" h="3994785">
                  <a:moveTo>
                    <a:pt x="8207312" y="1667011"/>
                  </a:moveTo>
                  <a:lnTo>
                    <a:pt x="8206614" y="1667011"/>
                  </a:lnTo>
                  <a:lnTo>
                    <a:pt x="8199866" y="1667003"/>
                  </a:lnTo>
                </a:path>
                <a:path w="8943340" h="3994785">
                  <a:moveTo>
                    <a:pt x="8211966" y="1667011"/>
                  </a:moveTo>
                  <a:lnTo>
                    <a:pt x="8211345" y="1667011"/>
                  </a:lnTo>
                  <a:lnTo>
                    <a:pt x="8207312" y="1667011"/>
                  </a:lnTo>
                </a:path>
                <a:path w="8943340" h="3994785">
                  <a:moveTo>
                    <a:pt x="8134093" y="1667019"/>
                  </a:moveTo>
                  <a:lnTo>
                    <a:pt x="8133395" y="1667019"/>
                  </a:lnTo>
                  <a:lnTo>
                    <a:pt x="8126725" y="1667019"/>
                  </a:lnTo>
                </a:path>
                <a:path w="8943340" h="3994785">
                  <a:moveTo>
                    <a:pt x="8190248" y="1667003"/>
                  </a:moveTo>
                  <a:lnTo>
                    <a:pt x="8189550" y="1667003"/>
                  </a:lnTo>
                  <a:lnTo>
                    <a:pt x="8179002" y="1667003"/>
                  </a:lnTo>
                </a:path>
                <a:path w="8943340" h="3994785">
                  <a:moveTo>
                    <a:pt x="3940775" y="3001762"/>
                  </a:moveTo>
                  <a:lnTo>
                    <a:pt x="3940775" y="2977725"/>
                  </a:lnTo>
                </a:path>
                <a:path w="8943340" h="3994785">
                  <a:moveTo>
                    <a:pt x="3891058" y="1861669"/>
                  </a:moveTo>
                  <a:lnTo>
                    <a:pt x="3881983" y="1861676"/>
                  </a:lnTo>
                  <a:lnTo>
                    <a:pt x="3877950" y="1861676"/>
                  </a:lnTo>
                </a:path>
                <a:path w="8943340" h="3994785">
                  <a:moveTo>
                    <a:pt x="3939069" y="1861676"/>
                  </a:moveTo>
                  <a:lnTo>
                    <a:pt x="3937440" y="1861676"/>
                  </a:lnTo>
                  <a:lnTo>
                    <a:pt x="3934415" y="1861676"/>
                  </a:lnTo>
                </a:path>
                <a:path w="8943340" h="3994785">
                  <a:moveTo>
                    <a:pt x="3847701" y="3001770"/>
                  </a:moveTo>
                  <a:lnTo>
                    <a:pt x="3847701" y="2977710"/>
                  </a:lnTo>
                </a:path>
                <a:path w="8943340" h="3994785">
                  <a:moveTo>
                    <a:pt x="7980055" y="2803971"/>
                  </a:moveTo>
                  <a:lnTo>
                    <a:pt x="7980675" y="2803971"/>
                  </a:lnTo>
                  <a:lnTo>
                    <a:pt x="8036055" y="2803971"/>
                  </a:lnTo>
                </a:path>
                <a:path w="8943340" h="3994785">
                  <a:moveTo>
                    <a:pt x="8178304" y="1594056"/>
                  </a:moveTo>
                  <a:lnTo>
                    <a:pt x="8177683" y="1594056"/>
                  </a:lnTo>
                  <a:lnTo>
                    <a:pt x="8166281" y="1594056"/>
                  </a:lnTo>
                </a:path>
                <a:path w="8943340" h="3994785">
                  <a:moveTo>
                    <a:pt x="8126027" y="1594072"/>
                  </a:moveTo>
                  <a:lnTo>
                    <a:pt x="8125329" y="1594072"/>
                  </a:lnTo>
                  <a:lnTo>
                    <a:pt x="8121373" y="1594079"/>
                  </a:lnTo>
                </a:path>
                <a:path w="8943340" h="3994785">
                  <a:moveTo>
                    <a:pt x="8166281" y="1594056"/>
                  </a:moveTo>
                  <a:lnTo>
                    <a:pt x="8165583" y="1594056"/>
                  </a:lnTo>
                  <a:lnTo>
                    <a:pt x="8154259" y="1594056"/>
                  </a:lnTo>
                </a:path>
                <a:path w="8943340" h="3994785">
                  <a:moveTo>
                    <a:pt x="8121373" y="1594079"/>
                  </a:moveTo>
                  <a:lnTo>
                    <a:pt x="8120753" y="1594079"/>
                  </a:lnTo>
                  <a:lnTo>
                    <a:pt x="8119822" y="1594079"/>
                  </a:lnTo>
                </a:path>
                <a:path w="8943340" h="3994785">
                  <a:moveTo>
                    <a:pt x="8154259" y="1594056"/>
                  </a:moveTo>
                  <a:lnTo>
                    <a:pt x="8153561" y="1594056"/>
                  </a:lnTo>
                  <a:lnTo>
                    <a:pt x="8143013" y="1594064"/>
                  </a:lnTo>
                </a:path>
                <a:path w="8943340" h="3994785">
                  <a:moveTo>
                    <a:pt x="8212896" y="1594072"/>
                  </a:moveTo>
                  <a:lnTo>
                    <a:pt x="8212276" y="1594064"/>
                  </a:lnTo>
                  <a:lnTo>
                    <a:pt x="8211268" y="1594064"/>
                  </a:lnTo>
                </a:path>
                <a:path w="8943340" h="3994785">
                  <a:moveTo>
                    <a:pt x="8199245" y="1594056"/>
                  </a:moveTo>
                  <a:lnTo>
                    <a:pt x="8198547" y="1594056"/>
                  </a:lnTo>
                  <a:lnTo>
                    <a:pt x="8189550" y="1594056"/>
                  </a:lnTo>
                </a:path>
                <a:path w="8943340" h="3994785">
                  <a:moveTo>
                    <a:pt x="8143013" y="1594064"/>
                  </a:moveTo>
                  <a:lnTo>
                    <a:pt x="8142392" y="1594064"/>
                  </a:lnTo>
                  <a:lnTo>
                    <a:pt x="8133395" y="1594064"/>
                  </a:lnTo>
                </a:path>
                <a:path w="8943340" h="3994785">
                  <a:moveTo>
                    <a:pt x="8206614" y="1594064"/>
                  </a:moveTo>
                  <a:lnTo>
                    <a:pt x="8205993" y="1594064"/>
                  </a:lnTo>
                  <a:lnTo>
                    <a:pt x="8199245" y="1594056"/>
                  </a:lnTo>
                </a:path>
                <a:path w="8943340" h="3994785">
                  <a:moveTo>
                    <a:pt x="8211268" y="1594064"/>
                  </a:moveTo>
                  <a:lnTo>
                    <a:pt x="8210647" y="1594064"/>
                  </a:lnTo>
                  <a:lnTo>
                    <a:pt x="8206614" y="1594064"/>
                  </a:lnTo>
                </a:path>
                <a:path w="8943340" h="3994785">
                  <a:moveTo>
                    <a:pt x="8133395" y="1594064"/>
                  </a:moveTo>
                  <a:lnTo>
                    <a:pt x="8132775" y="1594064"/>
                  </a:lnTo>
                  <a:lnTo>
                    <a:pt x="8126027" y="1594072"/>
                  </a:lnTo>
                </a:path>
                <a:path w="8943340" h="3994785">
                  <a:moveTo>
                    <a:pt x="8189550" y="1594056"/>
                  </a:moveTo>
                  <a:lnTo>
                    <a:pt x="8188930" y="1594056"/>
                  </a:lnTo>
                  <a:lnTo>
                    <a:pt x="8178304" y="1594056"/>
                  </a:lnTo>
                </a:path>
                <a:path w="8943340" h="3994785">
                  <a:moveTo>
                    <a:pt x="8175666" y="1302260"/>
                  </a:moveTo>
                  <a:lnTo>
                    <a:pt x="8174968" y="1302260"/>
                  </a:lnTo>
                  <a:lnTo>
                    <a:pt x="8163567" y="1302260"/>
                  </a:lnTo>
                </a:path>
                <a:path w="8943340" h="3994785">
                  <a:moveTo>
                    <a:pt x="8123312" y="1302275"/>
                  </a:moveTo>
                  <a:lnTo>
                    <a:pt x="8122692" y="1302275"/>
                  </a:lnTo>
                  <a:lnTo>
                    <a:pt x="8118658" y="1302283"/>
                  </a:lnTo>
                </a:path>
                <a:path w="8943340" h="3994785">
                  <a:moveTo>
                    <a:pt x="8163567" y="1302260"/>
                  </a:moveTo>
                  <a:lnTo>
                    <a:pt x="8162946" y="1302260"/>
                  </a:lnTo>
                  <a:lnTo>
                    <a:pt x="8151545" y="1302260"/>
                  </a:lnTo>
                </a:path>
                <a:path w="8943340" h="3994785">
                  <a:moveTo>
                    <a:pt x="8118658" y="1302283"/>
                  </a:moveTo>
                  <a:lnTo>
                    <a:pt x="8118038" y="1302283"/>
                  </a:lnTo>
                  <a:lnTo>
                    <a:pt x="8117107" y="1302283"/>
                  </a:lnTo>
                </a:path>
                <a:path w="8943340" h="3994785">
                  <a:moveTo>
                    <a:pt x="8151545" y="1302260"/>
                  </a:moveTo>
                  <a:lnTo>
                    <a:pt x="8150847" y="1302267"/>
                  </a:lnTo>
                  <a:lnTo>
                    <a:pt x="8140298" y="1302267"/>
                  </a:lnTo>
                </a:path>
                <a:path w="8943340" h="3994785">
                  <a:moveTo>
                    <a:pt x="8210182" y="1302275"/>
                  </a:moveTo>
                  <a:lnTo>
                    <a:pt x="8209561" y="1302267"/>
                  </a:lnTo>
                  <a:lnTo>
                    <a:pt x="8208630" y="1302267"/>
                  </a:lnTo>
                </a:path>
                <a:path w="8943340" h="3994785">
                  <a:moveTo>
                    <a:pt x="8196531" y="1302260"/>
                  </a:moveTo>
                  <a:lnTo>
                    <a:pt x="8195833" y="1302260"/>
                  </a:lnTo>
                  <a:lnTo>
                    <a:pt x="8186835" y="1302260"/>
                  </a:lnTo>
                </a:path>
                <a:path w="8943340" h="3994785">
                  <a:moveTo>
                    <a:pt x="8140298" y="1302267"/>
                  </a:moveTo>
                  <a:lnTo>
                    <a:pt x="8139678" y="1302267"/>
                  </a:lnTo>
                  <a:lnTo>
                    <a:pt x="8130680" y="1302267"/>
                  </a:lnTo>
                </a:path>
                <a:path w="8943340" h="3994785">
                  <a:moveTo>
                    <a:pt x="8203899" y="1302267"/>
                  </a:moveTo>
                  <a:lnTo>
                    <a:pt x="8203279" y="1302267"/>
                  </a:lnTo>
                  <a:lnTo>
                    <a:pt x="8196531" y="1302260"/>
                  </a:lnTo>
                </a:path>
                <a:path w="8943340" h="3994785">
                  <a:moveTo>
                    <a:pt x="8208630" y="1302267"/>
                  </a:moveTo>
                  <a:lnTo>
                    <a:pt x="8207932" y="1302267"/>
                  </a:lnTo>
                  <a:lnTo>
                    <a:pt x="8203899" y="1302267"/>
                  </a:lnTo>
                </a:path>
                <a:path w="8943340" h="3994785">
                  <a:moveTo>
                    <a:pt x="8130680" y="1302267"/>
                  </a:moveTo>
                  <a:lnTo>
                    <a:pt x="8130060" y="1302267"/>
                  </a:lnTo>
                  <a:lnTo>
                    <a:pt x="8123312" y="1302275"/>
                  </a:lnTo>
                </a:path>
                <a:path w="8943340" h="3994785">
                  <a:moveTo>
                    <a:pt x="8186835" y="1302260"/>
                  </a:moveTo>
                  <a:lnTo>
                    <a:pt x="8186215" y="1302260"/>
                  </a:lnTo>
                  <a:lnTo>
                    <a:pt x="8175666" y="1302260"/>
                  </a:lnTo>
                </a:path>
                <a:path w="8943340" h="3994785">
                  <a:moveTo>
                    <a:pt x="5300129" y="1861653"/>
                  </a:moveTo>
                  <a:lnTo>
                    <a:pt x="5290123" y="1861653"/>
                  </a:lnTo>
                </a:path>
                <a:path w="8943340" h="3994785">
                  <a:moveTo>
                    <a:pt x="5336893" y="3001746"/>
                  </a:moveTo>
                  <a:lnTo>
                    <a:pt x="5336893" y="2977966"/>
                  </a:lnTo>
                </a:path>
                <a:path w="8943340" h="3994785">
                  <a:moveTo>
                    <a:pt x="5290123" y="1861653"/>
                  </a:moveTo>
                  <a:lnTo>
                    <a:pt x="5287021" y="1861653"/>
                  </a:lnTo>
                </a:path>
                <a:path w="8943340" h="3994785">
                  <a:moveTo>
                    <a:pt x="5243819" y="3001754"/>
                  </a:moveTo>
                  <a:lnTo>
                    <a:pt x="5243819" y="2977942"/>
                  </a:lnTo>
                </a:path>
                <a:path w="8943340" h="3994785">
                  <a:moveTo>
                    <a:pt x="2042443" y="3097202"/>
                  </a:moveTo>
                  <a:lnTo>
                    <a:pt x="2042443" y="3160531"/>
                  </a:lnTo>
                </a:path>
                <a:path w="8943340" h="3994785">
                  <a:moveTo>
                    <a:pt x="8129129" y="3001707"/>
                  </a:moveTo>
                  <a:lnTo>
                    <a:pt x="8129129" y="2853820"/>
                  </a:lnTo>
                </a:path>
                <a:path w="8943340" h="3994785">
                  <a:moveTo>
                    <a:pt x="8127423" y="1861622"/>
                  </a:moveTo>
                  <a:lnTo>
                    <a:pt x="8126725" y="1861622"/>
                  </a:lnTo>
                  <a:lnTo>
                    <a:pt x="8122692" y="1861622"/>
                  </a:lnTo>
                </a:path>
                <a:path w="8943340" h="3994785">
                  <a:moveTo>
                    <a:pt x="2137844" y="424326"/>
                  </a:moveTo>
                  <a:lnTo>
                    <a:pt x="2137844" y="420440"/>
                  </a:lnTo>
                  <a:lnTo>
                    <a:pt x="2137844" y="419579"/>
                  </a:lnTo>
                </a:path>
                <a:path w="8943340" h="3994785">
                  <a:moveTo>
                    <a:pt x="2044769" y="535837"/>
                  </a:moveTo>
                  <a:lnTo>
                    <a:pt x="2044769" y="419556"/>
                  </a:lnTo>
                </a:path>
                <a:path w="8943340" h="3994785">
                  <a:moveTo>
                    <a:pt x="2723050" y="420456"/>
                  </a:moveTo>
                  <a:lnTo>
                    <a:pt x="2815427" y="420440"/>
                  </a:lnTo>
                </a:path>
                <a:path w="8943340" h="3994785">
                  <a:moveTo>
                    <a:pt x="2722585" y="424326"/>
                  </a:moveTo>
                  <a:lnTo>
                    <a:pt x="2722585" y="420495"/>
                  </a:lnTo>
                  <a:lnTo>
                    <a:pt x="2722585" y="420456"/>
                  </a:lnTo>
                </a:path>
                <a:path w="8943340" h="3994785">
                  <a:moveTo>
                    <a:pt x="6897133" y="2652515"/>
                  </a:moveTo>
                  <a:lnTo>
                    <a:pt x="6896590" y="2652523"/>
                  </a:lnTo>
                  <a:lnTo>
                    <a:pt x="6895271" y="2652515"/>
                  </a:lnTo>
                </a:path>
                <a:path w="8943340" h="3994785">
                  <a:moveTo>
                    <a:pt x="7106550" y="2652515"/>
                  </a:moveTo>
                  <a:lnTo>
                    <a:pt x="7106007" y="2652515"/>
                  </a:lnTo>
                  <a:lnTo>
                    <a:pt x="7104689" y="2652515"/>
                  </a:lnTo>
                </a:path>
                <a:path w="8943340" h="3994785">
                  <a:moveTo>
                    <a:pt x="6909775" y="2652515"/>
                  </a:moveTo>
                  <a:lnTo>
                    <a:pt x="6910396" y="2652523"/>
                  </a:lnTo>
                  <a:lnTo>
                    <a:pt x="6911714" y="2652515"/>
                  </a:lnTo>
                </a:path>
                <a:path w="8943340" h="3994785">
                  <a:moveTo>
                    <a:pt x="6967714" y="2652523"/>
                  </a:moveTo>
                  <a:lnTo>
                    <a:pt x="6968955" y="2652531"/>
                  </a:lnTo>
                  <a:lnTo>
                    <a:pt x="6969421" y="2652523"/>
                  </a:lnTo>
                </a:path>
                <a:path w="8943340" h="3994785">
                  <a:moveTo>
                    <a:pt x="7092822" y="2652523"/>
                  </a:moveTo>
                  <a:lnTo>
                    <a:pt x="7094063" y="2652531"/>
                  </a:lnTo>
                  <a:lnTo>
                    <a:pt x="7104689" y="2652515"/>
                  </a:lnTo>
                </a:path>
                <a:path w="8943340" h="3994785">
                  <a:moveTo>
                    <a:pt x="6774817" y="2652523"/>
                  </a:moveTo>
                  <a:lnTo>
                    <a:pt x="6773576" y="2652531"/>
                  </a:lnTo>
                  <a:lnTo>
                    <a:pt x="6773111" y="2652523"/>
                  </a:lnTo>
                </a:path>
                <a:path w="8943340" h="3994785">
                  <a:moveTo>
                    <a:pt x="6838651" y="2652523"/>
                  </a:moveTo>
                  <a:lnTo>
                    <a:pt x="6837410" y="2652531"/>
                  </a:lnTo>
                  <a:lnTo>
                    <a:pt x="6836944" y="2652523"/>
                  </a:lnTo>
                </a:path>
                <a:path w="8943340" h="3994785">
                  <a:moveTo>
                    <a:pt x="6897133" y="2652515"/>
                  </a:moveTo>
                  <a:lnTo>
                    <a:pt x="6898451" y="2652523"/>
                  </a:lnTo>
                  <a:lnTo>
                    <a:pt x="6899847" y="2652515"/>
                  </a:lnTo>
                </a:path>
                <a:path w="8943340" h="3994785">
                  <a:moveTo>
                    <a:pt x="6909775" y="2652515"/>
                  </a:moveTo>
                  <a:lnTo>
                    <a:pt x="6908534" y="2652523"/>
                  </a:lnTo>
                  <a:lnTo>
                    <a:pt x="6907138" y="2652515"/>
                  </a:lnTo>
                </a:path>
                <a:path w="8943340" h="3994785">
                  <a:moveTo>
                    <a:pt x="7109265" y="2652515"/>
                  </a:moveTo>
                  <a:lnTo>
                    <a:pt x="7110506" y="2652515"/>
                  </a:lnTo>
                </a:path>
                <a:path w="8943340" h="3994785">
                  <a:moveTo>
                    <a:pt x="7116556" y="2652515"/>
                  </a:moveTo>
                  <a:lnTo>
                    <a:pt x="7115315" y="2652515"/>
                  </a:lnTo>
                </a:path>
                <a:path w="8943340" h="3994785">
                  <a:moveTo>
                    <a:pt x="7106550" y="2652515"/>
                  </a:moveTo>
                  <a:lnTo>
                    <a:pt x="7107869" y="2652515"/>
                  </a:lnTo>
                  <a:lnTo>
                    <a:pt x="7109265" y="2652515"/>
                  </a:lnTo>
                </a:path>
                <a:path w="8943340" h="3994785">
                  <a:moveTo>
                    <a:pt x="7119193" y="2652515"/>
                  </a:moveTo>
                  <a:lnTo>
                    <a:pt x="7117952" y="2652515"/>
                  </a:lnTo>
                  <a:lnTo>
                    <a:pt x="7116556" y="2652515"/>
                  </a:lnTo>
                </a:path>
                <a:path w="8943340" h="3994785">
                  <a:moveTo>
                    <a:pt x="6907138" y="2652515"/>
                  </a:moveTo>
                  <a:lnTo>
                    <a:pt x="6905897" y="2652515"/>
                  </a:lnTo>
                </a:path>
                <a:path w="8943340" h="3994785">
                  <a:moveTo>
                    <a:pt x="7119193" y="2652515"/>
                  </a:moveTo>
                  <a:lnTo>
                    <a:pt x="7119813" y="2652515"/>
                  </a:lnTo>
                  <a:lnTo>
                    <a:pt x="7121132" y="2652515"/>
                  </a:lnTo>
                </a:path>
                <a:path w="8943340" h="3994785">
                  <a:moveTo>
                    <a:pt x="6984235" y="2652523"/>
                  </a:moveTo>
                  <a:lnTo>
                    <a:pt x="6982994" y="2652531"/>
                  </a:lnTo>
                  <a:lnTo>
                    <a:pt x="6982529" y="2652523"/>
                  </a:lnTo>
                </a:path>
                <a:path w="8943340" h="3994785">
                  <a:moveTo>
                    <a:pt x="6899847" y="2652515"/>
                  </a:moveTo>
                  <a:lnTo>
                    <a:pt x="6901088" y="2652515"/>
                  </a:lnTo>
                </a:path>
                <a:path w="8943340" h="3994785">
                  <a:moveTo>
                    <a:pt x="6883404" y="2652523"/>
                  </a:moveTo>
                  <a:lnTo>
                    <a:pt x="6884645" y="2652531"/>
                  </a:lnTo>
                  <a:lnTo>
                    <a:pt x="6895271" y="2652515"/>
                  </a:lnTo>
                </a:path>
                <a:path w="8943340" h="3994785">
                  <a:moveTo>
                    <a:pt x="6758296" y="2652523"/>
                  </a:moveTo>
                  <a:lnTo>
                    <a:pt x="6759537" y="2652531"/>
                  </a:lnTo>
                  <a:lnTo>
                    <a:pt x="6760003" y="2652523"/>
                  </a:lnTo>
                </a:path>
                <a:path w="8943340" h="3994785">
                  <a:moveTo>
                    <a:pt x="6822130" y="2652523"/>
                  </a:moveTo>
                  <a:lnTo>
                    <a:pt x="6823449" y="2652531"/>
                  </a:lnTo>
                  <a:lnTo>
                    <a:pt x="6823836" y="2652523"/>
                  </a:lnTo>
                </a:path>
                <a:path w="8943340" h="3994785">
                  <a:moveTo>
                    <a:pt x="6923659" y="2652523"/>
                  </a:moveTo>
                  <a:lnTo>
                    <a:pt x="6922340" y="2652531"/>
                  </a:lnTo>
                  <a:lnTo>
                    <a:pt x="6911714" y="2652515"/>
                  </a:lnTo>
                </a:path>
                <a:path w="8943340" h="3994785">
                  <a:moveTo>
                    <a:pt x="7031548" y="2652523"/>
                  </a:moveTo>
                  <a:lnTo>
                    <a:pt x="7032866" y="2652531"/>
                  </a:lnTo>
                  <a:lnTo>
                    <a:pt x="7033254" y="2652523"/>
                  </a:lnTo>
                </a:path>
                <a:path w="8943340" h="3994785">
                  <a:moveTo>
                    <a:pt x="7048069" y="2652523"/>
                  </a:moveTo>
                  <a:lnTo>
                    <a:pt x="7046828" y="2652531"/>
                  </a:lnTo>
                  <a:lnTo>
                    <a:pt x="7046362" y="2652523"/>
                  </a:lnTo>
                </a:path>
                <a:path w="8943340" h="3994785">
                  <a:moveTo>
                    <a:pt x="7240965" y="2652523"/>
                  </a:moveTo>
                  <a:lnTo>
                    <a:pt x="7242284" y="2652531"/>
                  </a:lnTo>
                  <a:lnTo>
                    <a:pt x="7242672" y="2652523"/>
                  </a:lnTo>
                </a:path>
                <a:path w="8943340" h="3994785">
                  <a:moveTo>
                    <a:pt x="7255780" y="424319"/>
                  </a:moveTo>
                  <a:lnTo>
                    <a:pt x="7253220" y="424319"/>
                  </a:lnTo>
                  <a:lnTo>
                    <a:pt x="7242672" y="424319"/>
                  </a:lnTo>
                </a:path>
                <a:path w="8943340" h="3994785">
                  <a:moveTo>
                    <a:pt x="7177132" y="2652523"/>
                  </a:moveTo>
                  <a:lnTo>
                    <a:pt x="7178373" y="2652531"/>
                  </a:lnTo>
                  <a:lnTo>
                    <a:pt x="7178838" y="2652523"/>
                  </a:lnTo>
                </a:path>
                <a:path w="8943340" h="3994785">
                  <a:moveTo>
                    <a:pt x="7302240" y="2652523"/>
                  </a:moveTo>
                  <a:lnTo>
                    <a:pt x="7264079" y="2652538"/>
                  </a:lnTo>
                  <a:lnTo>
                    <a:pt x="7257486" y="2652523"/>
                  </a:lnTo>
                </a:path>
                <a:path w="8943340" h="3994785">
                  <a:moveTo>
                    <a:pt x="7320932" y="2652515"/>
                  </a:moveTo>
                  <a:lnTo>
                    <a:pt x="7319536" y="2652515"/>
                  </a:lnTo>
                  <a:lnTo>
                    <a:pt x="7318217" y="2652515"/>
                  </a:lnTo>
                  <a:lnTo>
                    <a:pt x="7317674" y="2652515"/>
                  </a:lnTo>
                  <a:lnTo>
                    <a:pt x="7316356" y="2652515"/>
                  </a:lnTo>
                </a:path>
                <a:path w="8943340" h="3994785">
                  <a:moveTo>
                    <a:pt x="7257486" y="2652523"/>
                  </a:moveTo>
                  <a:lnTo>
                    <a:pt x="7256245" y="2652531"/>
                  </a:lnTo>
                  <a:lnTo>
                    <a:pt x="7255780" y="2652523"/>
                  </a:lnTo>
                </a:path>
                <a:path w="8943340" h="3994785">
                  <a:moveTo>
                    <a:pt x="7193653" y="2652523"/>
                  </a:moveTo>
                  <a:lnTo>
                    <a:pt x="7192412" y="2652531"/>
                  </a:lnTo>
                  <a:lnTo>
                    <a:pt x="7191946" y="2652523"/>
                  </a:lnTo>
                </a:path>
                <a:path w="8943340" h="3994785">
                  <a:moveTo>
                    <a:pt x="7302240" y="2652523"/>
                  </a:moveTo>
                  <a:lnTo>
                    <a:pt x="7303481" y="2652531"/>
                  </a:lnTo>
                  <a:lnTo>
                    <a:pt x="7316356" y="2652515"/>
                  </a:lnTo>
                </a:path>
                <a:path w="8943340" h="3994785">
                  <a:moveTo>
                    <a:pt x="7133077" y="2652523"/>
                  </a:moveTo>
                  <a:lnTo>
                    <a:pt x="7131758" y="2652531"/>
                  </a:lnTo>
                  <a:lnTo>
                    <a:pt x="7121132" y="2652515"/>
                  </a:lnTo>
                </a:path>
                <a:path w="8943340" h="3994785">
                  <a:moveTo>
                    <a:pt x="7330782" y="2652515"/>
                  </a:moveTo>
                  <a:lnTo>
                    <a:pt x="7332179" y="2652515"/>
                  </a:lnTo>
                  <a:lnTo>
                    <a:pt x="7333420" y="2652515"/>
                  </a:lnTo>
                  <a:lnTo>
                    <a:pt x="7334040" y="2652515"/>
                  </a:lnTo>
                </a:path>
                <a:path w="8943340" h="3994785">
                  <a:moveTo>
                    <a:pt x="7352655" y="2652523"/>
                  </a:moveTo>
                  <a:lnTo>
                    <a:pt x="7349087" y="2652538"/>
                  </a:lnTo>
                  <a:lnTo>
                    <a:pt x="7347226" y="2652523"/>
                  </a:lnTo>
                </a:path>
                <a:path w="8943340" h="3994785">
                  <a:moveTo>
                    <a:pt x="7334040" y="2652515"/>
                  </a:moveTo>
                  <a:lnTo>
                    <a:pt x="7335281" y="2652515"/>
                  </a:lnTo>
                </a:path>
                <a:path w="8943340" h="3994785">
                  <a:moveTo>
                    <a:pt x="6494120" y="2652515"/>
                  </a:moveTo>
                  <a:lnTo>
                    <a:pt x="6492879" y="2652515"/>
                  </a:lnTo>
                </a:path>
                <a:path w="8943340" h="3994785">
                  <a:moveTo>
                    <a:pt x="6491017" y="2652515"/>
                  </a:moveTo>
                  <a:lnTo>
                    <a:pt x="6491560" y="2652523"/>
                  </a:lnTo>
                </a:path>
                <a:path w="8943340" h="3994785">
                  <a:moveTo>
                    <a:pt x="6511494" y="2652523"/>
                  </a:moveTo>
                  <a:lnTo>
                    <a:pt x="6548879" y="2652523"/>
                  </a:lnTo>
                  <a:lnTo>
                    <a:pt x="6550120" y="2652531"/>
                  </a:lnTo>
                  <a:lnTo>
                    <a:pt x="6550585" y="2652523"/>
                  </a:lnTo>
                </a:path>
                <a:path w="8943340" h="3994785">
                  <a:moveTo>
                    <a:pt x="6478297" y="2652515"/>
                  </a:moveTo>
                  <a:lnTo>
                    <a:pt x="6477754" y="2652523"/>
                  </a:lnTo>
                </a:path>
                <a:path w="8943340" h="3994785">
                  <a:moveTo>
                    <a:pt x="6491017" y="2652515"/>
                  </a:moveTo>
                  <a:lnTo>
                    <a:pt x="6489699" y="2652523"/>
                  </a:lnTo>
                </a:path>
                <a:path w="8943340" h="3994785">
                  <a:moveTo>
                    <a:pt x="6478297" y="2652515"/>
                  </a:moveTo>
                  <a:lnTo>
                    <a:pt x="6479616" y="2652523"/>
                  </a:lnTo>
                </a:path>
                <a:path w="8943340" h="3994785">
                  <a:moveTo>
                    <a:pt x="6565400" y="2652523"/>
                  </a:moveTo>
                  <a:lnTo>
                    <a:pt x="6564159" y="2652531"/>
                  </a:lnTo>
                  <a:lnTo>
                    <a:pt x="6563693" y="2652523"/>
                  </a:lnTo>
                </a:path>
                <a:path w="8943340" h="3994785">
                  <a:moveTo>
                    <a:pt x="6612712" y="2652523"/>
                  </a:moveTo>
                  <a:lnTo>
                    <a:pt x="6614031" y="2652531"/>
                  </a:lnTo>
                  <a:lnTo>
                    <a:pt x="6614419" y="2652523"/>
                  </a:lnTo>
                </a:path>
                <a:path w="8943340" h="3994785">
                  <a:moveTo>
                    <a:pt x="6629233" y="2652523"/>
                  </a:moveTo>
                  <a:lnTo>
                    <a:pt x="6627992" y="2652531"/>
                  </a:lnTo>
                  <a:lnTo>
                    <a:pt x="6627527" y="2652523"/>
                  </a:lnTo>
                </a:path>
                <a:path w="8943340" h="3994785">
                  <a:moveTo>
                    <a:pt x="7345985" y="2652523"/>
                  </a:moveTo>
                  <a:lnTo>
                    <a:pt x="7346450" y="2652531"/>
                  </a:lnTo>
                </a:path>
                <a:path w="8943340" h="3994785">
                  <a:moveTo>
                    <a:pt x="7352655" y="2652523"/>
                  </a:moveTo>
                  <a:lnTo>
                    <a:pt x="7352655" y="2321162"/>
                  </a:lnTo>
                  <a:lnTo>
                    <a:pt x="7352655" y="424319"/>
                  </a:lnTo>
                </a:path>
                <a:path w="8943340" h="3994785">
                  <a:moveTo>
                    <a:pt x="7335281" y="2652515"/>
                  </a:moveTo>
                  <a:lnTo>
                    <a:pt x="7345985" y="2652523"/>
                  </a:lnTo>
                </a:path>
                <a:path w="8943340" h="3994785">
                  <a:moveTo>
                    <a:pt x="7346062" y="424319"/>
                  </a:moveTo>
                  <a:lnTo>
                    <a:pt x="7335281" y="424311"/>
                  </a:lnTo>
                </a:path>
                <a:path w="8943340" h="3994785">
                  <a:moveTo>
                    <a:pt x="7320932" y="2652515"/>
                  </a:moveTo>
                  <a:lnTo>
                    <a:pt x="7322173" y="2652515"/>
                  </a:lnTo>
                </a:path>
                <a:path w="8943340" h="3994785">
                  <a:moveTo>
                    <a:pt x="5859196" y="2652515"/>
                  </a:moveTo>
                  <a:lnTo>
                    <a:pt x="5859817" y="2652523"/>
                  </a:lnTo>
                  <a:lnTo>
                    <a:pt x="5861058" y="2652515"/>
                  </a:lnTo>
                </a:path>
                <a:path w="8943340" h="3994785">
                  <a:moveTo>
                    <a:pt x="6055972" y="2652515"/>
                  </a:moveTo>
                  <a:lnTo>
                    <a:pt x="6055351" y="2652523"/>
                  </a:lnTo>
                  <a:lnTo>
                    <a:pt x="6054110" y="2652515"/>
                  </a:lnTo>
                </a:path>
                <a:path w="8943340" h="3994785">
                  <a:moveTo>
                    <a:pt x="6265389" y="2652515"/>
                  </a:moveTo>
                  <a:lnTo>
                    <a:pt x="6264769" y="2652523"/>
                  </a:lnTo>
                  <a:lnTo>
                    <a:pt x="6263528" y="2652515"/>
                  </a:lnTo>
                </a:path>
                <a:path w="8943340" h="3994785">
                  <a:moveTo>
                    <a:pt x="6068614" y="2652515"/>
                  </a:moveTo>
                  <a:lnTo>
                    <a:pt x="6069235" y="2652523"/>
                  </a:lnTo>
                  <a:lnTo>
                    <a:pt x="6070476" y="2652515"/>
                  </a:lnTo>
                </a:path>
                <a:path w="8943340" h="3994785">
                  <a:moveTo>
                    <a:pt x="6126553" y="2652531"/>
                  </a:moveTo>
                  <a:lnTo>
                    <a:pt x="6127794" y="2652531"/>
                  </a:lnTo>
                  <a:lnTo>
                    <a:pt x="6128259" y="2652523"/>
                  </a:lnTo>
                </a:path>
                <a:path w="8943340" h="3994785">
                  <a:moveTo>
                    <a:pt x="6251661" y="2652523"/>
                  </a:moveTo>
                  <a:lnTo>
                    <a:pt x="6252902" y="2652531"/>
                  </a:lnTo>
                  <a:lnTo>
                    <a:pt x="6263528" y="2652515"/>
                  </a:lnTo>
                </a:path>
                <a:path w="8943340" h="3994785">
                  <a:moveTo>
                    <a:pt x="5873003" y="2652531"/>
                  </a:moveTo>
                  <a:lnTo>
                    <a:pt x="5871762" y="2652531"/>
                  </a:lnTo>
                  <a:lnTo>
                    <a:pt x="5861058" y="2652515"/>
                  </a:lnTo>
                </a:path>
                <a:path w="8943340" h="3994785">
                  <a:moveTo>
                    <a:pt x="5933579" y="2652531"/>
                  </a:moveTo>
                  <a:lnTo>
                    <a:pt x="5932338" y="2652531"/>
                  </a:lnTo>
                  <a:lnTo>
                    <a:pt x="5931872" y="2652523"/>
                  </a:lnTo>
                </a:path>
                <a:path w="8943340" h="3994785">
                  <a:moveTo>
                    <a:pt x="5997490" y="2652531"/>
                  </a:moveTo>
                  <a:lnTo>
                    <a:pt x="5996249" y="2652531"/>
                  </a:lnTo>
                  <a:lnTo>
                    <a:pt x="5995783" y="2652523"/>
                  </a:lnTo>
                </a:path>
                <a:path w="8943340" h="3994785">
                  <a:moveTo>
                    <a:pt x="6055972" y="2652515"/>
                  </a:moveTo>
                  <a:lnTo>
                    <a:pt x="6057213" y="2652523"/>
                  </a:lnTo>
                  <a:lnTo>
                    <a:pt x="6058609" y="2652515"/>
                  </a:lnTo>
                </a:path>
                <a:path w="8943340" h="3994785">
                  <a:moveTo>
                    <a:pt x="6068614" y="2652515"/>
                  </a:moveTo>
                  <a:lnTo>
                    <a:pt x="6067373" y="2652523"/>
                  </a:lnTo>
                  <a:lnTo>
                    <a:pt x="6065977" y="2652515"/>
                  </a:lnTo>
                </a:path>
                <a:path w="8943340" h="3994785">
                  <a:moveTo>
                    <a:pt x="6268026" y="2652515"/>
                  </a:moveTo>
                  <a:lnTo>
                    <a:pt x="6269345" y="2652515"/>
                  </a:lnTo>
                </a:path>
                <a:path w="8943340" h="3994785">
                  <a:moveTo>
                    <a:pt x="6275395" y="2652515"/>
                  </a:moveTo>
                  <a:lnTo>
                    <a:pt x="6274076" y="2652515"/>
                  </a:lnTo>
                </a:path>
                <a:path w="8943340" h="3994785">
                  <a:moveTo>
                    <a:pt x="6265389" y="2652515"/>
                  </a:moveTo>
                  <a:lnTo>
                    <a:pt x="6266630" y="2652523"/>
                  </a:lnTo>
                  <a:lnTo>
                    <a:pt x="6268026" y="2652515"/>
                  </a:lnTo>
                </a:path>
                <a:path w="8943340" h="3994785">
                  <a:moveTo>
                    <a:pt x="6278032" y="2652515"/>
                  </a:moveTo>
                  <a:lnTo>
                    <a:pt x="6276791" y="2652523"/>
                  </a:lnTo>
                  <a:lnTo>
                    <a:pt x="6275395" y="2652515"/>
                  </a:lnTo>
                </a:path>
                <a:path w="8943340" h="3994785">
                  <a:moveTo>
                    <a:pt x="6065977" y="2652515"/>
                  </a:moveTo>
                  <a:lnTo>
                    <a:pt x="6064659" y="2652515"/>
                  </a:lnTo>
                </a:path>
                <a:path w="8943340" h="3994785">
                  <a:moveTo>
                    <a:pt x="6278032" y="2652515"/>
                  </a:moveTo>
                  <a:lnTo>
                    <a:pt x="6278652" y="2652523"/>
                  </a:lnTo>
                  <a:lnTo>
                    <a:pt x="6279893" y="2652515"/>
                  </a:lnTo>
                </a:path>
                <a:path w="8943340" h="3994785">
                  <a:moveTo>
                    <a:pt x="6142996" y="2652531"/>
                  </a:moveTo>
                  <a:lnTo>
                    <a:pt x="6141755" y="2652531"/>
                  </a:lnTo>
                  <a:lnTo>
                    <a:pt x="6141290" y="2652523"/>
                  </a:lnTo>
                </a:path>
                <a:path w="8943340" h="3994785">
                  <a:moveTo>
                    <a:pt x="5917135" y="424326"/>
                  </a:moveTo>
                  <a:lnTo>
                    <a:pt x="5887507" y="424326"/>
                  </a:lnTo>
                  <a:lnTo>
                    <a:pt x="5873003" y="424326"/>
                  </a:lnTo>
                </a:path>
                <a:path w="8943340" h="3994785">
                  <a:moveTo>
                    <a:pt x="6058609" y="2652515"/>
                  </a:moveTo>
                  <a:lnTo>
                    <a:pt x="6059927" y="2652515"/>
                  </a:lnTo>
                </a:path>
                <a:path w="8943340" h="3994785">
                  <a:moveTo>
                    <a:pt x="6042243" y="2652531"/>
                  </a:moveTo>
                  <a:lnTo>
                    <a:pt x="6043484" y="2652531"/>
                  </a:lnTo>
                  <a:lnTo>
                    <a:pt x="6054110" y="2652515"/>
                  </a:lnTo>
                </a:path>
                <a:path w="8943340" h="3994785">
                  <a:moveTo>
                    <a:pt x="5917135" y="2652531"/>
                  </a:moveTo>
                  <a:lnTo>
                    <a:pt x="5918376" y="2652531"/>
                  </a:lnTo>
                  <a:lnTo>
                    <a:pt x="5918842" y="2652523"/>
                  </a:lnTo>
                </a:path>
                <a:path w="8943340" h="3994785">
                  <a:moveTo>
                    <a:pt x="5980969" y="2652531"/>
                  </a:moveTo>
                  <a:lnTo>
                    <a:pt x="5982210" y="2652531"/>
                  </a:lnTo>
                  <a:lnTo>
                    <a:pt x="5982675" y="2652523"/>
                  </a:lnTo>
                </a:path>
                <a:path w="8943340" h="3994785">
                  <a:moveTo>
                    <a:pt x="6082420" y="2652531"/>
                  </a:moveTo>
                  <a:lnTo>
                    <a:pt x="6081179" y="2652531"/>
                  </a:lnTo>
                  <a:lnTo>
                    <a:pt x="6070476" y="2652515"/>
                  </a:lnTo>
                </a:path>
                <a:path w="8943340" h="3994785">
                  <a:moveTo>
                    <a:pt x="6190387" y="2652523"/>
                  </a:moveTo>
                  <a:lnTo>
                    <a:pt x="6191628" y="2652531"/>
                  </a:lnTo>
                  <a:lnTo>
                    <a:pt x="6192093" y="2652523"/>
                  </a:lnTo>
                </a:path>
                <a:path w="8943340" h="3994785">
                  <a:moveTo>
                    <a:pt x="6206907" y="2652523"/>
                  </a:moveTo>
                  <a:lnTo>
                    <a:pt x="6205666" y="2652531"/>
                  </a:lnTo>
                  <a:lnTo>
                    <a:pt x="6205201" y="2652523"/>
                  </a:lnTo>
                </a:path>
                <a:path w="8943340" h="3994785">
                  <a:moveTo>
                    <a:pt x="6399804" y="2652523"/>
                  </a:moveTo>
                  <a:lnTo>
                    <a:pt x="6401045" y="2652531"/>
                  </a:lnTo>
                  <a:lnTo>
                    <a:pt x="6401511" y="2652523"/>
                  </a:lnTo>
                </a:path>
                <a:path w="8943340" h="3994785">
                  <a:moveTo>
                    <a:pt x="6335971" y="2652523"/>
                  </a:moveTo>
                  <a:lnTo>
                    <a:pt x="6337212" y="2652531"/>
                  </a:lnTo>
                  <a:lnTo>
                    <a:pt x="6337677" y="2652523"/>
                  </a:lnTo>
                </a:path>
                <a:path w="8943340" h="3994785">
                  <a:moveTo>
                    <a:pt x="6477056" y="2652515"/>
                  </a:moveTo>
                  <a:lnTo>
                    <a:pt x="6476436" y="2652515"/>
                  </a:lnTo>
                  <a:lnTo>
                    <a:pt x="6475195" y="2652515"/>
                  </a:lnTo>
                </a:path>
                <a:path w="8943340" h="3994785">
                  <a:moveTo>
                    <a:pt x="6416325" y="2652523"/>
                  </a:moveTo>
                  <a:lnTo>
                    <a:pt x="6415084" y="2652531"/>
                  </a:lnTo>
                  <a:lnTo>
                    <a:pt x="6414619" y="2652523"/>
                  </a:lnTo>
                </a:path>
                <a:path w="8943340" h="3994785">
                  <a:moveTo>
                    <a:pt x="6352414" y="2652523"/>
                  </a:moveTo>
                  <a:lnTo>
                    <a:pt x="6351173" y="2652531"/>
                  </a:lnTo>
                  <a:lnTo>
                    <a:pt x="6350708" y="2652523"/>
                  </a:lnTo>
                </a:path>
                <a:path w="8943340" h="3994785">
                  <a:moveTo>
                    <a:pt x="6291838" y="2652523"/>
                  </a:moveTo>
                  <a:lnTo>
                    <a:pt x="6290597" y="2652531"/>
                  </a:lnTo>
                  <a:lnTo>
                    <a:pt x="6279893" y="2652515"/>
                  </a:lnTo>
                </a:path>
                <a:path w="8943340" h="3994785">
                  <a:moveTo>
                    <a:pt x="6492258" y="2652515"/>
                  </a:moveTo>
                  <a:lnTo>
                    <a:pt x="6492879" y="2652515"/>
                  </a:lnTo>
                </a:path>
                <a:path w="8943340" h="3994785">
                  <a:moveTo>
                    <a:pt x="5649779" y="2652523"/>
                  </a:moveTo>
                  <a:lnTo>
                    <a:pt x="5650399" y="2652523"/>
                  </a:lnTo>
                </a:path>
                <a:path w="8943340" h="3994785">
                  <a:moveTo>
                    <a:pt x="5849191" y="2652515"/>
                  </a:moveTo>
                  <a:lnTo>
                    <a:pt x="5850510" y="2652515"/>
                  </a:lnTo>
                </a:path>
                <a:path w="8943340" h="3994785">
                  <a:moveTo>
                    <a:pt x="5832825" y="2652531"/>
                  </a:moveTo>
                  <a:lnTo>
                    <a:pt x="5834066" y="2652531"/>
                  </a:lnTo>
                  <a:lnTo>
                    <a:pt x="5844692" y="2652523"/>
                  </a:lnTo>
                </a:path>
                <a:path w="8943340" h="3994785">
                  <a:moveTo>
                    <a:pt x="5707718" y="2652531"/>
                  </a:moveTo>
                  <a:lnTo>
                    <a:pt x="5708959" y="2652531"/>
                  </a:lnTo>
                  <a:lnTo>
                    <a:pt x="5709424" y="2652523"/>
                  </a:lnTo>
                </a:path>
                <a:path w="8943340" h="3994785">
                  <a:moveTo>
                    <a:pt x="5856559" y="2652515"/>
                  </a:moveTo>
                  <a:lnTo>
                    <a:pt x="5855241" y="2652515"/>
                  </a:lnTo>
                </a:path>
                <a:path w="8943340" h="3994785">
                  <a:moveTo>
                    <a:pt x="5707718" y="2652531"/>
                  </a:moveTo>
                  <a:lnTo>
                    <a:pt x="5670255" y="2652523"/>
                  </a:lnTo>
                </a:path>
                <a:path w="8943340" h="3994785">
                  <a:moveTo>
                    <a:pt x="5637136" y="2652523"/>
                  </a:moveTo>
                  <a:lnTo>
                    <a:pt x="5636516" y="2652523"/>
                  </a:lnTo>
                </a:path>
                <a:path w="8943340" h="3994785">
                  <a:moveTo>
                    <a:pt x="5649779" y="2652523"/>
                  </a:moveTo>
                  <a:lnTo>
                    <a:pt x="5648538" y="2652523"/>
                  </a:lnTo>
                </a:path>
                <a:path w="8943340" h="3994785">
                  <a:moveTo>
                    <a:pt x="5859196" y="2652515"/>
                  </a:moveTo>
                  <a:lnTo>
                    <a:pt x="5857955" y="2652523"/>
                  </a:lnTo>
                  <a:lnTo>
                    <a:pt x="5856559" y="2652515"/>
                  </a:lnTo>
                </a:path>
                <a:path w="8943340" h="3994785">
                  <a:moveTo>
                    <a:pt x="5637136" y="2652523"/>
                  </a:moveTo>
                  <a:lnTo>
                    <a:pt x="5638377" y="2652523"/>
                  </a:lnTo>
                </a:path>
                <a:path w="8943340" h="3994785">
                  <a:moveTo>
                    <a:pt x="5846554" y="2652523"/>
                  </a:moveTo>
                  <a:lnTo>
                    <a:pt x="5847795" y="2652523"/>
                  </a:lnTo>
                  <a:lnTo>
                    <a:pt x="5849191" y="2652515"/>
                  </a:lnTo>
                </a:path>
                <a:path w="8943340" h="3994785">
                  <a:moveTo>
                    <a:pt x="5724161" y="2652531"/>
                  </a:moveTo>
                  <a:lnTo>
                    <a:pt x="5722920" y="2652531"/>
                  </a:lnTo>
                  <a:lnTo>
                    <a:pt x="5722454" y="2652523"/>
                  </a:lnTo>
                </a:path>
                <a:path w="8943340" h="3994785">
                  <a:moveTo>
                    <a:pt x="5846554" y="2652523"/>
                  </a:moveTo>
                  <a:lnTo>
                    <a:pt x="5845933" y="2652523"/>
                  </a:lnTo>
                  <a:lnTo>
                    <a:pt x="5844692" y="2652523"/>
                  </a:lnTo>
                </a:path>
                <a:path w="8943340" h="3994785">
                  <a:moveTo>
                    <a:pt x="5771551" y="2652531"/>
                  </a:moveTo>
                  <a:lnTo>
                    <a:pt x="5772792" y="2652531"/>
                  </a:lnTo>
                  <a:lnTo>
                    <a:pt x="5773258" y="2652523"/>
                  </a:lnTo>
                </a:path>
                <a:path w="8943340" h="3994785">
                  <a:moveTo>
                    <a:pt x="5788072" y="2652531"/>
                  </a:moveTo>
                  <a:lnTo>
                    <a:pt x="5786831" y="2652531"/>
                  </a:lnTo>
                  <a:lnTo>
                    <a:pt x="5786366" y="2652523"/>
                  </a:lnTo>
                </a:path>
                <a:path w="8943340" h="3994785">
                  <a:moveTo>
                    <a:pt x="6461078" y="2652523"/>
                  </a:moveTo>
                  <a:lnTo>
                    <a:pt x="6462319" y="2652531"/>
                  </a:lnTo>
                </a:path>
                <a:path w="8943340" h="3994785">
                  <a:moveTo>
                    <a:pt x="5018035" y="2652523"/>
                  </a:moveTo>
                  <a:lnTo>
                    <a:pt x="5018656" y="2652523"/>
                  </a:lnTo>
                  <a:lnTo>
                    <a:pt x="5019897" y="2652523"/>
                  </a:lnTo>
                </a:path>
                <a:path w="8943340" h="3994785">
                  <a:moveTo>
                    <a:pt x="5214733" y="2652523"/>
                  </a:moveTo>
                  <a:lnTo>
                    <a:pt x="5214190" y="2652523"/>
                  </a:lnTo>
                  <a:lnTo>
                    <a:pt x="5212871" y="2652523"/>
                  </a:lnTo>
                </a:path>
                <a:path w="8943340" h="3994785">
                  <a:moveTo>
                    <a:pt x="5424151" y="2652523"/>
                  </a:moveTo>
                  <a:lnTo>
                    <a:pt x="5423608" y="2652523"/>
                  </a:lnTo>
                  <a:lnTo>
                    <a:pt x="5422289" y="2652523"/>
                  </a:lnTo>
                </a:path>
                <a:path w="8943340" h="3994785">
                  <a:moveTo>
                    <a:pt x="5227453" y="2652523"/>
                  </a:moveTo>
                  <a:lnTo>
                    <a:pt x="5228074" y="2652523"/>
                  </a:lnTo>
                  <a:lnTo>
                    <a:pt x="5229315" y="2652523"/>
                  </a:lnTo>
                </a:path>
                <a:path w="8943340" h="3994785">
                  <a:moveTo>
                    <a:pt x="5410422" y="2652531"/>
                  </a:moveTo>
                  <a:lnTo>
                    <a:pt x="5411741" y="2652531"/>
                  </a:lnTo>
                  <a:lnTo>
                    <a:pt x="5422289" y="2652523"/>
                  </a:lnTo>
                </a:path>
                <a:path w="8943340" h="3994785">
                  <a:moveTo>
                    <a:pt x="5031841" y="2652531"/>
                  </a:moveTo>
                  <a:lnTo>
                    <a:pt x="5030600" y="2652531"/>
                  </a:lnTo>
                  <a:lnTo>
                    <a:pt x="5019897" y="2652523"/>
                  </a:lnTo>
                </a:path>
                <a:path w="8943340" h="3994785">
                  <a:moveTo>
                    <a:pt x="5092417" y="2652531"/>
                  </a:moveTo>
                  <a:lnTo>
                    <a:pt x="5091176" y="2652531"/>
                  </a:lnTo>
                  <a:lnTo>
                    <a:pt x="5090711" y="2652531"/>
                  </a:lnTo>
                </a:path>
                <a:path w="8943340" h="3994785">
                  <a:moveTo>
                    <a:pt x="5156329" y="2652531"/>
                  </a:moveTo>
                  <a:lnTo>
                    <a:pt x="5155010" y="2652531"/>
                  </a:lnTo>
                  <a:lnTo>
                    <a:pt x="5154545" y="2652531"/>
                  </a:lnTo>
                </a:path>
                <a:path w="8943340" h="3994785">
                  <a:moveTo>
                    <a:pt x="5214733" y="2652523"/>
                  </a:moveTo>
                  <a:lnTo>
                    <a:pt x="5216051" y="2652523"/>
                  </a:lnTo>
                  <a:lnTo>
                    <a:pt x="5217448" y="2652515"/>
                  </a:lnTo>
                </a:path>
                <a:path w="8943340" h="3994785">
                  <a:moveTo>
                    <a:pt x="5227453" y="2652523"/>
                  </a:moveTo>
                  <a:lnTo>
                    <a:pt x="5226135" y="2652523"/>
                  </a:lnTo>
                  <a:lnTo>
                    <a:pt x="5224738" y="2652515"/>
                  </a:lnTo>
                </a:path>
                <a:path w="8943340" h="3994785">
                  <a:moveTo>
                    <a:pt x="5426865" y="2652515"/>
                  </a:moveTo>
                  <a:lnTo>
                    <a:pt x="5428106" y="2652523"/>
                  </a:lnTo>
                </a:path>
                <a:path w="8943340" h="3994785">
                  <a:moveTo>
                    <a:pt x="5434156" y="2652515"/>
                  </a:moveTo>
                  <a:lnTo>
                    <a:pt x="5432915" y="2652523"/>
                  </a:lnTo>
                </a:path>
                <a:path w="8943340" h="3994785">
                  <a:moveTo>
                    <a:pt x="5424151" y="2652523"/>
                  </a:moveTo>
                  <a:lnTo>
                    <a:pt x="5425469" y="2652523"/>
                  </a:lnTo>
                  <a:lnTo>
                    <a:pt x="5426865" y="2652515"/>
                  </a:lnTo>
                </a:path>
                <a:path w="8943340" h="3994785">
                  <a:moveTo>
                    <a:pt x="5436871" y="2652523"/>
                  </a:moveTo>
                  <a:lnTo>
                    <a:pt x="5435552" y="2652523"/>
                  </a:lnTo>
                  <a:lnTo>
                    <a:pt x="5434156" y="2652515"/>
                  </a:lnTo>
                </a:path>
                <a:path w="8943340" h="3994785">
                  <a:moveTo>
                    <a:pt x="5224738" y="2652515"/>
                  </a:moveTo>
                  <a:lnTo>
                    <a:pt x="5223497" y="2652523"/>
                  </a:lnTo>
                </a:path>
                <a:path w="8943340" h="3994785">
                  <a:moveTo>
                    <a:pt x="5436871" y="2652523"/>
                  </a:moveTo>
                  <a:lnTo>
                    <a:pt x="5437491" y="2652523"/>
                  </a:lnTo>
                  <a:lnTo>
                    <a:pt x="5438732" y="2652523"/>
                  </a:lnTo>
                </a:path>
                <a:path w="8943340" h="3994785">
                  <a:moveTo>
                    <a:pt x="5217448" y="2652515"/>
                  </a:moveTo>
                  <a:lnTo>
                    <a:pt x="5218689" y="2652523"/>
                  </a:lnTo>
                </a:path>
                <a:path w="8943340" h="3994785">
                  <a:moveTo>
                    <a:pt x="5201004" y="2652531"/>
                  </a:moveTo>
                  <a:lnTo>
                    <a:pt x="5202323" y="2652531"/>
                  </a:lnTo>
                  <a:lnTo>
                    <a:pt x="5212871" y="2652523"/>
                  </a:lnTo>
                </a:path>
                <a:path w="8943340" h="3994785">
                  <a:moveTo>
                    <a:pt x="5075897" y="2652531"/>
                  </a:moveTo>
                  <a:lnTo>
                    <a:pt x="5077215" y="2652531"/>
                  </a:lnTo>
                  <a:lnTo>
                    <a:pt x="5077603" y="2652531"/>
                  </a:lnTo>
                </a:path>
                <a:path w="8943340" h="3994785">
                  <a:moveTo>
                    <a:pt x="5139808" y="2652531"/>
                  </a:moveTo>
                  <a:lnTo>
                    <a:pt x="5141049" y="2652531"/>
                  </a:lnTo>
                  <a:lnTo>
                    <a:pt x="5141514" y="2652531"/>
                  </a:lnTo>
                </a:path>
                <a:path w="8943340" h="3994785">
                  <a:moveTo>
                    <a:pt x="5241259" y="2652531"/>
                  </a:moveTo>
                  <a:lnTo>
                    <a:pt x="5240018" y="2652531"/>
                  </a:lnTo>
                  <a:lnTo>
                    <a:pt x="5229315" y="2652523"/>
                  </a:lnTo>
                </a:path>
                <a:path w="8943340" h="3994785">
                  <a:moveTo>
                    <a:pt x="5349226" y="2652531"/>
                  </a:moveTo>
                  <a:lnTo>
                    <a:pt x="5350467" y="2652531"/>
                  </a:lnTo>
                  <a:lnTo>
                    <a:pt x="5350932" y="2652523"/>
                  </a:lnTo>
                </a:path>
                <a:path w="8943340" h="3994785">
                  <a:moveTo>
                    <a:pt x="5365746" y="2652531"/>
                  </a:moveTo>
                  <a:lnTo>
                    <a:pt x="5364428" y="2652531"/>
                  </a:lnTo>
                  <a:lnTo>
                    <a:pt x="5363962" y="2652523"/>
                  </a:lnTo>
                </a:path>
                <a:path w="8943340" h="3994785">
                  <a:moveTo>
                    <a:pt x="5558643" y="2652531"/>
                  </a:moveTo>
                  <a:lnTo>
                    <a:pt x="5559884" y="2652531"/>
                  </a:lnTo>
                  <a:lnTo>
                    <a:pt x="5560350" y="2652523"/>
                  </a:lnTo>
                </a:path>
                <a:path w="8943340" h="3994785">
                  <a:moveTo>
                    <a:pt x="5494732" y="2652531"/>
                  </a:moveTo>
                  <a:lnTo>
                    <a:pt x="5496051" y="2652531"/>
                  </a:lnTo>
                  <a:lnTo>
                    <a:pt x="5496438" y="2652523"/>
                  </a:lnTo>
                </a:path>
                <a:path w="8943340" h="3994785">
                  <a:moveTo>
                    <a:pt x="5635818" y="2652515"/>
                  </a:moveTo>
                  <a:lnTo>
                    <a:pt x="5635275" y="2652523"/>
                  </a:lnTo>
                  <a:lnTo>
                    <a:pt x="5633956" y="2652515"/>
                  </a:lnTo>
                </a:path>
                <a:path w="8943340" h="3994785">
                  <a:moveTo>
                    <a:pt x="5558643" y="424326"/>
                  </a:moveTo>
                  <a:lnTo>
                    <a:pt x="5538710" y="424326"/>
                  </a:lnTo>
                  <a:lnTo>
                    <a:pt x="5511253" y="424326"/>
                  </a:lnTo>
                </a:path>
                <a:path w="8943340" h="3994785">
                  <a:moveTo>
                    <a:pt x="5575164" y="2652531"/>
                  </a:moveTo>
                  <a:lnTo>
                    <a:pt x="5573845" y="2652531"/>
                  </a:lnTo>
                  <a:lnTo>
                    <a:pt x="5573380" y="2652523"/>
                  </a:lnTo>
                </a:path>
                <a:path w="8943340" h="3994785">
                  <a:moveTo>
                    <a:pt x="5511253" y="2652531"/>
                  </a:moveTo>
                  <a:lnTo>
                    <a:pt x="5510012" y="2652531"/>
                  </a:lnTo>
                  <a:lnTo>
                    <a:pt x="5509546" y="2652523"/>
                  </a:lnTo>
                </a:path>
                <a:path w="8943340" h="3994785">
                  <a:moveTo>
                    <a:pt x="5619840" y="424326"/>
                  </a:moveTo>
                  <a:lnTo>
                    <a:pt x="5631552" y="424319"/>
                  </a:lnTo>
                </a:path>
                <a:path w="8943340" h="3994785">
                  <a:moveTo>
                    <a:pt x="5450677" y="2652531"/>
                  </a:moveTo>
                  <a:lnTo>
                    <a:pt x="5449436" y="2652531"/>
                  </a:lnTo>
                  <a:lnTo>
                    <a:pt x="5438732" y="2652523"/>
                  </a:lnTo>
                </a:path>
                <a:path w="8943340" h="3994785">
                  <a:moveTo>
                    <a:pt x="5651020" y="2652515"/>
                  </a:moveTo>
                  <a:lnTo>
                    <a:pt x="5651640" y="2652523"/>
                  </a:lnTo>
                  <a:lnTo>
                    <a:pt x="5652881" y="2652515"/>
                  </a:lnTo>
                </a:path>
                <a:path w="8943340" h="3994785">
                  <a:moveTo>
                    <a:pt x="4808618" y="2652523"/>
                  </a:moveTo>
                  <a:lnTo>
                    <a:pt x="4809238" y="2652523"/>
                  </a:lnTo>
                </a:path>
                <a:path w="8943340" h="3994785">
                  <a:moveTo>
                    <a:pt x="5008030" y="2652515"/>
                  </a:moveTo>
                  <a:lnTo>
                    <a:pt x="5009271" y="2652523"/>
                  </a:lnTo>
                </a:path>
                <a:path w="8943340" h="3994785">
                  <a:moveTo>
                    <a:pt x="4991587" y="2652531"/>
                  </a:moveTo>
                  <a:lnTo>
                    <a:pt x="4992905" y="2652531"/>
                  </a:lnTo>
                  <a:lnTo>
                    <a:pt x="5003454" y="2652523"/>
                  </a:lnTo>
                </a:path>
                <a:path w="8943340" h="3994785">
                  <a:moveTo>
                    <a:pt x="4866479" y="2652531"/>
                  </a:moveTo>
                  <a:lnTo>
                    <a:pt x="4867798" y="2652531"/>
                  </a:lnTo>
                  <a:lnTo>
                    <a:pt x="4868185" y="2652531"/>
                  </a:lnTo>
                </a:path>
                <a:path w="8943340" h="3994785">
                  <a:moveTo>
                    <a:pt x="5015321" y="2652515"/>
                  </a:moveTo>
                  <a:lnTo>
                    <a:pt x="5014080" y="2652523"/>
                  </a:lnTo>
                </a:path>
                <a:path w="8943340" h="3994785">
                  <a:moveTo>
                    <a:pt x="4866479" y="2652531"/>
                  </a:moveTo>
                  <a:lnTo>
                    <a:pt x="4829094" y="2652531"/>
                  </a:lnTo>
                </a:path>
                <a:path w="8943340" h="3994785">
                  <a:moveTo>
                    <a:pt x="4795898" y="2652523"/>
                  </a:moveTo>
                  <a:lnTo>
                    <a:pt x="4795355" y="2652523"/>
                  </a:lnTo>
                </a:path>
                <a:path w="8943340" h="3994785">
                  <a:moveTo>
                    <a:pt x="4808618" y="2652523"/>
                  </a:moveTo>
                  <a:lnTo>
                    <a:pt x="4807299" y="2652523"/>
                  </a:lnTo>
                </a:path>
                <a:path w="8943340" h="3994785">
                  <a:moveTo>
                    <a:pt x="5018035" y="2652523"/>
                  </a:moveTo>
                  <a:lnTo>
                    <a:pt x="5016717" y="2652523"/>
                  </a:lnTo>
                  <a:lnTo>
                    <a:pt x="5015321" y="2652515"/>
                  </a:lnTo>
                </a:path>
                <a:path w="8943340" h="3994785">
                  <a:moveTo>
                    <a:pt x="4795898" y="2652523"/>
                  </a:moveTo>
                  <a:lnTo>
                    <a:pt x="4797216" y="2652523"/>
                  </a:lnTo>
                </a:path>
                <a:path w="8943340" h="3994785">
                  <a:moveTo>
                    <a:pt x="5005315" y="2652523"/>
                  </a:moveTo>
                  <a:lnTo>
                    <a:pt x="5006634" y="2652523"/>
                  </a:lnTo>
                  <a:lnTo>
                    <a:pt x="5008030" y="2652515"/>
                  </a:lnTo>
                </a:path>
                <a:path w="8943340" h="3994785">
                  <a:moveTo>
                    <a:pt x="4883000" y="2652531"/>
                  </a:moveTo>
                  <a:lnTo>
                    <a:pt x="4881759" y="2652531"/>
                  </a:lnTo>
                  <a:lnTo>
                    <a:pt x="4881293" y="2652531"/>
                  </a:lnTo>
                </a:path>
                <a:path w="8943340" h="3994785">
                  <a:moveTo>
                    <a:pt x="5005315" y="2652523"/>
                  </a:moveTo>
                  <a:lnTo>
                    <a:pt x="5004772" y="2652523"/>
                  </a:lnTo>
                  <a:lnTo>
                    <a:pt x="5003454" y="2652523"/>
                  </a:lnTo>
                </a:path>
                <a:path w="8943340" h="3994785">
                  <a:moveTo>
                    <a:pt x="4930390" y="2652531"/>
                  </a:moveTo>
                  <a:lnTo>
                    <a:pt x="4931631" y="2652531"/>
                  </a:lnTo>
                  <a:lnTo>
                    <a:pt x="4932097" y="2652531"/>
                  </a:lnTo>
                </a:path>
                <a:path w="8943340" h="3994785">
                  <a:moveTo>
                    <a:pt x="4946911" y="2652531"/>
                  </a:moveTo>
                  <a:lnTo>
                    <a:pt x="4945592" y="2652531"/>
                  </a:lnTo>
                  <a:lnTo>
                    <a:pt x="4945127" y="2652531"/>
                  </a:lnTo>
                </a:path>
                <a:path w="8943340" h="3994785">
                  <a:moveTo>
                    <a:pt x="5619840" y="2652531"/>
                  </a:moveTo>
                  <a:lnTo>
                    <a:pt x="5621158" y="2652531"/>
                  </a:lnTo>
                </a:path>
                <a:path w="8943340" h="3994785">
                  <a:moveTo>
                    <a:pt x="4176797" y="2652523"/>
                  </a:moveTo>
                  <a:lnTo>
                    <a:pt x="4177417" y="2652523"/>
                  </a:lnTo>
                  <a:lnTo>
                    <a:pt x="4178658" y="2652523"/>
                  </a:lnTo>
                </a:path>
                <a:path w="8943340" h="3994785">
                  <a:moveTo>
                    <a:pt x="4373572" y="2652523"/>
                  </a:moveTo>
                  <a:lnTo>
                    <a:pt x="4372951" y="2652523"/>
                  </a:lnTo>
                  <a:lnTo>
                    <a:pt x="4371710" y="2652523"/>
                  </a:lnTo>
                </a:path>
                <a:path w="8943340" h="3994785">
                  <a:moveTo>
                    <a:pt x="4582990" y="2652523"/>
                  </a:moveTo>
                  <a:lnTo>
                    <a:pt x="4582369" y="2652523"/>
                  </a:lnTo>
                  <a:lnTo>
                    <a:pt x="4581128" y="2652523"/>
                  </a:lnTo>
                </a:path>
                <a:path w="8943340" h="3994785">
                  <a:moveTo>
                    <a:pt x="4386214" y="2652523"/>
                  </a:moveTo>
                  <a:lnTo>
                    <a:pt x="4386835" y="2652523"/>
                  </a:lnTo>
                  <a:lnTo>
                    <a:pt x="4388076" y="2652523"/>
                  </a:lnTo>
                </a:path>
                <a:path w="8943340" h="3994785">
                  <a:moveTo>
                    <a:pt x="4444153" y="2652531"/>
                  </a:moveTo>
                  <a:lnTo>
                    <a:pt x="4445394" y="2652531"/>
                  </a:lnTo>
                  <a:lnTo>
                    <a:pt x="4445860" y="2652531"/>
                  </a:lnTo>
                </a:path>
                <a:path w="8943340" h="3994785">
                  <a:moveTo>
                    <a:pt x="4569261" y="2652531"/>
                  </a:moveTo>
                  <a:lnTo>
                    <a:pt x="4570502" y="2652531"/>
                  </a:lnTo>
                  <a:lnTo>
                    <a:pt x="4581128" y="2652523"/>
                  </a:lnTo>
                </a:path>
                <a:path w="8943340" h="3994785">
                  <a:moveTo>
                    <a:pt x="4190603" y="2652531"/>
                  </a:moveTo>
                  <a:lnTo>
                    <a:pt x="4189362" y="2652531"/>
                  </a:lnTo>
                  <a:lnTo>
                    <a:pt x="4178658" y="2652523"/>
                  </a:lnTo>
                </a:path>
                <a:path w="8943340" h="3994785">
                  <a:moveTo>
                    <a:pt x="4251256" y="2652531"/>
                  </a:moveTo>
                  <a:lnTo>
                    <a:pt x="4249938" y="2652531"/>
                  </a:lnTo>
                  <a:lnTo>
                    <a:pt x="4249550" y="2652531"/>
                  </a:lnTo>
                </a:path>
                <a:path w="8943340" h="3994785">
                  <a:moveTo>
                    <a:pt x="4315090" y="2652531"/>
                  </a:moveTo>
                  <a:lnTo>
                    <a:pt x="4313849" y="2652531"/>
                  </a:lnTo>
                  <a:lnTo>
                    <a:pt x="4313384" y="2652531"/>
                  </a:lnTo>
                </a:path>
                <a:path w="8943340" h="3994785">
                  <a:moveTo>
                    <a:pt x="4373572" y="2652523"/>
                  </a:moveTo>
                  <a:lnTo>
                    <a:pt x="4374813" y="2652523"/>
                  </a:lnTo>
                  <a:lnTo>
                    <a:pt x="4376209" y="2652523"/>
                  </a:lnTo>
                </a:path>
                <a:path w="8943340" h="3994785">
                  <a:moveTo>
                    <a:pt x="4386214" y="2652523"/>
                  </a:moveTo>
                  <a:lnTo>
                    <a:pt x="4384973" y="2652523"/>
                  </a:lnTo>
                  <a:lnTo>
                    <a:pt x="4383577" y="2652523"/>
                  </a:lnTo>
                </a:path>
                <a:path w="8943340" h="3994785">
                  <a:moveTo>
                    <a:pt x="4585627" y="2652515"/>
                  </a:moveTo>
                  <a:lnTo>
                    <a:pt x="4586945" y="2652523"/>
                  </a:lnTo>
                </a:path>
                <a:path w="8943340" h="3994785">
                  <a:moveTo>
                    <a:pt x="4592995" y="2652515"/>
                  </a:moveTo>
                  <a:lnTo>
                    <a:pt x="4591676" y="2652523"/>
                  </a:lnTo>
                </a:path>
                <a:path w="8943340" h="3994785">
                  <a:moveTo>
                    <a:pt x="4582990" y="2652523"/>
                  </a:moveTo>
                  <a:lnTo>
                    <a:pt x="4584231" y="2652523"/>
                  </a:lnTo>
                  <a:lnTo>
                    <a:pt x="4585627" y="2652515"/>
                  </a:lnTo>
                </a:path>
                <a:path w="8943340" h="3994785">
                  <a:moveTo>
                    <a:pt x="4595632" y="2652523"/>
                  </a:moveTo>
                  <a:lnTo>
                    <a:pt x="4594391" y="2652523"/>
                  </a:lnTo>
                  <a:lnTo>
                    <a:pt x="4592995" y="2652515"/>
                  </a:lnTo>
                </a:path>
                <a:path w="8943340" h="3994785">
                  <a:moveTo>
                    <a:pt x="4383577" y="2652523"/>
                  </a:moveTo>
                  <a:lnTo>
                    <a:pt x="4382336" y="2652523"/>
                  </a:lnTo>
                </a:path>
                <a:path w="8943340" h="3994785">
                  <a:moveTo>
                    <a:pt x="4595632" y="2652523"/>
                  </a:moveTo>
                  <a:lnTo>
                    <a:pt x="4596253" y="2652523"/>
                  </a:lnTo>
                  <a:lnTo>
                    <a:pt x="4597494" y="2652523"/>
                  </a:lnTo>
                </a:path>
                <a:path w="8943340" h="3994785">
                  <a:moveTo>
                    <a:pt x="4460674" y="2652531"/>
                  </a:moveTo>
                  <a:lnTo>
                    <a:pt x="4459356" y="2652531"/>
                  </a:lnTo>
                  <a:lnTo>
                    <a:pt x="4458968" y="2652531"/>
                  </a:lnTo>
                </a:path>
                <a:path w="8943340" h="3994785">
                  <a:moveTo>
                    <a:pt x="4376209" y="2652523"/>
                  </a:moveTo>
                  <a:lnTo>
                    <a:pt x="4377527" y="2652523"/>
                  </a:lnTo>
                </a:path>
                <a:path w="8943340" h="3994785">
                  <a:moveTo>
                    <a:pt x="4359843" y="2652531"/>
                  </a:moveTo>
                  <a:lnTo>
                    <a:pt x="4361084" y="2652531"/>
                  </a:lnTo>
                  <a:lnTo>
                    <a:pt x="4371710" y="2652523"/>
                  </a:lnTo>
                </a:path>
                <a:path w="8943340" h="3994785">
                  <a:moveTo>
                    <a:pt x="4234736" y="2652531"/>
                  </a:moveTo>
                  <a:lnTo>
                    <a:pt x="4235977" y="2652531"/>
                  </a:lnTo>
                  <a:lnTo>
                    <a:pt x="4236442" y="2652531"/>
                  </a:lnTo>
                </a:path>
                <a:path w="8943340" h="3994785">
                  <a:moveTo>
                    <a:pt x="4298569" y="2652531"/>
                  </a:moveTo>
                  <a:lnTo>
                    <a:pt x="4299888" y="2652531"/>
                  </a:lnTo>
                  <a:lnTo>
                    <a:pt x="4300276" y="2652531"/>
                  </a:lnTo>
                </a:path>
                <a:path w="8943340" h="3994785">
                  <a:moveTo>
                    <a:pt x="4400020" y="2652531"/>
                  </a:moveTo>
                  <a:lnTo>
                    <a:pt x="4398780" y="2652531"/>
                  </a:lnTo>
                  <a:lnTo>
                    <a:pt x="4388076" y="2652523"/>
                  </a:lnTo>
                </a:path>
                <a:path w="8943340" h="3994785">
                  <a:moveTo>
                    <a:pt x="4507987" y="2652531"/>
                  </a:moveTo>
                  <a:lnTo>
                    <a:pt x="4509306" y="2652531"/>
                  </a:lnTo>
                  <a:lnTo>
                    <a:pt x="4509693" y="2652531"/>
                  </a:lnTo>
                </a:path>
                <a:path w="8943340" h="3994785">
                  <a:moveTo>
                    <a:pt x="4524508" y="2652531"/>
                  </a:moveTo>
                  <a:lnTo>
                    <a:pt x="4523267" y="2652531"/>
                  </a:lnTo>
                  <a:lnTo>
                    <a:pt x="4522801" y="2652531"/>
                  </a:lnTo>
                </a:path>
                <a:path w="8943340" h="3994785">
                  <a:moveTo>
                    <a:pt x="4717405" y="2652531"/>
                  </a:moveTo>
                  <a:lnTo>
                    <a:pt x="4718723" y="2652531"/>
                  </a:lnTo>
                  <a:lnTo>
                    <a:pt x="4719111" y="2652531"/>
                  </a:lnTo>
                </a:path>
                <a:path w="8943340" h="3994785">
                  <a:moveTo>
                    <a:pt x="4653571" y="2652531"/>
                  </a:moveTo>
                  <a:lnTo>
                    <a:pt x="4654812" y="2652531"/>
                  </a:lnTo>
                  <a:lnTo>
                    <a:pt x="4655277" y="2652531"/>
                  </a:lnTo>
                </a:path>
                <a:path w="8943340" h="3994785">
                  <a:moveTo>
                    <a:pt x="4794657" y="2652515"/>
                  </a:moveTo>
                  <a:lnTo>
                    <a:pt x="4794036" y="2652523"/>
                  </a:lnTo>
                  <a:lnTo>
                    <a:pt x="4792795" y="2652515"/>
                  </a:lnTo>
                </a:path>
                <a:path w="8943340" h="3994785">
                  <a:moveTo>
                    <a:pt x="4733925" y="2652531"/>
                  </a:moveTo>
                  <a:lnTo>
                    <a:pt x="4732684" y="2652531"/>
                  </a:lnTo>
                  <a:lnTo>
                    <a:pt x="4732219" y="2652531"/>
                  </a:lnTo>
                </a:path>
                <a:path w="8943340" h="3994785">
                  <a:moveTo>
                    <a:pt x="4670092" y="2652531"/>
                  </a:moveTo>
                  <a:lnTo>
                    <a:pt x="4668773" y="2652531"/>
                  </a:lnTo>
                  <a:lnTo>
                    <a:pt x="4668308" y="2652531"/>
                  </a:lnTo>
                </a:path>
                <a:path w="8943340" h="3994785">
                  <a:moveTo>
                    <a:pt x="4609438" y="2652531"/>
                  </a:moveTo>
                  <a:lnTo>
                    <a:pt x="4608197" y="2652531"/>
                  </a:lnTo>
                  <a:lnTo>
                    <a:pt x="4597494" y="2652523"/>
                  </a:lnTo>
                </a:path>
                <a:path w="8943340" h="3994785">
                  <a:moveTo>
                    <a:pt x="4809859" y="2652515"/>
                  </a:moveTo>
                  <a:lnTo>
                    <a:pt x="4810479" y="2652523"/>
                  </a:lnTo>
                  <a:lnTo>
                    <a:pt x="4811720" y="2652515"/>
                  </a:lnTo>
                </a:path>
                <a:path w="8943340" h="3994785">
                  <a:moveTo>
                    <a:pt x="3967379" y="2652523"/>
                  </a:moveTo>
                  <a:lnTo>
                    <a:pt x="3968000" y="2652523"/>
                  </a:lnTo>
                </a:path>
                <a:path w="8943340" h="3994785">
                  <a:moveTo>
                    <a:pt x="4166791" y="2652523"/>
                  </a:moveTo>
                  <a:lnTo>
                    <a:pt x="4168110" y="2652523"/>
                  </a:lnTo>
                </a:path>
                <a:path w="8943340" h="3994785">
                  <a:moveTo>
                    <a:pt x="4150426" y="2652531"/>
                  </a:moveTo>
                  <a:lnTo>
                    <a:pt x="4151667" y="2652531"/>
                  </a:lnTo>
                  <a:lnTo>
                    <a:pt x="4162293" y="2652523"/>
                  </a:lnTo>
                </a:path>
                <a:path w="8943340" h="3994785">
                  <a:moveTo>
                    <a:pt x="4025318" y="2652531"/>
                  </a:moveTo>
                  <a:lnTo>
                    <a:pt x="4026559" y="2652531"/>
                  </a:lnTo>
                  <a:lnTo>
                    <a:pt x="4027024" y="2652531"/>
                  </a:lnTo>
                </a:path>
                <a:path w="8943340" h="3994785">
                  <a:moveTo>
                    <a:pt x="4174160" y="2652523"/>
                  </a:moveTo>
                  <a:lnTo>
                    <a:pt x="4172919" y="2652523"/>
                  </a:lnTo>
                </a:path>
                <a:path w="8943340" h="3994785">
                  <a:moveTo>
                    <a:pt x="4025318" y="2652531"/>
                  </a:moveTo>
                  <a:lnTo>
                    <a:pt x="3987855" y="2652531"/>
                  </a:lnTo>
                </a:path>
                <a:path w="8943340" h="3994785">
                  <a:moveTo>
                    <a:pt x="3954736" y="2652523"/>
                  </a:moveTo>
                  <a:lnTo>
                    <a:pt x="3954116" y="2652523"/>
                  </a:lnTo>
                </a:path>
                <a:path w="8943340" h="3994785">
                  <a:moveTo>
                    <a:pt x="3967379" y="2652523"/>
                  </a:moveTo>
                  <a:lnTo>
                    <a:pt x="3966138" y="2652523"/>
                  </a:lnTo>
                </a:path>
                <a:path w="8943340" h="3994785">
                  <a:moveTo>
                    <a:pt x="4176797" y="2652523"/>
                  </a:moveTo>
                  <a:lnTo>
                    <a:pt x="4175556" y="2652523"/>
                  </a:lnTo>
                  <a:lnTo>
                    <a:pt x="4174160" y="2652523"/>
                  </a:lnTo>
                </a:path>
                <a:path w="8943340" h="3994785">
                  <a:moveTo>
                    <a:pt x="3954736" y="2652523"/>
                  </a:moveTo>
                  <a:lnTo>
                    <a:pt x="3955977" y="2652523"/>
                  </a:lnTo>
                </a:path>
                <a:path w="8943340" h="3994785">
                  <a:moveTo>
                    <a:pt x="4164154" y="2652523"/>
                  </a:moveTo>
                  <a:lnTo>
                    <a:pt x="4165395" y="2652523"/>
                  </a:lnTo>
                  <a:lnTo>
                    <a:pt x="4166791" y="2652523"/>
                  </a:lnTo>
                </a:path>
                <a:path w="8943340" h="3994785">
                  <a:moveTo>
                    <a:pt x="4041839" y="2652531"/>
                  </a:moveTo>
                  <a:lnTo>
                    <a:pt x="4040520" y="2652531"/>
                  </a:lnTo>
                  <a:lnTo>
                    <a:pt x="4040132" y="2652531"/>
                  </a:lnTo>
                </a:path>
                <a:path w="8943340" h="3994785">
                  <a:moveTo>
                    <a:pt x="4164154" y="2652523"/>
                  </a:moveTo>
                  <a:lnTo>
                    <a:pt x="4163534" y="2652523"/>
                  </a:lnTo>
                  <a:lnTo>
                    <a:pt x="4162293" y="2652523"/>
                  </a:lnTo>
                </a:path>
                <a:path w="8943340" h="3994785">
                  <a:moveTo>
                    <a:pt x="4089152" y="2652531"/>
                  </a:moveTo>
                  <a:lnTo>
                    <a:pt x="4090470" y="2652531"/>
                  </a:lnTo>
                  <a:lnTo>
                    <a:pt x="4090858" y="2652531"/>
                  </a:lnTo>
                </a:path>
                <a:path w="8943340" h="3994785">
                  <a:moveTo>
                    <a:pt x="4105672" y="2652531"/>
                  </a:moveTo>
                  <a:lnTo>
                    <a:pt x="4104431" y="2652531"/>
                  </a:lnTo>
                  <a:lnTo>
                    <a:pt x="4103966" y="2652531"/>
                  </a:lnTo>
                </a:path>
                <a:path w="8943340" h="3994785">
                  <a:moveTo>
                    <a:pt x="4778679" y="2652531"/>
                  </a:moveTo>
                  <a:lnTo>
                    <a:pt x="4779920" y="2652531"/>
                  </a:lnTo>
                </a:path>
                <a:path w="8943340" h="3994785">
                  <a:moveTo>
                    <a:pt x="3335636" y="2652523"/>
                  </a:moveTo>
                  <a:lnTo>
                    <a:pt x="3336256" y="2652523"/>
                  </a:lnTo>
                  <a:lnTo>
                    <a:pt x="3337497" y="2652523"/>
                  </a:lnTo>
                </a:path>
                <a:path w="8943340" h="3994785">
                  <a:moveTo>
                    <a:pt x="3532411" y="2652523"/>
                  </a:moveTo>
                  <a:lnTo>
                    <a:pt x="3531790" y="2652523"/>
                  </a:lnTo>
                  <a:lnTo>
                    <a:pt x="3530472" y="2652523"/>
                  </a:lnTo>
                </a:path>
                <a:path w="8943340" h="3994785">
                  <a:moveTo>
                    <a:pt x="3741828" y="2652523"/>
                  </a:moveTo>
                  <a:lnTo>
                    <a:pt x="3741208" y="2652523"/>
                  </a:lnTo>
                  <a:lnTo>
                    <a:pt x="3739889" y="2652523"/>
                  </a:lnTo>
                </a:path>
                <a:path w="8943340" h="3994785">
                  <a:moveTo>
                    <a:pt x="3545053" y="2652523"/>
                  </a:moveTo>
                  <a:lnTo>
                    <a:pt x="3545674" y="2652523"/>
                  </a:lnTo>
                  <a:lnTo>
                    <a:pt x="3546915" y="2652523"/>
                  </a:lnTo>
                </a:path>
                <a:path w="8943340" h="3994785">
                  <a:moveTo>
                    <a:pt x="3602915" y="2652531"/>
                  </a:moveTo>
                  <a:lnTo>
                    <a:pt x="3604233" y="2652531"/>
                  </a:lnTo>
                  <a:lnTo>
                    <a:pt x="3604621" y="2652531"/>
                  </a:lnTo>
                </a:path>
                <a:path w="8943340" h="3994785">
                  <a:moveTo>
                    <a:pt x="3728022" y="2652531"/>
                  </a:moveTo>
                  <a:lnTo>
                    <a:pt x="3729341" y="2652531"/>
                  </a:lnTo>
                  <a:lnTo>
                    <a:pt x="3739889" y="2652523"/>
                  </a:lnTo>
                </a:path>
                <a:path w="8943340" h="3994785">
                  <a:moveTo>
                    <a:pt x="3349442" y="2652531"/>
                  </a:moveTo>
                  <a:lnTo>
                    <a:pt x="3348201" y="2652531"/>
                  </a:lnTo>
                  <a:lnTo>
                    <a:pt x="3337497" y="2652523"/>
                  </a:lnTo>
                </a:path>
                <a:path w="8943340" h="3994785">
                  <a:moveTo>
                    <a:pt x="3410018" y="2652531"/>
                  </a:moveTo>
                  <a:lnTo>
                    <a:pt x="3408777" y="2652531"/>
                  </a:lnTo>
                  <a:lnTo>
                    <a:pt x="3408311" y="2652531"/>
                  </a:lnTo>
                </a:path>
                <a:path w="8943340" h="3994785">
                  <a:moveTo>
                    <a:pt x="3473929" y="2652531"/>
                  </a:moveTo>
                  <a:lnTo>
                    <a:pt x="3472688" y="2652531"/>
                  </a:lnTo>
                  <a:lnTo>
                    <a:pt x="3472223" y="2652531"/>
                  </a:lnTo>
                </a:path>
                <a:path w="8943340" h="3994785">
                  <a:moveTo>
                    <a:pt x="3532411" y="2652523"/>
                  </a:moveTo>
                  <a:lnTo>
                    <a:pt x="3533652" y="2652523"/>
                  </a:lnTo>
                  <a:lnTo>
                    <a:pt x="3535048" y="2652523"/>
                  </a:lnTo>
                </a:path>
                <a:path w="8943340" h="3994785">
                  <a:moveTo>
                    <a:pt x="3545053" y="2652523"/>
                  </a:moveTo>
                  <a:lnTo>
                    <a:pt x="3543812" y="2652523"/>
                  </a:lnTo>
                  <a:lnTo>
                    <a:pt x="3542339" y="2652523"/>
                  </a:lnTo>
                </a:path>
                <a:path w="8943340" h="3994785">
                  <a:moveTo>
                    <a:pt x="3652787" y="424326"/>
                  </a:moveTo>
                  <a:lnTo>
                    <a:pt x="3619435" y="424326"/>
                  </a:lnTo>
                </a:path>
                <a:path w="8943340" h="3994785">
                  <a:moveTo>
                    <a:pt x="3744466" y="2652523"/>
                  </a:moveTo>
                  <a:lnTo>
                    <a:pt x="3745707" y="2652523"/>
                  </a:lnTo>
                </a:path>
                <a:path w="8943340" h="3994785">
                  <a:moveTo>
                    <a:pt x="3751756" y="2652523"/>
                  </a:moveTo>
                  <a:lnTo>
                    <a:pt x="3750515" y="2652523"/>
                  </a:lnTo>
                </a:path>
                <a:path w="8943340" h="3994785">
                  <a:moveTo>
                    <a:pt x="3741828" y="2652523"/>
                  </a:moveTo>
                  <a:lnTo>
                    <a:pt x="3743069" y="2652523"/>
                  </a:lnTo>
                  <a:lnTo>
                    <a:pt x="3744466" y="2652523"/>
                  </a:lnTo>
                </a:path>
                <a:path w="8943340" h="3994785">
                  <a:moveTo>
                    <a:pt x="3754471" y="2652523"/>
                  </a:moveTo>
                  <a:lnTo>
                    <a:pt x="3753230" y="2652523"/>
                  </a:lnTo>
                  <a:lnTo>
                    <a:pt x="3751756" y="2652523"/>
                  </a:lnTo>
                </a:path>
                <a:path w="8943340" h="3994785">
                  <a:moveTo>
                    <a:pt x="3542339" y="2652523"/>
                  </a:moveTo>
                  <a:lnTo>
                    <a:pt x="3541098" y="2652523"/>
                  </a:lnTo>
                </a:path>
                <a:path w="8943340" h="3994785">
                  <a:moveTo>
                    <a:pt x="3754471" y="2652523"/>
                  </a:moveTo>
                  <a:lnTo>
                    <a:pt x="3755092" y="2652523"/>
                  </a:lnTo>
                  <a:lnTo>
                    <a:pt x="3756333" y="2652523"/>
                  </a:lnTo>
                </a:path>
                <a:path w="8943340" h="3994785">
                  <a:moveTo>
                    <a:pt x="3619435" y="2652531"/>
                  </a:moveTo>
                  <a:lnTo>
                    <a:pt x="3618194" y="2652531"/>
                  </a:lnTo>
                  <a:lnTo>
                    <a:pt x="3617729" y="2652531"/>
                  </a:lnTo>
                </a:path>
                <a:path w="8943340" h="3994785">
                  <a:moveTo>
                    <a:pt x="3535048" y="2652523"/>
                  </a:moveTo>
                  <a:lnTo>
                    <a:pt x="3536289" y="2652523"/>
                  </a:lnTo>
                </a:path>
                <a:path w="8943340" h="3994785">
                  <a:moveTo>
                    <a:pt x="3518605" y="2652531"/>
                  </a:moveTo>
                  <a:lnTo>
                    <a:pt x="3519923" y="2652531"/>
                  </a:lnTo>
                  <a:lnTo>
                    <a:pt x="3530472" y="2652523"/>
                  </a:lnTo>
                </a:path>
                <a:path w="8943340" h="3994785">
                  <a:moveTo>
                    <a:pt x="3393497" y="2652531"/>
                  </a:moveTo>
                  <a:lnTo>
                    <a:pt x="3394816" y="2652531"/>
                  </a:lnTo>
                  <a:lnTo>
                    <a:pt x="3395203" y="2652531"/>
                  </a:lnTo>
                </a:path>
                <a:path w="8943340" h="3994785">
                  <a:moveTo>
                    <a:pt x="3457408" y="2652531"/>
                  </a:moveTo>
                  <a:lnTo>
                    <a:pt x="3458649" y="2652531"/>
                  </a:lnTo>
                  <a:lnTo>
                    <a:pt x="3459115" y="2652531"/>
                  </a:lnTo>
                </a:path>
                <a:path w="8943340" h="3994785">
                  <a:moveTo>
                    <a:pt x="3558859" y="2652531"/>
                  </a:moveTo>
                  <a:lnTo>
                    <a:pt x="3557618" y="2652531"/>
                  </a:lnTo>
                  <a:lnTo>
                    <a:pt x="3546915" y="2652523"/>
                  </a:lnTo>
                </a:path>
                <a:path w="8943340" h="3994785">
                  <a:moveTo>
                    <a:pt x="3666826" y="2652531"/>
                  </a:moveTo>
                  <a:lnTo>
                    <a:pt x="3668067" y="2652531"/>
                  </a:lnTo>
                  <a:lnTo>
                    <a:pt x="3668532" y="2652531"/>
                  </a:lnTo>
                </a:path>
                <a:path w="8943340" h="3994785">
                  <a:moveTo>
                    <a:pt x="3683347" y="2652531"/>
                  </a:moveTo>
                  <a:lnTo>
                    <a:pt x="3682106" y="2652531"/>
                  </a:lnTo>
                  <a:lnTo>
                    <a:pt x="3681640" y="2652531"/>
                  </a:lnTo>
                </a:path>
                <a:path w="8943340" h="3994785">
                  <a:moveTo>
                    <a:pt x="3886404" y="424326"/>
                  </a:moveTo>
                  <a:lnTo>
                    <a:pt x="3877950" y="424326"/>
                  </a:lnTo>
                </a:path>
                <a:path w="8943340" h="3994785">
                  <a:moveTo>
                    <a:pt x="3812332" y="2652531"/>
                  </a:moveTo>
                  <a:lnTo>
                    <a:pt x="3813651" y="2652531"/>
                  </a:lnTo>
                  <a:lnTo>
                    <a:pt x="3814039" y="2652531"/>
                  </a:lnTo>
                </a:path>
                <a:path w="8943340" h="3994785">
                  <a:moveTo>
                    <a:pt x="3953495" y="2652523"/>
                  </a:moveTo>
                  <a:lnTo>
                    <a:pt x="3952875" y="2652523"/>
                  </a:lnTo>
                  <a:lnTo>
                    <a:pt x="3951634" y="2652523"/>
                  </a:lnTo>
                </a:path>
                <a:path w="8943340" h="3994785">
                  <a:moveTo>
                    <a:pt x="3828853" y="2652531"/>
                  </a:moveTo>
                  <a:lnTo>
                    <a:pt x="3827612" y="2652531"/>
                  </a:lnTo>
                  <a:lnTo>
                    <a:pt x="3827147" y="2652531"/>
                  </a:lnTo>
                </a:path>
                <a:path w="8943340" h="3994785">
                  <a:moveTo>
                    <a:pt x="3768277" y="2652531"/>
                  </a:moveTo>
                  <a:lnTo>
                    <a:pt x="3767036" y="2652531"/>
                  </a:lnTo>
                  <a:lnTo>
                    <a:pt x="3756333" y="2652523"/>
                  </a:lnTo>
                </a:path>
                <a:path w="8943340" h="3994785">
                  <a:moveTo>
                    <a:pt x="3812332" y="424326"/>
                  </a:moveTo>
                  <a:lnTo>
                    <a:pt x="3793562" y="424326"/>
                  </a:lnTo>
                  <a:lnTo>
                    <a:pt x="3768277" y="424326"/>
                  </a:lnTo>
                </a:path>
                <a:path w="8943340" h="3994785">
                  <a:moveTo>
                    <a:pt x="3968620" y="2652523"/>
                  </a:moveTo>
                  <a:lnTo>
                    <a:pt x="3969241" y="2652523"/>
                  </a:lnTo>
                  <a:lnTo>
                    <a:pt x="3970559" y="2652523"/>
                  </a:lnTo>
                </a:path>
                <a:path w="8943340" h="3994785">
                  <a:moveTo>
                    <a:pt x="3126218" y="2652523"/>
                  </a:moveTo>
                  <a:lnTo>
                    <a:pt x="3126838" y="2652523"/>
                  </a:lnTo>
                </a:path>
                <a:path w="8943340" h="3994785">
                  <a:moveTo>
                    <a:pt x="3325630" y="2652523"/>
                  </a:moveTo>
                  <a:lnTo>
                    <a:pt x="3326871" y="2652523"/>
                  </a:lnTo>
                </a:path>
                <a:path w="8943340" h="3994785">
                  <a:moveTo>
                    <a:pt x="3309187" y="2652531"/>
                  </a:moveTo>
                  <a:lnTo>
                    <a:pt x="3310506" y="2652531"/>
                  </a:lnTo>
                  <a:lnTo>
                    <a:pt x="3321054" y="2652523"/>
                  </a:lnTo>
                </a:path>
                <a:path w="8943340" h="3994785">
                  <a:moveTo>
                    <a:pt x="3184079" y="2652531"/>
                  </a:moveTo>
                  <a:lnTo>
                    <a:pt x="3185398" y="2652531"/>
                  </a:lnTo>
                  <a:lnTo>
                    <a:pt x="3185786" y="2652531"/>
                  </a:lnTo>
                </a:path>
                <a:path w="8943340" h="3994785">
                  <a:moveTo>
                    <a:pt x="3332921" y="2652523"/>
                  </a:moveTo>
                  <a:lnTo>
                    <a:pt x="3331680" y="2652523"/>
                  </a:lnTo>
                </a:path>
                <a:path w="8943340" h="3994785">
                  <a:moveTo>
                    <a:pt x="3184079" y="2652531"/>
                  </a:moveTo>
                  <a:lnTo>
                    <a:pt x="3146694" y="2652531"/>
                  </a:lnTo>
                </a:path>
                <a:path w="8943340" h="3994785">
                  <a:moveTo>
                    <a:pt x="3113575" y="2652523"/>
                  </a:moveTo>
                  <a:lnTo>
                    <a:pt x="3112955" y="2652523"/>
                  </a:lnTo>
                </a:path>
                <a:path w="8943340" h="3994785">
                  <a:moveTo>
                    <a:pt x="3126218" y="2652523"/>
                  </a:moveTo>
                  <a:lnTo>
                    <a:pt x="3124977" y="2652523"/>
                  </a:lnTo>
                </a:path>
                <a:path w="8943340" h="3994785">
                  <a:moveTo>
                    <a:pt x="3335636" y="2652523"/>
                  </a:moveTo>
                  <a:lnTo>
                    <a:pt x="3334395" y="2652523"/>
                  </a:lnTo>
                  <a:lnTo>
                    <a:pt x="3332921" y="2652523"/>
                  </a:lnTo>
                </a:path>
                <a:path w="8943340" h="3994785">
                  <a:moveTo>
                    <a:pt x="3113575" y="2652523"/>
                  </a:moveTo>
                  <a:lnTo>
                    <a:pt x="3114816" y="2652523"/>
                  </a:lnTo>
                </a:path>
                <a:path w="8943340" h="3994785">
                  <a:moveTo>
                    <a:pt x="3322993" y="2652523"/>
                  </a:moveTo>
                  <a:lnTo>
                    <a:pt x="3324234" y="2652523"/>
                  </a:lnTo>
                  <a:lnTo>
                    <a:pt x="3325630" y="2652523"/>
                  </a:lnTo>
                </a:path>
                <a:path w="8943340" h="3994785">
                  <a:moveTo>
                    <a:pt x="3200600" y="2652531"/>
                  </a:moveTo>
                  <a:lnTo>
                    <a:pt x="3199359" y="2652531"/>
                  </a:lnTo>
                  <a:lnTo>
                    <a:pt x="3198894" y="2652531"/>
                  </a:lnTo>
                </a:path>
                <a:path w="8943340" h="3994785">
                  <a:moveTo>
                    <a:pt x="3322993" y="2652523"/>
                  </a:moveTo>
                  <a:lnTo>
                    <a:pt x="3322373" y="2652523"/>
                  </a:lnTo>
                  <a:lnTo>
                    <a:pt x="3321054" y="2652523"/>
                  </a:lnTo>
                </a:path>
                <a:path w="8943340" h="3994785">
                  <a:moveTo>
                    <a:pt x="3247990" y="2652531"/>
                  </a:moveTo>
                  <a:lnTo>
                    <a:pt x="3249231" y="2652531"/>
                  </a:lnTo>
                  <a:lnTo>
                    <a:pt x="3249697" y="2652531"/>
                  </a:lnTo>
                </a:path>
                <a:path w="8943340" h="3994785">
                  <a:moveTo>
                    <a:pt x="3264511" y="2652531"/>
                  </a:moveTo>
                  <a:lnTo>
                    <a:pt x="3263270" y="2652531"/>
                  </a:lnTo>
                  <a:lnTo>
                    <a:pt x="3262805" y="2652531"/>
                  </a:lnTo>
                </a:path>
                <a:path w="8943340" h="3994785">
                  <a:moveTo>
                    <a:pt x="2494397" y="2652523"/>
                  </a:moveTo>
                  <a:lnTo>
                    <a:pt x="2495017" y="2652523"/>
                  </a:lnTo>
                  <a:lnTo>
                    <a:pt x="2496336" y="2652523"/>
                  </a:lnTo>
                </a:path>
                <a:path w="8943340" h="3994785">
                  <a:moveTo>
                    <a:pt x="2494397" y="424319"/>
                  </a:moveTo>
                  <a:lnTo>
                    <a:pt x="2495017" y="424319"/>
                  </a:lnTo>
                  <a:lnTo>
                    <a:pt x="2496336" y="424319"/>
                  </a:lnTo>
                </a:path>
                <a:path w="8943340" h="3994785">
                  <a:moveTo>
                    <a:pt x="2691172" y="2652523"/>
                  </a:moveTo>
                  <a:lnTo>
                    <a:pt x="2690552" y="2652523"/>
                  </a:lnTo>
                  <a:lnTo>
                    <a:pt x="2689311" y="2652523"/>
                  </a:lnTo>
                </a:path>
                <a:path w="8943340" h="3994785">
                  <a:moveTo>
                    <a:pt x="2900590" y="2652523"/>
                  </a:moveTo>
                  <a:lnTo>
                    <a:pt x="2899969" y="2652523"/>
                  </a:lnTo>
                  <a:lnTo>
                    <a:pt x="2898728" y="2652523"/>
                  </a:lnTo>
                </a:path>
                <a:path w="8943340" h="3994785">
                  <a:moveTo>
                    <a:pt x="2573433" y="424326"/>
                  </a:moveTo>
                  <a:lnTo>
                    <a:pt x="2568857" y="424326"/>
                  </a:lnTo>
                </a:path>
                <a:path w="8943340" h="3994785">
                  <a:moveTo>
                    <a:pt x="2625012" y="424326"/>
                  </a:moveTo>
                  <a:lnTo>
                    <a:pt x="2617876" y="424326"/>
                  </a:lnTo>
                </a:path>
                <a:path w="8943340" h="3994785">
                  <a:moveTo>
                    <a:pt x="2703815" y="2652523"/>
                  </a:moveTo>
                  <a:lnTo>
                    <a:pt x="2704435" y="2652523"/>
                  </a:lnTo>
                  <a:lnTo>
                    <a:pt x="2705754" y="2652523"/>
                  </a:lnTo>
                </a:path>
                <a:path w="8943340" h="3994785">
                  <a:moveTo>
                    <a:pt x="2703815" y="424319"/>
                  </a:moveTo>
                  <a:lnTo>
                    <a:pt x="2704435" y="424319"/>
                  </a:lnTo>
                  <a:lnTo>
                    <a:pt x="2705754" y="424319"/>
                  </a:lnTo>
                </a:path>
                <a:path w="8943340" h="3994785">
                  <a:moveTo>
                    <a:pt x="2761754" y="2652531"/>
                  </a:moveTo>
                  <a:lnTo>
                    <a:pt x="2762995" y="2652531"/>
                  </a:lnTo>
                  <a:lnTo>
                    <a:pt x="2763460" y="2652531"/>
                  </a:lnTo>
                </a:path>
                <a:path w="8943340" h="3994785">
                  <a:moveTo>
                    <a:pt x="2886861" y="2652531"/>
                  </a:moveTo>
                  <a:lnTo>
                    <a:pt x="2888102" y="2652531"/>
                  </a:lnTo>
                  <a:lnTo>
                    <a:pt x="2898728" y="2652523"/>
                  </a:lnTo>
                </a:path>
                <a:path w="8943340" h="3994785">
                  <a:moveTo>
                    <a:pt x="2561100" y="424326"/>
                  </a:moveTo>
                  <a:lnTo>
                    <a:pt x="2554042" y="424326"/>
                  </a:lnTo>
                </a:path>
                <a:path w="8943340" h="3994785">
                  <a:moveTo>
                    <a:pt x="2508281" y="2652531"/>
                  </a:moveTo>
                  <a:lnTo>
                    <a:pt x="2506962" y="2652531"/>
                  </a:lnTo>
                  <a:lnTo>
                    <a:pt x="2496336" y="2652523"/>
                  </a:lnTo>
                </a:path>
                <a:path w="8943340" h="3994785">
                  <a:moveTo>
                    <a:pt x="2568857" y="2652531"/>
                  </a:moveTo>
                  <a:lnTo>
                    <a:pt x="2567616" y="2652531"/>
                  </a:lnTo>
                  <a:lnTo>
                    <a:pt x="2567150" y="2652531"/>
                  </a:lnTo>
                </a:path>
                <a:path w="8943340" h="3994785">
                  <a:moveTo>
                    <a:pt x="2632690" y="2652531"/>
                  </a:moveTo>
                  <a:lnTo>
                    <a:pt x="2631449" y="2652531"/>
                  </a:lnTo>
                  <a:lnTo>
                    <a:pt x="2630984" y="2652531"/>
                  </a:lnTo>
                </a:path>
                <a:path w="8943340" h="3994785">
                  <a:moveTo>
                    <a:pt x="2677444" y="424326"/>
                  </a:moveTo>
                  <a:lnTo>
                    <a:pt x="2638973" y="424326"/>
                  </a:lnTo>
                </a:path>
                <a:path w="8943340" h="3994785">
                  <a:moveTo>
                    <a:pt x="2691172" y="2652523"/>
                  </a:moveTo>
                  <a:lnTo>
                    <a:pt x="2692491" y="2652523"/>
                  </a:lnTo>
                  <a:lnTo>
                    <a:pt x="2693887" y="2652523"/>
                  </a:lnTo>
                </a:path>
                <a:path w="8943340" h="3994785">
                  <a:moveTo>
                    <a:pt x="2703815" y="2652523"/>
                  </a:moveTo>
                  <a:lnTo>
                    <a:pt x="2702574" y="2652523"/>
                  </a:lnTo>
                  <a:lnTo>
                    <a:pt x="2701178" y="2652523"/>
                  </a:lnTo>
                </a:path>
                <a:path w="8943340" h="3994785">
                  <a:moveTo>
                    <a:pt x="2703815" y="424319"/>
                  </a:moveTo>
                  <a:lnTo>
                    <a:pt x="2702031" y="424319"/>
                  </a:lnTo>
                  <a:lnTo>
                    <a:pt x="2701178" y="424319"/>
                  </a:lnTo>
                </a:path>
                <a:path w="8943340" h="3994785">
                  <a:moveTo>
                    <a:pt x="2761754" y="424326"/>
                  </a:moveTo>
                  <a:lnTo>
                    <a:pt x="2722585" y="424326"/>
                  </a:lnTo>
                  <a:lnTo>
                    <a:pt x="2717698" y="424326"/>
                  </a:lnTo>
                </a:path>
                <a:path w="8943340" h="3994785">
                  <a:moveTo>
                    <a:pt x="2815427" y="424326"/>
                  </a:moveTo>
                  <a:lnTo>
                    <a:pt x="2778274" y="424326"/>
                  </a:lnTo>
                </a:path>
                <a:path w="8943340" h="3994785">
                  <a:moveTo>
                    <a:pt x="2903304" y="2652523"/>
                  </a:moveTo>
                  <a:lnTo>
                    <a:pt x="2904545" y="2652523"/>
                  </a:lnTo>
                </a:path>
                <a:path w="8943340" h="3994785">
                  <a:moveTo>
                    <a:pt x="2910595" y="2652523"/>
                  </a:moveTo>
                  <a:lnTo>
                    <a:pt x="2909354" y="2652523"/>
                  </a:lnTo>
                </a:path>
                <a:path w="8943340" h="3994785">
                  <a:moveTo>
                    <a:pt x="2900590" y="2652523"/>
                  </a:moveTo>
                  <a:lnTo>
                    <a:pt x="2901908" y="2652523"/>
                  </a:lnTo>
                  <a:lnTo>
                    <a:pt x="2903304" y="2652523"/>
                  </a:lnTo>
                </a:path>
                <a:path w="8943340" h="3994785">
                  <a:moveTo>
                    <a:pt x="2913232" y="2652523"/>
                  </a:moveTo>
                  <a:lnTo>
                    <a:pt x="2911991" y="2652523"/>
                  </a:lnTo>
                  <a:lnTo>
                    <a:pt x="2910595" y="2652523"/>
                  </a:lnTo>
                </a:path>
                <a:path w="8943340" h="3994785">
                  <a:moveTo>
                    <a:pt x="2701178" y="2652523"/>
                  </a:moveTo>
                  <a:lnTo>
                    <a:pt x="2699937" y="2652523"/>
                  </a:lnTo>
                </a:path>
                <a:path w="8943340" h="3994785">
                  <a:moveTo>
                    <a:pt x="2701178" y="424319"/>
                  </a:moveTo>
                  <a:lnTo>
                    <a:pt x="2699394" y="424319"/>
                  </a:lnTo>
                  <a:lnTo>
                    <a:pt x="2697532" y="424319"/>
                  </a:lnTo>
                </a:path>
                <a:path w="8943340" h="3994785">
                  <a:moveTo>
                    <a:pt x="2913232" y="2652523"/>
                  </a:moveTo>
                  <a:lnTo>
                    <a:pt x="2913853" y="2652523"/>
                  </a:lnTo>
                  <a:lnTo>
                    <a:pt x="2915171" y="2652523"/>
                  </a:lnTo>
                </a:path>
                <a:path w="8943340" h="3994785">
                  <a:moveTo>
                    <a:pt x="2778274" y="2652531"/>
                  </a:moveTo>
                  <a:lnTo>
                    <a:pt x="2777033" y="2652531"/>
                  </a:lnTo>
                  <a:lnTo>
                    <a:pt x="2776568" y="2652531"/>
                  </a:lnTo>
                </a:path>
                <a:path w="8943340" h="3994785">
                  <a:moveTo>
                    <a:pt x="2552336" y="424326"/>
                  </a:moveTo>
                  <a:lnTo>
                    <a:pt x="2513865" y="424326"/>
                  </a:lnTo>
                  <a:lnTo>
                    <a:pt x="2508281" y="424326"/>
                  </a:lnTo>
                </a:path>
                <a:path w="8943340" h="3994785">
                  <a:moveTo>
                    <a:pt x="2693887" y="2652523"/>
                  </a:moveTo>
                  <a:lnTo>
                    <a:pt x="2695128" y="2652523"/>
                  </a:lnTo>
                </a:path>
                <a:path w="8943340" h="3994785">
                  <a:moveTo>
                    <a:pt x="2677444" y="2652531"/>
                  </a:moveTo>
                  <a:lnTo>
                    <a:pt x="2678685" y="2652531"/>
                  </a:lnTo>
                  <a:lnTo>
                    <a:pt x="2689311" y="2652523"/>
                  </a:lnTo>
                </a:path>
                <a:path w="8943340" h="3994785">
                  <a:moveTo>
                    <a:pt x="2677444" y="424326"/>
                  </a:moveTo>
                  <a:lnTo>
                    <a:pt x="2685588" y="424319"/>
                  </a:lnTo>
                  <a:lnTo>
                    <a:pt x="2689311" y="424319"/>
                  </a:lnTo>
                </a:path>
                <a:path w="8943340" h="3994785">
                  <a:moveTo>
                    <a:pt x="2552336" y="2652531"/>
                  </a:moveTo>
                  <a:lnTo>
                    <a:pt x="2553577" y="2652531"/>
                  </a:lnTo>
                  <a:lnTo>
                    <a:pt x="2554042" y="2652531"/>
                  </a:lnTo>
                </a:path>
                <a:path w="8943340" h="3994785">
                  <a:moveTo>
                    <a:pt x="2616170" y="2652531"/>
                  </a:moveTo>
                  <a:lnTo>
                    <a:pt x="2617488" y="2652531"/>
                  </a:lnTo>
                  <a:lnTo>
                    <a:pt x="2617876" y="2652531"/>
                  </a:lnTo>
                </a:path>
                <a:path w="8943340" h="3994785">
                  <a:moveTo>
                    <a:pt x="2717698" y="2652531"/>
                  </a:moveTo>
                  <a:lnTo>
                    <a:pt x="2716380" y="2652531"/>
                  </a:lnTo>
                  <a:lnTo>
                    <a:pt x="2705754" y="2652523"/>
                  </a:lnTo>
                </a:path>
                <a:path w="8943340" h="3994785">
                  <a:moveTo>
                    <a:pt x="2706840" y="424319"/>
                  </a:moveTo>
                  <a:lnTo>
                    <a:pt x="2705754" y="424319"/>
                  </a:lnTo>
                </a:path>
                <a:path w="8943340" h="3994785">
                  <a:moveTo>
                    <a:pt x="2825587" y="2652531"/>
                  </a:moveTo>
                  <a:lnTo>
                    <a:pt x="2826906" y="2652531"/>
                  </a:lnTo>
                  <a:lnTo>
                    <a:pt x="2827294" y="2652531"/>
                  </a:lnTo>
                </a:path>
                <a:path w="8943340" h="3994785">
                  <a:moveTo>
                    <a:pt x="2842108" y="2652531"/>
                  </a:moveTo>
                  <a:lnTo>
                    <a:pt x="2840867" y="2652531"/>
                  </a:lnTo>
                  <a:lnTo>
                    <a:pt x="2840402" y="2652531"/>
                  </a:lnTo>
                </a:path>
                <a:path w="8943340" h="3994785">
                  <a:moveTo>
                    <a:pt x="3035005" y="2652531"/>
                  </a:moveTo>
                  <a:lnTo>
                    <a:pt x="3036323" y="2652531"/>
                  </a:lnTo>
                  <a:lnTo>
                    <a:pt x="3036711" y="2652531"/>
                  </a:lnTo>
                </a:path>
                <a:path w="8943340" h="3994785">
                  <a:moveTo>
                    <a:pt x="2971171" y="2652531"/>
                  </a:moveTo>
                  <a:lnTo>
                    <a:pt x="2972412" y="2652531"/>
                  </a:lnTo>
                  <a:lnTo>
                    <a:pt x="2972878" y="2652531"/>
                  </a:lnTo>
                </a:path>
                <a:path w="8943340" h="3994785">
                  <a:moveTo>
                    <a:pt x="3112257" y="2652523"/>
                  </a:moveTo>
                  <a:lnTo>
                    <a:pt x="3111714" y="2652523"/>
                  </a:lnTo>
                  <a:lnTo>
                    <a:pt x="3110395" y="2652523"/>
                  </a:lnTo>
                </a:path>
                <a:path w="8943340" h="3994785">
                  <a:moveTo>
                    <a:pt x="3051526" y="2652531"/>
                  </a:moveTo>
                  <a:lnTo>
                    <a:pt x="3050285" y="2652531"/>
                  </a:lnTo>
                  <a:lnTo>
                    <a:pt x="3049819" y="2652531"/>
                  </a:lnTo>
                </a:path>
                <a:path w="8943340" h="3994785">
                  <a:moveTo>
                    <a:pt x="2987692" y="2652531"/>
                  </a:moveTo>
                  <a:lnTo>
                    <a:pt x="2986451" y="2652531"/>
                  </a:lnTo>
                  <a:lnTo>
                    <a:pt x="2985986" y="2652531"/>
                  </a:lnTo>
                </a:path>
                <a:path w="8943340" h="3994785">
                  <a:moveTo>
                    <a:pt x="2927116" y="2652531"/>
                  </a:moveTo>
                  <a:lnTo>
                    <a:pt x="2925797" y="2652531"/>
                  </a:lnTo>
                  <a:lnTo>
                    <a:pt x="2915171" y="2652523"/>
                  </a:lnTo>
                </a:path>
                <a:path w="8943340" h="3994785">
                  <a:moveTo>
                    <a:pt x="3127459" y="2652523"/>
                  </a:moveTo>
                  <a:lnTo>
                    <a:pt x="3128079" y="2652523"/>
                  </a:lnTo>
                  <a:lnTo>
                    <a:pt x="3129320" y="2652523"/>
                  </a:lnTo>
                </a:path>
                <a:path w="8943340" h="3994785">
                  <a:moveTo>
                    <a:pt x="2284979" y="2652523"/>
                  </a:moveTo>
                  <a:lnTo>
                    <a:pt x="2285600" y="2652523"/>
                  </a:lnTo>
                </a:path>
                <a:path w="8943340" h="3994785">
                  <a:moveTo>
                    <a:pt x="2484469" y="2652523"/>
                  </a:moveTo>
                  <a:lnTo>
                    <a:pt x="2485710" y="2652523"/>
                  </a:lnTo>
                </a:path>
                <a:path w="8943340" h="3994785">
                  <a:moveTo>
                    <a:pt x="2468026" y="2652531"/>
                  </a:moveTo>
                  <a:lnTo>
                    <a:pt x="2469267" y="2652531"/>
                  </a:lnTo>
                  <a:lnTo>
                    <a:pt x="2479893" y="2652523"/>
                  </a:lnTo>
                </a:path>
                <a:path w="8943340" h="3994785">
                  <a:moveTo>
                    <a:pt x="2342918" y="2652531"/>
                  </a:moveTo>
                  <a:lnTo>
                    <a:pt x="2344159" y="2652531"/>
                  </a:lnTo>
                  <a:lnTo>
                    <a:pt x="2344625" y="2652531"/>
                  </a:lnTo>
                </a:path>
                <a:path w="8943340" h="3994785">
                  <a:moveTo>
                    <a:pt x="2491760" y="2652523"/>
                  </a:moveTo>
                  <a:lnTo>
                    <a:pt x="2490519" y="2652523"/>
                  </a:lnTo>
                </a:path>
                <a:path w="8943340" h="3994785">
                  <a:moveTo>
                    <a:pt x="2342918" y="2652531"/>
                  </a:moveTo>
                  <a:lnTo>
                    <a:pt x="2305456" y="2652531"/>
                  </a:lnTo>
                </a:path>
                <a:path w="8943340" h="3994785">
                  <a:moveTo>
                    <a:pt x="2272337" y="2652523"/>
                  </a:moveTo>
                  <a:lnTo>
                    <a:pt x="2271716" y="2652523"/>
                  </a:lnTo>
                </a:path>
                <a:path w="8943340" h="3994785">
                  <a:moveTo>
                    <a:pt x="2284979" y="2652523"/>
                  </a:moveTo>
                  <a:lnTo>
                    <a:pt x="2283738" y="2652523"/>
                  </a:lnTo>
                </a:path>
                <a:path w="8943340" h="3994785">
                  <a:moveTo>
                    <a:pt x="2494397" y="2652523"/>
                  </a:moveTo>
                  <a:lnTo>
                    <a:pt x="2493156" y="2652523"/>
                  </a:lnTo>
                  <a:lnTo>
                    <a:pt x="2491760" y="2652523"/>
                  </a:lnTo>
                </a:path>
                <a:path w="8943340" h="3994785">
                  <a:moveTo>
                    <a:pt x="2272337" y="2652523"/>
                  </a:moveTo>
                  <a:lnTo>
                    <a:pt x="2273655" y="2652523"/>
                  </a:lnTo>
                </a:path>
                <a:path w="8943340" h="3994785">
                  <a:moveTo>
                    <a:pt x="2481754" y="2652523"/>
                  </a:moveTo>
                  <a:lnTo>
                    <a:pt x="2483073" y="2652523"/>
                  </a:lnTo>
                  <a:lnTo>
                    <a:pt x="2484469" y="2652523"/>
                  </a:lnTo>
                </a:path>
                <a:path w="8943340" h="3994785">
                  <a:moveTo>
                    <a:pt x="2359439" y="2652531"/>
                  </a:moveTo>
                  <a:lnTo>
                    <a:pt x="2358198" y="2652531"/>
                  </a:lnTo>
                  <a:lnTo>
                    <a:pt x="2357733" y="2652531"/>
                  </a:lnTo>
                </a:path>
                <a:path w="8943340" h="3994785">
                  <a:moveTo>
                    <a:pt x="2481754" y="2652523"/>
                  </a:moveTo>
                  <a:lnTo>
                    <a:pt x="2481134" y="2652523"/>
                  </a:lnTo>
                  <a:lnTo>
                    <a:pt x="2479893" y="2652523"/>
                  </a:lnTo>
                </a:path>
                <a:path w="8943340" h="3994785">
                  <a:moveTo>
                    <a:pt x="2406752" y="2652531"/>
                  </a:moveTo>
                  <a:lnTo>
                    <a:pt x="2408070" y="2652531"/>
                  </a:lnTo>
                  <a:lnTo>
                    <a:pt x="2408458" y="2652531"/>
                  </a:lnTo>
                </a:path>
                <a:path w="8943340" h="3994785">
                  <a:moveTo>
                    <a:pt x="2423273" y="2652531"/>
                  </a:moveTo>
                  <a:lnTo>
                    <a:pt x="2422032" y="2652531"/>
                  </a:lnTo>
                  <a:lnTo>
                    <a:pt x="2421566" y="2652531"/>
                  </a:lnTo>
                </a:path>
                <a:path w="8943340" h="3994785">
                  <a:moveTo>
                    <a:pt x="2357733" y="424326"/>
                  </a:moveTo>
                  <a:lnTo>
                    <a:pt x="2353467" y="424326"/>
                  </a:lnTo>
                </a:path>
                <a:path w="8943340" h="3994785">
                  <a:moveTo>
                    <a:pt x="3096279" y="2652531"/>
                  </a:moveTo>
                  <a:lnTo>
                    <a:pt x="3097520" y="2652531"/>
                  </a:lnTo>
                </a:path>
                <a:path w="8943340" h="3994785">
                  <a:moveTo>
                    <a:pt x="2491760" y="424319"/>
                  </a:moveTo>
                  <a:lnTo>
                    <a:pt x="2489976" y="424319"/>
                  </a:lnTo>
                  <a:lnTo>
                    <a:pt x="2488114" y="424319"/>
                  </a:lnTo>
                </a:path>
                <a:path w="8943340" h="3994785">
                  <a:moveTo>
                    <a:pt x="2468026" y="424326"/>
                  </a:moveTo>
                  <a:lnTo>
                    <a:pt x="2476170" y="424319"/>
                  </a:lnTo>
                  <a:lnTo>
                    <a:pt x="2479893" y="424319"/>
                  </a:lnTo>
                </a:path>
                <a:path w="8943340" h="3994785">
                  <a:moveTo>
                    <a:pt x="2494397" y="424319"/>
                  </a:moveTo>
                  <a:lnTo>
                    <a:pt x="2492613" y="424319"/>
                  </a:lnTo>
                  <a:lnTo>
                    <a:pt x="2491760" y="424319"/>
                  </a:lnTo>
                </a:path>
                <a:path w="8943340" h="3994785">
                  <a:moveTo>
                    <a:pt x="2406752" y="424326"/>
                  </a:moveTo>
                  <a:lnTo>
                    <a:pt x="2365721" y="424326"/>
                  </a:lnTo>
                </a:path>
                <a:path w="8943340" h="3994785">
                  <a:moveTo>
                    <a:pt x="2427849" y="424326"/>
                  </a:moveTo>
                  <a:lnTo>
                    <a:pt x="2423273" y="424326"/>
                  </a:lnTo>
                </a:path>
                <a:path w="8943340" h="3994785">
                  <a:moveTo>
                    <a:pt x="2415594" y="424326"/>
                  </a:moveTo>
                  <a:lnTo>
                    <a:pt x="2408458" y="424326"/>
                  </a:lnTo>
                </a:path>
                <a:path w="8943340" h="3994785">
                  <a:moveTo>
                    <a:pt x="2059429" y="2652523"/>
                  </a:moveTo>
                  <a:lnTo>
                    <a:pt x="2058808" y="2652523"/>
                  </a:lnTo>
                  <a:lnTo>
                    <a:pt x="2057567" y="2652523"/>
                  </a:lnTo>
                  <a:lnTo>
                    <a:pt x="2046941" y="2652531"/>
                  </a:lnTo>
                </a:path>
                <a:path w="8943340" h="3994785">
                  <a:moveTo>
                    <a:pt x="2062066" y="2652523"/>
                  </a:moveTo>
                  <a:lnTo>
                    <a:pt x="2063307" y="2652523"/>
                  </a:lnTo>
                </a:path>
                <a:path w="8943340" h="3994785">
                  <a:moveTo>
                    <a:pt x="2069357" y="2652523"/>
                  </a:moveTo>
                  <a:lnTo>
                    <a:pt x="2068116" y="2652523"/>
                  </a:lnTo>
                </a:path>
                <a:path w="8943340" h="3994785">
                  <a:moveTo>
                    <a:pt x="2059429" y="2652523"/>
                  </a:moveTo>
                  <a:lnTo>
                    <a:pt x="2060670" y="2652523"/>
                  </a:lnTo>
                  <a:lnTo>
                    <a:pt x="2062066" y="2652523"/>
                  </a:lnTo>
                </a:path>
                <a:path w="8943340" h="3994785">
                  <a:moveTo>
                    <a:pt x="2073933" y="2652523"/>
                  </a:moveTo>
                  <a:lnTo>
                    <a:pt x="2072692" y="2652523"/>
                  </a:lnTo>
                  <a:lnTo>
                    <a:pt x="2072071" y="2652523"/>
                  </a:lnTo>
                  <a:lnTo>
                    <a:pt x="2070830" y="2652523"/>
                  </a:lnTo>
                  <a:lnTo>
                    <a:pt x="2069357" y="2652523"/>
                  </a:lnTo>
                </a:path>
                <a:path w="8943340" h="3994785">
                  <a:moveTo>
                    <a:pt x="2193844" y="2652531"/>
                  </a:moveTo>
                  <a:lnTo>
                    <a:pt x="2195085" y="2652531"/>
                  </a:lnTo>
                  <a:lnTo>
                    <a:pt x="2195550" y="2652531"/>
                  </a:lnTo>
                </a:path>
                <a:path w="8943340" h="3994785">
                  <a:moveTo>
                    <a:pt x="2206176" y="424326"/>
                  </a:moveTo>
                  <a:lnTo>
                    <a:pt x="2195550" y="424326"/>
                  </a:lnTo>
                </a:path>
                <a:path w="8943340" h="3994785">
                  <a:moveTo>
                    <a:pt x="2129933" y="2652531"/>
                  </a:moveTo>
                  <a:lnTo>
                    <a:pt x="2131251" y="2652531"/>
                  </a:lnTo>
                  <a:lnTo>
                    <a:pt x="2131639" y="2652531"/>
                  </a:lnTo>
                </a:path>
                <a:path w="8943340" h="3994785">
                  <a:moveTo>
                    <a:pt x="2255118" y="424326"/>
                  </a:moveTo>
                  <a:lnTo>
                    <a:pt x="2220137" y="424326"/>
                  </a:lnTo>
                </a:path>
                <a:path w="8943340" h="3994785">
                  <a:moveTo>
                    <a:pt x="2271096" y="2652523"/>
                  </a:moveTo>
                  <a:lnTo>
                    <a:pt x="2270475" y="2652523"/>
                  </a:lnTo>
                  <a:lnTo>
                    <a:pt x="2269234" y="2652523"/>
                  </a:lnTo>
                </a:path>
                <a:path w="8943340" h="3994785">
                  <a:moveTo>
                    <a:pt x="2193844" y="424326"/>
                  </a:moveTo>
                  <a:lnTo>
                    <a:pt x="2156304" y="424326"/>
                  </a:lnTo>
                </a:path>
                <a:path w="8943340" h="3994785">
                  <a:moveTo>
                    <a:pt x="2210365" y="2652531"/>
                  </a:moveTo>
                  <a:lnTo>
                    <a:pt x="2209124" y="2652531"/>
                  </a:lnTo>
                  <a:lnTo>
                    <a:pt x="2208658" y="2652531"/>
                  </a:lnTo>
                </a:path>
                <a:path w="8943340" h="3994785">
                  <a:moveTo>
                    <a:pt x="2273733" y="424319"/>
                  </a:moveTo>
                  <a:lnTo>
                    <a:pt x="2278619" y="424319"/>
                  </a:lnTo>
                </a:path>
                <a:path w="8943340" h="3994785">
                  <a:moveTo>
                    <a:pt x="2146453" y="2652531"/>
                  </a:moveTo>
                  <a:lnTo>
                    <a:pt x="2145212" y="2652531"/>
                  </a:lnTo>
                  <a:lnTo>
                    <a:pt x="2144747" y="2652531"/>
                  </a:lnTo>
                </a:path>
                <a:path w="8943340" h="3994785">
                  <a:moveTo>
                    <a:pt x="2255118" y="424326"/>
                  </a:moveTo>
                  <a:lnTo>
                    <a:pt x="2266752" y="424319"/>
                  </a:lnTo>
                  <a:lnTo>
                    <a:pt x="2269234" y="424319"/>
                  </a:lnTo>
                </a:path>
                <a:path w="8943340" h="3994785">
                  <a:moveTo>
                    <a:pt x="2085877" y="2652531"/>
                  </a:moveTo>
                  <a:lnTo>
                    <a:pt x="2084636" y="2652531"/>
                  </a:lnTo>
                  <a:lnTo>
                    <a:pt x="2073933" y="2652523"/>
                  </a:lnTo>
                </a:path>
                <a:path w="8943340" h="3994785">
                  <a:moveTo>
                    <a:pt x="2286298" y="2652523"/>
                  </a:moveTo>
                  <a:lnTo>
                    <a:pt x="2286918" y="2652523"/>
                  </a:lnTo>
                  <a:lnTo>
                    <a:pt x="2288159" y="2652523"/>
                  </a:lnTo>
                </a:path>
                <a:path w="8943340" h="3994785">
                  <a:moveTo>
                    <a:pt x="2283583" y="424319"/>
                  </a:moveTo>
                  <a:lnTo>
                    <a:pt x="2285600" y="424319"/>
                  </a:lnTo>
                  <a:lnTo>
                    <a:pt x="2286298" y="424319"/>
                  </a:lnTo>
                  <a:lnTo>
                    <a:pt x="2288004" y="424319"/>
                  </a:lnTo>
                  <a:lnTo>
                    <a:pt x="2288159" y="424319"/>
                  </a:lnTo>
                  <a:lnTo>
                    <a:pt x="2290641" y="424319"/>
                  </a:lnTo>
                </a:path>
                <a:path w="8943340" h="3994785">
                  <a:moveTo>
                    <a:pt x="2305533" y="424326"/>
                  </a:moveTo>
                  <a:lnTo>
                    <a:pt x="2304447" y="424326"/>
                  </a:lnTo>
                  <a:lnTo>
                    <a:pt x="2300104" y="424326"/>
                  </a:lnTo>
                </a:path>
                <a:path w="8943340" h="3994785">
                  <a:moveTo>
                    <a:pt x="2255118" y="2652531"/>
                  </a:moveTo>
                  <a:lnTo>
                    <a:pt x="2256359" y="2652531"/>
                  </a:lnTo>
                </a:path>
                <a:path w="8943340" h="3994785">
                  <a:moveTo>
                    <a:pt x="2028714" y="2652825"/>
                  </a:moveTo>
                  <a:lnTo>
                    <a:pt x="2028249" y="2652825"/>
                  </a:lnTo>
                </a:path>
                <a:path w="8943340" h="3994785">
                  <a:moveTo>
                    <a:pt x="2029257" y="2653066"/>
                  </a:moveTo>
                  <a:lnTo>
                    <a:pt x="2029179" y="2653058"/>
                  </a:lnTo>
                </a:path>
                <a:path w="8943340" h="3994785">
                  <a:moveTo>
                    <a:pt x="2028714" y="2652942"/>
                  </a:moveTo>
                  <a:lnTo>
                    <a:pt x="2028714" y="2652934"/>
                  </a:lnTo>
                </a:path>
                <a:path w="8943340" h="3994785">
                  <a:moveTo>
                    <a:pt x="2025999" y="2652942"/>
                  </a:moveTo>
                  <a:lnTo>
                    <a:pt x="2025534" y="2652942"/>
                  </a:lnTo>
                </a:path>
                <a:path w="8943340" h="3994785">
                  <a:moveTo>
                    <a:pt x="2025534" y="2652818"/>
                  </a:moveTo>
                  <a:lnTo>
                    <a:pt x="2025069" y="2652818"/>
                  </a:lnTo>
                </a:path>
                <a:path w="8943340" h="3994785">
                  <a:moveTo>
                    <a:pt x="2029179" y="2652942"/>
                  </a:moveTo>
                  <a:lnTo>
                    <a:pt x="2028714" y="2652942"/>
                  </a:lnTo>
                </a:path>
                <a:path w="8943340" h="3994785">
                  <a:moveTo>
                    <a:pt x="2042443" y="2652864"/>
                  </a:moveTo>
                  <a:lnTo>
                    <a:pt x="2040814" y="2652903"/>
                  </a:lnTo>
                </a:path>
                <a:path w="8943340" h="3994785">
                  <a:moveTo>
                    <a:pt x="2023828" y="2652701"/>
                  </a:moveTo>
                  <a:lnTo>
                    <a:pt x="2021889" y="2652701"/>
                  </a:lnTo>
                </a:path>
                <a:path w="8943340" h="3994785">
                  <a:moveTo>
                    <a:pt x="2021811" y="2652694"/>
                  </a:moveTo>
                  <a:lnTo>
                    <a:pt x="2021811" y="2635242"/>
                  </a:lnTo>
                  <a:lnTo>
                    <a:pt x="2021811" y="419541"/>
                  </a:lnTo>
                </a:path>
                <a:path w="8943340" h="3994785">
                  <a:moveTo>
                    <a:pt x="2028249" y="2652825"/>
                  </a:moveTo>
                  <a:lnTo>
                    <a:pt x="2028249" y="2652810"/>
                  </a:lnTo>
                </a:path>
                <a:path w="8943340" h="3994785">
                  <a:moveTo>
                    <a:pt x="2024526" y="2652694"/>
                  </a:moveTo>
                  <a:lnTo>
                    <a:pt x="2025069" y="2652701"/>
                  </a:lnTo>
                </a:path>
                <a:path w="8943340" h="3994785">
                  <a:moveTo>
                    <a:pt x="2039263" y="2652678"/>
                  </a:moveTo>
                  <a:lnTo>
                    <a:pt x="2040116" y="2652709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/>
            <p:cNvSpPr/>
            <p:nvPr/>
          </p:nvSpPr>
          <p:spPr>
            <a:xfrm>
              <a:off x="10843261" y="4530915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/>
            <p:cNvSpPr/>
            <p:nvPr/>
          </p:nvSpPr>
          <p:spPr>
            <a:xfrm>
              <a:off x="10841941" y="3338575"/>
              <a:ext cx="23495" cy="1195705"/>
            </a:xfrm>
            <a:custGeom>
              <a:avLst/>
              <a:gdLst/>
              <a:ahLst/>
              <a:cxnLst/>
              <a:rect l="l" t="t" r="r" b="b"/>
              <a:pathLst>
                <a:path w="23495" h="1195704">
                  <a:moveTo>
                    <a:pt x="2016" y="1194278"/>
                  </a:moveTo>
                  <a:lnTo>
                    <a:pt x="0" y="1194270"/>
                  </a:lnTo>
                </a:path>
                <a:path w="23495" h="1195704">
                  <a:moveTo>
                    <a:pt x="5196" y="1194759"/>
                  </a:moveTo>
                  <a:lnTo>
                    <a:pt x="4653" y="1194759"/>
                  </a:lnTo>
                </a:path>
                <a:path w="23495" h="1195704">
                  <a:moveTo>
                    <a:pt x="7368" y="1194634"/>
                  </a:moveTo>
                  <a:lnTo>
                    <a:pt x="6903" y="1194634"/>
                  </a:lnTo>
                </a:path>
                <a:path w="23495" h="1195704">
                  <a:moveTo>
                    <a:pt x="6437" y="1194278"/>
                  </a:moveTo>
                  <a:lnTo>
                    <a:pt x="5972" y="1194278"/>
                  </a:lnTo>
                </a:path>
                <a:path w="23495" h="1195704">
                  <a:moveTo>
                    <a:pt x="19312" y="1194557"/>
                  </a:moveTo>
                  <a:lnTo>
                    <a:pt x="9617" y="1194518"/>
                  </a:lnTo>
                </a:path>
                <a:path w="23495" h="1195704">
                  <a:moveTo>
                    <a:pt x="10548" y="1194751"/>
                  </a:moveTo>
                  <a:lnTo>
                    <a:pt x="10626" y="1194759"/>
                  </a:lnTo>
                </a:path>
                <a:path w="23495" h="1195704">
                  <a:moveTo>
                    <a:pt x="18770" y="1194433"/>
                  </a:moveTo>
                  <a:lnTo>
                    <a:pt x="9152" y="1194402"/>
                  </a:lnTo>
                </a:path>
                <a:path w="23495" h="1195704">
                  <a:moveTo>
                    <a:pt x="19390" y="1194650"/>
                  </a:moveTo>
                  <a:lnTo>
                    <a:pt x="10160" y="1194642"/>
                  </a:lnTo>
                </a:path>
                <a:path w="23495" h="1195704">
                  <a:moveTo>
                    <a:pt x="6437" y="1194510"/>
                  </a:moveTo>
                  <a:lnTo>
                    <a:pt x="6903" y="1194510"/>
                  </a:lnTo>
                </a:path>
                <a:path w="23495" h="1195704">
                  <a:moveTo>
                    <a:pt x="10083" y="1194634"/>
                  </a:moveTo>
                  <a:lnTo>
                    <a:pt x="10160" y="1194642"/>
                  </a:lnTo>
                </a:path>
                <a:path w="23495" h="1195704">
                  <a:moveTo>
                    <a:pt x="23191" y="1053595"/>
                  </a:moveTo>
                  <a:lnTo>
                    <a:pt x="23268" y="1053572"/>
                  </a:lnTo>
                </a:path>
                <a:path w="23495" h="1195704">
                  <a:moveTo>
                    <a:pt x="23035" y="961684"/>
                  </a:moveTo>
                  <a:lnTo>
                    <a:pt x="23113" y="0"/>
                  </a:lnTo>
                </a:path>
                <a:path w="23495" h="1195704">
                  <a:moveTo>
                    <a:pt x="23191" y="1194122"/>
                  </a:moveTo>
                  <a:lnTo>
                    <a:pt x="23191" y="1053595"/>
                  </a:lnTo>
                </a:path>
                <a:path w="23495" h="1195704">
                  <a:moveTo>
                    <a:pt x="8842" y="1194883"/>
                  </a:moveTo>
                  <a:lnTo>
                    <a:pt x="8376" y="1194883"/>
                  </a:lnTo>
                </a:path>
                <a:path w="23495" h="1195704">
                  <a:moveTo>
                    <a:pt x="9385" y="1195131"/>
                  </a:moveTo>
                  <a:lnTo>
                    <a:pt x="9307" y="1195115"/>
                  </a:lnTo>
                </a:path>
                <a:path w="23495" h="1195704">
                  <a:moveTo>
                    <a:pt x="6127" y="1195007"/>
                  </a:moveTo>
                  <a:lnTo>
                    <a:pt x="5662" y="1195007"/>
                  </a:lnTo>
                </a:path>
                <a:path w="23495" h="1195704">
                  <a:moveTo>
                    <a:pt x="5662" y="1194883"/>
                  </a:moveTo>
                  <a:lnTo>
                    <a:pt x="5196" y="1194883"/>
                  </a:lnTo>
                </a:path>
                <a:path w="23495" h="1195704">
                  <a:moveTo>
                    <a:pt x="9307" y="1195007"/>
                  </a:moveTo>
                  <a:lnTo>
                    <a:pt x="8842" y="1195007"/>
                  </a:lnTo>
                  <a:lnTo>
                    <a:pt x="8842" y="1194999"/>
                  </a:lnTo>
                </a:path>
                <a:path w="23495" h="1195704">
                  <a:moveTo>
                    <a:pt x="20631" y="1194805"/>
                  </a:moveTo>
                  <a:lnTo>
                    <a:pt x="20398" y="1194844"/>
                  </a:lnTo>
                </a:path>
                <a:path w="23495" h="1195704">
                  <a:moveTo>
                    <a:pt x="4653" y="1194759"/>
                  </a:moveTo>
                  <a:lnTo>
                    <a:pt x="2016" y="1194759"/>
                  </a:lnTo>
                </a:path>
                <a:path w="23495" h="1195704">
                  <a:moveTo>
                    <a:pt x="8376" y="1194883"/>
                  </a:moveTo>
                  <a:lnTo>
                    <a:pt x="8376" y="1194875"/>
                  </a:lnTo>
                </a:path>
                <a:path w="23495" h="1195704">
                  <a:moveTo>
                    <a:pt x="19390" y="1194743"/>
                  </a:moveTo>
                  <a:lnTo>
                    <a:pt x="20243" y="119476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/>
            <p:cNvSpPr/>
            <p:nvPr/>
          </p:nvSpPr>
          <p:spPr>
            <a:xfrm>
              <a:off x="10845199" y="4531396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1938"/>
                  </a:moveTo>
                  <a:lnTo>
                    <a:pt x="567" y="3309"/>
                  </a:lnTo>
                  <a:lnTo>
                    <a:pt x="1938" y="3877"/>
                  </a:lnTo>
                  <a:lnTo>
                    <a:pt x="3309" y="3309"/>
                  </a:lnTo>
                  <a:lnTo>
                    <a:pt x="3877" y="1938"/>
                  </a:lnTo>
                  <a:lnTo>
                    <a:pt x="3309" y="567"/>
                  </a:lnTo>
                  <a:lnTo>
                    <a:pt x="1938" y="0"/>
                  </a:lnTo>
                  <a:lnTo>
                    <a:pt x="567" y="567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/>
            <p:cNvSpPr/>
            <p:nvPr/>
          </p:nvSpPr>
          <p:spPr>
            <a:xfrm>
              <a:off x="10843958" y="1880369"/>
              <a:ext cx="6329680" cy="3097530"/>
            </a:xfrm>
            <a:custGeom>
              <a:avLst/>
              <a:gdLst/>
              <a:ahLst/>
              <a:cxnLst/>
              <a:rect l="l" t="t" r="r" b="b"/>
              <a:pathLst>
                <a:path w="6329680" h="3097529">
                  <a:moveTo>
                    <a:pt x="2637" y="2652965"/>
                  </a:moveTo>
                  <a:lnTo>
                    <a:pt x="0" y="2652965"/>
                  </a:lnTo>
                </a:path>
                <a:path w="6329680" h="3097529">
                  <a:moveTo>
                    <a:pt x="8686" y="2653330"/>
                  </a:moveTo>
                  <a:lnTo>
                    <a:pt x="7368" y="2653337"/>
                  </a:lnTo>
                </a:path>
                <a:path w="6329680" h="3097529">
                  <a:moveTo>
                    <a:pt x="7290" y="2653322"/>
                  </a:moveTo>
                  <a:lnTo>
                    <a:pt x="6825" y="2653330"/>
                  </a:lnTo>
                  <a:lnTo>
                    <a:pt x="4110" y="2653330"/>
                  </a:lnTo>
                </a:path>
                <a:path w="6329680" h="3097529">
                  <a:moveTo>
                    <a:pt x="9540" y="2653205"/>
                  </a:moveTo>
                  <a:lnTo>
                    <a:pt x="9540" y="2653213"/>
                  </a:lnTo>
                </a:path>
                <a:path w="6329680" h="3097529">
                  <a:moveTo>
                    <a:pt x="9074" y="2653081"/>
                  </a:moveTo>
                  <a:lnTo>
                    <a:pt x="9074" y="2653089"/>
                  </a:lnTo>
                </a:path>
                <a:path w="6329680" h="3097529">
                  <a:moveTo>
                    <a:pt x="6360" y="2653205"/>
                  </a:moveTo>
                  <a:lnTo>
                    <a:pt x="6825" y="2653205"/>
                  </a:lnTo>
                </a:path>
                <a:path w="6329680" h="3097529">
                  <a:moveTo>
                    <a:pt x="10005" y="2653322"/>
                  </a:moveTo>
                  <a:lnTo>
                    <a:pt x="10083" y="2653337"/>
                  </a:lnTo>
                </a:path>
                <a:path w="6329680" h="3097529">
                  <a:moveTo>
                    <a:pt x="675643" y="420285"/>
                  </a:moveTo>
                  <a:lnTo>
                    <a:pt x="675643" y="1473"/>
                  </a:lnTo>
                  <a:lnTo>
                    <a:pt x="675643" y="992"/>
                  </a:lnTo>
                </a:path>
                <a:path w="6329680" h="3097529">
                  <a:moveTo>
                    <a:pt x="674635" y="420285"/>
                  </a:moveTo>
                  <a:lnTo>
                    <a:pt x="674635" y="2939"/>
                  </a:lnTo>
                  <a:lnTo>
                    <a:pt x="674635" y="2458"/>
                  </a:lnTo>
                </a:path>
                <a:path w="6329680" h="3097529">
                  <a:moveTo>
                    <a:pt x="675333" y="420285"/>
                  </a:moveTo>
                  <a:lnTo>
                    <a:pt x="675333" y="1962"/>
                  </a:lnTo>
                  <a:lnTo>
                    <a:pt x="675333" y="1481"/>
                  </a:lnTo>
                </a:path>
                <a:path w="6329680" h="3097529">
                  <a:moveTo>
                    <a:pt x="674945" y="420285"/>
                  </a:moveTo>
                  <a:lnTo>
                    <a:pt x="674945" y="2450"/>
                  </a:lnTo>
                  <a:lnTo>
                    <a:pt x="674945" y="1970"/>
                  </a:lnTo>
                </a:path>
                <a:path w="6329680" h="3097529">
                  <a:moveTo>
                    <a:pt x="676341" y="420285"/>
                  </a:moveTo>
                  <a:lnTo>
                    <a:pt x="676341" y="504"/>
                  </a:lnTo>
                  <a:lnTo>
                    <a:pt x="676341" y="23"/>
                  </a:lnTo>
                </a:path>
                <a:path w="6329680" h="3097529">
                  <a:moveTo>
                    <a:pt x="696507" y="420278"/>
                  </a:moveTo>
                  <a:lnTo>
                    <a:pt x="696507" y="31"/>
                  </a:lnTo>
                  <a:lnTo>
                    <a:pt x="696507" y="0"/>
                  </a:lnTo>
                </a:path>
                <a:path w="6329680" h="3097529">
                  <a:moveTo>
                    <a:pt x="699222" y="420239"/>
                  </a:moveTo>
                  <a:lnTo>
                    <a:pt x="699222" y="371421"/>
                  </a:lnTo>
                </a:path>
                <a:path w="6329680" h="3097529">
                  <a:moveTo>
                    <a:pt x="676031" y="420285"/>
                  </a:moveTo>
                  <a:lnTo>
                    <a:pt x="676031" y="985"/>
                  </a:lnTo>
                  <a:lnTo>
                    <a:pt x="676031" y="504"/>
                  </a:lnTo>
                </a:path>
                <a:path w="6329680" h="3097529">
                  <a:moveTo>
                    <a:pt x="674324" y="420285"/>
                  </a:moveTo>
                  <a:lnTo>
                    <a:pt x="674324" y="3420"/>
                  </a:lnTo>
                  <a:lnTo>
                    <a:pt x="674324" y="2939"/>
                  </a:lnTo>
                </a:path>
                <a:path w="6329680" h="3097529">
                  <a:moveTo>
                    <a:pt x="673937" y="420285"/>
                  </a:moveTo>
                  <a:lnTo>
                    <a:pt x="673937" y="3909"/>
                  </a:lnTo>
                  <a:lnTo>
                    <a:pt x="673937" y="3428"/>
                  </a:lnTo>
                </a:path>
                <a:path w="6329680" h="3097529">
                  <a:moveTo>
                    <a:pt x="673626" y="420285"/>
                  </a:moveTo>
                  <a:lnTo>
                    <a:pt x="673626" y="420285"/>
                  </a:lnTo>
                  <a:lnTo>
                    <a:pt x="661759" y="420278"/>
                  </a:lnTo>
                </a:path>
                <a:path w="6329680" h="3097529">
                  <a:moveTo>
                    <a:pt x="675643" y="420285"/>
                  </a:moveTo>
                  <a:lnTo>
                    <a:pt x="675565" y="420285"/>
                  </a:lnTo>
                </a:path>
                <a:path w="6329680" h="3097529">
                  <a:moveTo>
                    <a:pt x="680607" y="420293"/>
                  </a:moveTo>
                  <a:lnTo>
                    <a:pt x="679521" y="420293"/>
                  </a:lnTo>
                  <a:lnTo>
                    <a:pt x="678203" y="420293"/>
                  </a:lnTo>
                </a:path>
                <a:path w="6329680" h="3097529">
                  <a:moveTo>
                    <a:pt x="698757" y="420278"/>
                  </a:moveTo>
                  <a:lnTo>
                    <a:pt x="696507" y="420278"/>
                  </a:lnTo>
                </a:path>
                <a:path w="6329680" h="3097529">
                  <a:moveTo>
                    <a:pt x="21096" y="2419891"/>
                  </a:moveTo>
                  <a:lnTo>
                    <a:pt x="21019" y="2419891"/>
                  </a:lnTo>
                </a:path>
                <a:path w="6329680" h="3097529">
                  <a:moveTo>
                    <a:pt x="21252" y="2511810"/>
                  </a:moveTo>
                  <a:lnTo>
                    <a:pt x="21174" y="2511802"/>
                  </a:lnTo>
                </a:path>
                <a:path w="6329680" h="3097529">
                  <a:moveTo>
                    <a:pt x="4707554" y="3001514"/>
                  </a:moveTo>
                  <a:lnTo>
                    <a:pt x="4709183" y="3001514"/>
                  </a:lnTo>
                  <a:lnTo>
                    <a:pt x="4848407" y="3001498"/>
                  </a:lnTo>
                </a:path>
                <a:path w="6329680" h="3097529">
                  <a:moveTo>
                    <a:pt x="4670247" y="1861420"/>
                  </a:moveTo>
                  <a:lnTo>
                    <a:pt x="4666601" y="1861420"/>
                  </a:lnTo>
                  <a:lnTo>
                    <a:pt x="4663887" y="1861420"/>
                  </a:lnTo>
                  <a:lnTo>
                    <a:pt x="4662413" y="1861420"/>
                  </a:lnTo>
                </a:path>
                <a:path w="6329680" h="3097529">
                  <a:moveTo>
                    <a:pt x="4709183" y="2977981"/>
                  </a:moveTo>
                  <a:lnTo>
                    <a:pt x="4709183" y="2652321"/>
                  </a:lnTo>
                  <a:lnTo>
                    <a:pt x="4709028" y="1861428"/>
                  </a:lnTo>
                </a:path>
                <a:path w="6329680" h="3097529">
                  <a:moveTo>
                    <a:pt x="4678468" y="1861413"/>
                  </a:moveTo>
                  <a:lnTo>
                    <a:pt x="4676607" y="1861413"/>
                  </a:lnTo>
                  <a:lnTo>
                    <a:pt x="4674513" y="1861413"/>
                  </a:lnTo>
                </a:path>
                <a:path w="6329680" h="3097529">
                  <a:moveTo>
                    <a:pt x="4616109" y="2977966"/>
                  </a:moveTo>
                  <a:lnTo>
                    <a:pt x="4616109" y="2652321"/>
                  </a:lnTo>
                  <a:lnTo>
                    <a:pt x="4615953" y="1861444"/>
                  </a:lnTo>
                </a:path>
                <a:path w="6329680" h="3097529">
                  <a:moveTo>
                    <a:pt x="6188293" y="2806887"/>
                  </a:moveTo>
                  <a:lnTo>
                    <a:pt x="6189921" y="2806887"/>
                  </a:lnTo>
                  <a:lnTo>
                    <a:pt x="6329145" y="2806871"/>
                  </a:lnTo>
                </a:path>
                <a:path w="6329680" h="3097529">
                  <a:moveTo>
                    <a:pt x="6189844" y="2588038"/>
                  </a:moveTo>
                  <a:lnTo>
                    <a:pt x="6189844" y="2583392"/>
                  </a:lnTo>
                </a:path>
                <a:path w="6329680" h="3097529">
                  <a:moveTo>
                    <a:pt x="1915318" y="3001545"/>
                  </a:moveTo>
                  <a:lnTo>
                    <a:pt x="1916947" y="3001545"/>
                  </a:lnTo>
                  <a:lnTo>
                    <a:pt x="2056171" y="3001537"/>
                  </a:lnTo>
                </a:path>
                <a:path w="6329680" h="3097529">
                  <a:moveTo>
                    <a:pt x="1916947" y="2977508"/>
                  </a:moveTo>
                  <a:lnTo>
                    <a:pt x="1916947" y="2652329"/>
                  </a:lnTo>
                  <a:lnTo>
                    <a:pt x="1916792" y="1861467"/>
                  </a:lnTo>
                </a:path>
                <a:path w="6329680" h="3097529">
                  <a:moveTo>
                    <a:pt x="1870177" y="1861451"/>
                  </a:moveTo>
                  <a:lnTo>
                    <a:pt x="1868936" y="1861451"/>
                  </a:lnTo>
                  <a:lnTo>
                    <a:pt x="1867230" y="1861451"/>
                  </a:lnTo>
                </a:path>
                <a:path w="6329680" h="3097529">
                  <a:moveTo>
                    <a:pt x="1854122" y="1861459"/>
                  </a:moveTo>
                  <a:lnTo>
                    <a:pt x="1852415" y="1861459"/>
                  </a:lnTo>
                  <a:lnTo>
                    <a:pt x="1846986" y="1861459"/>
                  </a:lnTo>
                </a:path>
                <a:path w="6329680" h="3097529">
                  <a:moveTo>
                    <a:pt x="1823873" y="2977493"/>
                  </a:moveTo>
                  <a:lnTo>
                    <a:pt x="1823873" y="2652329"/>
                  </a:lnTo>
                  <a:lnTo>
                    <a:pt x="1823717" y="1861475"/>
                  </a:lnTo>
                </a:path>
                <a:path w="6329680" h="3097529">
                  <a:moveTo>
                    <a:pt x="3311436" y="3001529"/>
                  </a:moveTo>
                  <a:lnTo>
                    <a:pt x="3313065" y="3001529"/>
                  </a:lnTo>
                  <a:lnTo>
                    <a:pt x="3452289" y="3001521"/>
                  </a:lnTo>
                </a:path>
                <a:path w="6329680" h="3097529">
                  <a:moveTo>
                    <a:pt x="3278395" y="1861436"/>
                  </a:moveTo>
                  <a:lnTo>
                    <a:pt x="3278007" y="1861436"/>
                  </a:lnTo>
                  <a:lnTo>
                    <a:pt x="3276301" y="1861436"/>
                  </a:lnTo>
                </a:path>
                <a:path w="6329680" h="3097529">
                  <a:moveTo>
                    <a:pt x="3313065" y="2977749"/>
                  </a:moveTo>
                  <a:lnTo>
                    <a:pt x="3313065" y="2652329"/>
                  </a:lnTo>
                  <a:lnTo>
                    <a:pt x="3312910" y="1861444"/>
                  </a:lnTo>
                </a:path>
                <a:path w="6329680" h="3097529">
                  <a:moveTo>
                    <a:pt x="3263193" y="1861436"/>
                  </a:moveTo>
                  <a:lnTo>
                    <a:pt x="3261486" y="1861436"/>
                  </a:lnTo>
                  <a:lnTo>
                    <a:pt x="3254273" y="1861436"/>
                  </a:lnTo>
                </a:path>
                <a:path w="6329680" h="3097529">
                  <a:moveTo>
                    <a:pt x="3219991" y="2977725"/>
                  </a:moveTo>
                  <a:lnTo>
                    <a:pt x="3219991" y="2652329"/>
                  </a:lnTo>
                  <a:lnTo>
                    <a:pt x="3219835" y="1861459"/>
                  </a:lnTo>
                </a:path>
                <a:path w="6329680" h="3097529">
                  <a:moveTo>
                    <a:pt x="18614" y="3089779"/>
                  </a:moveTo>
                  <a:lnTo>
                    <a:pt x="18614" y="3096985"/>
                  </a:lnTo>
                </a:path>
                <a:path w="6329680" h="3097529">
                  <a:moveTo>
                    <a:pt x="18614" y="2652329"/>
                  </a:moveTo>
                  <a:lnTo>
                    <a:pt x="20941" y="2652329"/>
                  </a:lnTo>
                  <a:lnTo>
                    <a:pt x="21096" y="2652329"/>
                  </a:lnTo>
                </a:path>
                <a:path w="6329680" h="3097529">
                  <a:moveTo>
                    <a:pt x="6103672" y="3001490"/>
                  </a:moveTo>
                  <a:lnTo>
                    <a:pt x="6105301" y="3001490"/>
                  </a:lnTo>
                  <a:lnTo>
                    <a:pt x="6244525" y="3001483"/>
                  </a:lnTo>
                </a:path>
                <a:path w="6329680" h="3097529">
                  <a:moveTo>
                    <a:pt x="6105301" y="2853603"/>
                  </a:moveTo>
                  <a:lnTo>
                    <a:pt x="6105301" y="2853424"/>
                  </a:lnTo>
                </a:path>
                <a:path w="6329680" h="3097529">
                  <a:moveTo>
                    <a:pt x="6095373" y="1861397"/>
                  </a:moveTo>
                  <a:lnTo>
                    <a:pt x="6094675" y="1861397"/>
                  </a:lnTo>
                  <a:lnTo>
                    <a:pt x="6094055" y="1861397"/>
                  </a:lnTo>
                </a:path>
                <a:path w="6329680" h="3097529">
                  <a:moveTo>
                    <a:pt x="6012149" y="2588045"/>
                  </a:moveTo>
                  <a:lnTo>
                    <a:pt x="6012149" y="2583368"/>
                  </a:lnTo>
                </a:path>
                <a:path w="6329680" h="3097529">
                  <a:moveTo>
                    <a:pt x="698757" y="420239"/>
                  </a:moveTo>
                  <a:lnTo>
                    <a:pt x="699222" y="420239"/>
                  </a:lnTo>
                  <a:lnTo>
                    <a:pt x="699222" y="371421"/>
                  </a:lnTo>
                </a:path>
                <a:path w="6329680" h="3097529">
                  <a:moveTo>
                    <a:pt x="5323397" y="2652306"/>
                  </a:moveTo>
                  <a:lnTo>
                    <a:pt x="5322699" y="2652321"/>
                  </a:lnTo>
                </a:path>
                <a:path w="6329680" h="3097529">
                  <a:moveTo>
                    <a:pt x="4479677" y="2652313"/>
                  </a:moveTo>
                  <a:lnTo>
                    <a:pt x="4470292" y="2652298"/>
                  </a:lnTo>
                </a:path>
                <a:path w="6329680" h="3097529">
                  <a:moveTo>
                    <a:pt x="4467732" y="2652306"/>
                  </a:moveTo>
                  <a:lnTo>
                    <a:pt x="4468430" y="2652298"/>
                  </a:lnTo>
                </a:path>
                <a:path w="6329680" h="3097529">
                  <a:moveTo>
                    <a:pt x="4453926" y="2652306"/>
                  </a:moveTo>
                  <a:lnTo>
                    <a:pt x="4453228" y="2652298"/>
                  </a:lnTo>
                </a:path>
                <a:path w="6329680" h="3097529">
                  <a:moveTo>
                    <a:pt x="4465871" y="2652306"/>
                  </a:moveTo>
                  <a:lnTo>
                    <a:pt x="4465716" y="2652298"/>
                  </a:lnTo>
                </a:path>
                <a:path w="6329680" h="3097529">
                  <a:moveTo>
                    <a:pt x="4455788" y="2652306"/>
                  </a:moveTo>
                  <a:lnTo>
                    <a:pt x="4455865" y="2652298"/>
                  </a:lnTo>
                </a:path>
                <a:path w="6329680" h="3097529">
                  <a:moveTo>
                    <a:pt x="5323397" y="424101"/>
                  </a:moveTo>
                  <a:lnTo>
                    <a:pt x="5322467" y="424101"/>
                  </a:lnTo>
                  <a:lnTo>
                    <a:pt x="5322234" y="424101"/>
                  </a:lnTo>
                </a:path>
                <a:path w="6329680" h="3097529">
                  <a:moveTo>
                    <a:pt x="3638516" y="2652313"/>
                  </a:moveTo>
                  <a:lnTo>
                    <a:pt x="3629053" y="2652298"/>
                  </a:lnTo>
                </a:path>
                <a:path w="6329680" h="3097529">
                  <a:moveTo>
                    <a:pt x="3626571" y="2652306"/>
                  </a:moveTo>
                  <a:lnTo>
                    <a:pt x="3627192" y="2652298"/>
                  </a:lnTo>
                </a:path>
                <a:path w="6329680" h="3097529">
                  <a:moveTo>
                    <a:pt x="3612688" y="2652306"/>
                  </a:moveTo>
                  <a:lnTo>
                    <a:pt x="3611989" y="2652298"/>
                  </a:lnTo>
                </a:path>
                <a:path w="6329680" h="3097529">
                  <a:moveTo>
                    <a:pt x="3624710" y="2652306"/>
                  </a:moveTo>
                  <a:lnTo>
                    <a:pt x="3624555" y="2652298"/>
                  </a:lnTo>
                </a:path>
                <a:path w="6329680" h="3097529">
                  <a:moveTo>
                    <a:pt x="3614549" y="2652306"/>
                  </a:moveTo>
                  <a:lnTo>
                    <a:pt x="3614704" y="2652298"/>
                  </a:lnTo>
                </a:path>
                <a:path w="6329680" h="3097529">
                  <a:moveTo>
                    <a:pt x="3607724" y="424101"/>
                  </a:moveTo>
                  <a:lnTo>
                    <a:pt x="3607956" y="424101"/>
                  </a:lnTo>
                  <a:lnTo>
                    <a:pt x="3610128" y="424094"/>
                  </a:lnTo>
                </a:path>
                <a:path w="6329680" h="3097529">
                  <a:moveTo>
                    <a:pt x="2797355" y="2652313"/>
                  </a:moveTo>
                  <a:lnTo>
                    <a:pt x="2787892" y="2652298"/>
                  </a:lnTo>
                </a:path>
                <a:path w="6329680" h="3097529">
                  <a:moveTo>
                    <a:pt x="2785410" y="2652306"/>
                  </a:moveTo>
                  <a:lnTo>
                    <a:pt x="2786031" y="2652298"/>
                  </a:lnTo>
                </a:path>
                <a:path w="6329680" h="3097529">
                  <a:moveTo>
                    <a:pt x="2771526" y="2652306"/>
                  </a:moveTo>
                  <a:lnTo>
                    <a:pt x="2770828" y="2652298"/>
                  </a:lnTo>
                </a:path>
                <a:path w="6329680" h="3097529">
                  <a:moveTo>
                    <a:pt x="2783471" y="2652306"/>
                  </a:moveTo>
                  <a:lnTo>
                    <a:pt x="2783316" y="2652298"/>
                  </a:lnTo>
                </a:path>
                <a:path w="6329680" h="3097529">
                  <a:moveTo>
                    <a:pt x="2773388" y="2652306"/>
                  </a:moveTo>
                  <a:lnTo>
                    <a:pt x="2773465" y="2652298"/>
                  </a:lnTo>
                </a:path>
                <a:path w="6329680" h="3097529">
                  <a:moveTo>
                    <a:pt x="1956116" y="2652313"/>
                  </a:moveTo>
                  <a:lnTo>
                    <a:pt x="1946731" y="2652306"/>
                  </a:lnTo>
                </a:path>
                <a:path w="6329680" h="3097529">
                  <a:moveTo>
                    <a:pt x="1944171" y="2652306"/>
                  </a:moveTo>
                  <a:lnTo>
                    <a:pt x="1944792" y="2652306"/>
                  </a:lnTo>
                </a:path>
                <a:path w="6329680" h="3097529">
                  <a:moveTo>
                    <a:pt x="1930288" y="2652306"/>
                  </a:moveTo>
                  <a:lnTo>
                    <a:pt x="1929667" y="2652306"/>
                  </a:lnTo>
                </a:path>
                <a:path w="6329680" h="3097529">
                  <a:moveTo>
                    <a:pt x="1942310" y="2652306"/>
                  </a:moveTo>
                  <a:lnTo>
                    <a:pt x="1942155" y="2652298"/>
                  </a:lnTo>
                </a:path>
                <a:path w="6329680" h="3097529">
                  <a:moveTo>
                    <a:pt x="1932149" y="2652306"/>
                  </a:moveTo>
                  <a:lnTo>
                    <a:pt x="1932304" y="2652298"/>
                  </a:lnTo>
                </a:path>
                <a:path w="6329680" h="3097529">
                  <a:moveTo>
                    <a:pt x="1642998" y="424109"/>
                  </a:moveTo>
                  <a:lnTo>
                    <a:pt x="1635474" y="424109"/>
                  </a:lnTo>
                  <a:lnTo>
                    <a:pt x="1628959" y="424109"/>
                  </a:lnTo>
                </a:path>
                <a:path w="6329680" h="3097529">
                  <a:moveTo>
                    <a:pt x="1867230" y="424109"/>
                  </a:moveTo>
                  <a:lnTo>
                    <a:pt x="1862809" y="424109"/>
                  </a:lnTo>
                  <a:lnTo>
                    <a:pt x="1862576" y="424109"/>
                  </a:lnTo>
                </a:path>
                <a:path w="6329680" h="3097529">
                  <a:moveTo>
                    <a:pt x="1114955" y="2652313"/>
                  </a:moveTo>
                  <a:lnTo>
                    <a:pt x="1105492" y="2652306"/>
                  </a:lnTo>
                </a:path>
                <a:path w="6329680" h="3097529">
                  <a:moveTo>
                    <a:pt x="1103010" y="2652306"/>
                  </a:moveTo>
                  <a:lnTo>
                    <a:pt x="1103631" y="2652306"/>
                  </a:lnTo>
                </a:path>
                <a:path w="6329680" h="3097529">
                  <a:moveTo>
                    <a:pt x="1089127" y="2652306"/>
                  </a:moveTo>
                  <a:lnTo>
                    <a:pt x="1088429" y="2652306"/>
                  </a:lnTo>
                </a:path>
                <a:path w="6329680" h="3097529">
                  <a:moveTo>
                    <a:pt x="1101149" y="2652306"/>
                  </a:moveTo>
                  <a:lnTo>
                    <a:pt x="1100994" y="2652306"/>
                  </a:lnTo>
                </a:path>
                <a:path w="6329680" h="3097529">
                  <a:moveTo>
                    <a:pt x="1090988" y="2652306"/>
                  </a:moveTo>
                  <a:lnTo>
                    <a:pt x="1091143" y="2652306"/>
                  </a:lnTo>
                </a:path>
                <a:path w="6329680" h="3097529">
                  <a:moveTo>
                    <a:pt x="592341" y="424109"/>
                  </a:moveTo>
                  <a:lnTo>
                    <a:pt x="551311" y="424109"/>
                  </a:lnTo>
                  <a:lnTo>
                    <a:pt x="549605" y="424109"/>
                  </a:lnTo>
                </a:path>
                <a:path w="6329680" h="3097529">
                  <a:moveTo>
                    <a:pt x="607156" y="424109"/>
                  </a:moveTo>
                  <a:lnTo>
                    <a:pt x="602890" y="424109"/>
                  </a:lnTo>
                  <a:lnTo>
                    <a:pt x="601183" y="424109"/>
                  </a:lnTo>
                </a:path>
                <a:path w="6329680" h="3097529">
                  <a:moveTo>
                    <a:pt x="543322" y="424109"/>
                  </a:moveTo>
                  <a:lnTo>
                    <a:pt x="539056" y="424109"/>
                  </a:lnTo>
                  <a:lnTo>
                    <a:pt x="537272" y="424109"/>
                  </a:lnTo>
                </a:path>
                <a:path w="6329680" h="3097529">
                  <a:moveTo>
                    <a:pt x="484452" y="424109"/>
                  </a:moveTo>
                  <a:lnTo>
                    <a:pt x="478092" y="424109"/>
                  </a:lnTo>
                  <a:lnTo>
                    <a:pt x="476231" y="424101"/>
                  </a:lnTo>
                  <a:lnTo>
                    <a:pt x="473594" y="424101"/>
                  </a:lnTo>
                  <a:lnTo>
                    <a:pt x="472508" y="424101"/>
                  </a:lnTo>
                </a:path>
                <a:path w="6329680" h="3097529">
                  <a:moveTo>
                    <a:pt x="615145" y="424109"/>
                  </a:moveTo>
                  <a:lnTo>
                    <a:pt x="613438" y="424109"/>
                  </a:lnTo>
                  <a:lnTo>
                    <a:pt x="608862" y="424109"/>
                  </a:lnTo>
                </a:path>
                <a:path w="6329680" h="3097529">
                  <a:moveTo>
                    <a:pt x="791831" y="424109"/>
                  </a:moveTo>
                  <a:lnTo>
                    <a:pt x="791598" y="424109"/>
                  </a:lnTo>
                </a:path>
                <a:path w="6329680" h="3097529">
                  <a:moveTo>
                    <a:pt x="685649" y="424101"/>
                  </a:moveTo>
                  <a:lnTo>
                    <a:pt x="683011" y="424101"/>
                  </a:lnTo>
                </a:path>
                <a:path w="6329680" h="3097529">
                  <a:moveTo>
                    <a:pt x="273716" y="2652313"/>
                  </a:moveTo>
                  <a:lnTo>
                    <a:pt x="264331" y="2652306"/>
                  </a:lnTo>
                </a:path>
                <a:path w="6329680" h="3097529">
                  <a:moveTo>
                    <a:pt x="261772" y="2652306"/>
                  </a:moveTo>
                  <a:lnTo>
                    <a:pt x="262470" y="2652306"/>
                  </a:lnTo>
                </a:path>
                <a:path w="6329680" h="3097529">
                  <a:moveTo>
                    <a:pt x="247888" y="2652306"/>
                  </a:moveTo>
                  <a:lnTo>
                    <a:pt x="247268" y="2652306"/>
                  </a:lnTo>
                </a:path>
                <a:path w="6329680" h="3097529">
                  <a:moveTo>
                    <a:pt x="259910" y="2652306"/>
                  </a:moveTo>
                  <a:lnTo>
                    <a:pt x="259755" y="2652306"/>
                  </a:lnTo>
                </a:path>
                <a:path w="6329680" h="3097529">
                  <a:moveTo>
                    <a:pt x="249827" y="2652306"/>
                  </a:moveTo>
                  <a:lnTo>
                    <a:pt x="249905" y="2652306"/>
                  </a:lnTo>
                </a:path>
                <a:path w="6329680" h="3097529">
                  <a:moveTo>
                    <a:pt x="329638" y="424109"/>
                  </a:moveTo>
                  <a:lnTo>
                    <a:pt x="327855" y="424109"/>
                  </a:lnTo>
                  <a:lnTo>
                    <a:pt x="320796" y="424109"/>
                  </a:lnTo>
                </a:path>
                <a:path w="6329680" h="3097529">
                  <a:moveTo>
                    <a:pt x="341893" y="424109"/>
                  </a:moveTo>
                  <a:lnTo>
                    <a:pt x="340187" y="424109"/>
                  </a:lnTo>
                  <a:lnTo>
                    <a:pt x="335611" y="424109"/>
                  </a:lnTo>
                </a:path>
                <a:path w="6329680" h="3097529">
                  <a:moveTo>
                    <a:pt x="444198" y="424109"/>
                  </a:moveTo>
                  <a:lnTo>
                    <a:pt x="405727" y="424109"/>
                  </a:lnTo>
                  <a:lnTo>
                    <a:pt x="404021" y="424109"/>
                  </a:lnTo>
                </a:path>
                <a:path w="6329680" h="3097529">
                  <a:moveTo>
                    <a:pt x="397738" y="424109"/>
                  </a:moveTo>
                  <a:lnTo>
                    <a:pt x="393472" y="424109"/>
                  </a:lnTo>
                  <a:lnTo>
                    <a:pt x="391766" y="424109"/>
                  </a:lnTo>
                </a:path>
                <a:path w="6329680" h="3097529">
                  <a:moveTo>
                    <a:pt x="184830" y="424109"/>
                  </a:moveTo>
                  <a:lnTo>
                    <a:pt x="184054" y="424109"/>
                  </a:lnTo>
                  <a:lnTo>
                    <a:pt x="182348" y="424109"/>
                  </a:lnTo>
                </a:path>
                <a:path w="6329680" h="3097529">
                  <a:moveTo>
                    <a:pt x="118514" y="424109"/>
                  </a:moveTo>
                  <a:lnTo>
                    <a:pt x="117661" y="424109"/>
                  </a:lnTo>
                </a:path>
                <a:path w="6329680" h="3097529">
                  <a:moveTo>
                    <a:pt x="113783" y="424109"/>
                  </a:moveTo>
                  <a:lnTo>
                    <a:pt x="107811" y="424109"/>
                  </a:lnTo>
                </a:path>
                <a:path w="6329680" h="3097529">
                  <a:moveTo>
                    <a:pt x="196309" y="424109"/>
                  </a:moveTo>
                  <a:lnTo>
                    <a:pt x="194603" y="424109"/>
                  </a:lnTo>
                  <a:lnTo>
                    <a:pt x="186536" y="424109"/>
                  </a:lnTo>
                </a:path>
                <a:path w="6329680" h="3097529">
                  <a:moveTo>
                    <a:pt x="132476" y="424109"/>
                  </a:moveTo>
                  <a:lnTo>
                    <a:pt x="130769" y="424109"/>
                  </a:lnTo>
                  <a:lnTo>
                    <a:pt x="122625" y="424109"/>
                  </a:lnTo>
                </a:path>
                <a:path w="6329680" h="3097529">
                  <a:moveTo>
                    <a:pt x="254791" y="424101"/>
                  </a:moveTo>
                  <a:lnTo>
                    <a:pt x="256730" y="424101"/>
                  </a:lnTo>
                </a:path>
                <a:path w="6329680" h="3097529">
                  <a:moveTo>
                    <a:pt x="276276" y="424109"/>
                  </a:moveTo>
                  <a:lnTo>
                    <a:pt x="268675" y="424101"/>
                  </a:lnTo>
                  <a:lnTo>
                    <a:pt x="266813" y="424101"/>
                  </a:lnTo>
                </a:path>
                <a:path w="6329680" h="3097529">
                  <a:moveTo>
                    <a:pt x="4421" y="2652717"/>
                  </a:moveTo>
                  <a:lnTo>
                    <a:pt x="2171" y="2652725"/>
                  </a:lnTo>
                </a:path>
                <a:path w="6329680" h="3097529">
                  <a:moveTo>
                    <a:pt x="4421" y="2652593"/>
                  </a:moveTo>
                  <a:lnTo>
                    <a:pt x="3955" y="2652600"/>
                  </a:lnTo>
                  <a:lnTo>
                    <a:pt x="1706" y="2652600"/>
                  </a:lnTo>
                </a:path>
                <a:path w="6329680" h="3097529">
                  <a:moveTo>
                    <a:pt x="18614" y="2652763"/>
                  </a:moveTo>
                  <a:lnTo>
                    <a:pt x="17451" y="2652802"/>
                  </a:lnTo>
                </a:path>
                <a:path w="6329680" h="3097529">
                  <a:moveTo>
                    <a:pt x="16443" y="2652554"/>
                  </a:moveTo>
                  <a:lnTo>
                    <a:pt x="16288" y="2652523"/>
                  </a:lnTo>
                </a:path>
                <a:path w="6329680" h="3097529">
                  <a:moveTo>
                    <a:pt x="18537" y="2652562"/>
                  </a:moveTo>
                  <a:lnTo>
                    <a:pt x="18459" y="2652554"/>
                  </a:lnTo>
                </a:path>
                <a:path w="6329680" h="3097529">
                  <a:moveTo>
                    <a:pt x="698" y="2652476"/>
                  </a:moveTo>
                  <a:lnTo>
                    <a:pt x="0" y="2652484"/>
                  </a:lnTo>
                </a:path>
                <a:path w="6329680" h="3097529">
                  <a:moveTo>
                    <a:pt x="16288" y="2652492"/>
                  </a:moveTo>
                  <a:lnTo>
                    <a:pt x="16288" y="2652523"/>
                  </a:lnTo>
                </a:path>
                <a:path w="6329680" h="3097529">
                  <a:moveTo>
                    <a:pt x="5894" y="2652973"/>
                  </a:moveTo>
                  <a:lnTo>
                    <a:pt x="5817" y="2652957"/>
                  </a:lnTo>
                </a:path>
                <a:path w="6329680" h="3097529">
                  <a:moveTo>
                    <a:pt x="4886" y="2652841"/>
                  </a:moveTo>
                  <a:lnTo>
                    <a:pt x="3180" y="2652849"/>
                  </a:lnTo>
                  <a:lnTo>
                    <a:pt x="2171" y="2652841"/>
                  </a:lnTo>
                </a:path>
                <a:path w="6329680" h="3097529">
                  <a:moveTo>
                    <a:pt x="18304" y="2653012"/>
                  </a:moveTo>
                  <a:lnTo>
                    <a:pt x="18227" y="2652973"/>
                  </a:lnTo>
                </a:path>
                <a:path w="6329680" h="3097529">
                  <a:moveTo>
                    <a:pt x="5817" y="2652957"/>
                  </a:moveTo>
                  <a:lnTo>
                    <a:pt x="5817" y="2652965"/>
                  </a:lnTo>
                </a:path>
                <a:path w="6329680" h="3097529">
                  <a:moveTo>
                    <a:pt x="6360" y="2652973"/>
                  </a:moveTo>
                  <a:lnTo>
                    <a:pt x="5894" y="2652973"/>
                  </a:lnTo>
                </a:path>
                <a:path w="6329680" h="3097529">
                  <a:moveTo>
                    <a:pt x="18614" y="2652887"/>
                  </a:moveTo>
                  <a:lnTo>
                    <a:pt x="17916" y="2652926"/>
                  </a:lnTo>
                </a:path>
                <a:path w="6329680" h="3097529">
                  <a:moveTo>
                    <a:pt x="3878" y="2652476"/>
                  </a:moveTo>
                  <a:lnTo>
                    <a:pt x="3955" y="2652484"/>
                  </a:lnTo>
                </a:path>
                <a:path w="6329680" h="3097529">
                  <a:moveTo>
                    <a:pt x="7601" y="2652717"/>
                  </a:moveTo>
                  <a:lnTo>
                    <a:pt x="7601" y="2652725"/>
                  </a:lnTo>
                </a:path>
                <a:path w="6329680" h="3097529">
                  <a:moveTo>
                    <a:pt x="7135" y="2652593"/>
                  </a:moveTo>
                  <a:lnTo>
                    <a:pt x="7135" y="2652608"/>
                  </a:lnTo>
                </a:path>
                <a:path w="6329680" h="3097529">
                  <a:moveTo>
                    <a:pt x="17761" y="2652880"/>
                  </a:moveTo>
                  <a:lnTo>
                    <a:pt x="17373" y="2652856"/>
                  </a:lnTo>
                </a:path>
                <a:path w="6329680" h="3097529">
                  <a:moveTo>
                    <a:pt x="7833" y="2653089"/>
                  </a:moveTo>
                  <a:lnTo>
                    <a:pt x="6825" y="2653089"/>
                  </a:lnTo>
                </a:path>
                <a:path w="6329680" h="3097529">
                  <a:moveTo>
                    <a:pt x="6360" y="2653205"/>
                  </a:moveTo>
                  <a:lnTo>
                    <a:pt x="4110" y="2653213"/>
                  </a:lnTo>
                </a:path>
                <a:path w="6329680" h="3097529">
                  <a:moveTo>
                    <a:pt x="6360" y="2653081"/>
                  </a:moveTo>
                  <a:lnTo>
                    <a:pt x="5894" y="2653089"/>
                  </a:lnTo>
                  <a:lnTo>
                    <a:pt x="3645" y="2653089"/>
                  </a:lnTo>
                </a:path>
                <a:path w="6329680" h="3097529">
                  <a:moveTo>
                    <a:pt x="8221" y="2653205"/>
                  </a:moveTo>
                  <a:lnTo>
                    <a:pt x="7290" y="2653213"/>
                  </a:lnTo>
                </a:path>
                <a:path w="6329680" h="3097529">
                  <a:moveTo>
                    <a:pt x="18382" y="2653043"/>
                  </a:moveTo>
                  <a:lnTo>
                    <a:pt x="18304" y="2653012"/>
                  </a:lnTo>
                </a:path>
                <a:path w="6329680" h="3097529">
                  <a:moveTo>
                    <a:pt x="675565" y="420285"/>
                  </a:moveTo>
                  <a:lnTo>
                    <a:pt x="675333" y="420285"/>
                  </a:lnTo>
                </a:path>
                <a:path w="6329680" h="3097529">
                  <a:moveTo>
                    <a:pt x="674635" y="420285"/>
                  </a:moveTo>
                  <a:lnTo>
                    <a:pt x="674324" y="420285"/>
                  </a:lnTo>
                </a:path>
                <a:path w="6329680" h="3097529">
                  <a:moveTo>
                    <a:pt x="678203" y="420293"/>
                  </a:moveTo>
                  <a:lnTo>
                    <a:pt x="676341" y="420285"/>
                  </a:lnTo>
                </a:path>
                <a:path w="6329680" h="3097529">
                  <a:moveTo>
                    <a:pt x="696507" y="420278"/>
                  </a:moveTo>
                  <a:lnTo>
                    <a:pt x="693793" y="420285"/>
                  </a:lnTo>
                  <a:lnTo>
                    <a:pt x="687510" y="420285"/>
                  </a:lnTo>
                </a:path>
                <a:path w="6329680" h="3097529">
                  <a:moveTo>
                    <a:pt x="21252" y="2419891"/>
                  </a:moveTo>
                  <a:lnTo>
                    <a:pt x="21174" y="2419891"/>
                  </a:lnTo>
                  <a:lnTo>
                    <a:pt x="21096" y="2419891"/>
                  </a:lnTo>
                </a:path>
                <a:path w="6329680" h="3097529">
                  <a:moveTo>
                    <a:pt x="21019" y="2511779"/>
                  </a:moveTo>
                  <a:lnTo>
                    <a:pt x="21096" y="2511779"/>
                  </a:lnTo>
                  <a:lnTo>
                    <a:pt x="21174" y="2511802"/>
                  </a:lnTo>
                </a:path>
                <a:path w="6329680" h="3097529">
                  <a:moveTo>
                    <a:pt x="4476186" y="3001529"/>
                  </a:moveTo>
                  <a:lnTo>
                    <a:pt x="4616109" y="3001521"/>
                  </a:lnTo>
                </a:path>
                <a:path w="6329680" h="3097529">
                  <a:moveTo>
                    <a:pt x="4674513" y="1861413"/>
                  </a:moveTo>
                  <a:lnTo>
                    <a:pt x="4673892" y="1861413"/>
                  </a:lnTo>
                  <a:lnTo>
                    <a:pt x="4670247" y="1861420"/>
                  </a:lnTo>
                </a:path>
                <a:path w="6329680" h="3097529">
                  <a:moveTo>
                    <a:pt x="6105301" y="2806887"/>
                  </a:moveTo>
                  <a:lnTo>
                    <a:pt x="6110420" y="2806887"/>
                  </a:lnTo>
                  <a:lnTo>
                    <a:pt x="6120038" y="2806887"/>
                  </a:lnTo>
                </a:path>
                <a:path w="6329680" h="3097529">
                  <a:moveTo>
                    <a:pt x="6189844" y="2634575"/>
                  </a:moveTo>
                  <a:lnTo>
                    <a:pt x="6189844" y="2588038"/>
                  </a:lnTo>
                </a:path>
                <a:path w="6329680" h="3097529">
                  <a:moveTo>
                    <a:pt x="6189844" y="2400617"/>
                  </a:moveTo>
                  <a:lnTo>
                    <a:pt x="6189844" y="2369188"/>
                  </a:lnTo>
                </a:path>
                <a:path w="6329680" h="3097529">
                  <a:moveTo>
                    <a:pt x="1683950" y="3001568"/>
                  </a:moveTo>
                  <a:lnTo>
                    <a:pt x="1823873" y="3001552"/>
                  </a:lnTo>
                </a:path>
                <a:path w="6329680" h="3097529">
                  <a:moveTo>
                    <a:pt x="3080068" y="3001545"/>
                  </a:moveTo>
                  <a:lnTo>
                    <a:pt x="3219991" y="3001537"/>
                  </a:lnTo>
                </a:path>
                <a:path w="6329680" h="3097529">
                  <a:moveTo>
                    <a:pt x="21096" y="2652329"/>
                  </a:moveTo>
                  <a:lnTo>
                    <a:pt x="21174" y="2652329"/>
                  </a:lnTo>
                </a:path>
                <a:path w="6329680" h="3097529">
                  <a:moveTo>
                    <a:pt x="5872304" y="3001506"/>
                  </a:moveTo>
                  <a:lnTo>
                    <a:pt x="6012227" y="3001498"/>
                  </a:lnTo>
                </a:path>
                <a:path w="6329680" h="3097529">
                  <a:moveTo>
                    <a:pt x="6105301" y="2853424"/>
                  </a:moveTo>
                  <a:lnTo>
                    <a:pt x="6105301" y="2806887"/>
                  </a:lnTo>
                  <a:lnTo>
                    <a:pt x="6105146" y="1861413"/>
                  </a:lnTo>
                </a:path>
                <a:path w="6329680" h="3097529">
                  <a:moveTo>
                    <a:pt x="6092736" y="1861397"/>
                  </a:moveTo>
                  <a:lnTo>
                    <a:pt x="6091495" y="1861397"/>
                  </a:lnTo>
                </a:path>
                <a:path w="6329680" h="3097529">
                  <a:moveTo>
                    <a:pt x="6012227" y="2634583"/>
                  </a:moveTo>
                  <a:lnTo>
                    <a:pt x="6012149" y="2588045"/>
                  </a:lnTo>
                </a:path>
                <a:path w="6329680" h="3097529">
                  <a:moveTo>
                    <a:pt x="6012149" y="2400593"/>
                  </a:moveTo>
                  <a:lnTo>
                    <a:pt x="6012149" y="2369204"/>
                  </a:lnTo>
                </a:path>
                <a:path w="6329680" h="3097529">
                  <a:moveTo>
                    <a:pt x="792296" y="1062"/>
                  </a:moveTo>
                  <a:lnTo>
                    <a:pt x="792296" y="31"/>
                  </a:lnTo>
                </a:path>
                <a:path w="6329680" h="3097529">
                  <a:moveTo>
                    <a:pt x="1926953" y="2652306"/>
                  </a:moveTo>
                  <a:lnTo>
                    <a:pt x="1927806" y="2652306"/>
                  </a:lnTo>
                </a:path>
                <a:path w="6329680" h="3097529">
                  <a:moveTo>
                    <a:pt x="792141" y="424109"/>
                  </a:moveTo>
                  <a:lnTo>
                    <a:pt x="791831" y="424109"/>
                  </a:lnTo>
                </a:path>
                <a:path w="6329680" h="3097529">
                  <a:moveTo>
                    <a:pt x="693870" y="424109"/>
                  </a:moveTo>
                  <a:lnTo>
                    <a:pt x="687510" y="424109"/>
                  </a:lnTo>
                  <a:lnTo>
                    <a:pt x="685649" y="424101"/>
                  </a:lnTo>
                </a:path>
                <a:path w="6329680" h="3097529">
                  <a:moveTo>
                    <a:pt x="120919" y="424109"/>
                  </a:moveTo>
                  <a:lnTo>
                    <a:pt x="120221" y="424109"/>
                  </a:lnTo>
                  <a:lnTo>
                    <a:pt x="118514" y="424109"/>
                  </a:lnTo>
                </a:path>
                <a:path w="6329680" h="3097529">
                  <a:moveTo>
                    <a:pt x="114016" y="424109"/>
                  </a:moveTo>
                  <a:lnTo>
                    <a:pt x="113783" y="424109"/>
                  </a:lnTo>
                </a:path>
                <a:path w="6329680" h="3097529">
                  <a:moveTo>
                    <a:pt x="256730" y="424101"/>
                  </a:moveTo>
                  <a:lnTo>
                    <a:pt x="259367" y="424101"/>
                  </a:lnTo>
                  <a:lnTo>
                    <a:pt x="259755" y="424101"/>
                  </a:lnTo>
                </a:path>
                <a:path w="6329680" h="3097529">
                  <a:moveTo>
                    <a:pt x="18382" y="2652523"/>
                  </a:moveTo>
                  <a:lnTo>
                    <a:pt x="18304" y="2652515"/>
                  </a:lnTo>
                </a:path>
                <a:path w="6329680" h="3097529">
                  <a:moveTo>
                    <a:pt x="18149" y="2652461"/>
                  </a:moveTo>
                  <a:lnTo>
                    <a:pt x="16443" y="2652562"/>
                  </a:lnTo>
                </a:path>
                <a:path w="6329680" h="3097529">
                  <a:moveTo>
                    <a:pt x="3878" y="2652476"/>
                  </a:moveTo>
                  <a:lnTo>
                    <a:pt x="2947" y="2652476"/>
                  </a:lnTo>
                  <a:lnTo>
                    <a:pt x="1240" y="2652484"/>
                  </a:lnTo>
                </a:path>
                <a:path w="6329680" h="3097529">
                  <a:moveTo>
                    <a:pt x="15434" y="2652461"/>
                  </a:moveTo>
                  <a:lnTo>
                    <a:pt x="11479" y="2652469"/>
                  </a:lnTo>
                  <a:lnTo>
                    <a:pt x="4421" y="2652484"/>
                  </a:lnTo>
                </a:path>
                <a:path w="6329680" h="3097529">
                  <a:moveTo>
                    <a:pt x="8066" y="2652841"/>
                  </a:moveTo>
                  <a:lnTo>
                    <a:pt x="6825" y="2652849"/>
                  </a:lnTo>
                  <a:lnTo>
                    <a:pt x="5429" y="2652849"/>
                  </a:lnTo>
                </a:path>
                <a:path w="6329680" h="3097529">
                  <a:moveTo>
                    <a:pt x="18614" y="2652957"/>
                  </a:moveTo>
                  <a:lnTo>
                    <a:pt x="18382" y="2653012"/>
                  </a:lnTo>
                  <a:lnTo>
                    <a:pt x="18304" y="2653012"/>
                  </a:lnTo>
                </a:path>
                <a:path w="6329680" h="3097529">
                  <a:moveTo>
                    <a:pt x="17373" y="2652949"/>
                  </a:moveTo>
                  <a:lnTo>
                    <a:pt x="11711" y="2652957"/>
                  </a:lnTo>
                </a:path>
                <a:path w="6329680" h="3097529">
                  <a:moveTo>
                    <a:pt x="16986" y="2652686"/>
                  </a:moveTo>
                  <a:lnTo>
                    <a:pt x="18614" y="2652608"/>
                  </a:lnTo>
                </a:path>
                <a:path w="6329680" h="3097529">
                  <a:moveTo>
                    <a:pt x="4886" y="2652608"/>
                  </a:moveTo>
                  <a:lnTo>
                    <a:pt x="5972" y="2652600"/>
                  </a:lnTo>
                  <a:lnTo>
                    <a:pt x="7135" y="2652593"/>
                  </a:lnTo>
                </a:path>
                <a:path w="6329680" h="3097529">
                  <a:moveTo>
                    <a:pt x="9074" y="2653081"/>
                  </a:moveTo>
                  <a:lnTo>
                    <a:pt x="7833" y="2653089"/>
                  </a:lnTo>
                </a:path>
                <a:path w="6329680" h="3097529">
                  <a:moveTo>
                    <a:pt x="10005" y="2653322"/>
                  </a:moveTo>
                  <a:lnTo>
                    <a:pt x="8686" y="2653330"/>
                  </a:lnTo>
                </a:path>
                <a:path w="6329680" h="3097529">
                  <a:moveTo>
                    <a:pt x="675333" y="420285"/>
                  </a:moveTo>
                  <a:lnTo>
                    <a:pt x="674945" y="420285"/>
                  </a:lnTo>
                  <a:lnTo>
                    <a:pt x="674635" y="420285"/>
                  </a:lnTo>
                </a:path>
                <a:path w="6329680" h="3097529">
                  <a:moveTo>
                    <a:pt x="674324" y="420285"/>
                  </a:moveTo>
                  <a:lnTo>
                    <a:pt x="673937" y="420285"/>
                  </a:lnTo>
                  <a:lnTo>
                    <a:pt x="673626" y="420285"/>
                  </a:lnTo>
                </a:path>
                <a:path w="6329680" h="3097529">
                  <a:moveTo>
                    <a:pt x="676341" y="420285"/>
                  </a:moveTo>
                  <a:lnTo>
                    <a:pt x="676031" y="420285"/>
                  </a:lnTo>
                  <a:lnTo>
                    <a:pt x="675643" y="420285"/>
                  </a:lnTo>
                </a:path>
                <a:path w="6329680" h="3097529">
                  <a:moveTo>
                    <a:pt x="4639300" y="3001514"/>
                  </a:moveTo>
                  <a:lnTo>
                    <a:pt x="4650546" y="3001514"/>
                  </a:lnTo>
                </a:path>
                <a:path w="6329680" h="3097529">
                  <a:moveTo>
                    <a:pt x="4674590" y="3001514"/>
                  </a:moveTo>
                  <a:lnTo>
                    <a:pt x="4685837" y="3001514"/>
                  </a:lnTo>
                </a:path>
                <a:path w="6329680" h="3097529">
                  <a:moveTo>
                    <a:pt x="6120038" y="2806887"/>
                  </a:moveTo>
                  <a:lnTo>
                    <a:pt x="6131207" y="2806887"/>
                  </a:lnTo>
                </a:path>
                <a:path w="6329680" h="3097529">
                  <a:moveTo>
                    <a:pt x="6155329" y="2806887"/>
                  </a:moveTo>
                  <a:lnTo>
                    <a:pt x="6166575" y="2806887"/>
                  </a:lnTo>
                </a:path>
                <a:path w="6329680" h="3097529">
                  <a:moveTo>
                    <a:pt x="6189844" y="2634753"/>
                  </a:moveTo>
                  <a:lnTo>
                    <a:pt x="6189844" y="2634575"/>
                  </a:lnTo>
                </a:path>
                <a:path w="6329680" h="3097529">
                  <a:moveTo>
                    <a:pt x="6189844" y="2583392"/>
                  </a:moveTo>
                  <a:lnTo>
                    <a:pt x="6189844" y="2513788"/>
                  </a:lnTo>
                  <a:lnTo>
                    <a:pt x="6189844" y="2492008"/>
                  </a:lnTo>
                  <a:lnTo>
                    <a:pt x="6189844" y="2442136"/>
                  </a:lnTo>
                  <a:lnTo>
                    <a:pt x="6189844" y="2400617"/>
                  </a:lnTo>
                </a:path>
                <a:path w="6329680" h="3097529">
                  <a:moveTo>
                    <a:pt x="6189844" y="2369188"/>
                  </a:moveTo>
                  <a:lnTo>
                    <a:pt x="6189844" y="2320945"/>
                  </a:lnTo>
                  <a:lnTo>
                    <a:pt x="6189766" y="1666802"/>
                  </a:lnTo>
                </a:path>
                <a:path w="6329680" h="3097529">
                  <a:moveTo>
                    <a:pt x="1847064" y="3001552"/>
                  </a:moveTo>
                  <a:lnTo>
                    <a:pt x="1858310" y="3001552"/>
                  </a:lnTo>
                </a:path>
                <a:path w="6329680" h="3097529">
                  <a:moveTo>
                    <a:pt x="1882354" y="3001552"/>
                  </a:moveTo>
                  <a:lnTo>
                    <a:pt x="1893601" y="3001552"/>
                  </a:lnTo>
                </a:path>
                <a:path w="6329680" h="3097529">
                  <a:moveTo>
                    <a:pt x="3243182" y="3001537"/>
                  </a:moveTo>
                  <a:lnTo>
                    <a:pt x="3254428" y="3001537"/>
                  </a:lnTo>
                </a:path>
                <a:path w="6329680" h="3097529">
                  <a:moveTo>
                    <a:pt x="3278472" y="3001529"/>
                  </a:moveTo>
                  <a:lnTo>
                    <a:pt x="3289719" y="3001529"/>
                  </a:lnTo>
                </a:path>
                <a:path w="6329680" h="3097529">
                  <a:moveTo>
                    <a:pt x="18614" y="2811673"/>
                  </a:moveTo>
                  <a:lnTo>
                    <a:pt x="18614" y="2864841"/>
                  </a:lnTo>
                  <a:lnTo>
                    <a:pt x="18614" y="3089779"/>
                  </a:lnTo>
                </a:path>
                <a:path w="6329680" h="3097529">
                  <a:moveTo>
                    <a:pt x="21174" y="2652329"/>
                  </a:moveTo>
                  <a:lnTo>
                    <a:pt x="21252" y="2652329"/>
                  </a:lnTo>
                </a:path>
                <a:path w="6329680" h="3097529">
                  <a:moveTo>
                    <a:pt x="6035418" y="3001498"/>
                  </a:moveTo>
                  <a:lnTo>
                    <a:pt x="6046664" y="3001498"/>
                  </a:lnTo>
                </a:path>
                <a:path w="6329680" h="3097529">
                  <a:moveTo>
                    <a:pt x="6070708" y="3001498"/>
                  </a:moveTo>
                  <a:lnTo>
                    <a:pt x="6081955" y="3001490"/>
                  </a:lnTo>
                </a:path>
                <a:path w="6329680" h="3097529">
                  <a:moveTo>
                    <a:pt x="6098863" y="1861405"/>
                  </a:moveTo>
                  <a:lnTo>
                    <a:pt x="6098243" y="1861405"/>
                  </a:lnTo>
                  <a:lnTo>
                    <a:pt x="6096692" y="1861397"/>
                  </a:lnTo>
                  <a:lnTo>
                    <a:pt x="6096071" y="1861397"/>
                  </a:lnTo>
                  <a:lnTo>
                    <a:pt x="6095373" y="1861397"/>
                  </a:lnTo>
                </a:path>
                <a:path w="6329680" h="3097529">
                  <a:moveTo>
                    <a:pt x="6094055" y="1861397"/>
                  </a:moveTo>
                  <a:lnTo>
                    <a:pt x="6093357" y="1861397"/>
                  </a:lnTo>
                  <a:lnTo>
                    <a:pt x="6092736" y="1861397"/>
                  </a:lnTo>
                </a:path>
                <a:path w="6329680" h="3097529">
                  <a:moveTo>
                    <a:pt x="6012227" y="2634761"/>
                  </a:moveTo>
                  <a:lnTo>
                    <a:pt x="6012227" y="2634583"/>
                  </a:lnTo>
                </a:path>
                <a:path w="6329680" h="3097529">
                  <a:moveTo>
                    <a:pt x="6012149" y="2583368"/>
                  </a:moveTo>
                  <a:lnTo>
                    <a:pt x="6012149" y="2513803"/>
                  </a:lnTo>
                  <a:lnTo>
                    <a:pt x="6012149" y="2491985"/>
                  </a:lnTo>
                  <a:lnTo>
                    <a:pt x="6012149" y="2442151"/>
                  </a:lnTo>
                  <a:lnTo>
                    <a:pt x="6012149" y="2400593"/>
                  </a:lnTo>
                </a:path>
                <a:path w="6329680" h="3097529">
                  <a:moveTo>
                    <a:pt x="6012149" y="2369204"/>
                  </a:moveTo>
                  <a:lnTo>
                    <a:pt x="6012149" y="2320945"/>
                  </a:lnTo>
                  <a:lnTo>
                    <a:pt x="6012071" y="1861420"/>
                  </a:lnTo>
                </a:path>
                <a:path w="6329680" h="3097529">
                  <a:moveTo>
                    <a:pt x="21252" y="2652329"/>
                  </a:moveTo>
                  <a:lnTo>
                    <a:pt x="21252" y="2511810"/>
                  </a:lnTo>
                </a:path>
                <a:path w="6329680" h="3097529">
                  <a:moveTo>
                    <a:pt x="792296" y="424109"/>
                  </a:moveTo>
                  <a:lnTo>
                    <a:pt x="792141" y="424109"/>
                  </a:lnTo>
                </a:path>
                <a:path w="6329680" h="3097529">
                  <a:moveTo>
                    <a:pt x="117661" y="424109"/>
                  </a:moveTo>
                  <a:lnTo>
                    <a:pt x="117429" y="424109"/>
                  </a:lnTo>
                  <a:lnTo>
                    <a:pt x="114016" y="424109"/>
                  </a:lnTo>
                </a:path>
                <a:path w="6329680" h="3097529">
                  <a:moveTo>
                    <a:pt x="16288" y="2652515"/>
                  </a:moveTo>
                  <a:lnTo>
                    <a:pt x="11479" y="2652469"/>
                  </a:lnTo>
                </a:path>
                <a:path w="6329680" h="3097529">
                  <a:moveTo>
                    <a:pt x="11711" y="2652957"/>
                  </a:moveTo>
                  <a:lnTo>
                    <a:pt x="9695" y="2652957"/>
                  </a:lnTo>
                  <a:lnTo>
                    <a:pt x="8609" y="2652965"/>
                  </a:lnTo>
                </a:path>
                <a:path w="6329680" h="3097529">
                  <a:moveTo>
                    <a:pt x="8531" y="2652957"/>
                  </a:moveTo>
                  <a:lnTo>
                    <a:pt x="7290" y="2652965"/>
                  </a:lnTo>
                  <a:lnTo>
                    <a:pt x="6360" y="2652973"/>
                  </a:lnTo>
                </a:path>
                <a:path w="6329680" h="3097529">
                  <a:moveTo>
                    <a:pt x="18614" y="2652732"/>
                  </a:moveTo>
                  <a:lnTo>
                    <a:pt x="17451" y="2652802"/>
                  </a:lnTo>
                </a:path>
                <a:path w="6329680" h="3097529">
                  <a:moveTo>
                    <a:pt x="5351" y="2652725"/>
                  </a:moveTo>
                  <a:lnTo>
                    <a:pt x="6360" y="2652717"/>
                  </a:lnTo>
                  <a:lnTo>
                    <a:pt x="7601" y="2652717"/>
                  </a:lnTo>
                </a:path>
                <a:path w="6329680" h="3097529">
                  <a:moveTo>
                    <a:pt x="9540" y="2653205"/>
                  </a:moveTo>
                  <a:lnTo>
                    <a:pt x="8221" y="2653205"/>
                  </a:lnTo>
                </a:path>
                <a:path w="6329680" h="3097529">
                  <a:moveTo>
                    <a:pt x="4616109" y="3001521"/>
                  </a:moveTo>
                  <a:lnTo>
                    <a:pt x="4617660" y="3001521"/>
                  </a:lnTo>
                  <a:lnTo>
                    <a:pt x="4622314" y="3001521"/>
                  </a:lnTo>
                  <a:lnTo>
                    <a:pt x="4629682" y="3001521"/>
                  </a:lnTo>
                  <a:lnTo>
                    <a:pt x="4639300" y="3001514"/>
                  </a:lnTo>
                </a:path>
                <a:path w="6329680" h="3097529">
                  <a:moveTo>
                    <a:pt x="4650546" y="3001514"/>
                  </a:moveTo>
                  <a:lnTo>
                    <a:pt x="4662568" y="3001514"/>
                  </a:lnTo>
                  <a:lnTo>
                    <a:pt x="4674590" y="3001514"/>
                  </a:lnTo>
                </a:path>
                <a:path w="6329680" h="3097529">
                  <a:moveTo>
                    <a:pt x="4702901" y="3001514"/>
                  </a:moveTo>
                  <a:lnTo>
                    <a:pt x="4707554" y="3001514"/>
                  </a:lnTo>
                </a:path>
                <a:path w="6329680" h="3097529">
                  <a:moveTo>
                    <a:pt x="6131207" y="2806887"/>
                  </a:moveTo>
                  <a:lnTo>
                    <a:pt x="6143229" y="2806887"/>
                  </a:lnTo>
                  <a:lnTo>
                    <a:pt x="6155329" y="2806887"/>
                  </a:lnTo>
                </a:path>
                <a:path w="6329680" h="3097529">
                  <a:moveTo>
                    <a:pt x="6183639" y="2806887"/>
                  </a:moveTo>
                  <a:lnTo>
                    <a:pt x="6188293" y="2806887"/>
                  </a:lnTo>
                </a:path>
                <a:path w="6329680" h="3097529">
                  <a:moveTo>
                    <a:pt x="6189844" y="2659690"/>
                  </a:moveTo>
                  <a:lnTo>
                    <a:pt x="6189844" y="2634753"/>
                  </a:lnTo>
                </a:path>
                <a:path w="6329680" h="3097529">
                  <a:moveTo>
                    <a:pt x="1823873" y="3001552"/>
                  </a:moveTo>
                  <a:lnTo>
                    <a:pt x="1825424" y="3001552"/>
                  </a:lnTo>
                  <a:lnTo>
                    <a:pt x="1830078" y="3001552"/>
                  </a:lnTo>
                  <a:lnTo>
                    <a:pt x="1837446" y="3001552"/>
                  </a:lnTo>
                  <a:lnTo>
                    <a:pt x="1847064" y="3001552"/>
                  </a:lnTo>
                </a:path>
                <a:path w="6329680" h="3097529">
                  <a:moveTo>
                    <a:pt x="1858310" y="3001552"/>
                  </a:moveTo>
                  <a:lnTo>
                    <a:pt x="1870332" y="3001552"/>
                  </a:lnTo>
                  <a:lnTo>
                    <a:pt x="1882354" y="3001552"/>
                  </a:lnTo>
                </a:path>
                <a:path w="6329680" h="3097529">
                  <a:moveTo>
                    <a:pt x="1910665" y="3001545"/>
                  </a:moveTo>
                  <a:lnTo>
                    <a:pt x="1915318" y="3001545"/>
                  </a:lnTo>
                </a:path>
                <a:path w="6329680" h="3097529">
                  <a:moveTo>
                    <a:pt x="3219991" y="3001537"/>
                  </a:moveTo>
                  <a:lnTo>
                    <a:pt x="3221542" y="3001537"/>
                  </a:lnTo>
                  <a:lnTo>
                    <a:pt x="3226196" y="3001537"/>
                  </a:lnTo>
                  <a:lnTo>
                    <a:pt x="3233564" y="3001537"/>
                  </a:lnTo>
                  <a:lnTo>
                    <a:pt x="3243182" y="3001537"/>
                  </a:lnTo>
                </a:path>
                <a:path w="6329680" h="3097529">
                  <a:moveTo>
                    <a:pt x="3254428" y="3001537"/>
                  </a:moveTo>
                  <a:lnTo>
                    <a:pt x="3266450" y="3001537"/>
                  </a:lnTo>
                  <a:lnTo>
                    <a:pt x="3278472" y="3001529"/>
                  </a:lnTo>
                </a:path>
                <a:path w="6329680" h="3097529">
                  <a:moveTo>
                    <a:pt x="3306783" y="3001529"/>
                  </a:moveTo>
                  <a:lnTo>
                    <a:pt x="3311436" y="3001529"/>
                  </a:lnTo>
                </a:path>
                <a:path w="6329680" h="3097529">
                  <a:moveTo>
                    <a:pt x="6012227" y="3001498"/>
                  </a:moveTo>
                  <a:lnTo>
                    <a:pt x="6013778" y="3001498"/>
                  </a:lnTo>
                  <a:lnTo>
                    <a:pt x="6018432" y="3001498"/>
                  </a:lnTo>
                  <a:lnTo>
                    <a:pt x="6025800" y="3001498"/>
                  </a:lnTo>
                  <a:lnTo>
                    <a:pt x="6035418" y="3001498"/>
                  </a:lnTo>
                </a:path>
                <a:path w="6329680" h="3097529">
                  <a:moveTo>
                    <a:pt x="6046664" y="3001498"/>
                  </a:moveTo>
                  <a:lnTo>
                    <a:pt x="6058686" y="3001498"/>
                  </a:lnTo>
                  <a:lnTo>
                    <a:pt x="6070708" y="3001498"/>
                  </a:lnTo>
                </a:path>
                <a:path w="6329680" h="3097529">
                  <a:moveTo>
                    <a:pt x="6099019" y="3001490"/>
                  </a:moveTo>
                  <a:lnTo>
                    <a:pt x="6103672" y="3001490"/>
                  </a:lnTo>
                </a:path>
                <a:path w="6329680" h="3097529">
                  <a:moveTo>
                    <a:pt x="6012227" y="2659697"/>
                  </a:moveTo>
                  <a:lnTo>
                    <a:pt x="6012227" y="2634761"/>
                  </a:lnTo>
                </a:path>
                <a:path w="6329680" h="3097529">
                  <a:moveTo>
                    <a:pt x="21252" y="2511810"/>
                  </a:moveTo>
                  <a:lnTo>
                    <a:pt x="21174" y="2511779"/>
                  </a:lnTo>
                </a:path>
                <a:path w="6329680" h="3097529">
                  <a:moveTo>
                    <a:pt x="793227" y="424109"/>
                  </a:moveTo>
                  <a:lnTo>
                    <a:pt x="792296" y="424109"/>
                  </a:lnTo>
                </a:path>
                <a:path w="6329680" h="3097529">
                  <a:moveTo>
                    <a:pt x="18614" y="2652492"/>
                  </a:moveTo>
                  <a:lnTo>
                    <a:pt x="18537" y="2652492"/>
                  </a:lnTo>
                </a:path>
                <a:path w="6329680" h="3097529">
                  <a:moveTo>
                    <a:pt x="18614" y="2652833"/>
                  </a:moveTo>
                  <a:lnTo>
                    <a:pt x="17916" y="2652926"/>
                  </a:lnTo>
                </a:path>
                <a:path w="6329680" h="3097529">
                  <a:moveTo>
                    <a:pt x="18614" y="2652973"/>
                  </a:moveTo>
                  <a:lnTo>
                    <a:pt x="18382" y="2653012"/>
                  </a:lnTo>
                </a:path>
                <a:path w="6329680" h="3097529">
                  <a:moveTo>
                    <a:pt x="4685837" y="3001514"/>
                  </a:moveTo>
                  <a:lnTo>
                    <a:pt x="4695532" y="3001514"/>
                  </a:lnTo>
                  <a:lnTo>
                    <a:pt x="4702901" y="3001514"/>
                  </a:lnTo>
                </a:path>
                <a:path w="6329680" h="3097529">
                  <a:moveTo>
                    <a:pt x="6166575" y="2806887"/>
                  </a:moveTo>
                  <a:lnTo>
                    <a:pt x="6176193" y="2806887"/>
                  </a:lnTo>
                  <a:lnTo>
                    <a:pt x="6183639" y="2806887"/>
                  </a:lnTo>
                </a:path>
                <a:path w="6329680" h="3097529">
                  <a:moveTo>
                    <a:pt x="6189844" y="2729496"/>
                  </a:moveTo>
                  <a:lnTo>
                    <a:pt x="6189844" y="2659690"/>
                  </a:lnTo>
                </a:path>
                <a:path w="6329680" h="3097529">
                  <a:moveTo>
                    <a:pt x="1893601" y="3001552"/>
                  </a:moveTo>
                  <a:lnTo>
                    <a:pt x="1903296" y="3001552"/>
                  </a:lnTo>
                  <a:lnTo>
                    <a:pt x="1910665" y="3001545"/>
                  </a:lnTo>
                </a:path>
                <a:path w="6329680" h="3097529">
                  <a:moveTo>
                    <a:pt x="3289719" y="3001529"/>
                  </a:moveTo>
                  <a:lnTo>
                    <a:pt x="3299414" y="3001529"/>
                  </a:lnTo>
                  <a:lnTo>
                    <a:pt x="3306783" y="3001529"/>
                  </a:lnTo>
                </a:path>
                <a:path w="6329680" h="3097529">
                  <a:moveTo>
                    <a:pt x="18614" y="2652585"/>
                  </a:moveTo>
                </a:path>
                <a:path w="6329680" h="3097529">
                  <a:moveTo>
                    <a:pt x="18614" y="2652794"/>
                  </a:moveTo>
                  <a:lnTo>
                    <a:pt x="18614" y="2652833"/>
                  </a:lnTo>
                </a:path>
                <a:path w="6329680" h="3097529">
                  <a:moveTo>
                    <a:pt x="6081955" y="3001490"/>
                  </a:moveTo>
                  <a:lnTo>
                    <a:pt x="6091650" y="3001490"/>
                  </a:lnTo>
                  <a:lnTo>
                    <a:pt x="6099019" y="3001490"/>
                  </a:lnTo>
                </a:path>
                <a:path w="6329680" h="3097529">
                  <a:moveTo>
                    <a:pt x="6012227" y="2729503"/>
                  </a:moveTo>
                  <a:lnTo>
                    <a:pt x="6012227" y="2659697"/>
                  </a:lnTo>
                </a:path>
                <a:path w="6329680" h="3097529">
                  <a:moveTo>
                    <a:pt x="21174" y="2511779"/>
                  </a:moveTo>
                  <a:lnTo>
                    <a:pt x="21174" y="2419891"/>
                  </a:lnTo>
                </a:path>
                <a:path w="6329680" h="3097529">
                  <a:moveTo>
                    <a:pt x="801759" y="424109"/>
                  </a:moveTo>
                  <a:lnTo>
                    <a:pt x="793460" y="424109"/>
                  </a:lnTo>
                  <a:lnTo>
                    <a:pt x="793227" y="424109"/>
                  </a:lnTo>
                </a:path>
                <a:path w="6329680" h="3097529">
                  <a:moveTo>
                    <a:pt x="18537" y="2652492"/>
                  </a:moveTo>
                  <a:lnTo>
                    <a:pt x="18459" y="2652492"/>
                  </a:lnTo>
                  <a:lnTo>
                    <a:pt x="18382" y="2652523"/>
                  </a:lnTo>
                </a:path>
                <a:path w="6329680" h="3097529">
                  <a:moveTo>
                    <a:pt x="18227" y="2653004"/>
                  </a:moveTo>
                  <a:lnTo>
                    <a:pt x="11711" y="2652957"/>
                  </a:lnTo>
                </a:path>
                <a:path w="6329680" h="3097529">
                  <a:moveTo>
                    <a:pt x="6189844" y="2729674"/>
                  </a:moveTo>
                  <a:lnTo>
                    <a:pt x="6189844" y="2729496"/>
                  </a:lnTo>
                </a:path>
                <a:path w="6329680" h="3097529">
                  <a:moveTo>
                    <a:pt x="18614" y="2652329"/>
                  </a:moveTo>
                  <a:lnTo>
                    <a:pt x="18614" y="2652492"/>
                  </a:lnTo>
                  <a:lnTo>
                    <a:pt x="18614" y="2652585"/>
                  </a:lnTo>
                </a:path>
                <a:path w="6329680" h="3097529">
                  <a:moveTo>
                    <a:pt x="18614" y="2652763"/>
                  </a:moveTo>
                  <a:lnTo>
                    <a:pt x="18614" y="2652794"/>
                  </a:lnTo>
                </a:path>
                <a:path w="6329680" h="3097529">
                  <a:moveTo>
                    <a:pt x="18614" y="2652926"/>
                  </a:moveTo>
                  <a:lnTo>
                    <a:pt x="18614" y="2652957"/>
                  </a:lnTo>
                </a:path>
                <a:path w="6329680" h="3097529">
                  <a:moveTo>
                    <a:pt x="21252" y="2652329"/>
                  </a:moveTo>
                  <a:lnTo>
                    <a:pt x="21872" y="2652313"/>
                  </a:lnTo>
                </a:path>
                <a:path w="6329680" h="3097529">
                  <a:moveTo>
                    <a:pt x="6012227" y="2729682"/>
                  </a:moveTo>
                  <a:lnTo>
                    <a:pt x="6012227" y="2729503"/>
                  </a:lnTo>
                </a:path>
                <a:path w="6329680" h="3097529">
                  <a:moveTo>
                    <a:pt x="6189844" y="2733932"/>
                  </a:moveTo>
                  <a:lnTo>
                    <a:pt x="6189844" y="2729674"/>
                  </a:lnTo>
                </a:path>
                <a:path w="6329680" h="3097529">
                  <a:moveTo>
                    <a:pt x="18614" y="2652686"/>
                  </a:moveTo>
                  <a:lnTo>
                    <a:pt x="18614" y="2652732"/>
                  </a:lnTo>
                  <a:lnTo>
                    <a:pt x="18614" y="2652763"/>
                  </a:lnTo>
                </a:path>
                <a:path w="6329680" h="3097529">
                  <a:moveTo>
                    <a:pt x="18614" y="2652833"/>
                  </a:moveTo>
                  <a:lnTo>
                    <a:pt x="18614" y="2652887"/>
                  </a:lnTo>
                  <a:lnTo>
                    <a:pt x="18614" y="2652926"/>
                  </a:lnTo>
                </a:path>
                <a:path w="6329680" h="3097529">
                  <a:moveTo>
                    <a:pt x="18614" y="2652957"/>
                  </a:moveTo>
                  <a:lnTo>
                    <a:pt x="18614" y="2653012"/>
                  </a:lnTo>
                </a:path>
                <a:path w="6329680" h="3097529">
                  <a:moveTo>
                    <a:pt x="18614" y="2653322"/>
                  </a:moveTo>
                  <a:lnTo>
                    <a:pt x="18614" y="2811673"/>
                  </a:lnTo>
                </a:path>
                <a:path w="6329680" h="3097529">
                  <a:moveTo>
                    <a:pt x="6189921" y="2803738"/>
                  </a:moveTo>
                  <a:lnTo>
                    <a:pt x="6189844" y="2733932"/>
                  </a:lnTo>
                </a:path>
                <a:path w="6329680" h="3097529">
                  <a:moveTo>
                    <a:pt x="18614" y="2653012"/>
                  </a:moveTo>
                  <a:lnTo>
                    <a:pt x="18614" y="2653221"/>
                  </a:lnTo>
                </a:path>
                <a:path w="6329680" h="3097529">
                  <a:moveTo>
                    <a:pt x="6012227" y="2853432"/>
                  </a:moveTo>
                  <a:lnTo>
                    <a:pt x="6012227" y="2806895"/>
                  </a:lnTo>
                </a:path>
                <a:path w="6329680" h="3097529">
                  <a:moveTo>
                    <a:pt x="6012227" y="2733948"/>
                  </a:moveTo>
                  <a:lnTo>
                    <a:pt x="6012227" y="2729682"/>
                  </a:lnTo>
                </a:path>
                <a:path w="6329680" h="3097529">
                  <a:moveTo>
                    <a:pt x="6189921" y="2806887"/>
                  </a:moveTo>
                  <a:lnTo>
                    <a:pt x="6189921" y="2803916"/>
                  </a:lnTo>
                  <a:lnTo>
                    <a:pt x="6189921" y="2803738"/>
                  </a:lnTo>
                </a:path>
                <a:path w="6329680" h="3097529">
                  <a:moveTo>
                    <a:pt x="6012227" y="3001498"/>
                  </a:moveTo>
                  <a:lnTo>
                    <a:pt x="6012227" y="2853610"/>
                  </a:lnTo>
                  <a:lnTo>
                    <a:pt x="6012227" y="2853432"/>
                  </a:lnTo>
                </a:path>
                <a:path w="6329680" h="3097529">
                  <a:moveTo>
                    <a:pt x="6012227" y="2803753"/>
                  </a:moveTo>
                  <a:lnTo>
                    <a:pt x="6012227" y="2733948"/>
                  </a:lnTo>
                </a:path>
                <a:path w="6329680" h="3097529">
                  <a:moveTo>
                    <a:pt x="6012227" y="2806895"/>
                  </a:moveTo>
                  <a:lnTo>
                    <a:pt x="6012227" y="2803932"/>
                  </a:lnTo>
                  <a:lnTo>
                    <a:pt x="6012227" y="2803753"/>
                  </a:lnTo>
                </a:path>
                <a:path w="6329680" h="3097529">
                  <a:moveTo>
                    <a:pt x="5298345" y="2652298"/>
                  </a:moveTo>
                  <a:lnTo>
                    <a:pt x="5306954" y="2652298"/>
                  </a:lnTo>
                </a:path>
                <a:path w="6329680" h="3097529">
                  <a:moveTo>
                    <a:pt x="4479677" y="2652313"/>
                  </a:moveTo>
                  <a:lnTo>
                    <a:pt x="4482236" y="2652306"/>
                  </a:lnTo>
                </a:path>
                <a:path w="6329680" h="3097529">
                  <a:moveTo>
                    <a:pt x="4463234" y="2652298"/>
                  </a:moveTo>
                  <a:lnTo>
                    <a:pt x="4465716" y="2652298"/>
                  </a:lnTo>
                </a:path>
                <a:path w="6329680" h="3097529">
                  <a:moveTo>
                    <a:pt x="4438491" y="2652313"/>
                  </a:moveTo>
                  <a:lnTo>
                    <a:pt x="4451367" y="2652298"/>
                  </a:lnTo>
                </a:path>
                <a:path w="6329680" h="3097529">
                  <a:moveTo>
                    <a:pt x="4455865" y="2652298"/>
                  </a:moveTo>
                  <a:lnTo>
                    <a:pt x="4463234" y="2652298"/>
                  </a:lnTo>
                </a:path>
                <a:path w="6329680" h="3097529">
                  <a:moveTo>
                    <a:pt x="4749283" y="2652306"/>
                  </a:moveTo>
                  <a:lnTo>
                    <a:pt x="4736175" y="2652306"/>
                  </a:lnTo>
                </a:path>
                <a:path w="6329680" h="3097529">
                  <a:moveTo>
                    <a:pt x="5022534" y="2652306"/>
                  </a:moveTo>
                  <a:lnTo>
                    <a:pt x="5009426" y="2652306"/>
                  </a:lnTo>
                </a:path>
                <a:path w="6329680" h="3097529">
                  <a:moveTo>
                    <a:pt x="5168118" y="2652306"/>
                  </a:moveTo>
                  <a:lnTo>
                    <a:pt x="5155010" y="2652306"/>
                  </a:lnTo>
                </a:path>
                <a:path w="6329680" h="3097529">
                  <a:moveTo>
                    <a:pt x="4813116" y="2652306"/>
                  </a:moveTo>
                  <a:lnTo>
                    <a:pt x="4800008" y="2652306"/>
                  </a:lnTo>
                </a:path>
                <a:path w="6329680" h="3097529">
                  <a:moveTo>
                    <a:pt x="5218844" y="2652306"/>
                  </a:moveTo>
                  <a:lnTo>
                    <a:pt x="5231952" y="2652306"/>
                  </a:lnTo>
                </a:path>
                <a:path w="6329680" h="3097529">
                  <a:moveTo>
                    <a:pt x="4603699" y="2652306"/>
                  </a:moveTo>
                  <a:lnTo>
                    <a:pt x="4590591" y="2652306"/>
                  </a:lnTo>
                </a:path>
                <a:path w="6329680" h="3097529">
                  <a:moveTo>
                    <a:pt x="4539865" y="2652306"/>
                  </a:moveTo>
                  <a:lnTo>
                    <a:pt x="4526757" y="2652306"/>
                  </a:lnTo>
                </a:path>
                <a:path w="6329680" h="3097529">
                  <a:moveTo>
                    <a:pt x="4945592" y="2652306"/>
                  </a:moveTo>
                  <a:lnTo>
                    <a:pt x="4958700" y="2652306"/>
                  </a:lnTo>
                </a:path>
                <a:path w="6329680" h="3097529">
                  <a:moveTo>
                    <a:pt x="3638516" y="2652313"/>
                  </a:moveTo>
                  <a:lnTo>
                    <a:pt x="3640998" y="2652306"/>
                  </a:lnTo>
                </a:path>
                <a:path w="6329680" h="3097529">
                  <a:moveTo>
                    <a:pt x="3621995" y="2652298"/>
                  </a:moveTo>
                  <a:lnTo>
                    <a:pt x="3624555" y="2652298"/>
                  </a:lnTo>
                </a:path>
                <a:path w="6329680" h="3097529">
                  <a:moveTo>
                    <a:pt x="3597330" y="2652313"/>
                  </a:moveTo>
                  <a:lnTo>
                    <a:pt x="3610128" y="2652298"/>
                  </a:lnTo>
                </a:path>
                <a:path w="6329680" h="3097529">
                  <a:moveTo>
                    <a:pt x="3614704" y="2652298"/>
                  </a:moveTo>
                  <a:lnTo>
                    <a:pt x="3621995" y="2652298"/>
                  </a:lnTo>
                </a:path>
                <a:path w="6329680" h="3097529">
                  <a:moveTo>
                    <a:pt x="3908044" y="2652306"/>
                  </a:moveTo>
                  <a:lnTo>
                    <a:pt x="3895014" y="2652306"/>
                  </a:lnTo>
                </a:path>
                <a:path w="6329680" h="3097529">
                  <a:moveTo>
                    <a:pt x="4181373" y="2652306"/>
                  </a:moveTo>
                  <a:lnTo>
                    <a:pt x="4168265" y="2652306"/>
                  </a:lnTo>
                </a:path>
                <a:path w="6329680" h="3097529">
                  <a:moveTo>
                    <a:pt x="4326879" y="2652306"/>
                  </a:moveTo>
                  <a:lnTo>
                    <a:pt x="4313849" y="2652306"/>
                  </a:lnTo>
                </a:path>
                <a:path w="6329680" h="3097529">
                  <a:moveTo>
                    <a:pt x="3971955" y="2652306"/>
                  </a:moveTo>
                  <a:lnTo>
                    <a:pt x="3958847" y="2652306"/>
                  </a:lnTo>
                </a:path>
                <a:path w="6329680" h="3097529">
                  <a:moveTo>
                    <a:pt x="4377683" y="2652306"/>
                  </a:moveTo>
                  <a:lnTo>
                    <a:pt x="4390791" y="2652306"/>
                  </a:lnTo>
                </a:path>
                <a:path w="6329680" h="3097529">
                  <a:moveTo>
                    <a:pt x="3762538" y="2652306"/>
                  </a:moveTo>
                  <a:lnTo>
                    <a:pt x="3749430" y="2652306"/>
                  </a:lnTo>
                </a:path>
                <a:path w="6329680" h="3097529">
                  <a:moveTo>
                    <a:pt x="3698626" y="2652306"/>
                  </a:moveTo>
                  <a:lnTo>
                    <a:pt x="3685596" y="2652306"/>
                  </a:lnTo>
                </a:path>
                <a:path w="6329680" h="3097529">
                  <a:moveTo>
                    <a:pt x="4104431" y="2652306"/>
                  </a:moveTo>
                  <a:lnTo>
                    <a:pt x="4117462" y="2652306"/>
                  </a:lnTo>
                </a:path>
                <a:path w="6329680" h="3097529">
                  <a:moveTo>
                    <a:pt x="2797355" y="2652313"/>
                  </a:moveTo>
                  <a:lnTo>
                    <a:pt x="2799837" y="2652313"/>
                  </a:lnTo>
                </a:path>
                <a:path w="6329680" h="3097529">
                  <a:moveTo>
                    <a:pt x="2780834" y="2652306"/>
                  </a:moveTo>
                  <a:lnTo>
                    <a:pt x="2783316" y="2652298"/>
                  </a:lnTo>
                </a:path>
                <a:path w="6329680" h="3097529">
                  <a:moveTo>
                    <a:pt x="2756092" y="2652313"/>
                  </a:moveTo>
                  <a:lnTo>
                    <a:pt x="2768967" y="2652298"/>
                  </a:lnTo>
                </a:path>
                <a:path w="6329680" h="3097529">
                  <a:moveTo>
                    <a:pt x="2773465" y="2652298"/>
                  </a:moveTo>
                  <a:lnTo>
                    <a:pt x="2780834" y="2652306"/>
                  </a:lnTo>
                </a:path>
                <a:path w="6329680" h="3097529">
                  <a:moveTo>
                    <a:pt x="3066883" y="2652313"/>
                  </a:moveTo>
                  <a:lnTo>
                    <a:pt x="3053775" y="2652313"/>
                  </a:lnTo>
                </a:path>
                <a:path w="6329680" h="3097529">
                  <a:moveTo>
                    <a:pt x="3340134" y="2652306"/>
                  </a:moveTo>
                  <a:lnTo>
                    <a:pt x="3327104" y="2652306"/>
                  </a:lnTo>
                </a:path>
                <a:path w="6329680" h="3097529">
                  <a:moveTo>
                    <a:pt x="3485718" y="2652306"/>
                  </a:moveTo>
                  <a:lnTo>
                    <a:pt x="3472610" y="2652306"/>
                  </a:lnTo>
                </a:path>
                <a:path w="6329680" h="3097529">
                  <a:moveTo>
                    <a:pt x="3130717" y="2652313"/>
                  </a:moveTo>
                  <a:lnTo>
                    <a:pt x="3117686" y="2652313"/>
                  </a:lnTo>
                </a:path>
                <a:path w="6329680" h="3097529">
                  <a:moveTo>
                    <a:pt x="3536522" y="2652306"/>
                  </a:moveTo>
                  <a:lnTo>
                    <a:pt x="3549552" y="2652306"/>
                  </a:lnTo>
                </a:path>
                <a:path w="6329680" h="3097529">
                  <a:moveTo>
                    <a:pt x="2921299" y="2652313"/>
                  </a:moveTo>
                  <a:lnTo>
                    <a:pt x="2908268" y="2652313"/>
                  </a:lnTo>
                </a:path>
                <a:path w="6329680" h="3097529">
                  <a:moveTo>
                    <a:pt x="2857465" y="2652313"/>
                  </a:moveTo>
                  <a:lnTo>
                    <a:pt x="2844357" y="2652313"/>
                  </a:lnTo>
                </a:path>
                <a:path w="6329680" h="3097529">
                  <a:moveTo>
                    <a:pt x="1956116" y="2652313"/>
                  </a:moveTo>
                  <a:lnTo>
                    <a:pt x="1958675" y="2652313"/>
                  </a:lnTo>
                </a:path>
                <a:path w="6329680" h="3097529">
                  <a:moveTo>
                    <a:pt x="1932304" y="2652298"/>
                  </a:moveTo>
                  <a:lnTo>
                    <a:pt x="1939673" y="2652306"/>
                  </a:lnTo>
                  <a:lnTo>
                    <a:pt x="1942155" y="2652298"/>
                  </a:lnTo>
                </a:path>
                <a:path w="6329680" h="3097529">
                  <a:moveTo>
                    <a:pt x="2225722" y="2652313"/>
                  </a:moveTo>
                  <a:lnTo>
                    <a:pt x="2212614" y="2652313"/>
                  </a:lnTo>
                </a:path>
                <a:path w="6329680" h="3097529">
                  <a:moveTo>
                    <a:pt x="2498973" y="2652313"/>
                  </a:moveTo>
                  <a:lnTo>
                    <a:pt x="2485865" y="2652313"/>
                  </a:lnTo>
                </a:path>
                <a:path w="6329680" h="3097529">
                  <a:moveTo>
                    <a:pt x="2644480" y="2652313"/>
                  </a:moveTo>
                  <a:lnTo>
                    <a:pt x="2631449" y="2652313"/>
                  </a:lnTo>
                </a:path>
                <a:path w="6329680" h="3097529">
                  <a:moveTo>
                    <a:pt x="2289555" y="2652313"/>
                  </a:moveTo>
                  <a:lnTo>
                    <a:pt x="2276447" y="2652313"/>
                  </a:lnTo>
                </a:path>
                <a:path w="6329680" h="3097529">
                  <a:moveTo>
                    <a:pt x="2695283" y="2652313"/>
                  </a:moveTo>
                  <a:lnTo>
                    <a:pt x="2708391" y="2652313"/>
                  </a:lnTo>
                </a:path>
                <a:path w="6329680" h="3097529">
                  <a:moveTo>
                    <a:pt x="2080138" y="2652313"/>
                  </a:moveTo>
                  <a:lnTo>
                    <a:pt x="2067030" y="2652313"/>
                  </a:lnTo>
                </a:path>
                <a:path w="6329680" h="3097529">
                  <a:moveTo>
                    <a:pt x="2016304" y="2652313"/>
                  </a:moveTo>
                  <a:lnTo>
                    <a:pt x="2003196" y="2652313"/>
                  </a:lnTo>
                </a:path>
                <a:path w="6329680" h="3097529">
                  <a:moveTo>
                    <a:pt x="2422032" y="2652313"/>
                  </a:moveTo>
                  <a:lnTo>
                    <a:pt x="2435140" y="2652313"/>
                  </a:lnTo>
                </a:path>
                <a:path w="6329680" h="3097529">
                  <a:moveTo>
                    <a:pt x="1114955" y="2652313"/>
                  </a:moveTo>
                  <a:lnTo>
                    <a:pt x="1117437" y="2652313"/>
                  </a:lnTo>
                </a:path>
                <a:path w="6329680" h="3097529">
                  <a:moveTo>
                    <a:pt x="1098434" y="2652306"/>
                  </a:moveTo>
                  <a:lnTo>
                    <a:pt x="1100994" y="2652306"/>
                  </a:lnTo>
                </a:path>
                <a:path w="6329680" h="3097529">
                  <a:moveTo>
                    <a:pt x="1073692" y="2652313"/>
                  </a:moveTo>
                  <a:lnTo>
                    <a:pt x="1086567" y="2652306"/>
                  </a:lnTo>
                </a:path>
                <a:path w="6329680" h="3097529">
                  <a:moveTo>
                    <a:pt x="1091143" y="2652306"/>
                  </a:moveTo>
                  <a:lnTo>
                    <a:pt x="1098434" y="2652306"/>
                  </a:lnTo>
                </a:path>
                <a:path w="6329680" h="3097529">
                  <a:moveTo>
                    <a:pt x="1384483" y="2652313"/>
                  </a:moveTo>
                  <a:lnTo>
                    <a:pt x="1371375" y="2652313"/>
                  </a:lnTo>
                </a:path>
                <a:path w="6329680" h="3097529">
                  <a:moveTo>
                    <a:pt x="1657812" y="2652313"/>
                  </a:moveTo>
                  <a:lnTo>
                    <a:pt x="1644704" y="2652313"/>
                  </a:lnTo>
                </a:path>
                <a:path w="6329680" h="3097529">
                  <a:moveTo>
                    <a:pt x="1803319" y="2652313"/>
                  </a:moveTo>
                  <a:lnTo>
                    <a:pt x="1790211" y="2652313"/>
                  </a:lnTo>
                </a:path>
                <a:path w="6329680" h="3097529">
                  <a:moveTo>
                    <a:pt x="1448394" y="2652313"/>
                  </a:moveTo>
                  <a:lnTo>
                    <a:pt x="1435286" y="2652313"/>
                  </a:lnTo>
                </a:path>
                <a:path w="6329680" h="3097529">
                  <a:moveTo>
                    <a:pt x="1238977" y="2652313"/>
                  </a:moveTo>
                  <a:lnTo>
                    <a:pt x="1225869" y="2652313"/>
                  </a:lnTo>
                </a:path>
                <a:path w="6329680" h="3097529">
                  <a:moveTo>
                    <a:pt x="1175065" y="2652313"/>
                  </a:moveTo>
                  <a:lnTo>
                    <a:pt x="1161957" y="2652313"/>
                  </a:lnTo>
                </a:path>
                <a:path w="6329680" h="3097529">
                  <a:moveTo>
                    <a:pt x="1580793" y="2652313"/>
                  </a:moveTo>
                  <a:lnTo>
                    <a:pt x="1593901" y="2652313"/>
                  </a:lnTo>
                </a:path>
                <a:path w="6329680" h="3097529">
                  <a:moveTo>
                    <a:pt x="273716" y="2652313"/>
                  </a:moveTo>
                  <a:lnTo>
                    <a:pt x="276276" y="2652313"/>
                  </a:lnTo>
                </a:path>
                <a:path w="6329680" h="3097529">
                  <a:moveTo>
                    <a:pt x="257273" y="2652306"/>
                  </a:moveTo>
                  <a:lnTo>
                    <a:pt x="259755" y="2652306"/>
                  </a:lnTo>
                </a:path>
                <a:path w="6329680" h="3097529">
                  <a:moveTo>
                    <a:pt x="232531" y="2652313"/>
                  </a:moveTo>
                  <a:lnTo>
                    <a:pt x="245406" y="2652306"/>
                  </a:lnTo>
                </a:path>
                <a:path w="6329680" h="3097529">
                  <a:moveTo>
                    <a:pt x="249905" y="2652306"/>
                  </a:moveTo>
                  <a:lnTo>
                    <a:pt x="257273" y="2652306"/>
                  </a:lnTo>
                </a:path>
                <a:path w="6329680" h="3097529">
                  <a:moveTo>
                    <a:pt x="543322" y="2652313"/>
                  </a:moveTo>
                  <a:lnTo>
                    <a:pt x="530214" y="2652313"/>
                  </a:lnTo>
                </a:path>
                <a:path w="6329680" h="3097529">
                  <a:moveTo>
                    <a:pt x="816573" y="2652313"/>
                  </a:moveTo>
                  <a:lnTo>
                    <a:pt x="803465" y="2652313"/>
                  </a:lnTo>
                </a:path>
                <a:path w="6329680" h="3097529">
                  <a:moveTo>
                    <a:pt x="962157" y="2652313"/>
                  </a:moveTo>
                  <a:lnTo>
                    <a:pt x="949049" y="2652313"/>
                  </a:lnTo>
                </a:path>
                <a:path w="6329680" h="3097529">
                  <a:moveTo>
                    <a:pt x="607156" y="2652313"/>
                  </a:moveTo>
                  <a:lnTo>
                    <a:pt x="594048" y="2652313"/>
                  </a:lnTo>
                </a:path>
                <a:path w="6329680" h="3097529">
                  <a:moveTo>
                    <a:pt x="1012883" y="2652313"/>
                  </a:moveTo>
                  <a:lnTo>
                    <a:pt x="1025991" y="2652313"/>
                  </a:lnTo>
                </a:path>
                <a:path w="6329680" h="3097529">
                  <a:moveTo>
                    <a:pt x="397738" y="2652313"/>
                  </a:moveTo>
                  <a:lnTo>
                    <a:pt x="384630" y="2652313"/>
                  </a:lnTo>
                </a:path>
                <a:path w="6329680" h="3097529">
                  <a:moveTo>
                    <a:pt x="333904" y="2652313"/>
                  </a:moveTo>
                  <a:lnTo>
                    <a:pt x="320796" y="2652313"/>
                  </a:lnTo>
                </a:path>
                <a:path w="6329680" h="3097529">
                  <a:moveTo>
                    <a:pt x="739632" y="2652313"/>
                  </a:moveTo>
                  <a:lnTo>
                    <a:pt x="752740" y="2652313"/>
                  </a:lnTo>
                </a:path>
                <a:path w="6329680" h="3097529">
                  <a:moveTo>
                    <a:pt x="120919" y="2652313"/>
                  </a:moveTo>
                  <a:lnTo>
                    <a:pt x="107811" y="2652313"/>
                  </a:lnTo>
                </a:path>
                <a:path w="6329680" h="3097529">
                  <a:moveTo>
                    <a:pt x="171722" y="2652313"/>
                  </a:moveTo>
                  <a:lnTo>
                    <a:pt x="184830" y="2652313"/>
                  </a:lnTo>
                </a:path>
                <a:path w="6329680" h="3097529">
                  <a:moveTo>
                    <a:pt x="17296" y="2652763"/>
                  </a:moveTo>
                  <a:lnTo>
                    <a:pt x="17373" y="2652794"/>
                  </a:lnTo>
                </a:path>
                <a:path w="6329680" h="3097529">
                  <a:moveTo>
                    <a:pt x="16753" y="2652639"/>
                  </a:moveTo>
                  <a:lnTo>
                    <a:pt x="16908" y="2652678"/>
                  </a:lnTo>
                </a:path>
                <a:path w="6329680" h="3097529">
                  <a:moveTo>
                    <a:pt x="18304" y="2652515"/>
                  </a:moveTo>
                  <a:lnTo>
                    <a:pt x="18149" y="2652461"/>
                  </a:lnTo>
                </a:path>
                <a:path w="6329680" h="3097529">
                  <a:moveTo>
                    <a:pt x="17761" y="2652880"/>
                  </a:moveTo>
                  <a:lnTo>
                    <a:pt x="17916" y="2652918"/>
                  </a:lnTo>
                </a:path>
                <a:path w="6329680" h="3097529">
                  <a:moveTo>
                    <a:pt x="21174" y="2419891"/>
                  </a:moveTo>
                  <a:lnTo>
                    <a:pt x="21096" y="1458206"/>
                  </a:lnTo>
                  <a:lnTo>
                    <a:pt x="20941" y="535620"/>
                  </a:lnTo>
                </a:path>
                <a:path w="6329680" h="3097529">
                  <a:moveTo>
                    <a:pt x="699222" y="15"/>
                  </a:moveTo>
                  <a:lnTo>
                    <a:pt x="699222" y="371398"/>
                  </a:lnTo>
                </a:path>
                <a:path w="6329680" h="3097529">
                  <a:moveTo>
                    <a:pt x="792296" y="1062"/>
                  </a:moveTo>
                  <a:lnTo>
                    <a:pt x="792296" y="424109"/>
                  </a:lnTo>
                </a:path>
                <a:path w="6329680" h="3097529">
                  <a:moveTo>
                    <a:pt x="1918421" y="2652313"/>
                  </a:moveTo>
                  <a:lnTo>
                    <a:pt x="1926953" y="2652306"/>
                  </a:lnTo>
                </a:path>
                <a:path w="6329680" h="3097529">
                  <a:moveTo>
                    <a:pt x="3180" y="2652965"/>
                  </a:moveTo>
                  <a:lnTo>
                    <a:pt x="5817" y="2652965"/>
                  </a:lnTo>
                </a:path>
                <a:path w="6329680" h="3097529">
                  <a:moveTo>
                    <a:pt x="628330" y="2978090"/>
                  </a:moveTo>
                  <a:lnTo>
                    <a:pt x="630657" y="2977291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5" name="object 355"/>
          <p:cNvGrpSpPr/>
          <p:nvPr/>
        </p:nvGrpSpPr>
        <p:grpSpPr>
          <a:xfrm>
            <a:off x="3507102" y="4756691"/>
            <a:ext cx="45720" cy="780415"/>
            <a:chOff x="3507102" y="4756691"/>
            <a:chExt cx="45720" cy="780415"/>
          </a:xfrm>
        </p:grpSpPr>
        <p:sp>
          <p:nvSpPr>
            <p:cNvPr id="356" name="object 356"/>
            <p:cNvSpPr/>
            <p:nvPr/>
          </p:nvSpPr>
          <p:spPr>
            <a:xfrm>
              <a:off x="3537483" y="4763082"/>
              <a:ext cx="635" cy="772160"/>
            </a:xfrm>
            <a:custGeom>
              <a:avLst/>
              <a:gdLst/>
              <a:ahLst/>
              <a:cxnLst/>
              <a:rect l="l" t="t" r="r" b="b"/>
              <a:pathLst>
                <a:path w="635" h="772160">
                  <a:moveTo>
                    <a:pt x="0" y="771595"/>
                  </a:moveTo>
                  <a:lnTo>
                    <a:pt x="271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/>
            <p:cNvSpPr/>
            <p:nvPr/>
          </p:nvSpPr>
          <p:spPr>
            <a:xfrm>
              <a:off x="3548520" y="4756691"/>
              <a:ext cx="4445" cy="772160"/>
            </a:xfrm>
            <a:custGeom>
              <a:avLst/>
              <a:gdLst/>
              <a:ahLst/>
              <a:cxnLst/>
              <a:rect l="l" t="t" r="r" b="b"/>
              <a:pathLst>
                <a:path w="4445" h="772160">
                  <a:moveTo>
                    <a:pt x="3878" y="771843"/>
                  </a:moveTo>
                  <a:lnTo>
                    <a:pt x="0" y="771843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7718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/>
            <p:cNvSpPr/>
            <p:nvPr/>
          </p:nvSpPr>
          <p:spPr>
            <a:xfrm>
              <a:off x="3522615" y="5464025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w="0" h="71754">
                  <a:moveTo>
                    <a:pt x="0" y="71434"/>
                  </a:moveTo>
                  <a:lnTo>
                    <a:pt x="0" y="0"/>
                  </a:lnTo>
                </a:path>
              </a:pathLst>
            </a:custGeom>
            <a:ln w="310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9" name="object 359"/>
          <p:cNvSpPr txBox="1"/>
          <p:nvPr/>
        </p:nvSpPr>
        <p:spPr>
          <a:xfrm>
            <a:off x="3227022" y="6145949"/>
            <a:ext cx="187388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FENCING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ISOMETRIC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0" name="object 360"/>
          <p:cNvSpPr txBox="1"/>
          <p:nvPr/>
        </p:nvSpPr>
        <p:spPr>
          <a:xfrm>
            <a:off x="2918069" y="6184629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1" name="object 361"/>
          <p:cNvSpPr txBox="1"/>
          <p:nvPr/>
        </p:nvSpPr>
        <p:spPr>
          <a:xfrm>
            <a:off x="2842446" y="6335875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S3.0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62" name="object 362"/>
          <p:cNvGrpSpPr/>
          <p:nvPr/>
        </p:nvGrpSpPr>
        <p:grpSpPr>
          <a:xfrm>
            <a:off x="2735147" y="6130219"/>
            <a:ext cx="3293745" cy="449580"/>
            <a:chOff x="2735147" y="6130219"/>
            <a:chExt cx="3293745" cy="449580"/>
          </a:xfrm>
        </p:grpSpPr>
        <p:sp>
          <p:nvSpPr>
            <p:cNvPr id="363" name="object 363"/>
            <p:cNvSpPr/>
            <p:nvPr/>
          </p:nvSpPr>
          <p:spPr>
            <a:xfrm>
              <a:off x="2743092" y="6354772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65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2743084" y="6138156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5" h="433704">
                  <a:moveTo>
                    <a:pt x="0" y="216615"/>
                  </a:moveTo>
                  <a:lnTo>
                    <a:pt x="5721" y="166948"/>
                  </a:lnTo>
                  <a:lnTo>
                    <a:pt x="22018" y="121354"/>
                  </a:lnTo>
                  <a:lnTo>
                    <a:pt x="47591" y="81134"/>
                  </a:lnTo>
                  <a:lnTo>
                    <a:pt x="81138" y="47588"/>
                  </a:lnTo>
                  <a:lnTo>
                    <a:pt x="121360" y="22017"/>
                  </a:lnTo>
                  <a:lnTo>
                    <a:pt x="166955" y="5721"/>
                  </a:lnTo>
                  <a:lnTo>
                    <a:pt x="216623" y="0"/>
                  </a:lnTo>
                  <a:lnTo>
                    <a:pt x="266293" y="5721"/>
                  </a:lnTo>
                  <a:lnTo>
                    <a:pt x="311889" y="22017"/>
                  </a:lnTo>
                  <a:lnTo>
                    <a:pt x="352110" y="47588"/>
                  </a:lnTo>
                  <a:lnTo>
                    <a:pt x="385657" y="81134"/>
                  </a:lnTo>
                  <a:lnTo>
                    <a:pt x="411228" y="121354"/>
                  </a:lnTo>
                  <a:lnTo>
                    <a:pt x="427525" y="166948"/>
                  </a:lnTo>
                  <a:lnTo>
                    <a:pt x="433246" y="216615"/>
                  </a:lnTo>
                  <a:lnTo>
                    <a:pt x="427525" y="266285"/>
                  </a:lnTo>
                  <a:lnTo>
                    <a:pt x="411228" y="311881"/>
                  </a:lnTo>
                  <a:lnTo>
                    <a:pt x="385657" y="352103"/>
                  </a:lnTo>
                  <a:lnTo>
                    <a:pt x="352110" y="385649"/>
                  </a:lnTo>
                  <a:lnTo>
                    <a:pt x="311889" y="411221"/>
                  </a:lnTo>
                  <a:lnTo>
                    <a:pt x="266293" y="427517"/>
                  </a:lnTo>
                  <a:lnTo>
                    <a:pt x="216623" y="433238"/>
                  </a:lnTo>
                  <a:lnTo>
                    <a:pt x="166955" y="427517"/>
                  </a:lnTo>
                  <a:lnTo>
                    <a:pt x="121360" y="411221"/>
                  </a:lnTo>
                  <a:lnTo>
                    <a:pt x="81138" y="385649"/>
                  </a:lnTo>
                  <a:lnTo>
                    <a:pt x="47591" y="352103"/>
                  </a:lnTo>
                  <a:lnTo>
                    <a:pt x="22018" y="311881"/>
                  </a:lnTo>
                  <a:lnTo>
                    <a:pt x="5721" y="266285"/>
                  </a:lnTo>
                  <a:lnTo>
                    <a:pt x="0" y="216615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5" name="object 365"/>
          <p:cNvSpPr txBox="1"/>
          <p:nvPr/>
        </p:nvSpPr>
        <p:spPr>
          <a:xfrm>
            <a:off x="3193562" y="6418913"/>
            <a:ext cx="59436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NTS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66" name="object 366"/>
          <p:cNvSpPr txBox="1"/>
          <p:nvPr/>
        </p:nvSpPr>
        <p:spPr>
          <a:xfrm>
            <a:off x="12648927" y="6080137"/>
            <a:ext cx="1991995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FENCING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PARKING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LOT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7" name="object 367"/>
          <p:cNvSpPr txBox="1"/>
          <p:nvPr/>
        </p:nvSpPr>
        <p:spPr>
          <a:xfrm>
            <a:off x="12339997" y="6118817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8" name="object 368"/>
          <p:cNvSpPr txBox="1"/>
          <p:nvPr/>
        </p:nvSpPr>
        <p:spPr>
          <a:xfrm>
            <a:off x="12264374" y="6270064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S3.0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69" name="object 369"/>
          <p:cNvGrpSpPr/>
          <p:nvPr/>
        </p:nvGrpSpPr>
        <p:grpSpPr>
          <a:xfrm>
            <a:off x="12157059" y="6064399"/>
            <a:ext cx="3293745" cy="449580"/>
            <a:chOff x="12157059" y="6064399"/>
            <a:chExt cx="3293745" cy="449580"/>
          </a:xfrm>
        </p:grpSpPr>
        <p:sp>
          <p:nvSpPr>
            <p:cNvPr id="370" name="object 370"/>
            <p:cNvSpPr/>
            <p:nvPr/>
          </p:nvSpPr>
          <p:spPr>
            <a:xfrm>
              <a:off x="12164996" y="6288960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80" h="0">
                  <a:moveTo>
                    <a:pt x="0" y="0"/>
                  </a:moveTo>
                  <a:lnTo>
                    <a:pt x="328142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/>
            <p:cNvSpPr/>
            <p:nvPr/>
          </p:nvSpPr>
          <p:spPr>
            <a:xfrm>
              <a:off x="12164996" y="6072337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23"/>
                  </a:moveTo>
                  <a:lnTo>
                    <a:pt x="5723" y="166955"/>
                  </a:lnTo>
                  <a:lnTo>
                    <a:pt x="22025" y="121360"/>
                  </a:lnTo>
                  <a:lnTo>
                    <a:pt x="47604" y="81138"/>
                  </a:lnTo>
                  <a:lnTo>
                    <a:pt x="81156" y="47591"/>
                  </a:lnTo>
                  <a:lnTo>
                    <a:pt x="121380" y="22018"/>
                  </a:lnTo>
                  <a:lnTo>
                    <a:pt x="166972" y="5721"/>
                  </a:lnTo>
                  <a:lnTo>
                    <a:pt x="216630" y="0"/>
                  </a:lnTo>
                  <a:lnTo>
                    <a:pt x="266313" y="5721"/>
                  </a:lnTo>
                  <a:lnTo>
                    <a:pt x="311915" y="22018"/>
                  </a:lnTo>
                  <a:lnTo>
                    <a:pt x="352137" y="47591"/>
                  </a:lnTo>
                  <a:lnTo>
                    <a:pt x="385682" y="81138"/>
                  </a:lnTo>
                  <a:lnTo>
                    <a:pt x="411249" y="121360"/>
                  </a:lnTo>
                  <a:lnTo>
                    <a:pt x="427542" y="166955"/>
                  </a:lnTo>
                  <a:lnTo>
                    <a:pt x="433261" y="216623"/>
                  </a:lnTo>
                  <a:lnTo>
                    <a:pt x="427542" y="266293"/>
                  </a:lnTo>
                  <a:lnTo>
                    <a:pt x="411249" y="311889"/>
                  </a:lnTo>
                  <a:lnTo>
                    <a:pt x="385682" y="352110"/>
                  </a:lnTo>
                  <a:lnTo>
                    <a:pt x="352137" y="385657"/>
                  </a:lnTo>
                  <a:lnTo>
                    <a:pt x="311915" y="411228"/>
                  </a:lnTo>
                  <a:lnTo>
                    <a:pt x="266313" y="427525"/>
                  </a:lnTo>
                  <a:lnTo>
                    <a:pt x="216630" y="433246"/>
                  </a:lnTo>
                  <a:lnTo>
                    <a:pt x="166972" y="427525"/>
                  </a:lnTo>
                  <a:lnTo>
                    <a:pt x="121380" y="411228"/>
                  </a:lnTo>
                  <a:lnTo>
                    <a:pt x="81156" y="385657"/>
                  </a:lnTo>
                  <a:lnTo>
                    <a:pt x="47604" y="352110"/>
                  </a:lnTo>
                  <a:lnTo>
                    <a:pt x="22025" y="311889"/>
                  </a:lnTo>
                  <a:lnTo>
                    <a:pt x="5723" y="266293"/>
                  </a:lnTo>
                  <a:lnTo>
                    <a:pt x="0" y="216623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2" name="object 372"/>
          <p:cNvSpPr txBox="1"/>
          <p:nvPr/>
        </p:nvSpPr>
        <p:spPr>
          <a:xfrm>
            <a:off x="12615498" y="6353102"/>
            <a:ext cx="59436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NTS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373" name="object 373"/>
          <p:cNvSpPr txBox="1"/>
          <p:nvPr/>
        </p:nvSpPr>
        <p:spPr>
          <a:xfrm>
            <a:off x="6264789" y="12318978"/>
            <a:ext cx="261493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latin typeface="Calibri"/>
                <a:cs typeface="Calibri"/>
              </a:rPr>
              <a:t>FENCING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DETAILS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-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CLAREMONT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AVE.</a:t>
            </a:r>
            <a:r>
              <a:rPr dirty="0" sz="950" spc="6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STREET</a:t>
            </a:r>
            <a:r>
              <a:rPr dirty="0" sz="950" spc="60">
                <a:latin typeface="Calibri"/>
                <a:cs typeface="Calibri"/>
              </a:rPr>
              <a:t> </a:t>
            </a:r>
            <a:r>
              <a:rPr dirty="0" sz="950" spc="-20">
                <a:latin typeface="Calibri"/>
                <a:cs typeface="Calibri"/>
              </a:rPr>
              <a:t>VIEW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4" name="object 374"/>
          <p:cNvSpPr txBox="1"/>
          <p:nvPr/>
        </p:nvSpPr>
        <p:spPr>
          <a:xfrm>
            <a:off x="5955836" y="12357603"/>
            <a:ext cx="8890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50"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75" name="object 375"/>
          <p:cNvSpPr txBox="1"/>
          <p:nvPr/>
        </p:nvSpPr>
        <p:spPr>
          <a:xfrm>
            <a:off x="5880213" y="12508850"/>
            <a:ext cx="240029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20">
                <a:latin typeface="Calibri"/>
                <a:cs typeface="Calibri"/>
              </a:rPr>
              <a:t>S3.0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76" name="object 376"/>
          <p:cNvGrpSpPr/>
          <p:nvPr/>
        </p:nvGrpSpPr>
        <p:grpSpPr>
          <a:xfrm>
            <a:off x="5772921" y="12303186"/>
            <a:ext cx="3293745" cy="449580"/>
            <a:chOff x="5772921" y="12303186"/>
            <a:chExt cx="3293745" cy="449580"/>
          </a:xfrm>
        </p:grpSpPr>
        <p:sp>
          <p:nvSpPr>
            <p:cNvPr id="377" name="object 377"/>
            <p:cNvSpPr/>
            <p:nvPr/>
          </p:nvSpPr>
          <p:spPr>
            <a:xfrm>
              <a:off x="5780859" y="12527754"/>
              <a:ext cx="3281679" cy="0"/>
            </a:xfrm>
            <a:custGeom>
              <a:avLst/>
              <a:gdLst/>
              <a:ahLst/>
              <a:cxnLst/>
              <a:rect l="l" t="t" r="r" b="b"/>
              <a:pathLst>
                <a:path w="3281679" h="0">
                  <a:moveTo>
                    <a:pt x="0" y="0"/>
                  </a:moveTo>
                  <a:lnTo>
                    <a:pt x="3281342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/>
            <p:cNvSpPr/>
            <p:nvPr/>
          </p:nvSpPr>
          <p:spPr>
            <a:xfrm>
              <a:off x="5780859" y="12311123"/>
              <a:ext cx="433705" cy="433705"/>
            </a:xfrm>
            <a:custGeom>
              <a:avLst/>
              <a:gdLst/>
              <a:ahLst/>
              <a:cxnLst/>
              <a:rect l="l" t="t" r="r" b="b"/>
              <a:pathLst>
                <a:path w="433704" h="433704">
                  <a:moveTo>
                    <a:pt x="0" y="216630"/>
                  </a:moveTo>
                  <a:lnTo>
                    <a:pt x="5721" y="166972"/>
                  </a:lnTo>
                  <a:lnTo>
                    <a:pt x="22017" y="121380"/>
                  </a:lnTo>
                  <a:lnTo>
                    <a:pt x="47589" y="81156"/>
                  </a:lnTo>
                  <a:lnTo>
                    <a:pt x="81135" y="47604"/>
                  </a:lnTo>
                  <a:lnTo>
                    <a:pt x="121357" y="22025"/>
                  </a:lnTo>
                  <a:lnTo>
                    <a:pt x="166952" y="5723"/>
                  </a:lnTo>
                  <a:lnTo>
                    <a:pt x="216623" y="0"/>
                  </a:lnTo>
                  <a:lnTo>
                    <a:pt x="266291" y="5723"/>
                  </a:lnTo>
                  <a:lnTo>
                    <a:pt x="311886" y="22025"/>
                  </a:lnTo>
                  <a:lnTo>
                    <a:pt x="352107" y="47604"/>
                  </a:lnTo>
                  <a:lnTo>
                    <a:pt x="385654" y="81156"/>
                  </a:lnTo>
                  <a:lnTo>
                    <a:pt x="411227" y="121380"/>
                  </a:lnTo>
                  <a:lnTo>
                    <a:pt x="427524" y="166972"/>
                  </a:lnTo>
                  <a:lnTo>
                    <a:pt x="433246" y="216630"/>
                  </a:lnTo>
                  <a:lnTo>
                    <a:pt x="427524" y="266313"/>
                  </a:lnTo>
                  <a:lnTo>
                    <a:pt x="411227" y="311915"/>
                  </a:lnTo>
                  <a:lnTo>
                    <a:pt x="385654" y="352137"/>
                  </a:lnTo>
                  <a:lnTo>
                    <a:pt x="352107" y="385682"/>
                  </a:lnTo>
                  <a:lnTo>
                    <a:pt x="311886" y="411249"/>
                  </a:lnTo>
                  <a:lnTo>
                    <a:pt x="266291" y="427542"/>
                  </a:lnTo>
                  <a:lnTo>
                    <a:pt x="216623" y="433261"/>
                  </a:lnTo>
                  <a:lnTo>
                    <a:pt x="166952" y="427542"/>
                  </a:lnTo>
                  <a:lnTo>
                    <a:pt x="121357" y="411249"/>
                  </a:lnTo>
                  <a:lnTo>
                    <a:pt x="81135" y="385682"/>
                  </a:lnTo>
                  <a:lnTo>
                    <a:pt x="47589" y="352137"/>
                  </a:lnTo>
                  <a:lnTo>
                    <a:pt x="22017" y="311915"/>
                  </a:lnTo>
                  <a:lnTo>
                    <a:pt x="5721" y="266313"/>
                  </a:lnTo>
                  <a:lnTo>
                    <a:pt x="0" y="216630"/>
                  </a:lnTo>
                </a:path>
              </a:pathLst>
            </a:custGeom>
            <a:ln w="15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9" name="object 379"/>
          <p:cNvSpPr txBox="1"/>
          <p:nvPr/>
        </p:nvSpPr>
        <p:spPr>
          <a:xfrm>
            <a:off x="6231329" y="12591919"/>
            <a:ext cx="59436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SCALE: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NTS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80" name="object 380"/>
          <p:cNvGrpSpPr/>
          <p:nvPr/>
        </p:nvGrpSpPr>
        <p:grpSpPr>
          <a:xfrm>
            <a:off x="16211722" y="2281203"/>
            <a:ext cx="286385" cy="2275205"/>
            <a:chOff x="16211722" y="2281203"/>
            <a:chExt cx="286385" cy="2275205"/>
          </a:xfrm>
        </p:grpSpPr>
        <p:sp>
          <p:nvSpPr>
            <p:cNvPr id="381" name="object 381"/>
            <p:cNvSpPr/>
            <p:nvPr/>
          </p:nvSpPr>
          <p:spPr>
            <a:xfrm>
              <a:off x="16211715" y="2302539"/>
              <a:ext cx="184785" cy="2232660"/>
            </a:xfrm>
            <a:custGeom>
              <a:avLst/>
              <a:gdLst/>
              <a:ahLst/>
              <a:cxnLst/>
              <a:rect l="l" t="t" r="r" b="b"/>
              <a:pathLst>
                <a:path w="184784" h="2232660">
                  <a:moveTo>
                    <a:pt x="184594" y="0"/>
                  </a:moveTo>
                  <a:lnTo>
                    <a:pt x="141935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140004" y="3873"/>
                  </a:lnTo>
                  <a:lnTo>
                    <a:pt x="140004" y="2228215"/>
                  </a:lnTo>
                  <a:lnTo>
                    <a:pt x="12725" y="2228215"/>
                  </a:lnTo>
                  <a:lnTo>
                    <a:pt x="12725" y="2232101"/>
                  </a:lnTo>
                  <a:lnTo>
                    <a:pt x="141935" y="2232101"/>
                  </a:lnTo>
                  <a:lnTo>
                    <a:pt x="184594" y="2232101"/>
                  </a:lnTo>
                  <a:lnTo>
                    <a:pt x="184594" y="2228215"/>
                  </a:lnTo>
                  <a:lnTo>
                    <a:pt x="143878" y="2228215"/>
                  </a:lnTo>
                  <a:lnTo>
                    <a:pt x="143878" y="3873"/>
                  </a:lnTo>
                  <a:lnTo>
                    <a:pt x="184594" y="3873"/>
                  </a:lnTo>
                  <a:lnTo>
                    <a:pt x="1845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/>
            <p:cNvSpPr/>
            <p:nvPr/>
          </p:nvSpPr>
          <p:spPr>
            <a:xfrm>
              <a:off x="16342026" y="4521058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0"/>
                  </a:moveTo>
                  <a:lnTo>
                    <a:pt x="23268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/>
            <p:cNvSpPr/>
            <p:nvPr/>
          </p:nvSpPr>
          <p:spPr>
            <a:xfrm>
              <a:off x="16351721" y="4532692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/>
            <p:cNvSpPr/>
            <p:nvPr/>
          </p:nvSpPr>
          <p:spPr>
            <a:xfrm>
              <a:off x="16342026" y="2292838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4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/>
            <p:cNvSpPr/>
            <p:nvPr/>
          </p:nvSpPr>
          <p:spPr>
            <a:xfrm>
              <a:off x="16351721" y="2281203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4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/>
            <p:cNvSpPr/>
            <p:nvPr/>
          </p:nvSpPr>
          <p:spPr>
            <a:xfrm>
              <a:off x="16381738" y="325434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/>
            <p:cNvSpPr/>
            <p:nvPr/>
          </p:nvSpPr>
          <p:spPr>
            <a:xfrm>
              <a:off x="16381738" y="325434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8" name="object 388"/>
          <p:cNvSpPr txBox="1"/>
          <p:nvPr/>
        </p:nvSpPr>
        <p:spPr>
          <a:xfrm>
            <a:off x="16368531" y="3291736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89" name="object 389"/>
          <p:cNvGrpSpPr/>
          <p:nvPr/>
        </p:nvGrpSpPr>
        <p:grpSpPr>
          <a:xfrm>
            <a:off x="1483188" y="7796467"/>
            <a:ext cx="1007110" cy="2279650"/>
            <a:chOff x="1483188" y="7796467"/>
            <a:chExt cx="1007110" cy="2279650"/>
          </a:xfrm>
        </p:grpSpPr>
        <p:sp>
          <p:nvSpPr>
            <p:cNvPr id="390" name="object 390"/>
            <p:cNvSpPr/>
            <p:nvPr/>
          </p:nvSpPr>
          <p:spPr>
            <a:xfrm>
              <a:off x="1584744" y="7817806"/>
              <a:ext cx="905510" cy="2237105"/>
            </a:xfrm>
            <a:custGeom>
              <a:avLst/>
              <a:gdLst/>
              <a:ahLst/>
              <a:cxnLst/>
              <a:rect l="l" t="t" r="r" b="b"/>
              <a:pathLst>
                <a:path w="905510" h="2237104">
                  <a:moveTo>
                    <a:pt x="905230" y="2233015"/>
                  </a:moveTo>
                  <a:lnTo>
                    <a:pt x="44602" y="2233015"/>
                  </a:lnTo>
                  <a:lnTo>
                    <a:pt x="44602" y="3873"/>
                  </a:lnTo>
                  <a:lnTo>
                    <a:pt x="899604" y="3873"/>
                  </a:lnTo>
                  <a:lnTo>
                    <a:pt x="899604" y="0"/>
                  </a:lnTo>
                  <a:lnTo>
                    <a:pt x="42659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40728" y="3873"/>
                  </a:lnTo>
                  <a:lnTo>
                    <a:pt x="40728" y="2233015"/>
                  </a:lnTo>
                  <a:lnTo>
                    <a:pt x="0" y="2233015"/>
                  </a:lnTo>
                  <a:lnTo>
                    <a:pt x="0" y="2236889"/>
                  </a:lnTo>
                  <a:lnTo>
                    <a:pt x="42659" y="2236889"/>
                  </a:lnTo>
                  <a:lnTo>
                    <a:pt x="905230" y="2236889"/>
                  </a:lnTo>
                  <a:lnTo>
                    <a:pt x="905230" y="22330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/>
            <p:cNvSpPr/>
            <p:nvPr/>
          </p:nvSpPr>
          <p:spPr>
            <a:xfrm>
              <a:off x="1615781" y="1004111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0" y="0"/>
                  </a:moveTo>
                  <a:lnTo>
                    <a:pt x="23268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/>
            <p:cNvSpPr/>
            <p:nvPr/>
          </p:nvSpPr>
          <p:spPr>
            <a:xfrm>
              <a:off x="1625476" y="10052749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/>
            <p:cNvSpPr/>
            <p:nvPr/>
          </p:nvSpPr>
          <p:spPr>
            <a:xfrm>
              <a:off x="1615781" y="7808101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23268" y="23268"/>
                  </a:move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/>
            <p:cNvSpPr/>
            <p:nvPr/>
          </p:nvSpPr>
          <p:spPr>
            <a:xfrm>
              <a:off x="1625476" y="7796467"/>
              <a:ext cx="4445" cy="23495"/>
            </a:xfrm>
            <a:custGeom>
              <a:avLst/>
              <a:gdLst/>
              <a:ahLst/>
              <a:cxnLst/>
              <a:rect l="l" t="t" r="r" b="b"/>
              <a:pathLst>
                <a:path w="4444" h="23495">
                  <a:moveTo>
                    <a:pt x="3878" y="23268"/>
                  </a:moveTo>
                  <a:lnTo>
                    <a:pt x="0" y="23268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232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/>
            <p:cNvSpPr/>
            <p:nvPr/>
          </p:nvSpPr>
          <p:spPr>
            <a:xfrm>
              <a:off x="1487315" y="8772042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6" name="object 396"/>
          <p:cNvSpPr txBox="1"/>
          <p:nvPr/>
        </p:nvSpPr>
        <p:spPr>
          <a:xfrm>
            <a:off x="1474138" y="8809132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397" name="object 397"/>
          <p:cNvGrpSpPr/>
          <p:nvPr/>
        </p:nvGrpSpPr>
        <p:grpSpPr>
          <a:xfrm>
            <a:off x="1873435" y="2634924"/>
            <a:ext cx="2497455" cy="817880"/>
            <a:chOff x="1873435" y="2634924"/>
            <a:chExt cx="2497455" cy="817880"/>
          </a:xfrm>
        </p:grpSpPr>
        <p:sp>
          <p:nvSpPr>
            <p:cNvPr id="398" name="object 398"/>
            <p:cNvSpPr/>
            <p:nvPr/>
          </p:nvSpPr>
          <p:spPr>
            <a:xfrm>
              <a:off x="2965726" y="2644262"/>
              <a:ext cx="1402715" cy="806450"/>
            </a:xfrm>
            <a:custGeom>
              <a:avLst/>
              <a:gdLst/>
              <a:ahLst/>
              <a:cxnLst/>
              <a:rect l="l" t="t" r="r" b="b"/>
              <a:pathLst>
                <a:path w="1402714" h="806450">
                  <a:moveTo>
                    <a:pt x="0" y="702255"/>
                  </a:moveTo>
                  <a:lnTo>
                    <a:pt x="119523" y="806227"/>
                  </a:lnTo>
                </a:path>
                <a:path w="1402714" h="806450">
                  <a:moveTo>
                    <a:pt x="856440" y="235059"/>
                  </a:moveTo>
                  <a:lnTo>
                    <a:pt x="975971" y="339031"/>
                  </a:lnTo>
                </a:path>
                <a:path w="1402714" h="806450">
                  <a:moveTo>
                    <a:pt x="1282970" y="0"/>
                  </a:moveTo>
                  <a:lnTo>
                    <a:pt x="1402493" y="10397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/>
            <p:cNvSpPr/>
            <p:nvPr/>
          </p:nvSpPr>
          <p:spPr>
            <a:xfrm>
              <a:off x="1873435" y="2634924"/>
              <a:ext cx="973455" cy="112395"/>
            </a:xfrm>
            <a:custGeom>
              <a:avLst/>
              <a:gdLst/>
              <a:ahLst/>
              <a:cxnLst/>
              <a:rect l="l" t="t" r="r" b="b"/>
              <a:pathLst>
                <a:path w="973455" h="112394">
                  <a:moveTo>
                    <a:pt x="973404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973404" y="0"/>
                  </a:lnTo>
                  <a:lnTo>
                    <a:pt x="973404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0" name="object 400"/>
          <p:cNvSpPr txBox="1"/>
          <p:nvPr/>
        </p:nvSpPr>
        <p:spPr>
          <a:xfrm>
            <a:off x="1876247" y="2622224"/>
            <a:ext cx="869315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10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CONTAINER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01" name="object 401"/>
          <p:cNvGrpSpPr/>
          <p:nvPr/>
        </p:nvGrpSpPr>
        <p:grpSpPr>
          <a:xfrm>
            <a:off x="2799199" y="2686835"/>
            <a:ext cx="701040" cy="587375"/>
            <a:chOff x="2799199" y="2686835"/>
            <a:chExt cx="701040" cy="587375"/>
          </a:xfrm>
        </p:grpSpPr>
        <p:sp>
          <p:nvSpPr>
            <p:cNvPr id="402" name="object 402"/>
            <p:cNvSpPr/>
            <p:nvPr/>
          </p:nvSpPr>
          <p:spPr>
            <a:xfrm>
              <a:off x="2803327" y="2690963"/>
              <a:ext cx="645795" cy="527685"/>
            </a:xfrm>
            <a:custGeom>
              <a:avLst/>
              <a:gdLst/>
              <a:ahLst/>
              <a:cxnLst/>
              <a:rect l="l" t="t" r="r" b="b"/>
              <a:pathLst>
                <a:path w="645795" h="527685">
                  <a:moveTo>
                    <a:pt x="645720" y="527181"/>
                  </a:moveTo>
                  <a:lnTo>
                    <a:pt x="167976" y="0"/>
                  </a:lnTo>
                  <a:lnTo>
                    <a:pt x="47390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/>
            <p:cNvSpPr/>
            <p:nvPr/>
          </p:nvSpPr>
          <p:spPr>
            <a:xfrm>
              <a:off x="3440337" y="3210233"/>
              <a:ext cx="55880" cy="59690"/>
            </a:xfrm>
            <a:custGeom>
              <a:avLst/>
              <a:gdLst/>
              <a:ahLst/>
              <a:cxnLst/>
              <a:rect l="l" t="t" r="r" b="b"/>
              <a:pathLst>
                <a:path w="55879" h="59689">
                  <a:moveTo>
                    <a:pt x="55495" y="59536"/>
                  </a:moveTo>
                  <a:lnTo>
                    <a:pt x="0" y="15628"/>
                  </a:lnTo>
                  <a:lnTo>
                    <a:pt x="17242" y="0"/>
                  </a:lnTo>
                  <a:lnTo>
                    <a:pt x="55495" y="59536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/>
            <p:cNvSpPr/>
            <p:nvPr/>
          </p:nvSpPr>
          <p:spPr>
            <a:xfrm>
              <a:off x="3440337" y="3210233"/>
              <a:ext cx="55880" cy="59690"/>
            </a:xfrm>
            <a:custGeom>
              <a:avLst/>
              <a:gdLst/>
              <a:ahLst/>
              <a:cxnLst/>
              <a:rect l="l" t="t" r="r" b="b"/>
              <a:pathLst>
                <a:path w="55879" h="59689">
                  <a:moveTo>
                    <a:pt x="55495" y="59536"/>
                  </a:moveTo>
                  <a:lnTo>
                    <a:pt x="0" y="15628"/>
                  </a:lnTo>
                  <a:lnTo>
                    <a:pt x="17242" y="0"/>
                  </a:lnTo>
                  <a:lnTo>
                    <a:pt x="55495" y="59536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5" name="object 405"/>
          <p:cNvSpPr txBox="1"/>
          <p:nvPr/>
        </p:nvSpPr>
        <p:spPr>
          <a:xfrm>
            <a:off x="6780224" y="1927883"/>
            <a:ext cx="819150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1000KVA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20">
                <a:latin typeface="Verdana"/>
                <a:cs typeface="Verdana"/>
              </a:rPr>
              <a:t>XFMR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06" name="object 406"/>
          <p:cNvGrpSpPr/>
          <p:nvPr/>
        </p:nvGrpSpPr>
        <p:grpSpPr>
          <a:xfrm>
            <a:off x="5896557" y="1979795"/>
            <a:ext cx="883919" cy="635635"/>
            <a:chOff x="5896557" y="1979795"/>
            <a:chExt cx="883919" cy="635635"/>
          </a:xfrm>
        </p:grpSpPr>
        <p:sp>
          <p:nvSpPr>
            <p:cNvPr id="407" name="object 407"/>
            <p:cNvSpPr/>
            <p:nvPr/>
          </p:nvSpPr>
          <p:spPr>
            <a:xfrm>
              <a:off x="5941878" y="1983922"/>
              <a:ext cx="835025" cy="589280"/>
            </a:xfrm>
            <a:custGeom>
              <a:avLst/>
              <a:gdLst/>
              <a:ahLst/>
              <a:cxnLst/>
              <a:rect l="l" t="t" r="r" b="b"/>
              <a:pathLst>
                <a:path w="835025" h="589280">
                  <a:moveTo>
                    <a:pt x="0" y="589223"/>
                  </a:moveTo>
                  <a:lnTo>
                    <a:pt x="720606" y="0"/>
                  </a:lnTo>
                  <a:lnTo>
                    <a:pt x="834467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/>
            <p:cNvSpPr/>
            <p:nvPr/>
          </p:nvSpPr>
          <p:spPr>
            <a:xfrm>
              <a:off x="5900685" y="256452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89">
                  <a:moveTo>
                    <a:pt x="23268" y="46537"/>
                  </a:moveTo>
                  <a:lnTo>
                    <a:pt x="14210" y="44708"/>
                  </a:lnTo>
                  <a:lnTo>
                    <a:pt x="6814" y="39722"/>
                  </a:lnTo>
                  <a:lnTo>
                    <a:pt x="1828" y="32326"/>
                  </a:lnTo>
                  <a:lnTo>
                    <a:pt x="0" y="23268"/>
                  </a:lnTo>
                  <a:lnTo>
                    <a:pt x="1828" y="14214"/>
                  </a:lnTo>
                  <a:lnTo>
                    <a:pt x="6814" y="6817"/>
                  </a:lnTo>
                  <a:lnTo>
                    <a:pt x="14210" y="1829"/>
                  </a:lnTo>
                  <a:lnTo>
                    <a:pt x="23268" y="0"/>
                  </a:lnTo>
                  <a:lnTo>
                    <a:pt x="32326" y="1829"/>
                  </a:lnTo>
                  <a:lnTo>
                    <a:pt x="39722" y="6817"/>
                  </a:lnTo>
                  <a:lnTo>
                    <a:pt x="44708" y="14214"/>
                  </a:lnTo>
                  <a:lnTo>
                    <a:pt x="46537" y="23268"/>
                  </a:lnTo>
                  <a:lnTo>
                    <a:pt x="44708" y="32326"/>
                  </a:lnTo>
                  <a:lnTo>
                    <a:pt x="39722" y="39722"/>
                  </a:lnTo>
                  <a:lnTo>
                    <a:pt x="32326" y="44708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/>
            <p:cNvSpPr/>
            <p:nvPr/>
          </p:nvSpPr>
          <p:spPr>
            <a:xfrm>
              <a:off x="5900685" y="256452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89">
                  <a:moveTo>
                    <a:pt x="0" y="23268"/>
                  </a:moveTo>
                  <a:lnTo>
                    <a:pt x="1828" y="14214"/>
                  </a:lnTo>
                  <a:lnTo>
                    <a:pt x="6814" y="6817"/>
                  </a:lnTo>
                  <a:lnTo>
                    <a:pt x="14210" y="1829"/>
                  </a:lnTo>
                  <a:lnTo>
                    <a:pt x="23268" y="0"/>
                  </a:lnTo>
                  <a:lnTo>
                    <a:pt x="32326" y="1829"/>
                  </a:lnTo>
                  <a:lnTo>
                    <a:pt x="39722" y="6817"/>
                  </a:lnTo>
                  <a:lnTo>
                    <a:pt x="44708" y="14214"/>
                  </a:lnTo>
                  <a:lnTo>
                    <a:pt x="46537" y="23268"/>
                  </a:lnTo>
                  <a:lnTo>
                    <a:pt x="44708" y="32326"/>
                  </a:lnTo>
                  <a:lnTo>
                    <a:pt x="39722" y="39722"/>
                  </a:lnTo>
                  <a:lnTo>
                    <a:pt x="32326" y="44708"/>
                  </a:lnTo>
                  <a:lnTo>
                    <a:pt x="23268" y="46537"/>
                  </a:lnTo>
                  <a:lnTo>
                    <a:pt x="14210" y="44708"/>
                  </a:lnTo>
                  <a:lnTo>
                    <a:pt x="6814" y="39722"/>
                  </a:lnTo>
                  <a:lnTo>
                    <a:pt x="1828" y="3232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0" name="object 410"/>
          <p:cNvSpPr txBox="1"/>
          <p:nvPr/>
        </p:nvSpPr>
        <p:spPr>
          <a:xfrm>
            <a:off x="6217751" y="1482180"/>
            <a:ext cx="1223645" cy="1123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1200A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AC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DISCONNECT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11" name="object 411"/>
          <p:cNvGrpSpPr/>
          <p:nvPr/>
        </p:nvGrpSpPr>
        <p:grpSpPr>
          <a:xfrm>
            <a:off x="5524794" y="1534092"/>
            <a:ext cx="3699510" cy="1087755"/>
            <a:chOff x="5524794" y="1534092"/>
            <a:chExt cx="3699510" cy="1087755"/>
          </a:xfrm>
        </p:grpSpPr>
        <p:sp>
          <p:nvSpPr>
            <p:cNvPr id="412" name="object 412"/>
            <p:cNvSpPr/>
            <p:nvPr/>
          </p:nvSpPr>
          <p:spPr>
            <a:xfrm>
              <a:off x="5568517" y="1538219"/>
              <a:ext cx="645795" cy="532765"/>
            </a:xfrm>
            <a:custGeom>
              <a:avLst/>
              <a:gdLst/>
              <a:ahLst/>
              <a:cxnLst/>
              <a:rect l="l" t="t" r="r" b="b"/>
              <a:pathLst>
                <a:path w="645795" h="532764">
                  <a:moveTo>
                    <a:pt x="0" y="532269"/>
                  </a:moveTo>
                  <a:lnTo>
                    <a:pt x="525087" y="0"/>
                  </a:lnTo>
                  <a:lnTo>
                    <a:pt x="645355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/>
            <p:cNvSpPr/>
            <p:nvPr/>
          </p:nvSpPr>
          <p:spPr>
            <a:xfrm>
              <a:off x="5528922" y="2063772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89">
                  <a:moveTo>
                    <a:pt x="23268" y="46537"/>
                  </a:moveTo>
                  <a:lnTo>
                    <a:pt x="14214" y="44708"/>
                  </a:lnTo>
                  <a:lnTo>
                    <a:pt x="6817" y="39722"/>
                  </a:lnTo>
                  <a:lnTo>
                    <a:pt x="1829" y="32326"/>
                  </a:lnTo>
                  <a:lnTo>
                    <a:pt x="0" y="23268"/>
                  </a:lnTo>
                  <a:lnTo>
                    <a:pt x="1829" y="14210"/>
                  </a:lnTo>
                  <a:lnTo>
                    <a:pt x="6817" y="6814"/>
                  </a:lnTo>
                  <a:lnTo>
                    <a:pt x="14214" y="1828"/>
                  </a:lnTo>
                  <a:lnTo>
                    <a:pt x="23268" y="0"/>
                  </a:lnTo>
                  <a:lnTo>
                    <a:pt x="32326" y="1828"/>
                  </a:lnTo>
                  <a:lnTo>
                    <a:pt x="39722" y="6814"/>
                  </a:lnTo>
                  <a:lnTo>
                    <a:pt x="44708" y="14210"/>
                  </a:lnTo>
                  <a:lnTo>
                    <a:pt x="46537" y="23268"/>
                  </a:lnTo>
                  <a:lnTo>
                    <a:pt x="44708" y="32326"/>
                  </a:lnTo>
                  <a:lnTo>
                    <a:pt x="39722" y="39722"/>
                  </a:lnTo>
                  <a:lnTo>
                    <a:pt x="32326" y="44708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/>
            <p:cNvSpPr/>
            <p:nvPr/>
          </p:nvSpPr>
          <p:spPr>
            <a:xfrm>
              <a:off x="5528922" y="2063772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89" h="46989">
                  <a:moveTo>
                    <a:pt x="0" y="23268"/>
                  </a:moveTo>
                  <a:lnTo>
                    <a:pt x="1829" y="14210"/>
                  </a:lnTo>
                  <a:lnTo>
                    <a:pt x="6817" y="6814"/>
                  </a:lnTo>
                  <a:lnTo>
                    <a:pt x="14214" y="1828"/>
                  </a:lnTo>
                  <a:lnTo>
                    <a:pt x="23268" y="0"/>
                  </a:lnTo>
                  <a:lnTo>
                    <a:pt x="32326" y="1828"/>
                  </a:lnTo>
                  <a:lnTo>
                    <a:pt x="39722" y="6814"/>
                  </a:lnTo>
                  <a:lnTo>
                    <a:pt x="44708" y="14210"/>
                  </a:lnTo>
                  <a:lnTo>
                    <a:pt x="46537" y="23268"/>
                  </a:lnTo>
                  <a:lnTo>
                    <a:pt x="44708" y="32326"/>
                  </a:lnTo>
                  <a:lnTo>
                    <a:pt x="39722" y="39722"/>
                  </a:lnTo>
                  <a:lnTo>
                    <a:pt x="32326" y="44708"/>
                  </a:lnTo>
                  <a:lnTo>
                    <a:pt x="23268" y="46537"/>
                  </a:lnTo>
                  <a:lnTo>
                    <a:pt x="14214" y="44708"/>
                  </a:lnTo>
                  <a:lnTo>
                    <a:pt x="6817" y="39722"/>
                  </a:lnTo>
                  <a:lnTo>
                    <a:pt x="1829" y="32326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/>
            <p:cNvSpPr/>
            <p:nvPr/>
          </p:nvSpPr>
          <p:spPr>
            <a:xfrm>
              <a:off x="7298067" y="2397258"/>
              <a:ext cx="1926589" cy="224154"/>
            </a:xfrm>
            <a:custGeom>
              <a:avLst/>
              <a:gdLst/>
              <a:ahLst/>
              <a:cxnLst/>
              <a:rect l="l" t="t" r="r" b="b"/>
              <a:pathLst>
                <a:path w="1926590" h="224155">
                  <a:moveTo>
                    <a:pt x="1926239" y="224154"/>
                  </a:moveTo>
                  <a:lnTo>
                    <a:pt x="0" y="224154"/>
                  </a:lnTo>
                  <a:lnTo>
                    <a:pt x="0" y="0"/>
                  </a:lnTo>
                  <a:lnTo>
                    <a:pt x="1926239" y="0"/>
                  </a:lnTo>
                  <a:lnTo>
                    <a:pt x="1926239" y="224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6" name="object 416"/>
          <p:cNvSpPr txBox="1"/>
          <p:nvPr/>
        </p:nvSpPr>
        <p:spPr>
          <a:xfrm>
            <a:off x="7300879" y="2384558"/>
            <a:ext cx="1859914" cy="24955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90"/>
              </a:spcBef>
            </a:pPr>
            <a:r>
              <a:rPr dirty="0" sz="700">
                <a:latin typeface="Verdana"/>
                <a:cs typeface="Verdana"/>
              </a:rPr>
              <a:t>DYNA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POWER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COMPANY</a:t>
            </a:r>
            <a:r>
              <a:rPr dirty="0" sz="700" spc="12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LLC</a:t>
            </a:r>
            <a:r>
              <a:rPr dirty="0" sz="700" spc="13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CPS-</a:t>
            </a:r>
            <a:r>
              <a:rPr dirty="0" sz="700" spc="-20">
                <a:latin typeface="Verdana"/>
                <a:cs typeface="Verdana"/>
              </a:rPr>
              <a:t>1250 </a:t>
            </a:r>
            <a:r>
              <a:rPr dirty="0" sz="700">
                <a:latin typeface="Verdana"/>
                <a:cs typeface="Verdana"/>
              </a:rPr>
              <a:t>BATTERY</a:t>
            </a:r>
            <a:r>
              <a:rPr dirty="0" sz="700" spc="13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INVERTER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17" name="object 417"/>
          <p:cNvGrpSpPr/>
          <p:nvPr/>
        </p:nvGrpSpPr>
        <p:grpSpPr>
          <a:xfrm>
            <a:off x="6542564" y="2447882"/>
            <a:ext cx="756285" cy="452755"/>
            <a:chOff x="6542564" y="2447882"/>
            <a:chExt cx="756285" cy="452755"/>
          </a:xfrm>
        </p:grpSpPr>
        <p:sp>
          <p:nvSpPr>
            <p:cNvPr id="418" name="object 418"/>
            <p:cNvSpPr/>
            <p:nvPr/>
          </p:nvSpPr>
          <p:spPr>
            <a:xfrm>
              <a:off x="6588365" y="2452009"/>
              <a:ext cx="706120" cy="407034"/>
            </a:xfrm>
            <a:custGeom>
              <a:avLst/>
              <a:gdLst/>
              <a:ahLst/>
              <a:cxnLst/>
              <a:rect l="l" t="t" r="r" b="b"/>
              <a:pathLst>
                <a:path w="706120" h="407035">
                  <a:moveTo>
                    <a:pt x="0" y="406572"/>
                  </a:moveTo>
                  <a:lnTo>
                    <a:pt x="531308" y="0"/>
                  </a:lnTo>
                  <a:lnTo>
                    <a:pt x="705822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/>
            <p:cNvSpPr/>
            <p:nvPr/>
          </p:nvSpPr>
          <p:spPr>
            <a:xfrm>
              <a:off x="6546691" y="284939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23268" y="46537"/>
                  </a:moveTo>
                  <a:lnTo>
                    <a:pt x="14210" y="44707"/>
                  </a:lnTo>
                  <a:lnTo>
                    <a:pt x="6814" y="39719"/>
                  </a:lnTo>
                  <a:lnTo>
                    <a:pt x="1828" y="32323"/>
                  </a:lnTo>
                  <a:lnTo>
                    <a:pt x="0" y="23268"/>
                  </a:lnTo>
                  <a:lnTo>
                    <a:pt x="1828" y="14210"/>
                  </a:lnTo>
                  <a:lnTo>
                    <a:pt x="6814" y="6814"/>
                  </a:lnTo>
                  <a:lnTo>
                    <a:pt x="14210" y="1828"/>
                  </a:lnTo>
                  <a:lnTo>
                    <a:pt x="23268" y="0"/>
                  </a:lnTo>
                  <a:lnTo>
                    <a:pt x="32326" y="1828"/>
                  </a:lnTo>
                  <a:lnTo>
                    <a:pt x="39722" y="6814"/>
                  </a:lnTo>
                  <a:lnTo>
                    <a:pt x="44708" y="14210"/>
                  </a:lnTo>
                  <a:lnTo>
                    <a:pt x="46537" y="23268"/>
                  </a:lnTo>
                  <a:lnTo>
                    <a:pt x="44708" y="32323"/>
                  </a:lnTo>
                  <a:lnTo>
                    <a:pt x="39722" y="39719"/>
                  </a:lnTo>
                  <a:lnTo>
                    <a:pt x="32326" y="44707"/>
                  </a:lnTo>
                  <a:lnTo>
                    <a:pt x="23268" y="46537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/>
            <p:cNvSpPr/>
            <p:nvPr/>
          </p:nvSpPr>
          <p:spPr>
            <a:xfrm>
              <a:off x="6546691" y="2849399"/>
              <a:ext cx="46990" cy="46990"/>
            </a:xfrm>
            <a:custGeom>
              <a:avLst/>
              <a:gdLst/>
              <a:ahLst/>
              <a:cxnLst/>
              <a:rect l="l" t="t" r="r" b="b"/>
              <a:pathLst>
                <a:path w="46990" h="46989">
                  <a:moveTo>
                    <a:pt x="0" y="23268"/>
                  </a:moveTo>
                  <a:lnTo>
                    <a:pt x="1828" y="14210"/>
                  </a:lnTo>
                  <a:lnTo>
                    <a:pt x="6814" y="6814"/>
                  </a:lnTo>
                  <a:lnTo>
                    <a:pt x="14210" y="1828"/>
                  </a:lnTo>
                  <a:lnTo>
                    <a:pt x="23268" y="0"/>
                  </a:lnTo>
                  <a:lnTo>
                    <a:pt x="32326" y="1828"/>
                  </a:lnTo>
                  <a:lnTo>
                    <a:pt x="39722" y="6814"/>
                  </a:lnTo>
                  <a:lnTo>
                    <a:pt x="44708" y="14210"/>
                  </a:lnTo>
                  <a:lnTo>
                    <a:pt x="46537" y="23268"/>
                  </a:lnTo>
                  <a:lnTo>
                    <a:pt x="44708" y="32323"/>
                  </a:lnTo>
                  <a:lnTo>
                    <a:pt x="39722" y="39719"/>
                  </a:lnTo>
                  <a:lnTo>
                    <a:pt x="32326" y="44707"/>
                  </a:lnTo>
                  <a:lnTo>
                    <a:pt x="23268" y="46537"/>
                  </a:lnTo>
                  <a:lnTo>
                    <a:pt x="14210" y="44707"/>
                  </a:lnTo>
                  <a:lnTo>
                    <a:pt x="6814" y="39719"/>
                  </a:lnTo>
                  <a:lnTo>
                    <a:pt x="1828" y="32323"/>
                  </a:lnTo>
                  <a:lnTo>
                    <a:pt x="0" y="23268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1" name="object 421"/>
          <p:cNvSpPr txBox="1"/>
          <p:nvPr/>
        </p:nvSpPr>
        <p:spPr>
          <a:xfrm>
            <a:off x="3240110" y="984053"/>
            <a:ext cx="1841500" cy="33655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175" rIns="0" bIns="0" rtlCol="0" vert="horz">
            <a:spAutoFit/>
          </a:bodyPr>
          <a:lstStyle/>
          <a:p>
            <a:pPr algn="r" marL="445770" marR="31115" indent="-361315">
              <a:lnSpc>
                <a:spcPts val="880"/>
              </a:lnSpc>
              <a:spcBef>
                <a:spcPts val="25"/>
              </a:spcBef>
            </a:pPr>
            <a:r>
              <a:rPr dirty="0" sz="700">
                <a:latin typeface="Verdana"/>
                <a:cs typeface="Verdana"/>
              </a:rPr>
              <a:t>6X6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PTDF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WOOD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POSTS</a:t>
            </a:r>
            <a:r>
              <a:rPr dirty="0" sz="700" spc="10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RATED</a:t>
            </a:r>
            <a:r>
              <a:rPr dirty="0" sz="700" spc="95">
                <a:latin typeface="Verdana"/>
                <a:cs typeface="Verdana"/>
              </a:rPr>
              <a:t> </a:t>
            </a:r>
            <a:r>
              <a:rPr dirty="0" sz="700" spc="-25">
                <a:latin typeface="Verdana"/>
                <a:cs typeface="Verdana"/>
              </a:rPr>
              <a:t>FOR </a:t>
            </a:r>
            <a:r>
              <a:rPr dirty="0" sz="700">
                <a:latin typeface="Verdana"/>
                <a:cs typeface="Verdana"/>
              </a:rPr>
              <a:t>GROUND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CONTACT</a:t>
            </a:r>
            <a:r>
              <a:rPr dirty="0" sz="700" spc="14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PAINTED</a:t>
            </a:r>
            <a:endParaRPr sz="700">
              <a:latin typeface="Verdana"/>
              <a:cs typeface="Verdana"/>
            </a:endParaRPr>
          </a:p>
          <a:p>
            <a:pPr algn="r" marR="3175">
              <a:lnSpc>
                <a:spcPct val="100000"/>
              </a:lnSpc>
              <a:spcBef>
                <a:spcPts val="10"/>
              </a:spcBef>
            </a:pPr>
            <a:r>
              <a:rPr dirty="0" sz="700">
                <a:latin typeface="Verdana"/>
                <a:cs typeface="Verdana"/>
              </a:rPr>
              <a:t>TO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MATCH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SHEETING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22" name="object 422"/>
          <p:cNvGrpSpPr/>
          <p:nvPr/>
        </p:nvGrpSpPr>
        <p:grpSpPr>
          <a:xfrm>
            <a:off x="2174117" y="1039572"/>
            <a:ext cx="13969365" cy="10709275"/>
            <a:chOff x="2174117" y="1039572"/>
            <a:chExt cx="13969365" cy="10709275"/>
          </a:xfrm>
        </p:grpSpPr>
        <p:sp>
          <p:nvSpPr>
            <p:cNvPr id="423" name="object 423"/>
            <p:cNvSpPr/>
            <p:nvPr/>
          </p:nvSpPr>
          <p:spPr>
            <a:xfrm>
              <a:off x="5084925" y="1264246"/>
              <a:ext cx="398145" cy="259715"/>
            </a:xfrm>
            <a:custGeom>
              <a:avLst/>
              <a:gdLst/>
              <a:ahLst/>
              <a:cxnLst/>
              <a:rect l="l" t="t" r="r" b="b"/>
              <a:pathLst>
                <a:path w="398145" h="259715">
                  <a:moveTo>
                    <a:pt x="397722" y="259352"/>
                  </a:moveTo>
                  <a:lnTo>
                    <a:pt x="120593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4" name="object 4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70726" y="1511150"/>
              <a:ext cx="66672" cy="63949"/>
            </a:xfrm>
            <a:prstGeom prst="rect">
              <a:avLst/>
            </a:prstGeom>
          </p:spPr>
        </p:pic>
        <p:sp>
          <p:nvSpPr>
            <p:cNvPr id="425" name="object 425"/>
            <p:cNvSpPr/>
            <p:nvPr/>
          </p:nvSpPr>
          <p:spPr>
            <a:xfrm>
              <a:off x="14403273" y="1575832"/>
              <a:ext cx="1718945" cy="701040"/>
            </a:xfrm>
            <a:custGeom>
              <a:avLst/>
              <a:gdLst/>
              <a:ahLst/>
              <a:cxnLst/>
              <a:rect l="l" t="t" r="r" b="b"/>
              <a:pathLst>
                <a:path w="1718944" h="701039">
                  <a:moveTo>
                    <a:pt x="1718475" y="0"/>
                  </a:moveTo>
                  <a:lnTo>
                    <a:pt x="1714588" y="0"/>
                  </a:lnTo>
                  <a:lnTo>
                    <a:pt x="1714588" y="40728"/>
                  </a:lnTo>
                  <a:lnTo>
                    <a:pt x="3886" y="40728"/>
                  </a:lnTo>
                  <a:lnTo>
                    <a:pt x="3886" y="0"/>
                  </a:lnTo>
                  <a:lnTo>
                    <a:pt x="0" y="0"/>
                  </a:lnTo>
                  <a:lnTo>
                    <a:pt x="0" y="42659"/>
                  </a:lnTo>
                  <a:lnTo>
                    <a:pt x="0" y="647941"/>
                  </a:lnTo>
                  <a:lnTo>
                    <a:pt x="3886" y="647941"/>
                  </a:lnTo>
                  <a:lnTo>
                    <a:pt x="3886" y="44602"/>
                  </a:lnTo>
                  <a:lnTo>
                    <a:pt x="1714588" y="44602"/>
                  </a:lnTo>
                  <a:lnTo>
                    <a:pt x="1714588" y="700620"/>
                  </a:lnTo>
                  <a:lnTo>
                    <a:pt x="1718475" y="700620"/>
                  </a:lnTo>
                  <a:lnTo>
                    <a:pt x="1718475" y="42659"/>
                  </a:lnTo>
                  <a:lnTo>
                    <a:pt x="1718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/>
            <p:cNvSpPr/>
            <p:nvPr/>
          </p:nvSpPr>
          <p:spPr>
            <a:xfrm>
              <a:off x="14393588" y="160685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4">
                  <a:moveTo>
                    <a:pt x="23268" y="0"/>
                  </a:moveTo>
                  <a:lnTo>
                    <a:pt x="0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/>
            <p:cNvSpPr/>
            <p:nvPr/>
          </p:nvSpPr>
          <p:spPr>
            <a:xfrm>
              <a:off x="14381954" y="1616550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4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/>
            <p:cNvSpPr/>
            <p:nvPr/>
          </p:nvSpPr>
          <p:spPr>
            <a:xfrm>
              <a:off x="16108176" y="1606855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4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/>
            <p:cNvSpPr/>
            <p:nvPr/>
          </p:nvSpPr>
          <p:spPr>
            <a:xfrm>
              <a:off x="16119810" y="1616550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4" h="4444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/>
            <p:cNvSpPr/>
            <p:nvPr/>
          </p:nvSpPr>
          <p:spPr>
            <a:xfrm>
              <a:off x="2187856" y="10369200"/>
              <a:ext cx="3027045" cy="1248410"/>
            </a:xfrm>
            <a:custGeom>
              <a:avLst/>
              <a:gdLst/>
              <a:ahLst/>
              <a:cxnLst/>
              <a:rect l="l" t="t" r="r" b="b"/>
              <a:pathLst>
                <a:path w="3027045" h="1248409">
                  <a:moveTo>
                    <a:pt x="0" y="1248207"/>
                  </a:moveTo>
                  <a:lnTo>
                    <a:pt x="2989437" y="0"/>
                  </a:lnTo>
                  <a:lnTo>
                    <a:pt x="3010837" y="1628"/>
                  </a:lnTo>
                  <a:lnTo>
                    <a:pt x="3026830" y="8066"/>
                  </a:lnTo>
                </a:path>
              </a:pathLst>
            </a:custGeom>
            <a:ln w="15512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/>
            <p:cNvSpPr/>
            <p:nvPr/>
          </p:nvSpPr>
          <p:spPr>
            <a:xfrm>
              <a:off x="5214686" y="10377267"/>
              <a:ext cx="4399915" cy="1363345"/>
            </a:xfrm>
            <a:custGeom>
              <a:avLst/>
              <a:gdLst/>
              <a:ahLst/>
              <a:cxnLst/>
              <a:rect l="l" t="t" r="r" b="b"/>
              <a:pathLst>
                <a:path w="4399915" h="1363345">
                  <a:moveTo>
                    <a:pt x="3615216" y="1360284"/>
                  </a:moveTo>
                  <a:lnTo>
                    <a:pt x="4352832" y="287367"/>
                  </a:lnTo>
                  <a:lnTo>
                    <a:pt x="4399524" y="290702"/>
                  </a:lnTo>
                </a:path>
                <a:path w="4399915" h="1363345">
                  <a:moveTo>
                    <a:pt x="0" y="0"/>
                  </a:moveTo>
                  <a:lnTo>
                    <a:pt x="3369965" y="1360904"/>
                  </a:lnTo>
                  <a:lnTo>
                    <a:pt x="3375316" y="1363076"/>
                  </a:lnTo>
                </a:path>
              </a:pathLst>
            </a:custGeom>
            <a:ln w="15512">
              <a:solidFill>
                <a:srgbClr val="B6B6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/>
            <p:cNvSpPr/>
            <p:nvPr/>
          </p:nvSpPr>
          <p:spPr>
            <a:xfrm>
              <a:off x="9612117" y="10667350"/>
              <a:ext cx="3439795" cy="1072515"/>
            </a:xfrm>
            <a:custGeom>
              <a:avLst/>
              <a:gdLst/>
              <a:ahLst/>
              <a:cxnLst/>
              <a:rect l="l" t="t" r="r" b="b"/>
              <a:pathLst>
                <a:path w="3439794" h="1072515">
                  <a:moveTo>
                    <a:pt x="0" y="0"/>
                  </a:moveTo>
                  <a:lnTo>
                    <a:pt x="441483" y="137595"/>
                  </a:lnTo>
                </a:path>
                <a:path w="3439794" h="1072515">
                  <a:moveTo>
                    <a:pt x="3439181" y="1072218"/>
                  </a:moveTo>
                  <a:lnTo>
                    <a:pt x="830922" y="259057"/>
                  </a:lnTo>
                </a:path>
              </a:pathLst>
            </a:custGeom>
            <a:ln w="1551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/>
            <p:cNvSpPr/>
            <p:nvPr/>
          </p:nvSpPr>
          <p:spPr>
            <a:xfrm>
              <a:off x="2182054" y="10176536"/>
              <a:ext cx="10975340" cy="1563370"/>
            </a:xfrm>
            <a:custGeom>
              <a:avLst/>
              <a:gdLst/>
              <a:ahLst/>
              <a:cxnLst/>
              <a:rect l="l" t="t" r="r" b="b"/>
              <a:pathLst>
                <a:path w="10975340" h="1563370">
                  <a:moveTo>
                    <a:pt x="10974961" y="1563031"/>
                  </a:moveTo>
                  <a:lnTo>
                    <a:pt x="0" y="1563031"/>
                  </a:lnTo>
                  <a:lnTo>
                    <a:pt x="7763" y="0"/>
                  </a:lnTo>
                </a:path>
              </a:pathLst>
            </a:custGeom>
            <a:ln w="15512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/>
            <p:cNvSpPr/>
            <p:nvPr/>
          </p:nvSpPr>
          <p:spPr>
            <a:xfrm>
              <a:off x="8820130" y="4695012"/>
              <a:ext cx="2650490" cy="1179830"/>
            </a:xfrm>
            <a:custGeom>
              <a:avLst/>
              <a:gdLst/>
              <a:ahLst/>
              <a:cxnLst/>
              <a:rect l="l" t="t" r="r" b="b"/>
              <a:pathLst>
                <a:path w="2650490" h="1179829">
                  <a:moveTo>
                    <a:pt x="0" y="876994"/>
                  </a:moveTo>
                  <a:lnTo>
                    <a:pt x="2035540" y="0"/>
                  </a:lnTo>
                  <a:lnTo>
                    <a:pt x="2035540" y="53773"/>
                  </a:lnTo>
                  <a:lnTo>
                    <a:pt x="3102" y="1106446"/>
                  </a:lnTo>
                  <a:lnTo>
                    <a:pt x="3102" y="1121679"/>
                  </a:lnTo>
                  <a:lnTo>
                    <a:pt x="2036548" y="277579"/>
                  </a:lnTo>
                  <a:lnTo>
                    <a:pt x="2036548" y="284839"/>
                  </a:lnTo>
                  <a:lnTo>
                    <a:pt x="3955" y="1152557"/>
                  </a:lnTo>
                  <a:lnTo>
                    <a:pt x="3955" y="1158405"/>
                  </a:lnTo>
                  <a:lnTo>
                    <a:pt x="2650297" y="264812"/>
                  </a:lnTo>
                  <a:lnTo>
                    <a:pt x="67944" y="1173840"/>
                  </a:lnTo>
                  <a:lnTo>
                    <a:pt x="2646264" y="525770"/>
                  </a:lnTo>
                  <a:lnTo>
                    <a:pt x="2646264" y="529221"/>
                  </a:lnTo>
                  <a:lnTo>
                    <a:pt x="147057" y="1176966"/>
                  </a:lnTo>
                  <a:lnTo>
                    <a:pt x="0" y="1179215"/>
                  </a:lnTo>
                  <a:lnTo>
                    <a:pt x="5817" y="827874"/>
                  </a:lnTo>
                </a:path>
              </a:pathLst>
            </a:custGeom>
            <a:ln w="15512">
              <a:solidFill>
                <a:srgbClr val="6D6D6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/>
            <p:cNvSpPr/>
            <p:nvPr/>
          </p:nvSpPr>
          <p:spPr>
            <a:xfrm>
              <a:off x="4496585" y="4136728"/>
              <a:ext cx="3278504" cy="1511935"/>
            </a:xfrm>
            <a:custGeom>
              <a:avLst/>
              <a:gdLst/>
              <a:ahLst/>
              <a:cxnLst/>
              <a:rect l="l" t="t" r="r" b="b"/>
              <a:pathLst>
                <a:path w="3278504" h="1511935">
                  <a:moveTo>
                    <a:pt x="0" y="1511662"/>
                  </a:moveTo>
                  <a:lnTo>
                    <a:pt x="65237" y="927588"/>
                  </a:lnTo>
                  <a:lnTo>
                    <a:pt x="81168" y="919599"/>
                  </a:lnTo>
                  <a:lnTo>
                    <a:pt x="2326801" y="1358523"/>
                  </a:lnTo>
                  <a:lnTo>
                    <a:pt x="2335340" y="1352776"/>
                  </a:lnTo>
                  <a:lnTo>
                    <a:pt x="1752143" y="8361"/>
                  </a:lnTo>
                  <a:lnTo>
                    <a:pt x="1751352" y="6522"/>
                  </a:lnTo>
                  <a:lnTo>
                    <a:pt x="1764010" y="0"/>
                  </a:lnTo>
                  <a:lnTo>
                    <a:pt x="2047856" y="35942"/>
                  </a:lnTo>
                </a:path>
                <a:path w="3278504" h="1511935">
                  <a:moveTo>
                    <a:pt x="2262106" y="63089"/>
                  </a:moveTo>
                  <a:lnTo>
                    <a:pt x="3278007" y="191756"/>
                  </a:lnTo>
                </a:path>
                <a:path w="3278504" h="1511935">
                  <a:moveTo>
                    <a:pt x="2127800" y="1511662"/>
                  </a:moveTo>
                  <a:lnTo>
                    <a:pt x="2338854" y="1360873"/>
                  </a:lnTo>
                  <a:lnTo>
                    <a:pt x="2790661" y="1076771"/>
                  </a:lnTo>
                  <a:lnTo>
                    <a:pt x="3116476" y="871906"/>
                  </a:lnTo>
                  <a:lnTo>
                    <a:pt x="3275758" y="771743"/>
                  </a:lnTo>
                </a:path>
              </a:pathLst>
            </a:custGeom>
            <a:ln w="155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/>
            <p:cNvSpPr/>
            <p:nvPr/>
          </p:nvSpPr>
          <p:spPr>
            <a:xfrm>
              <a:off x="6468664" y="4081225"/>
              <a:ext cx="4374515" cy="6863715"/>
            </a:xfrm>
            <a:custGeom>
              <a:avLst/>
              <a:gdLst/>
              <a:ahLst/>
              <a:cxnLst/>
              <a:rect l="l" t="t" r="r" b="b"/>
              <a:pathLst>
                <a:path w="4374515" h="6863715">
                  <a:moveTo>
                    <a:pt x="0" y="0"/>
                  </a:moveTo>
                  <a:lnTo>
                    <a:pt x="155682" y="198543"/>
                  </a:lnTo>
                  <a:lnTo>
                    <a:pt x="456034" y="28496"/>
                  </a:lnTo>
                </a:path>
                <a:path w="4374515" h="6863715">
                  <a:moveTo>
                    <a:pt x="3589124" y="6831143"/>
                  </a:moveTo>
                  <a:lnTo>
                    <a:pt x="4374130" y="6863176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/>
            <p:cNvSpPr/>
            <p:nvPr/>
          </p:nvSpPr>
          <p:spPr>
            <a:xfrm>
              <a:off x="6107349" y="1039572"/>
              <a:ext cx="2407920" cy="224154"/>
            </a:xfrm>
            <a:custGeom>
              <a:avLst/>
              <a:gdLst/>
              <a:ahLst/>
              <a:cxnLst/>
              <a:rect l="l" t="t" r="r" b="b"/>
              <a:pathLst>
                <a:path w="2407920" h="224155">
                  <a:moveTo>
                    <a:pt x="2407884" y="224154"/>
                  </a:moveTo>
                  <a:lnTo>
                    <a:pt x="0" y="224154"/>
                  </a:lnTo>
                  <a:lnTo>
                    <a:pt x="0" y="0"/>
                  </a:lnTo>
                  <a:lnTo>
                    <a:pt x="2407884" y="0"/>
                  </a:lnTo>
                  <a:lnTo>
                    <a:pt x="2407884" y="224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8" name="object 438"/>
          <p:cNvSpPr txBox="1"/>
          <p:nvPr/>
        </p:nvSpPr>
        <p:spPr>
          <a:xfrm>
            <a:off x="14353100" y="1394334"/>
            <a:ext cx="1819275" cy="112395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6'-3"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OC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MAX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WOOD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POST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SPACING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39" name="object 439"/>
          <p:cNvSpPr txBox="1"/>
          <p:nvPr/>
        </p:nvSpPr>
        <p:spPr>
          <a:xfrm>
            <a:off x="6110161" y="1026872"/>
            <a:ext cx="2343785" cy="24955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8'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HIGH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PRIVACY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FENCE</a:t>
            </a:r>
            <a:endParaRPr sz="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700">
                <a:latin typeface="Verdana"/>
                <a:cs typeface="Verdana"/>
              </a:rPr>
              <a:t>(ON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TOP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OF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EQUIPMENT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&amp;</a:t>
            </a:r>
            <a:r>
              <a:rPr dirty="0" sz="700" spc="8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BESS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FOUNDATIONS)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40" name="object 440"/>
          <p:cNvGrpSpPr/>
          <p:nvPr/>
        </p:nvGrpSpPr>
        <p:grpSpPr>
          <a:xfrm>
            <a:off x="5309871" y="1091483"/>
            <a:ext cx="3652520" cy="3868420"/>
            <a:chOff x="5309871" y="1091483"/>
            <a:chExt cx="3652520" cy="3868420"/>
          </a:xfrm>
        </p:grpSpPr>
        <p:sp>
          <p:nvSpPr>
            <p:cNvPr id="441" name="object 441"/>
            <p:cNvSpPr/>
            <p:nvPr/>
          </p:nvSpPr>
          <p:spPr>
            <a:xfrm>
              <a:off x="5696091" y="1095611"/>
              <a:ext cx="407670" cy="387350"/>
            </a:xfrm>
            <a:custGeom>
              <a:avLst/>
              <a:gdLst/>
              <a:ahLst/>
              <a:cxnLst/>
              <a:rect l="l" t="t" r="r" b="b"/>
              <a:pathLst>
                <a:path w="407670" h="387350">
                  <a:moveTo>
                    <a:pt x="0" y="387034"/>
                  </a:moveTo>
                  <a:lnTo>
                    <a:pt x="268116" y="0"/>
                  </a:lnTo>
                  <a:lnTo>
                    <a:pt x="407379" y="0"/>
                  </a:lnTo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/>
            <p:cNvSpPr/>
            <p:nvPr/>
          </p:nvSpPr>
          <p:spPr>
            <a:xfrm>
              <a:off x="5656372" y="1475968"/>
              <a:ext cx="49530" cy="64135"/>
            </a:xfrm>
            <a:custGeom>
              <a:avLst/>
              <a:gdLst/>
              <a:ahLst/>
              <a:cxnLst/>
              <a:rect l="l" t="t" r="r" b="b"/>
              <a:pathLst>
                <a:path w="49529" h="64134">
                  <a:moveTo>
                    <a:pt x="0" y="64004"/>
                  </a:moveTo>
                  <a:lnTo>
                    <a:pt x="30187" y="0"/>
                  </a:lnTo>
                  <a:lnTo>
                    <a:pt x="49313" y="13247"/>
                  </a:lnTo>
                  <a:lnTo>
                    <a:pt x="0" y="64004"/>
                  </a:lnTo>
                  <a:close/>
                </a:path>
              </a:pathLst>
            </a:custGeom>
            <a:solidFill>
              <a:srgbClr val="07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/>
            <p:cNvSpPr/>
            <p:nvPr/>
          </p:nvSpPr>
          <p:spPr>
            <a:xfrm>
              <a:off x="5656372" y="1475968"/>
              <a:ext cx="49530" cy="64135"/>
            </a:xfrm>
            <a:custGeom>
              <a:avLst/>
              <a:gdLst/>
              <a:ahLst/>
              <a:cxnLst/>
              <a:rect l="l" t="t" r="r" b="b"/>
              <a:pathLst>
                <a:path w="49529" h="64134">
                  <a:moveTo>
                    <a:pt x="0" y="64004"/>
                  </a:moveTo>
                  <a:lnTo>
                    <a:pt x="30187" y="0"/>
                  </a:lnTo>
                  <a:lnTo>
                    <a:pt x="49313" y="13247"/>
                  </a:lnTo>
                  <a:lnTo>
                    <a:pt x="0" y="64004"/>
                  </a:lnTo>
                  <a:close/>
                </a:path>
              </a:pathLst>
            </a:custGeom>
            <a:ln w="7756">
              <a:solidFill>
                <a:srgbClr val="07070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/>
            <p:cNvSpPr/>
            <p:nvPr/>
          </p:nvSpPr>
          <p:spPr>
            <a:xfrm>
              <a:off x="5309871" y="4847554"/>
              <a:ext cx="3652520" cy="112395"/>
            </a:xfrm>
            <a:custGeom>
              <a:avLst/>
              <a:gdLst/>
              <a:ahLst/>
              <a:cxnLst/>
              <a:rect l="l" t="t" r="r" b="b"/>
              <a:pathLst>
                <a:path w="3652520" h="112395">
                  <a:moveTo>
                    <a:pt x="3652043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3652043" y="0"/>
                  </a:lnTo>
                  <a:lnTo>
                    <a:pt x="3652043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5" name="object 445"/>
          <p:cNvSpPr txBox="1"/>
          <p:nvPr/>
        </p:nvSpPr>
        <p:spPr>
          <a:xfrm>
            <a:off x="5312683" y="4834854"/>
            <a:ext cx="3594100" cy="1371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00">
                <a:latin typeface="Verdana"/>
                <a:cs typeface="Verdana"/>
              </a:rPr>
              <a:t>26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GAUGE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MBCI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PBR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WALL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PANEL,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OR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SIMILAR,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8',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TAN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PAINTED,#987665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46" name="object 446"/>
          <p:cNvGrpSpPr/>
          <p:nvPr/>
        </p:nvGrpSpPr>
        <p:grpSpPr>
          <a:xfrm>
            <a:off x="1680976" y="2575523"/>
            <a:ext cx="18087975" cy="9387205"/>
            <a:chOff x="1680976" y="2575523"/>
            <a:chExt cx="18087975" cy="9387205"/>
          </a:xfrm>
        </p:grpSpPr>
        <p:pic>
          <p:nvPicPr>
            <p:cNvPr id="447" name="object 44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112134" y="4604040"/>
              <a:ext cx="197736" cy="303430"/>
            </a:xfrm>
            <a:prstGeom prst="rect">
              <a:avLst/>
            </a:prstGeom>
          </p:spPr>
        </p:pic>
        <p:sp>
          <p:nvSpPr>
            <p:cNvPr id="448" name="object 448"/>
            <p:cNvSpPr/>
            <p:nvPr/>
          </p:nvSpPr>
          <p:spPr>
            <a:xfrm>
              <a:off x="1683198" y="2577745"/>
              <a:ext cx="5906770" cy="1575435"/>
            </a:xfrm>
            <a:custGeom>
              <a:avLst/>
              <a:gdLst/>
              <a:ahLst/>
              <a:cxnLst/>
              <a:rect l="l" t="t" r="r" b="b"/>
              <a:pathLst>
                <a:path w="5906770" h="1575435">
                  <a:moveTo>
                    <a:pt x="3599936" y="0"/>
                  </a:moveTo>
                  <a:lnTo>
                    <a:pt x="3708492" y="93656"/>
                  </a:lnTo>
                </a:path>
                <a:path w="5906770" h="1575435">
                  <a:moveTo>
                    <a:pt x="427584" y="1237263"/>
                  </a:moveTo>
                  <a:lnTo>
                    <a:pt x="547115" y="1341235"/>
                  </a:lnTo>
                  <a:lnTo>
                    <a:pt x="690535" y="1264161"/>
                  </a:lnTo>
                </a:path>
                <a:path w="5906770" h="1575435">
                  <a:moveTo>
                    <a:pt x="0" y="1471407"/>
                  </a:moveTo>
                  <a:lnTo>
                    <a:pt x="119530" y="1575379"/>
                  </a:lnTo>
                  <a:lnTo>
                    <a:pt x="263214" y="1498096"/>
                  </a:lnTo>
                </a:path>
                <a:path w="5906770" h="1575435">
                  <a:moveTo>
                    <a:pt x="855168" y="1002660"/>
                  </a:moveTo>
                  <a:lnTo>
                    <a:pt x="974699" y="1106640"/>
                  </a:lnTo>
                  <a:lnTo>
                    <a:pt x="1118119" y="1029567"/>
                  </a:lnTo>
                </a:path>
                <a:path w="5906770" h="1575435">
                  <a:moveTo>
                    <a:pt x="1282745" y="768966"/>
                  </a:moveTo>
                  <a:lnTo>
                    <a:pt x="1402276" y="872938"/>
                  </a:lnTo>
                  <a:lnTo>
                    <a:pt x="1545704" y="795864"/>
                  </a:lnTo>
                </a:path>
                <a:path w="5906770" h="1575435">
                  <a:moveTo>
                    <a:pt x="1710329" y="534364"/>
                  </a:moveTo>
                  <a:lnTo>
                    <a:pt x="1829860" y="638336"/>
                  </a:lnTo>
                  <a:lnTo>
                    <a:pt x="1973280" y="561262"/>
                  </a:lnTo>
                </a:path>
                <a:path w="5906770" h="1575435">
                  <a:moveTo>
                    <a:pt x="2137914" y="300669"/>
                  </a:moveTo>
                  <a:lnTo>
                    <a:pt x="2257445" y="404641"/>
                  </a:lnTo>
                  <a:lnTo>
                    <a:pt x="2400865" y="327568"/>
                  </a:lnTo>
                </a:path>
                <a:path w="5906770" h="1575435">
                  <a:moveTo>
                    <a:pt x="2565490" y="66517"/>
                  </a:moveTo>
                  <a:lnTo>
                    <a:pt x="2685021" y="170489"/>
                  </a:lnTo>
                  <a:lnTo>
                    <a:pt x="2828449" y="93415"/>
                  </a:lnTo>
                </a:path>
                <a:path w="5906770" h="1575435">
                  <a:moveTo>
                    <a:pt x="5906471" y="964112"/>
                  </a:moveTo>
                  <a:lnTo>
                    <a:pt x="5763624" y="1041759"/>
                  </a:lnTo>
                  <a:lnTo>
                    <a:pt x="5694268" y="952625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/>
            <p:cNvSpPr/>
            <p:nvPr/>
          </p:nvSpPr>
          <p:spPr>
            <a:xfrm>
              <a:off x="6432474" y="4031220"/>
              <a:ext cx="190500" cy="175895"/>
            </a:xfrm>
            <a:custGeom>
              <a:avLst/>
              <a:gdLst/>
              <a:ahLst/>
              <a:cxnLst/>
              <a:rect l="l" t="t" r="r" b="b"/>
              <a:pathLst>
                <a:path w="190500" h="175895">
                  <a:moveTo>
                    <a:pt x="189926" y="175298"/>
                  </a:moveTo>
                  <a:lnTo>
                    <a:pt x="12619" y="16862"/>
                  </a:lnTo>
                  <a:lnTo>
                    <a:pt x="0" y="0"/>
                  </a:lnTo>
                  <a:lnTo>
                    <a:pt x="189926" y="158986"/>
                  </a:lnTo>
                  <a:lnTo>
                    <a:pt x="189926" y="175298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/>
            <p:cNvSpPr/>
            <p:nvPr/>
          </p:nvSpPr>
          <p:spPr>
            <a:xfrm>
              <a:off x="3498136" y="5520956"/>
              <a:ext cx="27940" cy="24130"/>
            </a:xfrm>
            <a:custGeom>
              <a:avLst/>
              <a:gdLst/>
              <a:ahLst/>
              <a:cxnLst/>
              <a:rect l="l" t="t" r="r" b="b"/>
              <a:pathLst>
                <a:path w="27939" h="24129">
                  <a:moveTo>
                    <a:pt x="0" y="0"/>
                  </a:moveTo>
                  <a:lnTo>
                    <a:pt x="27681" y="24067"/>
                  </a:lnTo>
                </a:path>
              </a:pathLst>
            </a:custGeom>
            <a:ln w="23268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/>
            <p:cNvSpPr/>
            <p:nvPr/>
          </p:nvSpPr>
          <p:spPr>
            <a:xfrm>
              <a:off x="3512462" y="5460830"/>
              <a:ext cx="19685" cy="17145"/>
            </a:xfrm>
            <a:custGeom>
              <a:avLst/>
              <a:gdLst/>
              <a:ahLst/>
              <a:cxnLst/>
              <a:rect l="l" t="t" r="r" b="b"/>
              <a:pathLst>
                <a:path w="19685" h="17145">
                  <a:moveTo>
                    <a:pt x="19266" y="16993"/>
                  </a:moveTo>
                  <a:lnTo>
                    <a:pt x="0" y="0"/>
                  </a:lnTo>
                  <a:lnTo>
                    <a:pt x="19266" y="0"/>
                  </a:lnTo>
                  <a:lnTo>
                    <a:pt x="19266" y="16993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2" name="object 4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12462" y="5460830"/>
              <a:ext cx="19266" cy="16993"/>
            </a:xfrm>
            <a:prstGeom prst="rect">
              <a:avLst/>
            </a:prstGeom>
          </p:spPr>
        </p:pic>
        <p:sp>
          <p:nvSpPr>
            <p:cNvPr id="453" name="object 453"/>
            <p:cNvSpPr/>
            <p:nvPr/>
          </p:nvSpPr>
          <p:spPr>
            <a:xfrm>
              <a:off x="3512462" y="5460830"/>
              <a:ext cx="19685" cy="17145"/>
            </a:xfrm>
            <a:custGeom>
              <a:avLst/>
              <a:gdLst/>
              <a:ahLst/>
              <a:cxnLst/>
              <a:rect l="l" t="t" r="r" b="b"/>
              <a:pathLst>
                <a:path w="19685" h="17145">
                  <a:moveTo>
                    <a:pt x="0" y="0"/>
                  </a:moveTo>
                  <a:lnTo>
                    <a:pt x="19266" y="16993"/>
                  </a:lnTo>
                  <a:lnTo>
                    <a:pt x="19266" y="0"/>
                  </a:lnTo>
                </a:path>
              </a:pathLst>
            </a:custGeom>
            <a:ln w="7756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4" name="object 45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8709144" y="11370993"/>
              <a:ext cx="1059731" cy="591333"/>
            </a:xfrm>
            <a:prstGeom prst="rect">
              <a:avLst/>
            </a:prstGeom>
          </p:spPr>
        </p:pic>
        <p:sp>
          <p:nvSpPr>
            <p:cNvPr id="455" name="object 455"/>
            <p:cNvSpPr/>
            <p:nvPr/>
          </p:nvSpPr>
          <p:spPr>
            <a:xfrm>
              <a:off x="18663460" y="11184999"/>
              <a:ext cx="168275" cy="146050"/>
            </a:xfrm>
            <a:custGeom>
              <a:avLst/>
              <a:gdLst/>
              <a:ahLst/>
              <a:cxnLst/>
              <a:rect l="l" t="t" r="r" b="b"/>
              <a:pathLst>
                <a:path w="168275" h="146050">
                  <a:moveTo>
                    <a:pt x="83999" y="0"/>
                  </a:moveTo>
                  <a:lnTo>
                    <a:pt x="168077" y="145584"/>
                  </a:lnTo>
                  <a:lnTo>
                    <a:pt x="0" y="145584"/>
                  </a:lnTo>
                  <a:lnTo>
                    <a:pt x="83999" y="0"/>
                  </a:lnTo>
                  <a:close/>
                </a:path>
              </a:pathLst>
            </a:custGeom>
            <a:ln w="77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6" name="object 456"/>
          <p:cNvSpPr txBox="1"/>
          <p:nvPr/>
        </p:nvSpPr>
        <p:spPr>
          <a:xfrm>
            <a:off x="18710174" y="11214803"/>
            <a:ext cx="74930" cy="118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00" spc="-5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457" name="object 457"/>
          <p:cNvGrpSpPr/>
          <p:nvPr/>
        </p:nvGrpSpPr>
        <p:grpSpPr>
          <a:xfrm>
            <a:off x="10398984" y="2242640"/>
            <a:ext cx="5763260" cy="2026920"/>
            <a:chOff x="10398984" y="2242640"/>
            <a:chExt cx="5763260" cy="2026920"/>
          </a:xfrm>
        </p:grpSpPr>
        <p:sp>
          <p:nvSpPr>
            <p:cNvPr id="458" name="object 458"/>
            <p:cNvSpPr/>
            <p:nvPr/>
          </p:nvSpPr>
          <p:spPr>
            <a:xfrm>
              <a:off x="10864900" y="2578955"/>
              <a:ext cx="5292725" cy="1686560"/>
            </a:xfrm>
            <a:custGeom>
              <a:avLst/>
              <a:gdLst/>
              <a:ahLst/>
              <a:cxnLst/>
              <a:rect l="l" t="t" r="r" b="b"/>
              <a:pathLst>
                <a:path w="5292725" h="1686560">
                  <a:moveTo>
                    <a:pt x="232" y="0"/>
                  </a:moveTo>
                  <a:lnTo>
                    <a:pt x="5292605" y="0"/>
                  </a:lnTo>
                  <a:lnTo>
                    <a:pt x="5292605" y="127294"/>
                  </a:lnTo>
                  <a:lnTo>
                    <a:pt x="232" y="127294"/>
                  </a:lnTo>
                  <a:lnTo>
                    <a:pt x="232" y="0"/>
                  </a:lnTo>
                  <a:close/>
                </a:path>
                <a:path w="5292725" h="1686560">
                  <a:moveTo>
                    <a:pt x="0" y="1559122"/>
                  </a:moveTo>
                  <a:lnTo>
                    <a:pt x="5292373" y="1559122"/>
                  </a:lnTo>
                  <a:lnTo>
                    <a:pt x="5292373" y="1686425"/>
                  </a:lnTo>
                  <a:lnTo>
                    <a:pt x="0" y="1686425"/>
                  </a:lnTo>
                  <a:lnTo>
                    <a:pt x="0" y="1559122"/>
                  </a:lnTo>
                  <a:close/>
                </a:path>
              </a:pathLst>
            </a:custGeom>
            <a:ln w="7756">
              <a:solidFill>
                <a:srgbClr val="6969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/>
            <p:cNvSpPr/>
            <p:nvPr/>
          </p:nvSpPr>
          <p:spPr>
            <a:xfrm>
              <a:off x="10470337" y="2298703"/>
              <a:ext cx="375920" cy="282575"/>
            </a:xfrm>
            <a:custGeom>
              <a:avLst/>
              <a:gdLst/>
              <a:ahLst/>
              <a:cxnLst/>
              <a:rect l="l" t="t" r="r" b="b"/>
              <a:pathLst>
                <a:path w="375920" h="282575">
                  <a:moveTo>
                    <a:pt x="372300" y="278320"/>
                  </a:moveTo>
                  <a:lnTo>
                    <a:pt x="42659" y="278320"/>
                  </a:lnTo>
                  <a:lnTo>
                    <a:pt x="0" y="278320"/>
                  </a:lnTo>
                  <a:lnTo>
                    <a:pt x="0" y="282194"/>
                  </a:lnTo>
                  <a:lnTo>
                    <a:pt x="42659" y="282194"/>
                  </a:lnTo>
                  <a:lnTo>
                    <a:pt x="372300" y="282194"/>
                  </a:lnTo>
                  <a:lnTo>
                    <a:pt x="372300" y="278320"/>
                  </a:lnTo>
                  <a:close/>
                </a:path>
                <a:path w="375920" h="282575">
                  <a:moveTo>
                    <a:pt x="375793" y="0"/>
                  </a:moveTo>
                  <a:lnTo>
                    <a:pt x="42659" y="0"/>
                  </a:lnTo>
                  <a:lnTo>
                    <a:pt x="42659" y="3873"/>
                  </a:lnTo>
                  <a:lnTo>
                    <a:pt x="375793" y="3873"/>
                  </a:lnTo>
                  <a:lnTo>
                    <a:pt x="3757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0" name="object 46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398984" y="2242640"/>
              <a:ext cx="129528" cy="326458"/>
            </a:xfrm>
            <a:prstGeom prst="rect">
              <a:avLst/>
            </a:prstGeom>
          </p:spPr>
        </p:pic>
      </p:grpSp>
      <p:sp>
        <p:nvSpPr>
          <p:cNvPr id="461" name="object 461"/>
          <p:cNvSpPr txBox="1"/>
          <p:nvPr/>
        </p:nvSpPr>
        <p:spPr>
          <a:xfrm>
            <a:off x="10344846" y="1916102"/>
            <a:ext cx="112395" cy="32893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62" name="object 462"/>
          <p:cNvGrpSpPr/>
          <p:nvPr/>
        </p:nvGrpSpPr>
        <p:grpSpPr>
          <a:xfrm>
            <a:off x="10339012" y="4263443"/>
            <a:ext cx="507365" cy="608330"/>
            <a:chOff x="10339012" y="4263443"/>
            <a:chExt cx="507365" cy="608330"/>
          </a:xfrm>
        </p:grpSpPr>
        <p:sp>
          <p:nvSpPr>
            <p:cNvPr id="463" name="object 463"/>
            <p:cNvSpPr/>
            <p:nvPr/>
          </p:nvSpPr>
          <p:spPr>
            <a:xfrm>
              <a:off x="10468546" y="4263444"/>
              <a:ext cx="377825" cy="272415"/>
            </a:xfrm>
            <a:custGeom>
              <a:avLst/>
              <a:gdLst/>
              <a:ahLst/>
              <a:cxnLst/>
              <a:rect l="l" t="t" r="r" b="b"/>
              <a:pathLst>
                <a:path w="377825" h="272414">
                  <a:moveTo>
                    <a:pt x="373849" y="0"/>
                  </a:moveTo>
                  <a:lnTo>
                    <a:pt x="42659" y="0"/>
                  </a:lnTo>
                  <a:lnTo>
                    <a:pt x="0" y="0"/>
                  </a:lnTo>
                  <a:lnTo>
                    <a:pt x="0" y="3886"/>
                  </a:lnTo>
                  <a:lnTo>
                    <a:pt x="42659" y="3886"/>
                  </a:lnTo>
                  <a:lnTo>
                    <a:pt x="373849" y="3886"/>
                  </a:lnTo>
                  <a:lnTo>
                    <a:pt x="373849" y="0"/>
                  </a:lnTo>
                  <a:close/>
                </a:path>
                <a:path w="377825" h="272414">
                  <a:moveTo>
                    <a:pt x="377583" y="268414"/>
                  </a:moveTo>
                  <a:lnTo>
                    <a:pt x="42659" y="268414"/>
                  </a:lnTo>
                  <a:lnTo>
                    <a:pt x="42659" y="272288"/>
                  </a:lnTo>
                  <a:lnTo>
                    <a:pt x="377583" y="272288"/>
                  </a:lnTo>
                  <a:lnTo>
                    <a:pt x="377583" y="2684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4" name="object 46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397200" y="4275232"/>
              <a:ext cx="129528" cy="265332"/>
            </a:xfrm>
            <a:prstGeom prst="rect">
              <a:avLst/>
            </a:prstGeom>
          </p:spPr>
        </p:pic>
        <p:sp>
          <p:nvSpPr>
            <p:cNvPr id="465" name="object 465"/>
            <p:cNvSpPr/>
            <p:nvPr/>
          </p:nvSpPr>
          <p:spPr>
            <a:xfrm>
              <a:off x="10343139" y="4538624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/>
            <p:cNvSpPr/>
            <p:nvPr/>
          </p:nvSpPr>
          <p:spPr>
            <a:xfrm>
              <a:off x="10343139" y="4538624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7" name="object 467"/>
          <p:cNvSpPr txBox="1"/>
          <p:nvPr/>
        </p:nvSpPr>
        <p:spPr>
          <a:xfrm>
            <a:off x="10329917" y="4576087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468" name="object 468"/>
          <p:cNvSpPr txBox="1"/>
          <p:nvPr/>
        </p:nvSpPr>
        <p:spPr>
          <a:xfrm>
            <a:off x="9626001" y="3249215"/>
            <a:ext cx="40005" cy="13208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dirty="0" sz="850" spc="-50">
                <a:latin typeface="Verdana"/>
                <a:cs typeface="Verdana"/>
              </a:rPr>
              <a:t>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69" name="object 469"/>
          <p:cNvGrpSpPr/>
          <p:nvPr/>
        </p:nvGrpSpPr>
        <p:grpSpPr>
          <a:xfrm>
            <a:off x="8215145" y="2590147"/>
            <a:ext cx="2613660" cy="837565"/>
            <a:chOff x="8215145" y="2590147"/>
            <a:chExt cx="2613660" cy="837565"/>
          </a:xfrm>
        </p:grpSpPr>
        <p:sp>
          <p:nvSpPr>
            <p:cNvPr id="470" name="object 470"/>
            <p:cNvSpPr/>
            <p:nvPr/>
          </p:nvSpPr>
          <p:spPr>
            <a:xfrm>
              <a:off x="9684560" y="2653461"/>
              <a:ext cx="1068705" cy="662305"/>
            </a:xfrm>
            <a:custGeom>
              <a:avLst/>
              <a:gdLst/>
              <a:ahLst/>
              <a:cxnLst/>
              <a:rect l="l" t="t" r="r" b="b"/>
              <a:pathLst>
                <a:path w="1068704" h="662304">
                  <a:moveTo>
                    <a:pt x="1068418" y="0"/>
                  </a:moveTo>
                  <a:lnTo>
                    <a:pt x="271157" y="662070"/>
                  </a:lnTo>
                  <a:lnTo>
                    <a:pt x="0" y="66207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1" name="object 47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739094" y="2590147"/>
              <a:ext cx="89273" cy="79152"/>
            </a:xfrm>
            <a:prstGeom prst="rect">
              <a:avLst/>
            </a:prstGeom>
          </p:spPr>
        </p:pic>
        <p:sp>
          <p:nvSpPr>
            <p:cNvPr id="472" name="object 472"/>
            <p:cNvSpPr/>
            <p:nvPr/>
          </p:nvSpPr>
          <p:spPr>
            <a:xfrm>
              <a:off x="8215145" y="3203454"/>
              <a:ext cx="1465580" cy="224154"/>
            </a:xfrm>
            <a:custGeom>
              <a:avLst/>
              <a:gdLst/>
              <a:ahLst/>
              <a:cxnLst/>
              <a:rect l="l" t="t" r="r" b="b"/>
              <a:pathLst>
                <a:path w="1465579" h="224154">
                  <a:moveTo>
                    <a:pt x="1465536" y="224154"/>
                  </a:moveTo>
                  <a:lnTo>
                    <a:pt x="0" y="224154"/>
                  </a:lnTo>
                  <a:lnTo>
                    <a:pt x="0" y="0"/>
                  </a:lnTo>
                  <a:lnTo>
                    <a:pt x="1465536" y="0"/>
                  </a:lnTo>
                  <a:lnTo>
                    <a:pt x="1465536" y="2241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3" name="object 473"/>
          <p:cNvSpPr txBox="1"/>
          <p:nvPr/>
        </p:nvSpPr>
        <p:spPr>
          <a:xfrm>
            <a:off x="8215145" y="3203454"/>
            <a:ext cx="1465580" cy="224154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 marL="85090" marR="635" indent="161290">
              <a:lnSpc>
                <a:spcPts val="880"/>
              </a:lnSpc>
              <a:spcBef>
                <a:spcPts val="5"/>
              </a:spcBef>
            </a:pPr>
            <a:r>
              <a:rPr dirty="0" sz="700">
                <a:latin typeface="Verdana"/>
                <a:cs typeface="Verdana"/>
              </a:rPr>
              <a:t>TOP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AND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BOTTOM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RAILS </a:t>
            </a:r>
            <a:r>
              <a:rPr dirty="0" sz="700">
                <a:latin typeface="Verdana"/>
                <a:cs typeface="Verdana"/>
              </a:rPr>
              <a:t>(2x4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FLAT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OR</a:t>
            </a:r>
            <a:r>
              <a:rPr dirty="0" sz="700" spc="70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2x4</a:t>
            </a:r>
            <a:r>
              <a:rPr dirty="0" sz="700" spc="6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STACKED)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74" name="object 474"/>
          <p:cNvGrpSpPr/>
          <p:nvPr/>
        </p:nvGrpSpPr>
        <p:grpSpPr>
          <a:xfrm>
            <a:off x="9680433" y="2300335"/>
            <a:ext cx="6491605" cy="2236470"/>
            <a:chOff x="9680433" y="2300335"/>
            <a:chExt cx="6491605" cy="2236470"/>
          </a:xfrm>
        </p:grpSpPr>
        <p:sp>
          <p:nvSpPr>
            <p:cNvPr id="475" name="object 475"/>
            <p:cNvSpPr/>
            <p:nvPr/>
          </p:nvSpPr>
          <p:spPr>
            <a:xfrm>
              <a:off x="9684560" y="3315532"/>
              <a:ext cx="1099820" cy="866140"/>
            </a:xfrm>
            <a:custGeom>
              <a:avLst/>
              <a:gdLst/>
              <a:ahLst/>
              <a:cxnLst/>
              <a:rect l="l" t="t" r="r" b="b"/>
              <a:pathLst>
                <a:path w="1099820" h="866139">
                  <a:moveTo>
                    <a:pt x="1099753" y="865655"/>
                  </a:moveTo>
                  <a:lnTo>
                    <a:pt x="271157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6" name="object 47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769111" y="4166497"/>
              <a:ext cx="83379" cy="85721"/>
            </a:xfrm>
            <a:prstGeom prst="rect">
              <a:avLst/>
            </a:prstGeom>
          </p:spPr>
        </p:pic>
        <p:sp>
          <p:nvSpPr>
            <p:cNvPr id="477" name="object 477"/>
            <p:cNvSpPr/>
            <p:nvPr/>
          </p:nvSpPr>
          <p:spPr>
            <a:xfrm>
              <a:off x="10873432" y="2304463"/>
              <a:ext cx="5293995" cy="2228215"/>
            </a:xfrm>
            <a:custGeom>
              <a:avLst/>
              <a:gdLst/>
              <a:ahLst/>
              <a:cxnLst/>
              <a:rect l="l" t="t" r="r" b="b"/>
              <a:pathLst>
                <a:path w="5293994" h="2228215">
                  <a:moveTo>
                    <a:pt x="5202478" y="7"/>
                  </a:moveTo>
                  <a:lnTo>
                    <a:pt x="5293924" y="7"/>
                  </a:lnTo>
                  <a:lnTo>
                    <a:pt x="5293924" y="2228212"/>
                  </a:lnTo>
                  <a:lnTo>
                    <a:pt x="5202478" y="2228212"/>
                  </a:lnTo>
                  <a:lnTo>
                    <a:pt x="5202478" y="7"/>
                  </a:lnTo>
                  <a:close/>
                </a:path>
                <a:path w="5293994" h="2228215">
                  <a:moveTo>
                    <a:pt x="3495026" y="0"/>
                  </a:moveTo>
                  <a:lnTo>
                    <a:pt x="3586472" y="0"/>
                  </a:lnTo>
                  <a:lnTo>
                    <a:pt x="3586472" y="2228204"/>
                  </a:lnTo>
                  <a:lnTo>
                    <a:pt x="3495026" y="2228204"/>
                  </a:lnTo>
                  <a:lnTo>
                    <a:pt x="3495026" y="0"/>
                  </a:lnTo>
                  <a:close/>
                </a:path>
                <a:path w="5293994" h="2228215">
                  <a:moveTo>
                    <a:pt x="1746310" y="15"/>
                  </a:moveTo>
                  <a:lnTo>
                    <a:pt x="1837756" y="15"/>
                  </a:lnTo>
                  <a:lnTo>
                    <a:pt x="1837756" y="2228219"/>
                  </a:lnTo>
                  <a:lnTo>
                    <a:pt x="1746310" y="2228219"/>
                  </a:lnTo>
                  <a:lnTo>
                    <a:pt x="1746310" y="15"/>
                  </a:lnTo>
                  <a:close/>
                </a:path>
                <a:path w="5293994" h="2228215">
                  <a:moveTo>
                    <a:pt x="0" y="15"/>
                  </a:moveTo>
                  <a:lnTo>
                    <a:pt x="91445" y="15"/>
                  </a:lnTo>
                  <a:lnTo>
                    <a:pt x="91445" y="2228219"/>
                  </a:lnTo>
                  <a:lnTo>
                    <a:pt x="0" y="2228219"/>
                  </a:lnTo>
                  <a:lnTo>
                    <a:pt x="0" y="15"/>
                  </a:lnTo>
                  <a:close/>
                </a:path>
              </a:pathLst>
            </a:custGeom>
            <a:ln w="7756">
              <a:solidFill>
                <a:srgbClr val="704E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8" name="object 478"/>
          <p:cNvSpPr txBox="1"/>
          <p:nvPr/>
        </p:nvSpPr>
        <p:spPr>
          <a:xfrm>
            <a:off x="10929819" y="1319928"/>
            <a:ext cx="1097280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r" marL="85090" marR="3810" indent="9398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SIMPSON </a:t>
            </a:r>
            <a:r>
              <a:rPr dirty="0" sz="850" spc="-10">
                <a:latin typeface="Verdana"/>
                <a:cs typeface="Verdana"/>
              </a:rPr>
              <a:t>FB24Z </a:t>
            </a:r>
            <a:r>
              <a:rPr dirty="0" sz="850">
                <a:latin typeface="Verdana"/>
                <a:cs typeface="Verdana"/>
              </a:rPr>
              <a:t>BRACKET </a:t>
            </a:r>
            <a:r>
              <a:rPr dirty="0" sz="850" spc="-10">
                <a:latin typeface="Verdana"/>
                <a:cs typeface="Verdana"/>
              </a:rPr>
              <a:t>W/HZ10 </a:t>
            </a:r>
            <a:r>
              <a:rPr dirty="0" sz="850">
                <a:latin typeface="Verdana"/>
                <a:cs typeface="Verdana"/>
              </a:rPr>
              <a:t>COATING, </a:t>
            </a:r>
            <a:r>
              <a:rPr dirty="0" sz="850" spc="-20">
                <a:latin typeface="Verdana"/>
                <a:cs typeface="Verdana"/>
              </a:rPr>
              <a:t>TYP.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79" name="object 479"/>
          <p:cNvGrpSpPr/>
          <p:nvPr/>
        </p:nvGrpSpPr>
        <p:grpSpPr>
          <a:xfrm>
            <a:off x="2096418" y="1644470"/>
            <a:ext cx="10516235" cy="8413115"/>
            <a:chOff x="2096418" y="1644470"/>
            <a:chExt cx="10516235" cy="8413115"/>
          </a:xfrm>
        </p:grpSpPr>
        <p:sp>
          <p:nvSpPr>
            <p:cNvPr id="480" name="object 480"/>
            <p:cNvSpPr/>
            <p:nvPr/>
          </p:nvSpPr>
          <p:spPr>
            <a:xfrm>
              <a:off x="12030426" y="1648598"/>
              <a:ext cx="534035" cy="828040"/>
            </a:xfrm>
            <a:custGeom>
              <a:avLst/>
              <a:gdLst/>
              <a:ahLst/>
              <a:cxnLst/>
              <a:rect l="l" t="t" r="r" b="b"/>
              <a:pathLst>
                <a:path w="534034" h="828039">
                  <a:moveTo>
                    <a:pt x="534015" y="827642"/>
                  </a:moveTo>
                  <a:lnTo>
                    <a:pt x="88498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1" name="object 48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546912" y="2464993"/>
              <a:ext cx="65462" cy="97068"/>
            </a:xfrm>
            <a:prstGeom prst="rect">
              <a:avLst/>
            </a:prstGeom>
          </p:spPr>
        </p:pic>
        <p:sp>
          <p:nvSpPr>
            <p:cNvPr id="482" name="object 482"/>
            <p:cNvSpPr/>
            <p:nvPr/>
          </p:nvSpPr>
          <p:spPr>
            <a:xfrm>
              <a:off x="2566662" y="8094226"/>
              <a:ext cx="7362825" cy="1686560"/>
            </a:xfrm>
            <a:custGeom>
              <a:avLst/>
              <a:gdLst/>
              <a:ahLst/>
              <a:cxnLst/>
              <a:rect l="l" t="t" r="r" b="b"/>
              <a:pathLst>
                <a:path w="7362825" h="1686559">
                  <a:moveTo>
                    <a:pt x="325" y="0"/>
                  </a:moveTo>
                  <a:lnTo>
                    <a:pt x="7362606" y="0"/>
                  </a:lnTo>
                  <a:lnTo>
                    <a:pt x="7362606" y="127356"/>
                  </a:lnTo>
                  <a:lnTo>
                    <a:pt x="325" y="127356"/>
                  </a:lnTo>
                  <a:lnTo>
                    <a:pt x="325" y="0"/>
                  </a:lnTo>
                  <a:close/>
                </a:path>
                <a:path w="7362825" h="1686559">
                  <a:moveTo>
                    <a:pt x="0" y="1559153"/>
                  </a:moveTo>
                  <a:lnTo>
                    <a:pt x="7362296" y="1559153"/>
                  </a:lnTo>
                  <a:lnTo>
                    <a:pt x="7362296" y="1686432"/>
                  </a:lnTo>
                  <a:lnTo>
                    <a:pt x="0" y="1686432"/>
                  </a:lnTo>
                  <a:lnTo>
                    <a:pt x="0" y="1559153"/>
                  </a:lnTo>
                  <a:close/>
                </a:path>
              </a:pathLst>
            </a:custGeom>
            <a:ln w="7756">
              <a:solidFill>
                <a:srgbClr val="6969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/>
            <p:cNvSpPr/>
            <p:nvPr/>
          </p:nvSpPr>
          <p:spPr>
            <a:xfrm>
              <a:off x="2575217" y="7819734"/>
              <a:ext cx="7354570" cy="2233930"/>
            </a:xfrm>
            <a:custGeom>
              <a:avLst/>
              <a:gdLst/>
              <a:ahLst/>
              <a:cxnLst/>
              <a:rect l="l" t="t" r="r" b="b"/>
              <a:pathLst>
                <a:path w="7354570" h="2233929">
                  <a:moveTo>
                    <a:pt x="5202478" y="0"/>
                  </a:moveTo>
                  <a:lnTo>
                    <a:pt x="5293924" y="0"/>
                  </a:lnTo>
                  <a:lnTo>
                    <a:pt x="5293924" y="2228204"/>
                  </a:lnTo>
                  <a:lnTo>
                    <a:pt x="5202478" y="2228204"/>
                  </a:lnTo>
                  <a:lnTo>
                    <a:pt x="5202478" y="0"/>
                  </a:lnTo>
                  <a:close/>
                </a:path>
                <a:path w="7354570" h="2233929">
                  <a:moveTo>
                    <a:pt x="3495026" y="0"/>
                  </a:moveTo>
                  <a:lnTo>
                    <a:pt x="3586464" y="0"/>
                  </a:lnTo>
                  <a:lnTo>
                    <a:pt x="3586464" y="2228204"/>
                  </a:lnTo>
                  <a:lnTo>
                    <a:pt x="3495026" y="2228204"/>
                  </a:lnTo>
                  <a:lnTo>
                    <a:pt x="3495026" y="0"/>
                  </a:lnTo>
                  <a:close/>
                </a:path>
                <a:path w="7354570" h="2233929">
                  <a:moveTo>
                    <a:pt x="1746256" y="0"/>
                  </a:moveTo>
                  <a:lnTo>
                    <a:pt x="1837702" y="0"/>
                  </a:lnTo>
                  <a:lnTo>
                    <a:pt x="1837702" y="2228204"/>
                  </a:lnTo>
                  <a:lnTo>
                    <a:pt x="1746256" y="2228204"/>
                  </a:lnTo>
                  <a:lnTo>
                    <a:pt x="1746256" y="0"/>
                  </a:lnTo>
                  <a:close/>
                </a:path>
                <a:path w="7354570" h="2233929">
                  <a:moveTo>
                    <a:pt x="0" y="77"/>
                  </a:moveTo>
                  <a:lnTo>
                    <a:pt x="91445" y="77"/>
                  </a:lnTo>
                  <a:lnTo>
                    <a:pt x="91445" y="2228281"/>
                  </a:lnTo>
                  <a:lnTo>
                    <a:pt x="0" y="2228281"/>
                  </a:lnTo>
                  <a:lnTo>
                    <a:pt x="0" y="77"/>
                  </a:lnTo>
                  <a:close/>
                </a:path>
                <a:path w="7354570" h="2233929">
                  <a:moveTo>
                    <a:pt x="7262605" y="5506"/>
                  </a:moveTo>
                  <a:lnTo>
                    <a:pt x="7354051" y="5506"/>
                  </a:lnTo>
                  <a:lnTo>
                    <a:pt x="7354051" y="2233711"/>
                  </a:lnTo>
                  <a:lnTo>
                    <a:pt x="7262605" y="2233711"/>
                  </a:lnTo>
                  <a:lnTo>
                    <a:pt x="7262605" y="5506"/>
                  </a:lnTo>
                  <a:close/>
                </a:path>
              </a:pathLst>
            </a:custGeom>
            <a:ln w="7756">
              <a:solidFill>
                <a:srgbClr val="704E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/>
            <p:cNvSpPr/>
            <p:nvPr/>
          </p:nvSpPr>
          <p:spPr>
            <a:xfrm>
              <a:off x="2221865" y="7817806"/>
              <a:ext cx="323215" cy="278765"/>
            </a:xfrm>
            <a:custGeom>
              <a:avLst/>
              <a:gdLst/>
              <a:ahLst/>
              <a:cxnLst/>
              <a:rect l="l" t="t" r="r" b="b"/>
              <a:pathLst>
                <a:path w="323214" h="278765">
                  <a:moveTo>
                    <a:pt x="322326" y="0"/>
                  </a:moveTo>
                  <a:lnTo>
                    <a:pt x="42659" y="0"/>
                  </a:lnTo>
                  <a:lnTo>
                    <a:pt x="0" y="0"/>
                  </a:lnTo>
                  <a:lnTo>
                    <a:pt x="0" y="3873"/>
                  </a:lnTo>
                  <a:lnTo>
                    <a:pt x="42659" y="3873"/>
                  </a:lnTo>
                  <a:lnTo>
                    <a:pt x="322326" y="3873"/>
                  </a:lnTo>
                  <a:lnTo>
                    <a:pt x="322326" y="0"/>
                  </a:lnTo>
                  <a:close/>
                </a:path>
                <a:path w="323214" h="278765">
                  <a:moveTo>
                    <a:pt x="322656" y="274485"/>
                  </a:moveTo>
                  <a:lnTo>
                    <a:pt x="42659" y="274485"/>
                  </a:lnTo>
                  <a:lnTo>
                    <a:pt x="42659" y="278371"/>
                  </a:lnTo>
                  <a:lnTo>
                    <a:pt x="322656" y="278371"/>
                  </a:lnTo>
                  <a:lnTo>
                    <a:pt x="322656" y="2744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5" name="object 48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150518" y="7829586"/>
              <a:ext cx="129528" cy="322658"/>
            </a:xfrm>
            <a:prstGeom prst="rect">
              <a:avLst/>
            </a:prstGeom>
          </p:spPr>
        </p:pic>
        <p:sp>
          <p:nvSpPr>
            <p:cNvPr id="486" name="object 486"/>
            <p:cNvSpPr/>
            <p:nvPr/>
          </p:nvSpPr>
          <p:spPr>
            <a:xfrm>
              <a:off x="2096418" y="8150303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4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7" name="object 487"/>
          <p:cNvSpPr txBox="1"/>
          <p:nvPr/>
        </p:nvSpPr>
        <p:spPr>
          <a:xfrm>
            <a:off x="2096418" y="8150304"/>
            <a:ext cx="112395" cy="328930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50165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88" name="object 488"/>
          <p:cNvGrpSpPr/>
          <p:nvPr/>
        </p:nvGrpSpPr>
        <p:grpSpPr>
          <a:xfrm>
            <a:off x="2010067" y="9381818"/>
            <a:ext cx="536575" cy="673100"/>
            <a:chOff x="2010067" y="9381818"/>
            <a:chExt cx="536575" cy="673100"/>
          </a:xfrm>
        </p:grpSpPr>
        <p:sp>
          <p:nvSpPr>
            <p:cNvPr id="489" name="object 489"/>
            <p:cNvSpPr/>
            <p:nvPr/>
          </p:nvSpPr>
          <p:spPr>
            <a:xfrm>
              <a:off x="2133531" y="9773525"/>
              <a:ext cx="410845" cy="279400"/>
            </a:xfrm>
            <a:custGeom>
              <a:avLst/>
              <a:gdLst/>
              <a:ahLst/>
              <a:cxnLst/>
              <a:rect l="l" t="t" r="r" b="b"/>
              <a:pathLst>
                <a:path w="410844" h="279400">
                  <a:moveTo>
                    <a:pt x="405618" y="278835"/>
                  </a:moveTo>
                  <a:lnTo>
                    <a:pt x="42651" y="272087"/>
                  </a:lnTo>
                </a:path>
                <a:path w="410844" h="279400">
                  <a:moveTo>
                    <a:pt x="42651" y="272087"/>
                  </a:moveTo>
                  <a:lnTo>
                    <a:pt x="0" y="271312"/>
                  </a:lnTo>
                </a:path>
                <a:path w="410844" h="279400">
                  <a:moveTo>
                    <a:pt x="410675" y="6747"/>
                  </a:moveTo>
                  <a:lnTo>
                    <a:pt x="47708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0" name="object 49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068278" y="9713492"/>
              <a:ext cx="125945" cy="322270"/>
            </a:xfrm>
            <a:prstGeom prst="rect">
              <a:avLst/>
            </a:prstGeom>
          </p:spPr>
        </p:pic>
        <p:sp>
          <p:nvSpPr>
            <p:cNvPr id="491" name="object 491"/>
            <p:cNvSpPr/>
            <p:nvPr/>
          </p:nvSpPr>
          <p:spPr>
            <a:xfrm>
              <a:off x="2014194" y="9385946"/>
              <a:ext cx="118745" cy="330835"/>
            </a:xfrm>
            <a:custGeom>
              <a:avLst/>
              <a:gdLst/>
              <a:ahLst/>
              <a:cxnLst/>
              <a:rect l="l" t="t" r="r" b="b"/>
              <a:pathLst>
                <a:path w="118744" h="330834">
                  <a:moveTo>
                    <a:pt x="0" y="328475"/>
                  </a:moveTo>
                  <a:lnTo>
                    <a:pt x="6096" y="0"/>
                  </a:lnTo>
                  <a:lnTo>
                    <a:pt x="118158" y="2094"/>
                  </a:lnTo>
                  <a:lnTo>
                    <a:pt x="112053" y="330492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2" name="object 492"/>
          <p:cNvSpPr txBox="1"/>
          <p:nvPr/>
        </p:nvSpPr>
        <p:spPr>
          <a:xfrm rot="16320000">
            <a:off x="1955048" y="9505041"/>
            <a:ext cx="248688" cy="933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35"/>
              </a:lnSpc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493" name="object 493"/>
          <p:cNvGrpSpPr/>
          <p:nvPr/>
        </p:nvGrpSpPr>
        <p:grpSpPr>
          <a:xfrm>
            <a:off x="4189089" y="2474710"/>
            <a:ext cx="8655050" cy="8002905"/>
            <a:chOff x="4189089" y="2474710"/>
            <a:chExt cx="8655050" cy="8002905"/>
          </a:xfrm>
        </p:grpSpPr>
        <p:sp>
          <p:nvSpPr>
            <p:cNvPr id="494" name="object 494"/>
            <p:cNvSpPr/>
            <p:nvPr/>
          </p:nvSpPr>
          <p:spPr>
            <a:xfrm>
              <a:off x="9961689" y="8495998"/>
              <a:ext cx="1782445" cy="1707514"/>
            </a:xfrm>
            <a:custGeom>
              <a:avLst/>
              <a:gdLst/>
              <a:ahLst/>
              <a:cxnLst/>
              <a:rect l="l" t="t" r="r" b="b"/>
              <a:pathLst>
                <a:path w="1782445" h="1707515">
                  <a:moveTo>
                    <a:pt x="8842" y="0"/>
                  </a:moveTo>
                  <a:lnTo>
                    <a:pt x="1782377" y="0"/>
                  </a:lnTo>
                  <a:lnTo>
                    <a:pt x="1782377" y="127356"/>
                  </a:lnTo>
                  <a:lnTo>
                    <a:pt x="8842" y="127356"/>
                  </a:lnTo>
                  <a:lnTo>
                    <a:pt x="8842" y="0"/>
                  </a:lnTo>
                  <a:close/>
                </a:path>
                <a:path w="1782445" h="1707515">
                  <a:moveTo>
                    <a:pt x="0" y="1580017"/>
                  </a:moveTo>
                  <a:lnTo>
                    <a:pt x="1773535" y="1580017"/>
                  </a:lnTo>
                  <a:lnTo>
                    <a:pt x="1773535" y="1707374"/>
                  </a:lnTo>
                  <a:lnTo>
                    <a:pt x="0" y="1707374"/>
                  </a:lnTo>
                  <a:lnTo>
                    <a:pt x="0" y="1580017"/>
                  </a:lnTo>
                  <a:close/>
                </a:path>
              </a:pathLst>
            </a:custGeom>
            <a:ln w="7756">
              <a:solidFill>
                <a:srgbClr val="6969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/>
            <p:cNvSpPr/>
            <p:nvPr/>
          </p:nvSpPr>
          <p:spPr>
            <a:xfrm>
              <a:off x="9970454" y="8239733"/>
              <a:ext cx="1765300" cy="2233295"/>
            </a:xfrm>
            <a:custGeom>
              <a:avLst/>
              <a:gdLst/>
              <a:ahLst/>
              <a:cxnLst/>
              <a:rect l="l" t="t" r="r" b="b"/>
              <a:pathLst>
                <a:path w="1765300" h="2233295">
                  <a:moveTo>
                    <a:pt x="1673324" y="4963"/>
                  </a:moveTo>
                  <a:lnTo>
                    <a:pt x="1764770" y="4963"/>
                  </a:lnTo>
                  <a:lnTo>
                    <a:pt x="1764770" y="2233168"/>
                  </a:lnTo>
                  <a:lnTo>
                    <a:pt x="1673324" y="2233168"/>
                  </a:lnTo>
                  <a:lnTo>
                    <a:pt x="1673324" y="4963"/>
                  </a:lnTo>
                  <a:close/>
                </a:path>
                <a:path w="1765300" h="2233295">
                  <a:moveTo>
                    <a:pt x="0" y="0"/>
                  </a:moveTo>
                  <a:lnTo>
                    <a:pt x="91445" y="0"/>
                  </a:lnTo>
                  <a:lnTo>
                    <a:pt x="91445" y="2228204"/>
                  </a:lnTo>
                  <a:lnTo>
                    <a:pt x="0" y="2228204"/>
                  </a:lnTo>
                  <a:lnTo>
                    <a:pt x="0" y="0"/>
                  </a:lnTo>
                  <a:close/>
                </a:path>
              </a:pathLst>
            </a:custGeom>
            <a:ln w="7756">
              <a:solidFill>
                <a:srgbClr val="704E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/>
            <p:cNvSpPr/>
            <p:nvPr/>
          </p:nvSpPr>
          <p:spPr>
            <a:xfrm>
              <a:off x="4193217" y="2478838"/>
              <a:ext cx="8646795" cy="5850255"/>
            </a:xfrm>
            <a:custGeom>
              <a:avLst/>
              <a:gdLst/>
              <a:ahLst/>
              <a:cxnLst/>
              <a:rect l="l" t="t" r="r" b="b"/>
              <a:pathLst>
                <a:path w="8646795" h="5850255">
                  <a:moveTo>
                    <a:pt x="8305374" y="170396"/>
                  </a:moveTo>
                  <a:lnTo>
                    <a:pt x="8311468" y="125128"/>
                  </a:lnTo>
                  <a:lnTo>
                    <a:pt x="8328662" y="84432"/>
                  </a:lnTo>
                  <a:lnTo>
                    <a:pt x="8355324" y="49940"/>
                  </a:lnTo>
                  <a:lnTo>
                    <a:pt x="8389819" y="23283"/>
                  </a:lnTo>
                  <a:lnTo>
                    <a:pt x="8430514" y="6092"/>
                  </a:lnTo>
                  <a:lnTo>
                    <a:pt x="8475778" y="0"/>
                  </a:lnTo>
                  <a:lnTo>
                    <a:pt x="8521041" y="6092"/>
                  </a:lnTo>
                  <a:lnTo>
                    <a:pt x="8561737" y="23283"/>
                  </a:lnTo>
                  <a:lnTo>
                    <a:pt x="8596232" y="49940"/>
                  </a:lnTo>
                  <a:lnTo>
                    <a:pt x="8622893" y="84432"/>
                  </a:lnTo>
                  <a:lnTo>
                    <a:pt x="8640087" y="125128"/>
                  </a:lnTo>
                  <a:lnTo>
                    <a:pt x="8646182" y="170396"/>
                  </a:lnTo>
                  <a:lnTo>
                    <a:pt x="8640087" y="215664"/>
                  </a:lnTo>
                  <a:lnTo>
                    <a:pt x="8622893" y="256360"/>
                  </a:lnTo>
                  <a:lnTo>
                    <a:pt x="8596232" y="290852"/>
                  </a:lnTo>
                  <a:lnTo>
                    <a:pt x="8561737" y="317509"/>
                  </a:lnTo>
                  <a:lnTo>
                    <a:pt x="8521041" y="334699"/>
                  </a:lnTo>
                  <a:lnTo>
                    <a:pt x="8475778" y="340792"/>
                  </a:lnTo>
                  <a:lnTo>
                    <a:pt x="8430514" y="334699"/>
                  </a:lnTo>
                  <a:lnTo>
                    <a:pt x="8389819" y="317509"/>
                  </a:lnTo>
                  <a:lnTo>
                    <a:pt x="8355324" y="290852"/>
                  </a:lnTo>
                  <a:lnTo>
                    <a:pt x="8328662" y="256360"/>
                  </a:lnTo>
                  <a:lnTo>
                    <a:pt x="8311468" y="215664"/>
                  </a:lnTo>
                  <a:lnTo>
                    <a:pt x="8305374" y="170396"/>
                  </a:lnTo>
                  <a:close/>
                </a:path>
                <a:path w="8646795" h="5850255">
                  <a:moveTo>
                    <a:pt x="8305374" y="170396"/>
                  </a:moveTo>
                  <a:lnTo>
                    <a:pt x="8311468" y="125128"/>
                  </a:lnTo>
                  <a:lnTo>
                    <a:pt x="8328662" y="84432"/>
                  </a:lnTo>
                  <a:lnTo>
                    <a:pt x="8355324" y="49940"/>
                  </a:lnTo>
                  <a:lnTo>
                    <a:pt x="8389819" y="23283"/>
                  </a:lnTo>
                  <a:lnTo>
                    <a:pt x="8430514" y="6092"/>
                  </a:lnTo>
                  <a:lnTo>
                    <a:pt x="8475778" y="0"/>
                  </a:lnTo>
                  <a:lnTo>
                    <a:pt x="8521041" y="6092"/>
                  </a:lnTo>
                  <a:lnTo>
                    <a:pt x="8561737" y="23283"/>
                  </a:lnTo>
                  <a:lnTo>
                    <a:pt x="8596232" y="49940"/>
                  </a:lnTo>
                  <a:lnTo>
                    <a:pt x="8622893" y="84432"/>
                  </a:lnTo>
                  <a:lnTo>
                    <a:pt x="8640087" y="125128"/>
                  </a:lnTo>
                  <a:lnTo>
                    <a:pt x="8646182" y="170396"/>
                  </a:lnTo>
                  <a:lnTo>
                    <a:pt x="8640087" y="215664"/>
                  </a:lnTo>
                  <a:lnTo>
                    <a:pt x="8622893" y="256360"/>
                  </a:lnTo>
                  <a:lnTo>
                    <a:pt x="8596232" y="290852"/>
                  </a:lnTo>
                  <a:lnTo>
                    <a:pt x="8561737" y="317509"/>
                  </a:lnTo>
                  <a:lnTo>
                    <a:pt x="8521041" y="334699"/>
                  </a:lnTo>
                  <a:lnTo>
                    <a:pt x="8475778" y="340792"/>
                  </a:lnTo>
                  <a:lnTo>
                    <a:pt x="8430514" y="334699"/>
                  </a:lnTo>
                  <a:lnTo>
                    <a:pt x="8389819" y="317509"/>
                  </a:lnTo>
                  <a:lnTo>
                    <a:pt x="8355324" y="290852"/>
                  </a:lnTo>
                  <a:lnTo>
                    <a:pt x="8328662" y="256360"/>
                  </a:lnTo>
                  <a:lnTo>
                    <a:pt x="8311468" y="215664"/>
                  </a:lnTo>
                  <a:lnTo>
                    <a:pt x="8305374" y="170396"/>
                  </a:lnTo>
                  <a:close/>
                </a:path>
                <a:path w="8646795" h="5850255">
                  <a:moveTo>
                    <a:pt x="8305374" y="170396"/>
                  </a:moveTo>
                  <a:lnTo>
                    <a:pt x="8311468" y="125128"/>
                  </a:lnTo>
                  <a:lnTo>
                    <a:pt x="8328662" y="84432"/>
                  </a:lnTo>
                  <a:lnTo>
                    <a:pt x="8355324" y="49940"/>
                  </a:lnTo>
                  <a:lnTo>
                    <a:pt x="8389819" y="23283"/>
                  </a:lnTo>
                  <a:lnTo>
                    <a:pt x="8430514" y="6092"/>
                  </a:lnTo>
                  <a:lnTo>
                    <a:pt x="8475778" y="0"/>
                  </a:lnTo>
                  <a:lnTo>
                    <a:pt x="8521041" y="6092"/>
                  </a:lnTo>
                  <a:lnTo>
                    <a:pt x="8561737" y="23283"/>
                  </a:lnTo>
                  <a:lnTo>
                    <a:pt x="8596232" y="49940"/>
                  </a:lnTo>
                  <a:lnTo>
                    <a:pt x="8622893" y="84432"/>
                  </a:lnTo>
                  <a:lnTo>
                    <a:pt x="8640087" y="125128"/>
                  </a:lnTo>
                  <a:lnTo>
                    <a:pt x="8646182" y="170396"/>
                  </a:lnTo>
                  <a:lnTo>
                    <a:pt x="8640087" y="215664"/>
                  </a:lnTo>
                  <a:lnTo>
                    <a:pt x="8622893" y="256360"/>
                  </a:lnTo>
                  <a:lnTo>
                    <a:pt x="8596232" y="290852"/>
                  </a:lnTo>
                  <a:lnTo>
                    <a:pt x="8561737" y="317509"/>
                  </a:lnTo>
                  <a:lnTo>
                    <a:pt x="8521041" y="334699"/>
                  </a:lnTo>
                  <a:lnTo>
                    <a:pt x="8475778" y="340792"/>
                  </a:lnTo>
                  <a:lnTo>
                    <a:pt x="8430514" y="334699"/>
                  </a:lnTo>
                  <a:lnTo>
                    <a:pt x="8389819" y="317509"/>
                  </a:lnTo>
                  <a:lnTo>
                    <a:pt x="8355324" y="290852"/>
                  </a:lnTo>
                  <a:lnTo>
                    <a:pt x="8328662" y="256360"/>
                  </a:lnTo>
                  <a:lnTo>
                    <a:pt x="8311468" y="215664"/>
                  </a:lnTo>
                  <a:lnTo>
                    <a:pt x="8305374" y="170396"/>
                  </a:lnTo>
                  <a:close/>
                </a:path>
                <a:path w="8646795" h="5850255">
                  <a:moveTo>
                    <a:pt x="0" y="5679299"/>
                  </a:moveTo>
                  <a:lnTo>
                    <a:pt x="6092" y="5634041"/>
                  </a:lnTo>
                  <a:lnTo>
                    <a:pt x="23283" y="5593360"/>
                  </a:lnTo>
                  <a:lnTo>
                    <a:pt x="49941" y="5558884"/>
                  </a:lnTo>
                  <a:lnTo>
                    <a:pt x="84434" y="5532241"/>
                  </a:lnTo>
                  <a:lnTo>
                    <a:pt x="125132" y="5515061"/>
                  </a:lnTo>
                  <a:lnTo>
                    <a:pt x="170403" y="5508973"/>
                  </a:lnTo>
                  <a:lnTo>
                    <a:pt x="215672" y="5515061"/>
                  </a:lnTo>
                  <a:lnTo>
                    <a:pt x="256367" y="5532241"/>
                  </a:lnTo>
                  <a:lnTo>
                    <a:pt x="290859" y="5558884"/>
                  </a:lnTo>
                  <a:lnTo>
                    <a:pt x="317516" y="5593360"/>
                  </a:lnTo>
                  <a:lnTo>
                    <a:pt x="334707" y="5634041"/>
                  </a:lnTo>
                  <a:lnTo>
                    <a:pt x="340800" y="5679299"/>
                  </a:lnTo>
                  <a:lnTo>
                    <a:pt x="334707" y="5724589"/>
                  </a:lnTo>
                  <a:lnTo>
                    <a:pt x="317516" y="5765292"/>
                  </a:lnTo>
                  <a:lnTo>
                    <a:pt x="290859" y="5799782"/>
                  </a:lnTo>
                  <a:lnTo>
                    <a:pt x="256367" y="5826431"/>
                  </a:lnTo>
                  <a:lnTo>
                    <a:pt x="215672" y="5843614"/>
                  </a:lnTo>
                  <a:lnTo>
                    <a:pt x="170403" y="5849703"/>
                  </a:lnTo>
                  <a:lnTo>
                    <a:pt x="125132" y="5843614"/>
                  </a:lnTo>
                  <a:lnTo>
                    <a:pt x="84434" y="5826431"/>
                  </a:lnTo>
                  <a:lnTo>
                    <a:pt x="49941" y="5799782"/>
                  </a:lnTo>
                  <a:lnTo>
                    <a:pt x="23283" y="5765292"/>
                  </a:lnTo>
                  <a:lnTo>
                    <a:pt x="6092" y="5724589"/>
                  </a:lnTo>
                  <a:lnTo>
                    <a:pt x="0" y="5679299"/>
                  </a:lnTo>
                  <a:close/>
                </a:path>
              </a:pathLst>
            </a:custGeom>
            <a:ln w="7756">
              <a:solidFill>
                <a:srgbClr val="6248FF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7" name="object 497"/>
          <p:cNvSpPr txBox="1"/>
          <p:nvPr/>
        </p:nvSpPr>
        <p:spPr>
          <a:xfrm>
            <a:off x="3038007" y="7250063"/>
            <a:ext cx="1097280" cy="39497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r" marL="85090" marR="3810" indent="93980">
              <a:lnSpc>
                <a:spcPts val="1040"/>
              </a:lnSpc>
            </a:pPr>
            <a:r>
              <a:rPr dirty="0" sz="850">
                <a:latin typeface="Verdana"/>
                <a:cs typeface="Verdana"/>
              </a:rPr>
              <a:t>SIMPSON </a:t>
            </a:r>
            <a:r>
              <a:rPr dirty="0" sz="850" spc="-10">
                <a:latin typeface="Verdana"/>
                <a:cs typeface="Verdana"/>
              </a:rPr>
              <a:t>FB24Z </a:t>
            </a:r>
            <a:r>
              <a:rPr dirty="0" sz="850">
                <a:latin typeface="Verdana"/>
                <a:cs typeface="Verdana"/>
              </a:rPr>
              <a:t>BRACKET </a:t>
            </a:r>
            <a:r>
              <a:rPr dirty="0" sz="850" spc="-10">
                <a:latin typeface="Verdana"/>
                <a:cs typeface="Verdana"/>
              </a:rPr>
              <a:t>W/HZ10 </a:t>
            </a:r>
            <a:r>
              <a:rPr dirty="0" sz="850">
                <a:latin typeface="Verdana"/>
                <a:cs typeface="Verdana"/>
              </a:rPr>
              <a:t>COATING, </a:t>
            </a:r>
            <a:r>
              <a:rPr dirty="0" sz="850" spc="-20">
                <a:latin typeface="Verdana"/>
                <a:cs typeface="Verdana"/>
              </a:rPr>
              <a:t>TYP.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498" name="object 498"/>
          <p:cNvGrpSpPr/>
          <p:nvPr/>
        </p:nvGrpSpPr>
        <p:grpSpPr>
          <a:xfrm>
            <a:off x="4134486" y="6914902"/>
            <a:ext cx="5777865" cy="1161415"/>
            <a:chOff x="4134486" y="6914902"/>
            <a:chExt cx="5777865" cy="1161415"/>
          </a:xfrm>
        </p:grpSpPr>
        <p:sp>
          <p:nvSpPr>
            <p:cNvPr id="499" name="object 499"/>
            <p:cNvSpPr/>
            <p:nvPr/>
          </p:nvSpPr>
          <p:spPr>
            <a:xfrm>
              <a:off x="4138613" y="7578733"/>
              <a:ext cx="149860" cy="403860"/>
            </a:xfrm>
            <a:custGeom>
              <a:avLst/>
              <a:gdLst/>
              <a:ahLst/>
              <a:cxnLst/>
              <a:rect l="l" t="t" r="r" b="b"/>
              <a:pathLst>
                <a:path w="149860" h="403859">
                  <a:moveTo>
                    <a:pt x="149291" y="403803"/>
                  </a:moveTo>
                  <a:lnTo>
                    <a:pt x="27922" y="0"/>
                  </a:lnTo>
                  <a:lnTo>
                    <a:pt x="0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/>
            <p:cNvSpPr/>
            <p:nvPr/>
          </p:nvSpPr>
          <p:spPr>
            <a:xfrm>
              <a:off x="4273044" y="7978038"/>
              <a:ext cx="41910" cy="93980"/>
            </a:xfrm>
            <a:custGeom>
              <a:avLst/>
              <a:gdLst/>
              <a:ahLst/>
              <a:cxnLst/>
              <a:rect l="l" t="t" r="r" b="b"/>
              <a:pathLst>
                <a:path w="41910" h="93979">
                  <a:moveTo>
                    <a:pt x="41643" y="93617"/>
                  </a:moveTo>
                  <a:lnTo>
                    <a:pt x="0" y="8919"/>
                  </a:lnTo>
                  <a:lnTo>
                    <a:pt x="29706" y="0"/>
                  </a:lnTo>
                  <a:lnTo>
                    <a:pt x="41643" y="936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/>
            <p:cNvSpPr/>
            <p:nvPr/>
          </p:nvSpPr>
          <p:spPr>
            <a:xfrm>
              <a:off x="4273044" y="7978038"/>
              <a:ext cx="41910" cy="93980"/>
            </a:xfrm>
            <a:custGeom>
              <a:avLst/>
              <a:gdLst/>
              <a:ahLst/>
              <a:cxnLst/>
              <a:rect l="l" t="t" r="r" b="b"/>
              <a:pathLst>
                <a:path w="41910" h="93979">
                  <a:moveTo>
                    <a:pt x="41643" y="93617"/>
                  </a:moveTo>
                  <a:lnTo>
                    <a:pt x="0" y="8919"/>
                  </a:lnTo>
                  <a:lnTo>
                    <a:pt x="29706" y="0"/>
                  </a:lnTo>
                  <a:lnTo>
                    <a:pt x="41643" y="93617"/>
                  </a:lnTo>
                  <a:close/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/>
            <p:cNvSpPr/>
            <p:nvPr/>
          </p:nvSpPr>
          <p:spPr>
            <a:xfrm>
              <a:off x="7821511" y="7096408"/>
              <a:ext cx="2069464" cy="701040"/>
            </a:xfrm>
            <a:custGeom>
              <a:avLst/>
              <a:gdLst/>
              <a:ahLst/>
              <a:cxnLst/>
              <a:rect l="l" t="t" r="r" b="b"/>
              <a:pathLst>
                <a:path w="2069465" h="701040">
                  <a:moveTo>
                    <a:pt x="2069363" y="0"/>
                  </a:moveTo>
                  <a:lnTo>
                    <a:pt x="2065477" y="0"/>
                  </a:lnTo>
                  <a:lnTo>
                    <a:pt x="2065477" y="40716"/>
                  </a:lnTo>
                  <a:lnTo>
                    <a:pt x="3873" y="40716"/>
                  </a:lnTo>
                  <a:lnTo>
                    <a:pt x="3873" y="0"/>
                  </a:lnTo>
                  <a:lnTo>
                    <a:pt x="0" y="0"/>
                  </a:lnTo>
                  <a:lnTo>
                    <a:pt x="0" y="42659"/>
                  </a:lnTo>
                  <a:lnTo>
                    <a:pt x="0" y="647979"/>
                  </a:lnTo>
                  <a:lnTo>
                    <a:pt x="3873" y="647979"/>
                  </a:lnTo>
                  <a:lnTo>
                    <a:pt x="3873" y="44589"/>
                  </a:lnTo>
                  <a:lnTo>
                    <a:pt x="2065477" y="44589"/>
                  </a:lnTo>
                  <a:lnTo>
                    <a:pt x="2065477" y="700608"/>
                  </a:lnTo>
                  <a:lnTo>
                    <a:pt x="2069363" y="700608"/>
                  </a:lnTo>
                  <a:lnTo>
                    <a:pt x="2069363" y="42659"/>
                  </a:lnTo>
                  <a:lnTo>
                    <a:pt x="20693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/>
            <p:cNvSpPr/>
            <p:nvPr/>
          </p:nvSpPr>
          <p:spPr>
            <a:xfrm>
              <a:off x="7811823" y="712742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5">
                  <a:moveTo>
                    <a:pt x="23268" y="0"/>
                  </a:moveTo>
                  <a:lnTo>
                    <a:pt x="0" y="23268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/>
            <p:cNvSpPr/>
            <p:nvPr/>
          </p:nvSpPr>
          <p:spPr>
            <a:xfrm>
              <a:off x="7800189" y="7137119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5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/>
            <p:cNvSpPr/>
            <p:nvPr/>
          </p:nvSpPr>
          <p:spPr>
            <a:xfrm>
              <a:off x="9877302" y="7127424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5" h="23495">
                  <a:moveTo>
                    <a:pt x="0" y="23268"/>
                  </a:moveTo>
                  <a:lnTo>
                    <a:pt x="23268" y="0"/>
                  </a:lnTo>
                </a:path>
              </a:pathLst>
            </a:custGeom>
            <a:ln w="77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/>
            <p:cNvSpPr/>
            <p:nvPr/>
          </p:nvSpPr>
          <p:spPr>
            <a:xfrm>
              <a:off x="9888936" y="7137119"/>
              <a:ext cx="23495" cy="4445"/>
            </a:xfrm>
            <a:custGeom>
              <a:avLst/>
              <a:gdLst/>
              <a:ahLst/>
              <a:cxnLst/>
              <a:rect l="l" t="t" r="r" b="b"/>
              <a:pathLst>
                <a:path w="23495" h="4445">
                  <a:moveTo>
                    <a:pt x="23268" y="3878"/>
                  </a:moveTo>
                  <a:lnTo>
                    <a:pt x="0" y="3878"/>
                  </a:lnTo>
                  <a:lnTo>
                    <a:pt x="0" y="0"/>
                  </a:lnTo>
                  <a:lnTo>
                    <a:pt x="23268" y="0"/>
                  </a:lnTo>
                  <a:lnTo>
                    <a:pt x="23268" y="3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/>
            <p:cNvSpPr/>
            <p:nvPr/>
          </p:nvSpPr>
          <p:spPr>
            <a:xfrm>
              <a:off x="7946781" y="6914902"/>
              <a:ext cx="1819275" cy="112395"/>
            </a:xfrm>
            <a:custGeom>
              <a:avLst/>
              <a:gdLst/>
              <a:ahLst/>
              <a:cxnLst/>
              <a:rect l="l" t="t" r="r" b="b"/>
              <a:pathLst>
                <a:path w="1819275" h="112395">
                  <a:moveTo>
                    <a:pt x="1818831" y="112077"/>
                  </a:moveTo>
                  <a:lnTo>
                    <a:pt x="0" y="112077"/>
                  </a:lnTo>
                  <a:lnTo>
                    <a:pt x="0" y="0"/>
                  </a:lnTo>
                  <a:lnTo>
                    <a:pt x="1818831" y="0"/>
                  </a:lnTo>
                  <a:lnTo>
                    <a:pt x="1818831" y="1120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8" name="object 508"/>
          <p:cNvSpPr txBox="1"/>
          <p:nvPr/>
        </p:nvSpPr>
        <p:spPr>
          <a:xfrm>
            <a:off x="7946780" y="6914902"/>
            <a:ext cx="1819275" cy="112395"/>
          </a:xfrm>
          <a:prstGeom prst="rect">
            <a:avLst/>
          </a:prstGeom>
          <a:ln w="7756">
            <a:solidFill>
              <a:srgbClr val="000000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6'-3"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OC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MAX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WOOD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>
                <a:latin typeface="Verdana"/>
                <a:cs typeface="Verdana"/>
              </a:rPr>
              <a:t>POST</a:t>
            </a:r>
            <a:r>
              <a:rPr dirty="0" sz="700" spc="85">
                <a:latin typeface="Verdana"/>
                <a:cs typeface="Verdana"/>
              </a:rPr>
              <a:t> </a:t>
            </a:r>
            <a:r>
              <a:rPr dirty="0" sz="700" spc="-10">
                <a:latin typeface="Verdana"/>
                <a:cs typeface="Verdana"/>
              </a:rPr>
              <a:t>SPACING</a:t>
            </a:r>
            <a:endParaRPr sz="700">
              <a:latin typeface="Verdana"/>
              <a:cs typeface="Verdana"/>
            </a:endParaRPr>
          </a:p>
        </p:txBody>
      </p:sp>
      <p:grpSp>
        <p:nvGrpSpPr>
          <p:cNvPr id="509" name="object 509"/>
          <p:cNvGrpSpPr/>
          <p:nvPr/>
        </p:nvGrpSpPr>
        <p:grpSpPr>
          <a:xfrm>
            <a:off x="11757717" y="8151314"/>
            <a:ext cx="424815" cy="438150"/>
            <a:chOff x="11757717" y="8151314"/>
            <a:chExt cx="424815" cy="438150"/>
          </a:xfrm>
        </p:grpSpPr>
        <p:sp>
          <p:nvSpPr>
            <p:cNvPr id="510" name="object 510"/>
            <p:cNvSpPr/>
            <p:nvPr/>
          </p:nvSpPr>
          <p:spPr>
            <a:xfrm>
              <a:off x="11757711" y="8242761"/>
              <a:ext cx="308610" cy="346710"/>
            </a:xfrm>
            <a:custGeom>
              <a:avLst/>
              <a:gdLst/>
              <a:ahLst/>
              <a:cxnLst/>
              <a:rect l="l" t="t" r="r" b="b"/>
              <a:pathLst>
                <a:path w="308609" h="346709">
                  <a:moveTo>
                    <a:pt x="281940" y="299935"/>
                  </a:moveTo>
                  <a:lnTo>
                    <a:pt x="278066" y="299935"/>
                  </a:lnTo>
                  <a:lnTo>
                    <a:pt x="278066" y="346633"/>
                  </a:lnTo>
                  <a:lnTo>
                    <a:pt x="281940" y="346633"/>
                  </a:lnTo>
                  <a:lnTo>
                    <a:pt x="281940" y="299935"/>
                  </a:lnTo>
                  <a:close/>
                </a:path>
                <a:path w="308609" h="346709">
                  <a:moveTo>
                    <a:pt x="308000" y="251307"/>
                  </a:moveTo>
                  <a:lnTo>
                    <a:pt x="279996" y="251307"/>
                  </a:lnTo>
                  <a:lnTo>
                    <a:pt x="8839" y="251307"/>
                  </a:lnTo>
                  <a:lnTo>
                    <a:pt x="8839" y="255181"/>
                  </a:lnTo>
                  <a:lnTo>
                    <a:pt x="279996" y="255181"/>
                  </a:lnTo>
                  <a:lnTo>
                    <a:pt x="308000" y="255181"/>
                  </a:lnTo>
                  <a:lnTo>
                    <a:pt x="308000" y="251307"/>
                  </a:lnTo>
                  <a:close/>
                </a:path>
                <a:path w="308609" h="346709">
                  <a:moveTo>
                    <a:pt x="308000" y="0"/>
                  </a:moveTo>
                  <a:lnTo>
                    <a:pt x="279996" y="0"/>
                  </a:lnTo>
                  <a:lnTo>
                    <a:pt x="0" y="0"/>
                  </a:lnTo>
                  <a:lnTo>
                    <a:pt x="0" y="3886"/>
                  </a:lnTo>
                  <a:lnTo>
                    <a:pt x="279996" y="3886"/>
                  </a:lnTo>
                  <a:lnTo>
                    <a:pt x="308000" y="3886"/>
                  </a:lnTo>
                  <a:lnTo>
                    <a:pt x="308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/>
            <p:cNvSpPr/>
            <p:nvPr/>
          </p:nvSpPr>
          <p:spPr>
            <a:xfrm>
              <a:off x="12031900" y="8507789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/>
            <p:cNvSpPr/>
            <p:nvPr/>
          </p:nvSpPr>
          <p:spPr>
            <a:xfrm>
              <a:off x="12031900" y="8507789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/>
            <p:cNvSpPr/>
            <p:nvPr/>
          </p:nvSpPr>
          <p:spPr>
            <a:xfrm>
              <a:off x="12035778" y="8151314"/>
              <a:ext cx="4445" cy="46990"/>
            </a:xfrm>
            <a:custGeom>
              <a:avLst/>
              <a:gdLst/>
              <a:ahLst/>
              <a:cxnLst/>
              <a:rect l="l" t="t" r="r" b="b"/>
              <a:pathLst>
                <a:path w="4445" h="46990">
                  <a:moveTo>
                    <a:pt x="3878" y="46692"/>
                  </a:moveTo>
                  <a:lnTo>
                    <a:pt x="0" y="46692"/>
                  </a:lnTo>
                  <a:lnTo>
                    <a:pt x="0" y="0"/>
                  </a:lnTo>
                  <a:lnTo>
                    <a:pt x="3878" y="0"/>
                  </a:lnTo>
                  <a:lnTo>
                    <a:pt x="3878" y="466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/>
            <p:cNvSpPr/>
            <p:nvPr/>
          </p:nvSpPr>
          <p:spPr>
            <a:xfrm>
              <a:off x="12031900" y="8198006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/>
            <p:cNvSpPr/>
            <p:nvPr/>
          </p:nvSpPr>
          <p:spPr>
            <a:xfrm>
              <a:off x="12031900" y="8198006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/>
            <p:cNvSpPr/>
            <p:nvPr/>
          </p:nvSpPr>
          <p:spPr>
            <a:xfrm>
              <a:off x="12065717" y="8206149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112077" y="328475"/>
                  </a:moveTo>
                  <a:lnTo>
                    <a:pt x="0" y="328475"/>
                  </a:ln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/>
            <p:cNvSpPr/>
            <p:nvPr/>
          </p:nvSpPr>
          <p:spPr>
            <a:xfrm>
              <a:off x="12065717" y="8206149"/>
              <a:ext cx="112395" cy="328930"/>
            </a:xfrm>
            <a:custGeom>
              <a:avLst/>
              <a:gdLst/>
              <a:ahLst/>
              <a:cxnLst/>
              <a:rect l="l" t="t" r="r" b="b"/>
              <a:pathLst>
                <a:path w="112395" h="328929">
                  <a:moveTo>
                    <a:pt x="0" y="328475"/>
                  </a:moveTo>
                  <a:lnTo>
                    <a:pt x="0" y="0"/>
                  </a:lnTo>
                  <a:lnTo>
                    <a:pt x="112077" y="0"/>
                  </a:lnTo>
                  <a:lnTo>
                    <a:pt x="112077" y="328475"/>
                  </a:lnTo>
                  <a:lnTo>
                    <a:pt x="0" y="328475"/>
                  </a:lnTo>
                  <a:close/>
                </a:path>
              </a:pathLst>
            </a:custGeom>
            <a:ln w="775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8" name="object 518"/>
          <p:cNvSpPr txBox="1"/>
          <p:nvPr/>
        </p:nvSpPr>
        <p:spPr>
          <a:xfrm>
            <a:off x="12052572" y="8243611"/>
            <a:ext cx="139065" cy="25400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pic>
        <p:nvPicPr>
          <p:cNvPr id="519" name="object 51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757717" y="10201435"/>
            <a:ext cx="308542" cy="346159"/>
          </a:xfrm>
          <a:prstGeom prst="rect">
            <a:avLst/>
          </a:prstGeom>
        </p:spPr>
      </p:pic>
      <p:sp>
        <p:nvSpPr>
          <p:cNvPr id="520" name="object 520"/>
          <p:cNvSpPr txBox="1"/>
          <p:nvPr/>
        </p:nvSpPr>
        <p:spPr>
          <a:xfrm>
            <a:off x="12008243" y="10545654"/>
            <a:ext cx="112395" cy="32893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1'-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21" name="object 521"/>
          <p:cNvSpPr/>
          <p:nvPr/>
        </p:nvSpPr>
        <p:spPr>
          <a:xfrm>
            <a:off x="12295223" y="8291390"/>
            <a:ext cx="4445" cy="2134870"/>
          </a:xfrm>
          <a:custGeom>
            <a:avLst/>
            <a:gdLst/>
            <a:ahLst/>
            <a:cxnLst/>
            <a:rect l="l" t="t" r="r" b="b"/>
            <a:pathLst>
              <a:path w="4445" h="2134870">
                <a:moveTo>
                  <a:pt x="3878" y="2134664"/>
                </a:moveTo>
                <a:lnTo>
                  <a:pt x="0" y="2134664"/>
                </a:lnTo>
                <a:lnTo>
                  <a:pt x="0" y="0"/>
                </a:lnTo>
                <a:lnTo>
                  <a:pt x="3878" y="0"/>
                </a:lnTo>
                <a:lnTo>
                  <a:pt x="3878" y="21346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2" name="object 522"/>
          <p:cNvGrpSpPr/>
          <p:nvPr/>
        </p:nvGrpSpPr>
        <p:grpSpPr>
          <a:xfrm>
            <a:off x="11773540" y="6542426"/>
            <a:ext cx="7838440" cy="3932554"/>
            <a:chOff x="11773540" y="6542426"/>
            <a:chExt cx="7838440" cy="3932554"/>
          </a:xfrm>
        </p:grpSpPr>
        <p:sp>
          <p:nvSpPr>
            <p:cNvPr id="523" name="object 523"/>
            <p:cNvSpPr/>
            <p:nvPr/>
          </p:nvSpPr>
          <p:spPr>
            <a:xfrm>
              <a:off x="11773535" y="8242761"/>
              <a:ext cx="566420" cy="2232025"/>
            </a:xfrm>
            <a:custGeom>
              <a:avLst/>
              <a:gdLst/>
              <a:ahLst/>
              <a:cxnLst/>
              <a:rect l="l" t="t" r="r" b="b"/>
              <a:pathLst>
                <a:path w="566420" h="2232025">
                  <a:moveTo>
                    <a:pt x="566280" y="2228050"/>
                  </a:moveTo>
                  <a:lnTo>
                    <a:pt x="523621" y="2228050"/>
                  </a:lnTo>
                  <a:lnTo>
                    <a:pt x="0" y="2228050"/>
                  </a:lnTo>
                  <a:lnTo>
                    <a:pt x="0" y="2231936"/>
                  </a:lnTo>
                  <a:lnTo>
                    <a:pt x="523621" y="2231936"/>
                  </a:lnTo>
                  <a:lnTo>
                    <a:pt x="566280" y="2231936"/>
                  </a:lnTo>
                  <a:lnTo>
                    <a:pt x="566280" y="2228050"/>
                  </a:lnTo>
                  <a:close/>
                </a:path>
                <a:path w="566420" h="2232025">
                  <a:moveTo>
                    <a:pt x="566280" y="0"/>
                  </a:moveTo>
                  <a:lnTo>
                    <a:pt x="523621" y="0"/>
                  </a:lnTo>
                  <a:lnTo>
                    <a:pt x="2794" y="0"/>
                  </a:lnTo>
                  <a:lnTo>
                    <a:pt x="2794" y="3886"/>
                  </a:lnTo>
                  <a:lnTo>
                    <a:pt x="523621" y="3886"/>
                  </a:lnTo>
                  <a:lnTo>
                    <a:pt x="566280" y="3886"/>
                  </a:lnTo>
                  <a:lnTo>
                    <a:pt x="566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/>
            <p:cNvSpPr/>
            <p:nvPr/>
          </p:nvSpPr>
          <p:spPr>
            <a:xfrm>
              <a:off x="12291344" y="1042605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/>
            <p:cNvSpPr/>
            <p:nvPr/>
          </p:nvSpPr>
          <p:spPr>
            <a:xfrm>
              <a:off x="12291344" y="10426055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34902"/>
                  </a:moveTo>
                  <a:lnTo>
                    <a:pt x="0" y="0"/>
                  </a:lnTo>
                  <a:lnTo>
                    <a:pt x="11634" y="0"/>
                  </a:lnTo>
                  <a:lnTo>
                    <a:pt x="5817" y="34902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/>
            <p:cNvSpPr/>
            <p:nvPr/>
          </p:nvSpPr>
          <p:spPr>
            <a:xfrm>
              <a:off x="12291344" y="8256487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11634" y="34902"/>
                  </a:moveTo>
                  <a:lnTo>
                    <a:pt x="0" y="34902"/>
                  </a:lnTo>
                  <a:lnTo>
                    <a:pt x="5817" y="0"/>
                  </a:lnTo>
                  <a:lnTo>
                    <a:pt x="11634" y="34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/>
            <p:cNvSpPr/>
            <p:nvPr/>
          </p:nvSpPr>
          <p:spPr>
            <a:xfrm>
              <a:off x="12291344" y="8256487"/>
              <a:ext cx="12065" cy="34925"/>
            </a:xfrm>
            <a:custGeom>
              <a:avLst/>
              <a:gdLst/>
              <a:ahLst/>
              <a:cxnLst/>
              <a:rect l="l" t="t" r="r" b="b"/>
              <a:pathLst>
                <a:path w="12065" h="34925">
                  <a:moveTo>
                    <a:pt x="5817" y="0"/>
                  </a:moveTo>
                  <a:lnTo>
                    <a:pt x="11634" y="34902"/>
                  </a:lnTo>
                  <a:lnTo>
                    <a:pt x="0" y="34902"/>
                  </a:lnTo>
                  <a:lnTo>
                    <a:pt x="5817" y="0"/>
                  </a:lnTo>
                </a:path>
              </a:pathLst>
            </a:custGeom>
            <a:ln w="38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8" name="object 52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8740635" y="6542426"/>
              <a:ext cx="871177" cy="1005205"/>
            </a:xfrm>
            <a:prstGeom prst="rect">
              <a:avLst/>
            </a:prstGeom>
          </p:spPr>
        </p:pic>
      </p:grpSp>
      <p:sp>
        <p:nvSpPr>
          <p:cNvPr id="529" name="object 529"/>
          <p:cNvSpPr txBox="1"/>
          <p:nvPr/>
        </p:nvSpPr>
        <p:spPr>
          <a:xfrm>
            <a:off x="12325162" y="9194523"/>
            <a:ext cx="112395" cy="328930"/>
          </a:xfrm>
          <a:prstGeom prst="rect">
            <a:avLst/>
          </a:prstGeom>
          <a:solidFill>
            <a:srgbClr val="FFFFFF"/>
          </a:solidFill>
          <a:ln w="7756">
            <a:solidFill>
              <a:srgbClr val="000000"/>
            </a:solidFill>
          </a:ln>
        </p:spPr>
        <p:txBody>
          <a:bodyPr wrap="square" lIns="0" tIns="3810" rIns="0" bIns="0" rtlCol="0" vert="vert270">
            <a:spAutoFit/>
          </a:bodyPr>
          <a:lstStyle/>
          <a:p>
            <a:pPr marL="4953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latin typeface="Verdana"/>
                <a:cs typeface="Verdana"/>
              </a:rPr>
              <a:t>8'-</a:t>
            </a:r>
            <a:r>
              <a:rPr dirty="0" sz="700" spc="-25">
                <a:latin typeface="Verdana"/>
                <a:cs typeface="Verdana"/>
              </a:rPr>
              <a:t>0"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530" name="object 530"/>
          <p:cNvSpPr txBox="1"/>
          <p:nvPr/>
        </p:nvSpPr>
        <p:spPr>
          <a:xfrm>
            <a:off x="18724522" y="7404883"/>
            <a:ext cx="90106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{{ISSUE_DATE}},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FF0000"/>
                </a:solidFill>
                <a:latin typeface="Arial"/>
                <a:cs typeface="Arial"/>
              </a:rPr>
              <a:t>1:10:52</a:t>
            </a:r>
            <a:r>
              <a:rPr dirty="0" sz="650" spc="1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50" spc="-25">
                <a:solidFill>
                  <a:srgbClr val="FF0000"/>
                </a:solidFill>
                <a:latin typeface="Arial"/>
                <a:cs typeface="Arial"/>
              </a:rPr>
              <a:t>PM</a:t>
            </a:r>
            <a:endParaRPr sz="650">
              <a:latin typeface="Arial"/>
              <a:cs typeface="Arial"/>
            </a:endParaRPr>
          </a:p>
        </p:txBody>
      </p:sp>
      <p:sp>
        <p:nvSpPr>
          <p:cNvPr id="531" name="object 531"/>
          <p:cNvSpPr txBox="1"/>
          <p:nvPr/>
        </p:nvSpPr>
        <p:spPr>
          <a:xfrm>
            <a:off x="14353227" y="10736491"/>
            <a:ext cx="18161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By:</a:t>
            </a:r>
            <a:endParaRPr sz="850">
              <a:latin typeface="Arial"/>
              <a:cs typeface="Arial"/>
            </a:endParaRPr>
          </a:p>
        </p:txBody>
      </p:sp>
      <p:sp>
        <p:nvSpPr>
          <p:cNvPr id="532" name="object 532"/>
          <p:cNvSpPr txBox="1"/>
          <p:nvPr/>
        </p:nvSpPr>
        <p:spPr>
          <a:xfrm>
            <a:off x="14688295" y="10886064"/>
            <a:ext cx="1778000" cy="134810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650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CODE</a:t>
            </a:r>
            <a:endParaRPr sz="850">
              <a:latin typeface="Arial"/>
              <a:cs typeface="Arial"/>
            </a:endParaRPr>
          </a:p>
          <a:p>
            <a:pPr marL="12700" marR="5080">
              <a:lnSpc>
                <a:spcPct val="107300"/>
              </a:lnSpc>
              <a:spcBef>
                <a:spcPts val="440"/>
              </a:spcBef>
            </a:pP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Subject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CBC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Sections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105.4,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107.3</a:t>
            </a:r>
            <a:r>
              <a:rPr dirty="0" sz="700" spc="8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50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CRC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R105.4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dirty="0" sz="700" spc="8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C00000"/>
                </a:solidFill>
                <a:latin typeface="Arial"/>
                <a:cs typeface="Arial"/>
              </a:rPr>
              <a:t>R106.3</a:t>
            </a:r>
            <a:endParaRPr sz="700">
              <a:latin typeface="Arial"/>
              <a:cs typeface="Arial"/>
            </a:endParaRPr>
          </a:p>
          <a:p>
            <a:pPr marL="15240" marR="187960">
              <a:lnSpc>
                <a:spcPct val="124300"/>
              </a:lnSpc>
              <a:spcBef>
                <a:spcPts val="25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SURVEY</a:t>
            </a:r>
            <a:r>
              <a:rPr dirty="0" sz="850" spc="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(REVIEW</a:t>
            </a:r>
            <a:r>
              <a:rPr dirty="0" sz="85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ONLY)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PLOT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850" spc="1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REVIEW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PARKING/DRIVEWAY</a:t>
            </a:r>
            <a:r>
              <a:rPr dirty="0" sz="850" spc="9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LAYOUT</a:t>
            </a:r>
            <a:endParaRPr sz="850">
              <a:latin typeface="Arial"/>
              <a:cs typeface="Arial"/>
            </a:endParaRPr>
          </a:p>
          <a:p>
            <a:pPr marL="15240" marR="49530">
              <a:lnSpc>
                <a:spcPct val="124300"/>
              </a:lnSpc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GRADING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EROSION</a:t>
            </a:r>
            <a:r>
              <a:rPr dirty="0" sz="850" spc="-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CONTROL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SOILS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REPORT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C00000"/>
                </a:solidFill>
                <a:latin typeface="Arial"/>
                <a:cs typeface="Arial"/>
              </a:rPr>
              <a:t>FILE</a:t>
            </a:r>
            <a:endParaRPr sz="850">
              <a:latin typeface="Arial"/>
              <a:cs typeface="Arial"/>
            </a:endParaRPr>
          </a:p>
        </p:txBody>
      </p:sp>
      <p:sp>
        <p:nvSpPr>
          <p:cNvPr id="533" name="object 533"/>
          <p:cNvSpPr txBox="1"/>
          <p:nvPr/>
        </p:nvSpPr>
        <p:spPr>
          <a:xfrm>
            <a:off x="14353282" y="12796360"/>
            <a:ext cx="2857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endParaRPr sz="850">
              <a:latin typeface="Arial"/>
              <a:cs typeface="Arial"/>
            </a:endParaRPr>
          </a:p>
        </p:txBody>
      </p:sp>
      <p:sp>
        <p:nvSpPr>
          <p:cNvPr id="534" name="object 534"/>
          <p:cNvSpPr txBox="1"/>
          <p:nvPr/>
        </p:nvSpPr>
        <p:spPr>
          <a:xfrm>
            <a:off x="14382080" y="12372741"/>
            <a:ext cx="217170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ELEC/MECH/PLUMB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950" spc="11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C00000"/>
                </a:solidFill>
                <a:latin typeface="Arial"/>
                <a:cs typeface="Arial"/>
              </a:rPr>
              <a:t>CHECKED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535" name="object 535"/>
          <p:cNvGrpSpPr/>
          <p:nvPr/>
        </p:nvGrpSpPr>
        <p:grpSpPr>
          <a:xfrm>
            <a:off x="14346381" y="10584897"/>
            <a:ext cx="2237740" cy="2381885"/>
            <a:chOff x="14346381" y="10584897"/>
            <a:chExt cx="2237740" cy="2381885"/>
          </a:xfrm>
        </p:grpSpPr>
        <p:sp>
          <p:nvSpPr>
            <p:cNvPr id="536" name="object 536"/>
            <p:cNvSpPr/>
            <p:nvPr/>
          </p:nvSpPr>
          <p:spPr>
            <a:xfrm>
              <a:off x="14346377" y="11585934"/>
              <a:ext cx="2237740" cy="1380490"/>
            </a:xfrm>
            <a:custGeom>
              <a:avLst/>
              <a:gdLst/>
              <a:ahLst/>
              <a:cxnLst/>
              <a:rect l="l" t="t" r="r" b="b"/>
              <a:pathLst>
                <a:path w="2237740" h="1380490">
                  <a:moveTo>
                    <a:pt x="338785" y="644080"/>
                  </a:moveTo>
                  <a:lnTo>
                    <a:pt x="0" y="644080"/>
                  </a:lnTo>
                  <a:lnTo>
                    <a:pt x="0" y="666419"/>
                  </a:lnTo>
                  <a:lnTo>
                    <a:pt x="338785" y="666419"/>
                  </a:lnTo>
                  <a:lnTo>
                    <a:pt x="338785" y="644080"/>
                  </a:lnTo>
                  <a:close/>
                </a:path>
                <a:path w="2237740" h="1380490">
                  <a:moveTo>
                    <a:pt x="338785" y="483057"/>
                  </a:moveTo>
                  <a:lnTo>
                    <a:pt x="0" y="483057"/>
                  </a:lnTo>
                  <a:lnTo>
                    <a:pt x="0" y="505396"/>
                  </a:lnTo>
                  <a:lnTo>
                    <a:pt x="338785" y="505396"/>
                  </a:lnTo>
                  <a:lnTo>
                    <a:pt x="338785" y="483057"/>
                  </a:lnTo>
                  <a:close/>
                </a:path>
                <a:path w="2237740" h="1380490">
                  <a:moveTo>
                    <a:pt x="338785" y="322046"/>
                  </a:moveTo>
                  <a:lnTo>
                    <a:pt x="0" y="322046"/>
                  </a:lnTo>
                  <a:lnTo>
                    <a:pt x="0" y="344373"/>
                  </a:lnTo>
                  <a:lnTo>
                    <a:pt x="338785" y="344373"/>
                  </a:lnTo>
                  <a:lnTo>
                    <a:pt x="338785" y="322046"/>
                  </a:lnTo>
                  <a:close/>
                </a:path>
                <a:path w="2237740" h="1380490">
                  <a:moveTo>
                    <a:pt x="338785" y="161023"/>
                  </a:moveTo>
                  <a:lnTo>
                    <a:pt x="0" y="161023"/>
                  </a:lnTo>
                  <a:lnTo>
                    <a:pt x="0" y="183362"/>
                  </a:lnTo>
                  <a:lnTo>
                    <a:pt x="338785" y="183362"/>
                  </a:lnTo>
                  <a:lnTo>
                    <a:pt x="338785" y="161023"/>
                  </a:lnTo>
                  <a:close/>
                </a:path>
                <a:path w="2237740" h="1380490">
                  <a:moveTo>
                    <a:pt x="338785" y="0"/>
                  </a:moveTo>
                  <a:lnTo>
                    <a:pt x="0" y="0"/>
                  </a:lnTo>
                  <a:lnTo>
                    <a:pt x="0" y="22339"/>
                  </a:lnTo>
                  <a:lnTo>
                    <a:pt x="338785" y="22339"/>
                  </a:lnTo>
                  <a:lnTo>
                    <a:pt x="338785" y="0"/>
                  </a:lnTo>
                  <a:close/>
                </a:path>
                <a:path w="2237740" h="1380490">
                  <a:moveTo>
                    <a:pt x="2237511" y="1357960"/>
                  </a:moveTo>
                  <a:lnTo>
                    <a:pt x="337858" y="1357960"/>
                  </a:lnTo>
                  <a:lnTo>
                    <a:pt x="337858" y="1380299"/>
                  </a:lnTo>
                  <a:lnTo>
                    <a:pt x="2237511" y="1380299"/>
                  </a:lnTo>
                  <a:lnTo>
                    <a:pt x="2237511" y="135796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7" name="object 53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4346381" y="10584897"/>
              <a:ext cx="2237508" cy="675897"/>
            </a:xfrm>
            <a:prstGeom prst="rect">
              <a:avLst/>
            </a:prstGeom>
          </p:spPr>
        </p:pic>
      </p:grpSp>
      <p:sp>
        <p:nvSpPr>
          <p:cNvPr id="538" name="object 538"/>
          <p:cNvSpPr txBox="1"/>
          <p:nvPr/>
        </p:nvSpPr>
        <p:spPr>
          <a:xfrm>
            <a:off x="15747908" y="10731423"/>
            <a:ext cx="42925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FF0000"/>
                </a:solidFill>
                <a:latin typeface="Arial"/>
                <a:cs typeface="Arial"/>
              </a:rPr>
              <a:t>X6345</a:t>
            </a:r>
            <a:endParaRPr sz="1100">
              <a:latin typeface="Arial"/>
              <a:cs typeface="Arial"/>
            </a:endParaRPr>
          </a:p>
        </p:txBody>
      </p:sp>
      <p:sp>
        <p:nvSpPr>
          <p:cNvPr id="539" name="object 539"/>
          <p:cNvSpPr txBox="1"/>
          <p:nvPr/>
        </p:nvSpPr>
        <p:spPr>
          <a:xfrm>
            <a:off x="15130588" y="12729115"/>
            <a:ext cx="623570" cy="174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>
                <a:solidFill>
                  <a:srgbClr val="FF0000"/>
                </a:solidFill>
                <a:latin typeface="Calibri"/>
                <a:cs typeface="Calibri"/>
              </a:rPr>
              <a:t>04/08/2026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40" name="object 540"/>
          <p:cNvSpPr txBox="1"/>
          <p:nvPr/>
        </p:nvSpPr>
        <p:spPr>
          <a:xfrm>
            <a:off x="14301897" y="8985199"/>
            <a:ext cx="2319655" cy="17691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81610">
              <a:lnSpc>
                <a:spcPts val="3400"/>
              </a:lnSpc>
              <a:spcBef>
                <a:spcPts val="130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B2600662</a:t>
            </a:r>
            <a:endParaRPr sz="2900">
              <a:latin typeface="Arial"/>
              <a:cs typeface="Arial"/>
            </a:endParaRPr>
          </a:p>
          <a:p>
            <a:pPr algn="ctr">
              <a:lnSpc>
                <a:spcPts val="1360"/>
              </a:lnSpc>
            </a:pP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REVIEWED</a:t>
            </a:r>
            <a:r>
              <a:rPr dirty="0" sz="12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COMPLIANCE</a:t>
            </a:r>
            <a:endParaRPr sz="1200">
              <a:latin typeface="Arial"/>
              <a:cs typeface="Arial"/>
            </a:endParaRPr>
          </a:p>
          <a:p>
            <a:pPr algn="ctr" marL="228600" marR="211454" indent="-635">
              <a:lnSpc>
                <a:spcPct val="90100"/>
              </a:lnSpc>
              <a:spcBef>
                <a:spcPts val="595"/>
              </a:spcBef>
            </a:pP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CITY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dirty="0" sz="1450" spc="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C00000"/>
                </a:solidFill>
                <a:latin typeface="Arial"/>
                <a:cs typeface="Arial"/>
              </a:rPr>
              <a:t>OAKLAND </a:t>
            </a:r>
            <a:r>
              <a:rPr dirty="0" sz="1450">
                <a:solidFill>
                  <a:srgbClr val="C00000"/>
                </a:solidFill>
                <a:latin typeface="Arial"/>
                <a:cs typeface="Arial"/>
              </a:rPr>
              <a:t>BUILDING</a:t>
            </a:r>
            <a:r>
              <a:rPr dirty="0" sz="14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C00000"/>
                </a:solidFill>
                <a:latin typeface="Arial"/>
                <a:cs typeface="Arial"/>
              </a:rPr>
              <a:t>SERVICES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PLAN</a:t>
            </a:r>
            <a:r>
              <a:rPr dirty="0" sz="12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dirty="0" sz="1200" spc="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SECTION</a:t>
            </a:r>
            <a:endParaRPr sz="1200">
              <a:latin typeface="Arial"/>
              <a:cs typeface="Arial"/>
            </a:endParaRPr>
          </a:p>
          <a:p>
            <a:pPr algn="ctr" marL="91440" marR="74295">
              <a:lnSpc>
                <a:spcPct val="102699"/>
              </a:lnSpc>
              <a:spcBef>
                <a:spcPts val="114"/>
              </a:spcBef>
            </a:pP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For Substantial Compliance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C00000"/>
                </a:solidFill>
                <a:latin typeface="Arial"/>
                <a:cs typeface="Arial"/>
              </a:rPr>
              <a:t>With Codes</a:t>
            </a:r>
            <a:r>
              <a:rPr dirty="0" sz="850" spc="5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dirty="0" sz="850" spc="-10">
                <a:solidFill>
                  <a:srgbClr val="C00000"/>
                </a:solidFill>
                <a:latin typeface="Arial"/>
                <a:cs typeface="Arial"/>
              </a:rPr>
              <a:t>Ordinances</a:t>
            </a:r>
            <a:endParaRPr sz="850">
              <a:latin typeface="Arial"/>
              <a:cs typeface="Arial"/>
            </a:endParaRPr>
          </a:p>
          <a:p>
            <a:pPr algn="ctr" marL="9525">
              <a:lnSpc>
                <a:spcPct val="100000"/>
              </a:lnSpc>
              <a:spcBef>
                <a:spcPts val="385"/>
              </a:spcBef>
            </a:pP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REVISIONS</a:t>
            </a:r>
            <a:r>
              <a:rPr dirty="0" sz="11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C00000"/>
                </a:solidFill>
                <a:latin typeface="Arial"/>
                <a:cs typeface="Arial"/>
              </a:rPr>
              <a:t>NEED</a:t>
            </a:r>
            <a:r>
              <a:rPr dirty="0" sz="11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541" name="object 541"/>
          <p:cNvSpPr txBox="1"/>
          <p:nvPr/>
        </p:nvSpPr>
        <p:spPr>
          <a:xfrm>
            <a:off x="16222431" y="6478827"/>
            <a:ext cx="1257935" cy="65405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5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REVIEWED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COMPLIANCE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SUBJECT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INSPECTION</a:t>
            </a:r>
            <a:endParaRPr sz="600">
              <a:latin typeface="Arial"/>
              <a:cs typeface="Arial"/>
            </a:endParaRPr>
          </a:p>
          <a:p>
            <a:pPr marL="12700" marR="185420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Department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Fire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Prevention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Bureau</a:t>
            </a:r>
            <a:r>
              <a:rPr dirty="0" sz="6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FF0000"/>
                </a:solidFill>
                <a:latin typeface="Vladimir Script"/>
                <a:cs typeface="Vladimir Script"/>
              </a:rPr>
              <a:t>PCB</a:t>
            </a:r>
            <a:r>
              <a:rPr dirty="0" sz="600" spc="500">
                <a:solidFill>
                  <a:srgbClr val="FF0000"/>
                </a:solidFill>
                <a:latin typeface="Vladimir Script"/>
                <a:cs typeface="Vladimir Script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Oakland,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94612</a:t>
            </a:r>
            <a:endParaRPr sz="600">
              <a:latin typeface="Arial"/>
              <a:cs typeface="Arial"/>
            </a:endParaRPr>
          </a:p>
          <a:p>
            <a:pPr marL="12700" marR="301625">
              <a:lnSpc>
                <a:spcPts val="700"/>
              </a:lnSpc>
              <a:spcBef>
                <a:spcPts val="5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FDPR26-00369</a:t>
            </a:r>
            <a:r>
              <a:rPr dirty="0" sz="600" spc="4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04.13.26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41</a:t>
            </a:r>
            <a:r>
              <a:rPr dirty="0" sz="6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Tunnel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Rd.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dirty="0" sz="600" spc="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B2600362</a:t>
            </a:r>
            <a:endParaRPr sz="600">
              <a:latin typeface="Arial"/>
              <a:cs typeface="Arial"/>
            </a:endParaRPr>
          </a:p>
        </p:txBody>
      </p:sp>
      <p:sp>
        <p:nvSpPr>
          <p:cNvPr id="542" name="object 542"/>
          <p:cNvSpPr txBox="1"/>
          <p:nvPr/>
        </p:nvSpPr>
        <p:spPr>
          <a:xfrm>
            <a:off x="16222431" y="7192399"/>
            <a:ext cx="1727835" cy="475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710"/>
              </a:lnSpc>
              <a:spcBef>
                <a:spcPts val="11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OFD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NOTES: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700"/>
              </a:lnSpc>
            </a:pPr>
            <a:r>
              <a:rPr dirty="0" sz="600" spc="-25" b="1">
                <a:solidFill>
                  <a:srgbClr val="FF0000"/>
                </a:solidFill>
                <a:latin typeface="Arial"/>
                <a:cs typeface="Arial"/>
              </a:rPr>
              <a:t>1.</a:t>
            </a:r>
            <a:endParaRPr sz="600">
              <a:latin typeface="Arial"/>
              <a:cs typeface="Arial"/>
            </a:endParaRPr>
          </a:p>
          <a:p>
            <a:pPr algn="just" marL="12700" marR="5080">
              <a:lnSpc>
                <a:spcPts val="700"/>
              </a:lnSpc>
              <a:spcBef>
                <a:spcPts val="30"/>
              </a:spcBef>
            </a:pP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Provide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required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minimum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feet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setback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non-combustible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vegetation</a:t>
            </a:r>
            <a:r>
              <a:rPr dirty="0" sz="600" spc="3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dirty="0" sz="600" spc="3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structure.</a:t>
            </a:r>
            <a:r>
              <a:rPr dirty="0" sz="600" spc="229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20" b="1">
                <a:solidFill>
                  <a:srgbClr val="FF0000"/>
                </a:solidFill>
                <a:latin typeface="Arial"/>
                <a:cs typeface="Arial"/>
              </a:rPr>
              <a:t>Ref.</a:t>
            </a:r>
            <a:r>
              <a:rPr dirty="0" sz="600" spc="5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CA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Wildland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Urban</a:t>
            </a:r>
            <a:r>
              <a:rPr dirty="0" sz="600" spc="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dirty="0" sz="600" spc="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600" spc="-10" b="1">
                <a:solidFill>
                  <a:srgbClr val="FF0000"/>
                </a:solidFill>
                <a:latin typeface="Arial"/>
                <a:cs typeface="Arial"/>
              </a:rPr>
              <a:t>Code.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Stiaan</dc:creator>
  <dcterms:created xsi:type="dcterms:W3CDTF">2026-06-28T02:19:49Z</dcterms:created>
  <dcterms:modified xsi:type="dcterms:W3CDTF">2026-06-28T02:19:49Z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2025-12-19T00:00:00Z</vt:filetime>
  </property>
  <property fmtid="{D5CDD505-2E9C-101B-9397-08002B2CF9AE}" pid="3" name="DocumentID">
    <vt:lpwstr>uuid:9f7a782c-decf-4dd6-8b72-ddc195b6d2cc</vt:lpwstr>
  </property>
  <property fmtid="{D5CDD505-2E9C-101B-9397-08002B2CF9AE}" pid="4" name="LastSaved">
    <vt:filetime>2026-06-28T00:00:00Z</vt:filetime>
  </property>
</Properties>
</file>